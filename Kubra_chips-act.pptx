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0" r:id="rId1"/>
    <p:sldMasterId id="2147483671" r:id="rId2"/>
  </p:sldMasterIdLst>
  <p:notesMasterIdLst>
    <p:notesMasterId r:id="rId17"/>
  </p:notesMasterIdLst>
  <p:sldIdLst>
    <p:sldId id="256" r:id="rId3"/>
    <p:sldId id="274" r:id="rId4"/>
    <p:sldId id="257" r:id="rId5"/>
    <p:sldId id="258" r:id="rId6"/>
    <p:sldId id="260" r:id="rId7"/>
    <p:sldId id="261" r:id="rId8"/>
    <p:sldId id="262" r:id="rId9"/>
    <p:sldId id="296" r:id="rId10"/>
    <p:sldId id="263" r:id="rId11"/>
    <p:sldId id="265" r:id="rId12"/>
    <p:sldId id="267" r:id="rId13"/>
    <p:sldId id="270" r:id="rId14"/>
    <p:sldId id="271" r:id="rId15"/>
    <p:sldId id="297" r:id="rId1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902F175-700A-48D8-AF79-39CB5E2A2C3E}">
  <a:tblStyle styleId="{0902F175-700A-48D8-AF79-39CB5E2A2C3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966" y="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2" name="Google Shape;1972;g2ed30af4ec7_7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3" name="Google Shape;1973;g2ed30af4ec7_7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2" name="Google Shape;662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2" name="Google Shape;672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9" name="Google Shape;819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1" name="Google Shape;971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1" name="Google Shape;981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0">
          <a:extLst>
            <a:ext uri="{FF2B5EF4-FFF2-40B4-BE49-F238E27FC236}">
              <a16:creationId xmlns:a16="http://schemas.microsoft.com/office/drawing/2014/main" id="{D51F0123-0DF4-1F9E-D5CA-808339CF1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gd5260bdd85_0_256:notes">
            <a:extLst>
              <a:ext uri="{FF2B5EF4-FFF2-40B4-BE49-F238E27FC236}">
                <a16:creationId xmlns:a16="http://schemas.microsoft.com/office/drawing/2014/main" id="{EF0FFCA9-E153-2C79-B4AC-E1563C1428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2" name="Google Shape;992;gd5260bdd85_0_256:notes">
            <a:extLst>
              <a:ext uri="{FF2B5EF4-FFF2-40B4-BE49-F238E27FC236}">
                <a16:creationId xmlns:a16="http://schemas.microsoft.com/office/drawing/2014/main" id="{DFFD47E2-A599-1CFE-16E7-3913E05387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65803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gd5260bdd85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2" name="Google Shape;992;gd5260bdd85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gd5260bdd85_0_2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3" name="Google Shape;1153;gd5260bdd85_0_2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g54dda1946d_4_27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1" name="Google Shape;1191;g54dda1946d_4_27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Google Shape;1456;g2ed30af4ec7_1_3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7" name="Google Shape;1457;g2ed30af4ec7_1_3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1" name="Google Shape;1871;g2ed30af4ec7_1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2" name="Google Shape;1872;g2ed30af4ec7_1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0">
          <a:extLst>
            <a:ext uri="{FF2B5EF4-FFF2-40B4-BE49-F238E27FC236}">
              <a16:creationId xmlns:a16="http://schemas.microsoft.com/office/drawing/2014/main" id="{C7FB90B6-F974-3A88-A7AE-7AFF63595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1" name="Google Shape;1871;g2ed30af4ec7_1_342:notes">
            <a:extLst>
              <a:ext uri="{FF2B5EF4-FFF2-40B4-BE49-F238E27FC236}">
                <a16:creationId xmlns:a16="http://schemas.microsoft.com/office/drawing/2014/main" id="{FFC7A472-6ADA-790D-3B0D-D8CF19328A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2" name="Google Shape;1872;g2ed30af4ec7_1_342:notes">
            <a:extLst>
              <a:ext uri="{FF2B5EF4-FFF2-40B4-BE49-F238E27FC236}">
                <a16:creationId xmlns:a16="http://schemas.microsoft.com/office/drawing/2014/main" id="{63070AA6-3E7A-4DCD-06C4-BDC771972D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520712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1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" name="Google Shape;10;p2"/>
          <p:cNvGrpSpPr/>
          <p:nvPr/>
        </p:nvGrpSpPr>
        <p:grpSpPr>
          <a:xfrm>
            <a:off x="-1057375" y="-915650"/>
            <a:ext cx="10226527" cy="6901821"/>
            <a:chOff x="-1082527" y="-915650"/>
            <a:chExt cx="10226527" cy="6901821"/>
          </a:xfrm>
        </p:grpSpPr>
        <p:sp>
          <p:nvSpPr>
            <p:cNvPr id="11" name="Google Shape;11;p2"/>
            <p:cNvSpPr/>
            <p:nvPr/>
          </p:nvSpPr>
          <p:spPr>
            <a:xfrm flipH="1">
              <a:off x="5917665" y="-915650"/>
              <a:ext cx="3226336" cy="1716886"/>
            </a:xfrm>
            <a:custGeom>
              <a:avLst/>
              <a:gdLst/>
              <a:ahLst/>
              <a:cxnLst/>
              <a:rect l="l" t="t" r="r" b="b"/>
              <a:pathLst>
                <a:path w="3946588" h="2100166" extrusionOk="0">
                  <a:moveTo>
                    <a:pt x="0" y="1739360"/>
                  </a:moveTo>
                  <a:cubicBezTo>
                    <a:pt x="143351" y="1645253"/>
                    <a:pt x="320897" y="1626584"/>
                    <a:pt x="487680" y="1651635"/>
                  </a:cubicBezTo>
                  <a:cubicBezTo>
                    <a:pt x="671513" y="1679257"/>
                    <a:pt x="841534" y="1757077"/>
                    <a:pt x="1006983" y="1838420"/>
                  </a:cubicBezTo>
                  <a:cubicBezTo>
                    <a:pt x="1334072" y="1999202"/>
                    <a:pt x="1718405" y="2198084"/>
                    <a:pt x="2086737" y="2045589"/>
                  </a:cubicBezTo>
                  <a:cubicBezTo>
                    <a:pt x="2383155" y="1922907"/>
                    <a:pt x="2552986" y="1624679"/>
                    <a:pt x="2670239" y="1341977"/>
                  </a:cubicBezTo>
                  <a:cubicBezTo>
                    <a:pt x="2794159" y="1043083"/>
                    <a:pt x="2881408" y="707136"/>
                    <a:pt x="3119438" y="473678"/>
                  </a:cubicBezTo>
                  <a:cubicBezTo>
                    <a:pt x="3351752" y="245935"/>
                    <a:pt x="3693890" y="197644"/>
                    <a:pt x="3946589" y="0"/>
                  </a:cubicBezTo>
                </a:path>
              </a:pathLst>
            </a:custGeom>
            <a:noFill/>
            <a:ln w="19050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 rot="1696492">
              <a:off x="-1232245" y="4148729"/>
              <a:ext cx="5133715" cy="660947"/>
            </a:xfrm>
            <a:custGeom>
              <a:avLst/>
              <a:gdLst/>
              <a:ahLst/>
              <a:cxnLst/>
              <a:rect l="l" t="t" r="r" b="b"/>
              <a:pathLst>
                <a:path w="6850284" h="881949" extrusionOk="0">
                  <a:moveTo>
                    <a:pt x="0" y="691175"/>
                  </a:moveTo>
                  <a:cubicBezTo>
                    <a:pt x="204121" y="839669"/>
                    <a:pt x="482918" y="784424"/>
                    <a:pt x="683609" y="659551"/>
                  </a:cubicBezTo>
                  <a:cubicBezTo>
                    <a:pt x="912971" y="516772"/>
                    <a:pt x="1077087" y="294268"/>
                    <a:pt x="1299305" y="142344"/>
                  </a:cubicBezTo>
                  <a:cubicBezTo>
                    <a:pt x="1410272" y="66525"/>
                    <a:pt x="1534478" y="11185"/>
                    <a:pt x="1669828" y="1755"/>
                  </a:cubicBezTo>
                  <a:cubicBezTo>
                    <a:pt x="1805559" y="-7770"/>
                    <a:pt x="1940243" y="22329"/>
                    <a:pt x="2066163" y="71383"/>
                  </a:cubicBezTo>
                  <a:cubicBezTo>
                    <a:pt x="2326577" y="172729"/>
                    <a:pt x="2541175" y="358181"/>
                    <a:pt x="2773585" y="508104"/>
                  </a:cubicBezTo>
                  <a:cubicBezTo>
                    <a:pt x="2994089" y="650312"/>
                    <a:pt x="3250502" y="767470"/>
                    <a:pt x="3519392" y="745181"/>
                  </a:cubicBezTo>
                  <a:cubicBezTo>
                    <a:pt x="3639026" y="735275"/>
                    <a:pt x="3753041" y="696508"/>
                    <a:pt x="3851910" y="628119"/>
                  </a:cubicBezTo>
                  <a:cubicBezTo>
                    <a:pt x="3938111" y="568492"/>
                    <a:pt x="4011549" y="493150"/>
                    <a:pt x="4081463" y="415616"/>
                  </a:cubicBezTo>
                  <a:cubicBezTo>
                    <a:pt x="4217099" y="265121"/>
                    <a:pt x="4352830" y="83860"/>
                    <a:pt x="4557427" y="27187"/>
                  </a:cubicBezTo>
                  <a:cubicBezTo>
                    <a:pt x="4823175" y="-46442"/>
                    <a:pt x="5087874" y="113198"/>
                    <a:pt x="5282470" y="279028"/>
                  </a:cubicBezTo>
                  <a:cubicBezTo>
                    <a:pt x="5487067" y="453526"/>
                    <a:pt x="5670328" y="654694"/>
                    <a:pt x="5920074" y="766422"/>
                  </a:cubicBezTo>
                  <a:cubicBezTo>
                    <a:pt x="6153245" y="870816"/>
                    <a:pt x="6413564" y="905487"/>
                    <a:pt x="6665976" y="866244"/>
                  </a:cubicBezTo>
                  <a:cubicBezTo>
                    <a:pt x="6728460" y="856529"/>
                    <a:pt x="6789992" y="841765"/>
                    <a:pt x="6850285" y="822715"/>
                  </a:cubicBezTo>
                </a:path>
              </a:pathLst>
            </a:custGeom>
            <a:noFill/>
            <a:ln w="19050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713225" y="1223625"/>
            <a:ext cx="4757400" cy="16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713225" y="2762500"/>
            <a:ext cx="47574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5" name="Google Shape;15;p2"/>
          <p:cNvGrpSpPr/>
          <p:nvPr/>
        </p:nvGrpSpPr>
        <p:grpSpPr>
          <a:xfrm>
            <a:off x="228597" y="233142"/>
            <a:ext cx="7782353" cy="4681752"/>
            <a:chOff x="228597" y="233142"/>
            <a:chExt cx="7782353" cy="4681752"/>
          </a:xfrm>
        </p:grpSpPr>
        <p:grpSp>
          <p:nvGrpSpPr>
            <p:cNvPr id="16" name="Google Shape;16;p2"/>
            <p:cNvGrpSpPr/>
            <p:nvPr/>
          </p:nvGrpSpPr>
          <p:grpSpPr>
            <a:xfrm>
              <a:off x="7591755" y="233142"/>
              <a:ext cx="419195" cy="173593"/>
              <a:chOff x="9802807" y="1625556"/>
              <a:chExt cx="558927" cy="231457"/>
            </a:xfrm>
          </p:grpSpPr>
          <p:sp>
            <p:nvSpPr>
              <p:cNvPr id="17" name="Google Shape;17;p2"/>
              <p:cNvSpPr/>
              <p:nvPr/>
            </p:nvSpPr>
            <p:spPr>
              <a:xfrm>
                <a:off x="9802903" y="1789196"/>
                <a:ext cx="67818" cy="67817"/>
              </a:xfrm>
              <a:custGeom>
                <a:avLst/>
                <a:gdLst/>
                <a:ahLst/>
                <a:cxnLst/>
                <a:rect l="l" t="t" r="r" b="b"/>
                <a:pathLst>
                  <a:path w="67818" h="67817" extrusionOk="0">
                    <a:moveTo>
                      <a:pt x="67818" y="33909"/>
                    </a:moveTo>
                    <a:cubicBezTo>
                      <a:pt x="67818" y="52636"/>
                      <a:pt x="52636" y="67818"/>
                      <a:pt x="33909" y="67818"/>
                    </a:cubicBezTo>
                    <a:cubicBezTo>
                      <a:pt x="15182" y="67818"/>
                      <a:pt x="0" y="52636"/>
                      <a:pt x="0" y="33909"/>
                    </a:cubicBezTo>
                    <a:cubicBezTo>
                      <a:pt x="0" y="15182"/>
                      <a:pt x="15182" y="0"/>
                      <a:pt x="33909" y="0"/>
                    </a:cubicBezTo>
                    <a:cubicBezTo>
                      <a:pt x="52636" y="0"/>
                      <a:pt x="67818" y="15182"/>
                      <a:pt x="67818" y="3390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9802807" y="1625556"/>
                <a:ext cx="67817" cy="67817"/>
              </a:xfrm>
              <a:custGeom>
                <a:avLst/>
                <a:gdLst/>
                <a:ahLst/>
                <a:cxnLst/>
                <a:rect l="l" t="t" r="r" b="b"/>
                <a:pathLst>
                  <a:path w="67817" h="67817" extrusionOk="0">
                    <a:moveTo>
                      <a:pt x="67818" y="33909"/>
                    </a:moveTo>
                    <a:cubicBezTo>
                      <a:pt x="67818" y="52578"/>
                      <a:pt x="52673" y="67818"/>
                      <a:pt x="33909" y="67818"/>
                    </a:cubicBezTo>
                    <a:cubicBezTo>
                      <a:pt x="15240" y="67818"/>
                      <a:pt x="0" y="52673"/>
                      <a:pt x="0" y="33909"/>
                    </a:cubicBezTo>
                    <a:cubicBezTo>
                      <a:pt x="0" y="15240"/>
                      <a:pt x="15145" y="0"/>
                      <a:pt x="33909" y="0"/>
                    </a:cubicBezTo>
                    <a:cubicBezTo>
                      <a:pt x="52673" y="0"/>
                      <a:pt x="67818" y="15145"/>
                      <a:pt x="67818" y="3390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9966542" y="1789196"/>
                <a:ext cx="67818" cy="67817"/>
              </a:xfrm>
              <a:custGeom>
                <a:avLst/>
                <a:gdLst/>
                <a:ahLst/>
                <a:cxnLst/>
                <a:rect l="l" t="t" r="r" b="b"/>
                <a:pathLst>
                  <a:path w="67818" h="67817" extrusionOk="0">
                    <a:moveTo>
                      <a:pt x="67818" y="33909"/>
                    </a:moveTo>
                    <a:cubicBezTo>
                      <a:pt x="67818" y="52636"/>
                      <a:pt x="52636" y="67818"/>
                      <a:pt x="33909" y="67818"/>
                    </a:cubicBezTo>
                    <a:cubicBezTo>
                      <a:pt x="15182" y="67818"/>
                      <a:pt x="0" y="52636"/>
                      <a:pt x="0" y="33909"/>
                    </a:cubicBezTo>
                    <a:cubicBezTo>
                      <a:pt x="0" y="15182"/>
                      <a:pt x="15182" y="0"/>
                      <a:pt x="33909" y="0"/>
                    </a:cubicBezTo>
                    <a:cubicBezTo>
                      <a:pt x="52636" y="0"/>
                      <a:pt x="67818" y="15182"/>
                      <a:pt x="67818" y="3390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10130277" y="1789196"/>
                <a:ext cx="67817" cy="67817"/>
              </a:xfrm>
              <a:custGeom>
                <a:avLst/>
                <a:gdLst/>
                <a:ahLst/>
                <a:cxnLst/>
                <a:rect l="l" t="t" r="r" b="b"/>
                <a:pathLst>
                  <a:path w="67817" h="67817" extrusionOk="0">
                    <a:moveTo>
                      <a:pt x="33909" y="67818"/>
                    </a:moveTo>
                    <a:cubicBezTo>
                      <a:pt x="15240" y="67818"/>
                      <a:pt x="0" y="52673"/>
                      <a:pt x="0" y="33909"/>
                    </a:cubicBezTo>
                    <a:cubicBezTo>
                      <a:pt x="0" y="15145"/>
                      <a:pt x="15145" y="0"/>
                      <a:pt x="33909" y="0"/>
                    </a:cubicBezTo>
                    <a:cubicBezTo>
                      <a:pt x="52578" y="0"/>
                      <a:pt x="67818" y="15145"/>
                      <a:pt x="67818" y="33909"/>
                    </a:cubicBezTo>
                    <a:cubicBezTo>
                      <a:pt x="67818" y="52673"/>
                      <a:pt x="52578" y="67818"/>
                      <a:pt x="33909" y="6781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10293916" y="1789196"/>
                <a:ext cx="67818" cy="67817"/>
              </a:xfrm>
              <a:custGeom>
                <a:avLst/>
                <a:gdLst/>
                <a:ahLst/>
                <a:cxnLst/>
                <a:rect l="l" t="t" r="r" b="b"/>
                <a:pathLst>
                  <a:path w="67818" h="67817" extrusionOk="0">
                    <a:moveTo>
                      <a:pt x="67818" y="33909"/>
                    </a:moveTo>
                    <a:cubicBezTo>
                      <a:pt x="67818" y="52636"/>
                      <a:pt x="52636" y="67818"/>
                      <a:pt x="33909" y="67818"/>
                    </a:cubicBezTo>
                    <a:cubicBezTo>
                      <a:pt x="15182" y="67818"/>
                      <a:pt x="0" y="52636"/>
                      <a:pt x="0" y="33909"/>
                    </a:cubicBezTo>
                    <a:cubicBezTo>
                      <a:pt x="0" y="15182"/>
                      <a:pt x="15182" y="0"/>
                      <a:pt x="33909" y="0"/>
                    </a:cubicBezTo>
                    <a:cubicBezTo>
                      <a:pt x="52636" y="0"/>
                      <a:pt x="67818" y="15182"/>
                      <a:pt x="67818" y="3390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9966542" y="1625556"/>
                <a:ext cx="67817" cy="67817"/>
              </a:xfrm>
              <a:custGeom>
                <a:avLst/>
                <a:gdLst/>
                <a:ahLst/>
                <a:cxnLst/>
                <a:rect l="l" t="t" r="r" b="b"/>
                <a:pathLst>
                  <a:path w="67817" h="67817" extrusionOk="0">
                    <a:moveTo>
                      <a:pt x="67818" y="33909"/>
                    </a:moveTo>
                    <a:cubicBezTo>
                      <a:pt x="67818" y="52578"/>
                      <a:pt x="52673" y="67818"/>
                      <a:pt x="33909" y="67818"/>
                    </a:cubicBezTo>
                    <a:cubicBezTo>
                      <a:pt x="15145" y="67818"/>
                      <a:pt x="0" y="52673"/>
                      <a:pt x="0" y="33909"/>
                    </a:cubicBezTo>
                    <a:cubicBezTo>
                      <a:pt x="0" y="15240"/>
                      <a:pt x="15145" y="0"/>
                      <a:pt x="33909" y="0"/>
                    </a:cubicBezTo>
                    <a:cubicBezTo>
                      <a:pt x="52673" y="0"/>
                      <a:pt x="67818" y="15145"/>
                      <a:pt x="67818" y="3390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10130277" y="1625556"/>
                <a:ext cx="67817" cy="67817"/>
              </a:xfrm>
              <a:custGeom>
                <a:avLst/>
                <a:gdLst/>
                <a:ahLst/>
                <a:cxnLst/>
                <a:rect l="l" t="t" r="r" b="b"/>
                <a:pathLst>
                  <a:path w="67817" h="67817" extrusionOk="0">
                    <a:moveTo>
                      <a:pt x="33909" y="67818"/>
                    </a:moveTo>
                    <a:cubicBezTo>
                      <a:pt x="15240" y="67818"/>
                      <a:pt x="0" y="52673"/>
                      <a:pt x="0" y="33909"/>
                    </a:cubicBezTo>
                    <a:cubicBezTo>
                      <a:pt x="0" y="15240"/>
                      <a:pt x="15145" y="0"/>
                      <a:pt x="33909" y="0"/>
                    </a:cubicBezTo>
                    <a:cubicBezTo>
                      <a:pt x="52578" y="0"/>
                      <a:pt x="67818" y="15145"/>
                      <a:pt x="67818" y="33909"/>
                    </a:cubicBezTo>
                    <a:cubicBezTo>
                      <a:pt x="67818" y="52578"/>
                      <a:pt x="52578" y="67818"/>
                      <a:pt x="33909" y="6781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10293916" y="1625556"/>
                <a:ext cx="67817" cy="67817"/>
              </a:xfrm>
              <a:custGeom>
                <a:avLst/>
                <a:gdLst/>
                <a:ahLst/>
                <a:cxnLst/>
                <a:rect l="l" t="t" r="r" b="b"/>
                <a:pathLst>
                  <a:path w="67817" h="67817" extrusionOk="0">
                    <a:moveTo>
                      <a:pt x="33909" y="67818"/>
                    </a:moveTo>
                    <a:cubicBezTo>
                      <a:pt x="15240" y="67818"/>
                      <a:pt x="0" y="52673"/>
                      <a:pt x="0" y="33909"/>
                    </a:cubicBezTo>
                    <a:cubicBezTo>
                      <a:pt x="0" y="15240"/>
                      <a:pt x="15145" y="0"/>
                      <a:pt x="33909" y="0"/>
                    </a:cubicBezTo>
                    <a:cubicBezTo>
                      <a:pt x="52578" y="0"/>
                      <a:pt x="67818" y="15145"/>
                      <a:pt x="67818" y="33909"/>
                    </a:cubicBezTo>
                    <a:cubicBezTo>
                      <a:pt x="67818" y="52578"/>
                      <a:pt x="52673" y="67818"/>
                      <a:pt x="33909" y="6781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" name="Google Shape;25;p2"/>
            <p:cNvGrpSpPr/>
            <p:nvPr/>
          </p:nvGrpSpPr>
          <p:grpSpPr>
            <a:xfrm>
              <a:off x="228597" y="4495699"/>
              <a:ext cx="173665" cy="419195"/>
              <a:chOff x="6328563" y="3069832"/>
              <a:chExt cx="231553" cy="558927"/>
            </a:xfrm>
          </p:grpSpPr>
          <p:sp>
            <p:nvSpPr>
              <p:cNvPr id="26" name="Google Shape;26;p2"/>
              <p:cNvSpPr/>
              <p:nvPr/>
            </p:nvSpPr>
            <p:spPr>
              <a:xfrm>
                <a:off x="6328564" y="3069832"/>
                <a:ext cx="67818" cy="67818"/>
              </a:xfrm>
              <a:custGeom>
                <a:avLst/>
                <a:gdLst/>
                <a:ahLst/>
                <a:cxnLst/>
                <a:rect l="l" t="t" r="r" b="b"/>
                <a:pathLst>
                  <a:path w="67818" h="67818" extrusionOk="0">
                    <a:moveTo>
                      <a:pt x="67818" y="33909"/>
                    </a:moveTo>
                    <a:cubicBezTo>
                      <a:pt x="67818" y="52637"/>
                      <a:pt x="52636" y="67818"/>
                      <a:pt x="33909" y="67818"/>
                    </a:cubicBezTo>
                    <a:cubicBezTo>
                      <a:pt x="15182" y="67818"/>
                      <a:pt x="0" y="52636"/>
                      <a:pt x="0" y="33909"/>
                    </a:cubicBezTo>
                    <a:cubicBezTo>
                      <a:pt x="0" y="15182"/>
                      <a:pt x="15182" y="0"/>
                      <a:pt x="33909" y="0"/>
                    </a:cubicBezTo>
                    <a:cubicBezTo>
                      <a:pt x="52636" y="0"/>
                      <a:pt x="67818" y="15182"/>
                      <a:pt x="67818" y="3390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6492298" y="3069832"/>
                <a:ext cx="67818" cy="67818"/>
              </a:xfrm>
              <a:custGeom>
                <a:avLst/>
                <a:gdLst/>
                <a:ahLst/>
                <a:cxnLst/>
                <a:rect l="l" t="t" r="r" b="b"/>
                <a:pathLst>
                  <a:path w="67818" h="67818" extrusionOk="0">
                    <a:moveTo>
                      <a:pt x="67818" y="33909"/>
                    </a:moveTo>
                    <a:cubicBezTo>
                      <a:pt x="67818" y="52637"/>
                      <a:pt x="52636" y="67818"/>
                      <a:pt x="33909" y="67818"/>
                    </a:cubicBezTo>
                    <a:cubicBezTo>
                      <a:pt x="15182" y="67818"/>
                      <a:pt x="0" y="52636"/>
                      <a:pt x="0" y="33909"/>
                    </a:cubicBezTo>
                    <a:cubicBezTo>
                      <a:pt x="0" y="15182"/>
                      <a:pt x="15182" y="0"/>
                      <a:pt x="33909" y="0"/>
                    </a:cubicBezTo>
                    <a:cubicBezTo>
                      <a:pt x="52636" y="0"/>
                      <a:pt x="67818" y="15182"/>
                      <a:pt x="67818" y="3390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6328564" y="3233471"/>
                <a:ext cx="67818" cy="67818"/>
              </a:xfrm>
              <a:custGeom>
                <a:avLst/>
                <a:gdLst/>
                <a:ahLst/>
                <a:cxnLst/>
                <a:rect l="l" t="t" r="r" b="b"/>
                <a:pathLst>
                  <a:path w="67818" h="67818" extrusionOk="0">
                    <a:moveTo>
                      <a:pt x="67818" y="33909"/>
                    </a:moveTo>
                    <a:cubicBezTo>
                      <a:pt x="67818" y="52636"/>
                      <a:pt x="52636" y="67818"/>
                      <a:pt x="33909" y="67818"/>
                    </a:cubicBezTo>
                    <a:cubicBezTo>
                      <a:pt x="15182" y="67818"/>
                      <a:pt x="0" y="52636"/>
                      <a:pt x="0" y="33909"/>
                    </a:cubicBezTo>
                    <a:cubicBezTo>
                      <a:pt x="0" y="15181"/>
                      <a:pt x="15182" y="0"/>
                      <a:pt x="33909" y="0"/>
                    </a:cubicBezTo>
                    <a:cubicBezTo>
                      <a:pt x="52636" y="0"/>
                      <a:pt x="67818" y="15182"/>
                      <a:pt x="67818" y="3390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6328563" y="3397206"/>
                <a:ext cx="67818" cy="67817"/>
              </a:xfrm>
              <a:custGeom>
                <a:avLst/>
                <a:gdLst/>
                <a:ahLst/>
                <a:cxnLst/>
                <a:rect l="l" t="t" r="r" b="b"/>
                <a:pathLst>
                  <a:path w="67818" h="67817" extrusionOk="0">
                    <a:moveTo>
                      <a:pt x="0" y="33909"/>
                    </a:moveTo>
                    <a:cubicBezTo>
                      <a:pt x="0" y="15240"/>
                      <a:pt x="15145" y="0"/>
                      <a:pt x="33909" y="0"/>
                    </a:cubicBezTo>
                    <a:cubicBezTo>
                      <a:pt x="52578" y="0"/>
                      <a:pt x="67818" y="15145"/>
                      <a:pt x="67818" y="33909"/>
                    </a:cubicBezTo>
                    <a:cubicBezTo>
                      <a:pt x="67818" y="52578"/>
                      <a:pt x="52673" y="67818"/>
                      <a:pt x="33909" y="67818"/>
                    </a:cubicBezTo>
                    <a:cubicBezTo>
                      <a:pt x="15145" y="67818"/>
                      <a:pt x="0" y="52578"/>
                      <a:pt x="0" y="3390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6328564" y="3560941"/>
                <a:ext cx="67818" cy="67818"/>
              </a:xfrm>
              <a:custGeom>
                <a:avLst/>
                <a:gdLst/>
                <a:ahLst/>
                <a:cxnLst/>
                <a:rect l="l" t="t" r="r" b="b"/>
                <a:pathLst>
                  <a:path w="67818" h="67818" extrusionOk="0">
                    <a:moveTo>
                      <a:pt x="67818" y="33909"/>
                    </a:moveTo>
                    <a:cubicBezTo>
                      <a:pt x="67818" y="52636"/>
                      <a:pt x="52636" y="67818"/>
                      <a:pt x="33909" y="67818"/>
                    </a:cubicBezTo>
                    <a:cubicBezTo>
                      <a:pt x="15182" y="67818"/>
                      <a:pt x="0" y="52636"/>
                      <a:pt x="0" y="33909"/>
                    </a:cubicBezTo>
                    <a:cubicBezTo>
                      <a:pt x="0" y="15182"/>
                      <a:pt x="15182" y="0"/>
                      <a:pt x="33909" y="0"/>
                    </a:cubicBezTo>
                    <a:cubicBezTo>
                      <a:pt x="52636" y="0"/>
                      <a:pt x="67818" y="15182"/>
                      <a:pt x="67818" y="3390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6492298" y="3233471"/>
                <a:ext cx="67818" cy="67818"/>
              </a:xfrm>
              <a:custGeom>
                <a:avLst/>
                <a:gdLst/>
                <a:ahLst/>
                <a:cxnLst/>
                <a:rect l="l" t="t" r="r" b="b"/>
                <a:pathLst>
                  <a:path w="67818" h="67818" extrusionOk="0">
                    <a:moveTo>
                      <a:pt x="67818" y="33909"/>
                    </a:moveTo>
                    <a:cubicBezTo>
                      <a:pt x="67818" y="52636"/>
                      <a:pt x="52636" y="67818"/>
                      <a:pt x="33909" y="67818"/>
                    </a:cubicBezTo>
                    <a:cubicBezTo>
                      <a:pt x="15182" y="67818"/>
                      <a:pt x="0" y="52636"/>
                      <a:pt x="0" y="33909"/>
                    </a:cubicBezTo>
                    <a:cubicBezTo>
                      <a:pt x="0" y="15181"/>
                      <a:pt x="15182" y="0"/>
                      <a:pt x="33909" y="0"/>
                    </a:cubicBezTo>
                    <a:cubicBezTo>
                      <a:pt x="52636" y="0"/>
                      <a:pt x="67818" y="15182"/>
                      <a:pt x="67818" y="3390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6492298" y="3397206"/>
                <a:ext cx="67817" cy="67817"/>
              </a:xfrm>
              <a:custGeom>
                <a:avLst/>
                <a:gdLst/>
                <a:ahLst/>
                <a:cxnLst/>
                <a:rect l="l" t="t" r="r" b="b"/>
                <a:pathLst>
                  <a:path w="67817" h="67817" extrusionOk="0">
                    <a:moveTo>
                      <a:pt x="0" y="33909"/>
                    </a:moveTo>
                    <a:cubicBezTo>
                      <a:pt x="0" y="15240"/>
                      <a:pt x="15145" y="0"/>
                      <a:pt x="33909" y="0"/>
                    </a:cubicBezTo>
                    <a:cubicBezTo>
                      <a:pt x="52578" y="0"/>
                      <a:pt x="67818" y="15145"/>
                      <a:pt x="67818" y="33909"/>
                    </a:cubicBezTo>
                    <a:cubicBezTo>
                      <a:pt x="67818" y="52578"/>
                      <a:pt x="52673" y="67818"/>
                      <a:pt x="33909" y="67818"/>
                    </a:cubicBezTo>
                    <a:cubicBezTo>
                      <a:pt x="15145" y="67818"/>
                      <a:pt x="0" y="52578"/>
                      <a:pt x="0" y="3390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6492298" y="3560941"/>
                <a:ext cx="67818" cy="67818"/>
              </a:xfrm>
              <a:custGeom>
                <a:avLst/>
                <a:gdLst/>
                <a:ahLst/>
                <a:cxnLst/>
                <a:rect l="l" t="t" r="r" b="b"/>
                <a:pathLst>
                  <a:path w="67818" h="67818" extrusionOk="0">
                    <a:moveTo>
                      <a:pt x="67818" y="33909"/>
                    </a:moveTo>
                    <a:cubicBezTo>
                      <a:pt x="67818" y="52636"/>
                      <a:pt x="52636" y="67818"/>
                      <a:pt x="33909" y="67818"/>
                    </a:cubicBezTo>
                    <a:cubicBezTo>
                      <a:pt x="15182" y="67818"/>
                      <a:pt x="0" y="52636"/>
                      <a:pt x="0" y="33909"/>
                    </a:cubicBezTo>
                    <a:cubicBezTo>
                      <a:pt x="0" y="15182"/>
                      <a:pt x="15182" y="0"/>
                      <a:pt x="33909" y="0"/>
                    </a:cubicBezTo>
                    <a:cubicBezTo>
                      <a:pt x="52636" y="0"/>
                      <a:pt x="67818" y="15182"/>
                      <a:pt x="67818" y="3390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4"/>
          <p:cNvPicPr preferRelativeResize="0"/>
          <p:nvPr/>
        </p:nvPicPr>
        <p:blipFill>
          <a:blip r:embed="rId2">
            <a:alphaModFix amt="1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4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42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56" name="Google Shape;56;p4"/>
          <p:cNvGrpSpPr/>
          <p:nvPr/>
        </p:nvGrpSpPr>
        <p:grpSpPr>
          <a:xfrm>
            <a:off x="228598" y="521772"/>
            <a:ext cx="8686814" cy="2259572"/>
            <a:chOff x="228598" y="521772"/>
            <a:chExt cx="8686814" cy="2259572"/>
          </a:xfrm>
        </p:grpSpPr>
        <p:grpSp>
          <p:nvGrpSpPr>
            <p:cNvPr id="57" name="Google Shape;57;p4"/>
            <p:cNvGrpSpPr/>
            <p:nvPr/>
          </p:nvGrpSpPr>
          <p:grpSpPr>
            <a:xfrm>
              <a:off x="8741747" y="2362149"/>
              <a:ext cx="173665" cy="419195"/>
              <a:chOff x="6328563" y="3069832"/>
              <a:chExt cx="231553" cy="558927"/>
            </a:xfrm>
          </p:grpSpPr>
          <p:sp>
            <p:nvSpPr>
              <p:cNvPr id="58" name="Google Shape;58;p4"/>
              <p:cNvSpPr/>
              <p:nvPr/>
            </p:nvSpPr>
            <p:spPr>
              <a:xfrm>
                <a:off x="6328564" y="3069832"/>
                <a:ext cx="67818" cy="67818"/>
              </a:xfrm>
              <a:custGeom>
                <a:avLst/>
                <a:gdLst/>
                <a:ahLst/>
                <a:cxnLst/>
                <a:rect l="l" t="t" r="r" b="b"/>
                <a:pathLst>
                  <a:path w="67818" h="67818" extrusionOk="0">
                    <a:moveTo>
                      <a:pt x="67818" y="33909"/>
                    </a:moveTo>
                    <a:cubicBezTo>
                      <a:pt x="67818" y="52637"/>
                      <a:pt x="52636" y="67818"/>
                      <a:pt x="33909" y="67818"/>
                    </a:cubicBezTo>
                    <a:cubicBezTo>
                      <a:pt x="15182" y="67818"/>
                      <a:pt x="0" y="52636"/>
                      <a:pt x="0" y="33909"/>
                    </a:cubicBezTo>
                    <a:cubicBezTo>
                      <a:pt x="0" y="15182"/>
                      <a:pt x="15182" y="0"/>
                      <a:pt x="33909" y="0"/>
                    </a:cubicBezTo>
                    <a:cubicBezTo>
                      <a:pt x="52636" y="0"/>
                      <a:pt x="67818" y="15182"/>
                      <a:pt x="67818" y="3390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" name="Google Shape;59;p4"/>
              <p:cNvSpPr/>
              <p:nvPr/>
            </p:nvSpPr>
            <p:spPr>
              <a:xfrm>
                <a:off x="6492298" y="3069832"/>
                <a:ext cx="67818" cy="67818"/>
              </a:xfrm>
              <a:custGeom>
                <a:avLst/>
                <a:gdLst/>
                <a:ahLst/>
                <a:cxnLst/>
                <a:rect l="l" t="t" r="r" b="b"/>
                <a:pathLst>
                  <a:path w="67818" h="67818" extrusionOk="0">
                    <a:moveTo>
                      <a:pt x="67818" y="33909"/>
                    </a:moveTo>
                    <a:cubicBezTo>
                      <a:pt x="67818" y="52637"/>
                      <a:pt x="52636" y="67818"/>
                      <a:pt x="33909" y="67818"/>
                    </a:cubicBezTo>
                    <a:cubicBezTo>
                      <a:pt x="15182" y="67818"/>
                      <a:pt x="0" y="52636"/>
                      <a:pt x="0" y="33909"/>
                    </a:cubicBezTo>
                    <a:cubicBezTo>
                      <a:pt x="0" y="15182"/>
                      <a:pt x="15182" y="0"/>
                      <a:pt x="33909" y="0"/>
                    </a:cubicBezTo>
                    <a:cubicBezTo>
                      <a:pt x="52636" y="0"/>
                      <a:pt x="67818" y="15182"/>
                      <a:pt x="67818" y="3390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" name="Google Shape;60;p4"/>
              <p:cNvSpPr/>
              <p:nvPr/>
            </p:nvSpPr>
            <p:spPr>
              <a:xfrm>
                <a:off x="6328564" y="3233471"/>
                <a:ext cx="67818" cy="67818"/>
              </a:xfrm>
              <a:custGeom>
                <a:avLst/>
                <a:gdLst/>
                <a:ahLst/>
                <a:cxnLst/>
                <a:rect l="l" t="t" r="r" b="b"/>
                <a:pathLst>
                  <a:path w="67818" h="67818" extrusionOk="0">
                    <a:moveTo>
                      <a:pt x="67818" y="33909"/>
                    </a:moveTo>
                    <a:cubicBezTo>
                      <a:pt x="67818" y="52636"/>
                      <a:pt x="52636" y="67818"/>
                      <a:pt x="33909" y="67818"/>
                    </a:cubicBezTo>
                    <a:cubicBezTo>
                      <a:pt x="15182" y="67818"/>
                      <a:pt x="0" y="52636"/>
                      <a:pt x="0" y="33909"/>
                    </a:cubicBezTo>
                    <a:cubicBezTo>
                      <a:pt x="0" y="15181"/>
                      <a:pt x="15182" y="0"/>
                      <a:pt x="33909" y="0"/>
                    </a:cubicBezTo>
                    <a:cubicBezTo>
                      <a:pt x="52636" y="0"/>
                      <a:pt x="67818" y="15182"/>
                      <a:pt x="67818" y="3390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" name="Google Shape;61;p4"/>
              <p:cNvSpPr/>
              <p:nvPr/>
            </p:nvSpPr>
            <p:spPr>
              <a:xfrm>
                <a:off x="6328563" y="3397206"/>
                <a:ext cx="67818" cy="67817"/>
              </a:xfrm>
              <a:custGeom>
                <a:avLst/>
                <a:gdLst/>
                <a:ahLst/>
                <a:cxnLst/>
                <a:rect l="l" t="t" r="r" b="b"/>
                <a:pathLst>
                  <a:path w="67818" h="67817" extrusionOk="0">
                    <a:moveTo>
                      <a:pt x="0" y="33909"/>
                    </a:moveTo>
                    <a:cubicBezTo>
                      <a:pt x="0" y="15240"/>
                      <a:pt x="15145" y="0"/>
                      <a:pt x="33909" y="0"/>
                    </a:cubicBezTo>
                    <a:cubicBezTo>
                      <a:pt x="52578" y="0"/>
                      <a:pt x="67818" y="15145"/>
                      <a:pt x="67818" y="33909"/>
                    </a:cubicBezTo>
                    <a:cubicBezTo>
                      <a:pt x="67818" y="52578"/>
                      <a:pt x="52673" y="67818"/>
                      <a:pt x="33909" y="67818"/>
                    </a:cubicBezTo>
                    <a:cubicBezTo>
                      <a:pt x="15145" y="67818"/>
                      <a:pt x="0" y="52578"/>
                      <a:pt x="0" y="3390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" name="Google Shape;62;p4"/>
              <p:cNvSpPr/>
              <p:nvPr/>
            </p:nvSpPr>
            <p:spPr>
              <a:xfrm>
                <a:off x="6328564" y="3560941"/>
                <a:ext cx="67818" cy="67818"/>
              </a:xfrm>
              <a:custGeom>
                <a:avLst/>
                <a:gdLst/>
                <a:ahLst/>
                <a:cxnLst/>
                <a:rect l="l" t="t" r="r" b="b"/>
                <a:pathLst>
                  <a:path w="67818" h="67818" extrusionOk="0">
                    <a:moveTo>
                      <a:pt x="67818" y="33909"/>
                    </a:moveTo>
                    <a:cubicBezTo>
                      <a:pt x="67818" y="52636"/>
                      <a:pt x="52636" y="67818"/>
                      <a:pt x="33909" y="67818"/>
                    </a:cubicBezTo>
                    <a:cubicBezTo>
                      <a:pt x="15182" y="67818"/>
                      <a:pt x="0" y="52636"/>
                      <a:pt x="0" y="33909"/>
                    </a:cubicBezTo>
                    <a:cubicBezTo>
                      <a:pt x="0" y="15182"/>
                      <a:pt x="15182" y="0"/>
                      <a:pt x="33909" y="0"/>
                    </a:cubicBezTo>
                    <a:cubicBezTo>
                      <a:pt x="52636" y="0"/>
                      <a:pt x="67818" y="15182"/>
                      <a:pt x="67818" y="3390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" name="Google Shape;63;p4"/>
              <p:cNvSpPr/>
              <p:nvPr/>
            </p:nvSpPr>
            <p:spPr>
              <a:xfrm>
                <a:off x="6492298" y="3233471"/>
                <a:ext cx="67818" cy="67818"/>
              </a:xfrm>
              <a:custGeom>
                <a:avLst/>
                <a:gdLst/>
                <a:ahLst/>
                <a:cxnLst/>
                <a:rect l="l" t="t" r="r" b="b"/>
                <a:pathLst>
                  <a:path w="67818" h="67818" extrusionOk="0">
                    <a:moveTo>
                      <a:pt x="67818" y="33909"/>
                    </a:moveTo>
                    <a:cubicBezTo>
                      <a:pt x="67818" y="52636"/>
                      <a:pt x="52636" y="67818"/>
                      <a:pt x="33909" y="67818"/>
                    </a:cubicBezTo>
                    <a:cubicBezTo>
                      <a:pt x="15182" y="67818"/>
                      <a:pt x="0" y="52636"/>
                      <a:pt x="0" y="33909"/>
                    </a:cubicBezTo>
                    <a:cubicBezTo>
                      <a:pt x="0" y="15181"/>
                      <a:pt x="15182" y="0"/>
                      <a:pt x="33909" y="0"/>
                    </a:cubicBezTo>
                    <a:cubicBezTo>
                      <a:pt x="52636" y="0"/>
                      <a:pt x="67818" y="15182"/>
                      <a:pt x="67818" y="3390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" name="Google Shape;64;p4"/>
              <p:cNvSpPr/>
              <p:nvPr/>
            </p:nvSpPr>
            <p:spPr>
              <a:xfrm>
                <a:off x="6492298" y="3397206"/>
                <a:ext cx="67817" cy="67817"/>
              </a:xfrm>
              <a:custGeom>
                <a:avLst/>
                <a:gdLst/>
                <a:ahLst/>
                <a:cxnLst/>
                <a:rect l="l" t="t" r="r" b="b"/>
                <a:pathLst>
                  <a:path w="67817" h="67817" extrusionOk="0">
                    <a:moveTo>
                      <a:pt x="0" y="33909"/>
                    </a:moveTo>
                    <a:cubicBezTo>
                      <a:pt x="0" y="15240"/>
                      <a:pt x="15145" y="0"/>
                      <a:pt x="33909" y="0"/>
                    </a:cubicBezTo>
                    <a:cubicBezTo>
                      <a:pt x="52578" y="0"/>
                      <a:pt x="67818" y="15145"/>
                      <a:pt x="67818" y="33909"/>
                    </a:cubicBezTo>
                    <a:cubicBezTo>
                      <a:pt x="67818" y="52578"/>
                      <a:pt x="52673" y="67818"/>
                      <a:pt x="33909" y="67818"/>
                    </a:cubicBezTo>
                    <a:cubicBezTo>
                      <a:pt x="15145" y="67818"/>
                      <a:pt x="0" y="52578"/>
                      <a:pt x="0" y="3390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" name="Google Shape;65;p4"/>
              <p:cNvSpPr/>
              <p:nvPr/>
            </p:nvSpPr>
            <p:spPr>
              <a:xfrm>
                <a:off x="6492298" y="3560941"/>
                <a:ext cx="67818" cy="67818"/>
              </a:xfrm>
              <a:custGeom>
                <a:avLst/>
                <a:gdLst/>
                <a:ahLst/>
                <a:cxnLst/>
                <a:rect l="l" t="t" r="r" b="b"/>
                <a:pathLst>
                  <a:path w="67818" h="67818" extrusionOk="0">
                    <a:moveTo>
                      <a:pt x="67818" y="33909"/>
                    </a:moveTo>
                    <a:cubicBezTo>
                      <a:pt x="67818" y="52636"/>
                      <a:pt x="52636" y="67818"/>
                      <a:pt x="33909" y="67818"/>
                    </a:cubicBezTo>
                    <a:cubicBezTo>
                      <a:pt x="15182" y="67818"/>
                      <a:pt x="0" y="52636"/>
                      <a:pt x="0" y="33909"/>
                    </a:cubicBezTo>
                    <a:cubicBezTo>
                      <a:pt x="0" y="15182"/>
                      <a:pt x="15182" y="0"/>
                      <a:pt x="33909" y="0"/>
                    </a:cubicBezTo>
                    <a:cubicBezTo>
                      <a:pt x="52636" y="0"/>
                      <a:pt x="67818" y="15182"/>
                      <a:pt x="67818" y="3390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6" name="Google Shape;66;p4"/>
            <p:cNvGrpSpPr/>
            <p:nvPr/>
          </p:nvGrpSpPr>
          <p:grpSpPr>
            <a:xfrm>
              <a:off x="228598" y="521772"/>
              <a:ext cx="290348" cy="419224"/>
              <a:chOff x="3968591" y="2804541"/>
              <a:chExt cx="342876" cy="495010"/>
            </a:xfrm>
          </p:grpSpPr>
          <p:sp>
            <p:nvSpPr>
              <p:cNvPr id="67" name="Google Shape;67;p4"/>
              <p:cNvSpPr/>
              <p:nvPr/>
            </p:nvSpPr>
            <p:spPr>
              <a:xfrm>
                <a:off x="3968686" y="2944653"/>
                <a:ext cx="58102" cy="58102"/>
              </a:xfrm>
              <a:custGeom>
                <a:avLst/>
                <a:gdLst/>
                <a:ahLst/>
                <a:cxnLst/>
                <a:rect l="l" t="t" r="r" b="b"/>
                <a:pathLst>
                  <a:path w="58102" h="58102" extrusionOk="0">
                    <a:moveTo>
                      <a:pt x="58103" y="29051"/>
                    </a:moveTo>
                    <a:cubicBezTo>
                      <a:pt x="58103" y="45096"/>
                      <a:pt x="45096" y="58103"/>
                      <a:pt x="29051" y="58103"/>
                    </a:cubicBezTo>
                    <a:cubicBezTo>
                      <a:pt x="13007" y="58103"/>
                      <a:pt x="0" y="45096"/>
                      <a:pt x="0" y="29051"/>
                    </a:cubicBezTo>
                    <a:cubicBezTo>
                      <a:pt x="0" y="13007"/>
                      <a:pt x="13007" y="0"/>
                      <a:pt x="29051" y="0"/>
                    </a:cubicBezTo>
                    <a:cubicBezTo>
                      <a:pt x="45096" y="0"/>
                      <a:pt x="58103" y="13007"/>
                      <a:pt x="58103" y="2905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" name="Google Shape;68;p4"/>
              <p:cNvSpPr/>
              <p:nvPr/>
            </p:nvSpPr>
            <p:spPr>
              <a:xfrm>
                <a:off x="3968591" y="2804541"/>
                <a:ext cx="58102" cy="58102"/>
              </a:xfrm>
              <a:custGeom>
                <a:avLst/>
                <a:gdLst/>
                <a:ahLst/>
                <a:cxnLst/>
                <a:rect l="l" t="t" r="r" b="b"/>
                <a:pathLst>
                  <a:path w="58102" h="58102" extrusionOk="0">
                    <a:moveTo>
                      <a:pt x="58103" y="29051"/>
                    </a:moveTo>
                    <a:cubicBezTo>
                      <a:pt x="58103" y="45053"/>
                      <a:pt x="45149" y="58102"/>
                      <a:pt x="29051" y="58102"/>
                    </a:cubicBezTo>
                    <a:cubicBezTo>
                      <a:pt x="13049" y="58102"/>
                      <a:pt x="0" y="45148"/>
                      <a:pt x="0" y="29051"/>
                    </a:cubicBezTo>
                    <a:cubicBezTo>
                      <a:pt x="0" y="13049"/>
                      <a:pt x="12954" y="0"/>
                      <a:pt x="29051" y="0"/>
                    </a:cubicBezTo>
                    <a:cubicBezTo>
                      <a:pt x="45149" y="0"/>
                      <a:pt x="58103" y="12954"/>
                      <a:pt x="58103" y="2905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" name="Google Shape;69;p4"/>
              <p:cNvSpPr/>
              <p:nvPr/>
            </p:nvSpPr>
            <p:spPr>
              <a:xfrm>
                <a:off x="4108799" y="2944653"/>
                <a:ext cx="58102" cy="58102"/>
              </a:xfrm>
              <a:custGeom>
                <a:avLst/>
                <a:gdLst/>
                <a:ahLst/>
                <a:cxnLst/>
                <a:rect l="l" t="t" r="r" b="b"/>
                <a:pathLst>
                  <a:path w="58102" h="58102" extrusionOk="0">
                    <a:moveTo>
                      <a:pt x="58102" y="29051"/>
                    </a:moveTo>
                    <a:cubicBezTo>
                      <a:pt x="58102" y="45096"/>
                      <a:pt x="45096" y="58103"/>
                      <a:pt x="29051" y="58103"/>
                    </a:cubicBezTo>
                    <a:cubicBezTo>
                      <a:pt x="13007" y="58103"/>
                      <a:pt x="0" y="45096"/>
                      <a:pt x="0" y="29051"/>
                    </a:cubicBezTo>
                    <a:cubicBezTo>
                      <a:pt x="0" y="13007"/>
                      <a:pt x="13007" y="0"/>
                      <a:pt x="29051" y="0"/>
                    </a:cubicBezTo>
                    <a:cubicBezTo>
                      <a:pt x="45096" y="0"/>
                      <a:pt x="58102" y="13007"/>
                      <a:pt x="58102" y="2905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" name="Google Shape;70;p4"/>
              <p:cNvSpPr/>
              <p:nvPr/>
            </p:nvSpPr>
            <p:spPr>
              <a:xfrm>
                <a:off x="3968686" y="3237261"/>
                <a:ext cx="58102" cy="58102"/>
              </a:xfrm>
              <a:custGeom>
                <a:avLst/>
                <a:gdLst/>
                <a:ahLst/>
                <a:cxnLst/>
                <a:rect l="l" t="t" r="r" b="b"/>
                <a:pathLst>
                  <a:path w="58102" h="58102" extrusionOk="0">
                    <a:moveTo>
                      <a:pt x="58103" y="29051"/>
                    </a:moveTo>
                    <a:cubicBezTo>
                      <a:pt x="58103" y="45096"/>
                      <a:pt x="45096" y="58103"/>
                      <a:pt x="29051" y="58103"/>
                    </a:cubicBezTo>
                    <a:cubicBezTo>
                      <a:pt x="13007" y="58103"/>
                      <a:pt x="0" y="45096"/>
                      <a:pt x="0" y="29051"/>
                    </a:cubicBezTo>
                    <a:cubicBezTo>
                      <a:pt x="0" y="13007"/>
                      <a:pt x="13007" y="0"/>
                      <a:pt x="29051" y="0"/>
                    </a:cubicBezTo>
                    <a:cubicBezTo>
                      <a:pt x="45096" y="0"/>
                      <a:pt x="58103" y="13007"/>
                      <a:pt x="58103" y="2905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" name="Google Shape;71;p4"/>
              <p:cNvSpPr/>
              <p:nvPr/>
            </p:nvSpPr>
            <p:spPr>
              <a:xfrm>
                <a:off x="4108799" y="3237261"/>
                <a:ext cx="58102" cy="58102"/>
              </a:xfrm>
              <a:custGeom>
                <a:avLst/>
                <a:gdLst/>
                <a:ahLst/>
                <a:cxnLst/>
                <a:rect l="l" t="t" r="r" b="b"/>
                <a:pathLst>
                  <a:path w="58102" h="58102" extrusionOk="0">
                    <a:moveTo>
                      <a:pt x="58102" y="29051"/>
                    </a:moveTo>
                    <a:cubicBezTo>
                      <a:pt x="58102" y="45096"/>
                      <a:pt x="45096" y="58103"/>
                      <a:pt x="29051" y="58103"/>
                    </a:cubicBezTo>
                    <a:cubicBezTo>
                      <a:pt x="13007" y="58103"/>
                      <a:pt x="0" y="45096"/>
                      <a:pt x="0" y="29051"/>
                    </a:cubicBezTo>
                    <a:cubicBezTo>
                      <a:pt x="0" y="13007"/>
                      <a:pt x="13007" y="0"/>
                      <a:pt x="29051" y="0"/>
                    </a:cubicBezTo>
                    <a:cubicBezTo>
                      <a:pt x="45096" y="0"/>
                      <a:pt x="58102" y="13007"/>
                      <a:pt x="58102" y="2905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" name="Google Shape;72;p4"/>
              <p:cNvSpPr/>
              <p:nvPr/>
            </p:nvSpPr>
            <p:spPr>
              <a:xfrm>
                <a:off x="4108704" y="2804541"/>
                <a:ext cx="58102" cy="58102"/>
              </a:xfrm>
              <a:custGeom>
                <a:avLst/>
                <a:gdLst/>
                <a:ahLst/>
                <a:cxnLst/>
                <a:rect l="l" t="t" r="r" b="b"/>
                <a:pathLst>
                  <a:path w="58102" h="58102" extrusionOk="0">
                    <a:moveTo>
                      <a:pt x="58102" y="29051"/>
                    </a:moveTo>
                    <a:cubicBezTo>
                      <a:pt x="58102" y="45053"/>
                      <a:pt x="45148" y="58102"/>
                      <a:pt x="29051" y="58102"/>
                    </a:cubicBezTo>
                    <a:cubicBezTo>
                      <a:pt x="13049" y="58102"/>
                      <a:pt x="0" y="45148"/>
                      <a:pt x="0" y="29051"/>
                    </a:cubicBezTo>
                    <a:cubicBezTo>
                      <a:pt x="0" y="13049"/>
                      <a:pt x="12954" y="0"/>
                      <a:pt x="29051" y="0"/>
                    </a:cubicBezTo>
                    <a:cubicBezTo>
                      <a:pt x="45148" y="0"/>
                      <a:pt x="58102" y="12954"/>
                      <a:pt x="58102" y="2905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" name="Google Shape;73;p4"/>
              <p:cNvSpPr/>
              <p:nvPr/>
            </p:nvSpPr>
            <p:spPr>
              <a:xfrm>
                <a:off x="3968686" y="3097149"/>
                <a:ext cx="58102" cy="58102"/>
              </a:xfrm>
              <a:custGeom>
                <a:avLst/>
                <a:gdLst/>
                <a:ahLst/>
                <a:cxnLst/>
                <a:rect l="l" t="t" r="r" b="b"/>
                <a:pathLst>
                  <a:path w="58102" h="58102" extrusionOk="0">
                    <a:moveTo>
                      <a:pt x="58103" y="29051"/>
                    </a:moveTo>
                    <a:cubicBezTo>
                      <a:pt x="58103" y="45096"/>
                      <a:pt x="45096" y="58103"/>
                      <a:pt x="29051" y="58103"/>
                    </a:cubicBezTo>
                    <a:cubicBezTo>
                      <a:pt x="13007" y="58103"/>
                      <a:pt x="0" y="45096"/>
                      <a:pt x="0" y="29051"/>
                    </a:cubicBezTo>
                    <a:cubicBezTo>
                      <a:pt x="0" y="13007"/>
                      <a:pt x="13007" y="0"/>
                      <a:pt x="29051" y="0"/>
                    </a:cubicBezTo>
                    <a:cubicBezTo>
                      <a:pt x="45096" y="0"/>
                      <a:pt x="58103" y="13007"/>
                      <a:pt x="58103" y="2905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" name="Google Shape;74;p4"/>
              <p:cNvSpPr/>
              <p:nvPr/>
            </p:nvSpPr>
            <p:spPr>
              <a:xfrm>
                <a:off x="4108799" y="3097149"/>
                <a:ext cx="58102" cy="58102"/>
              </a:xfrm>
              <a:custGeom>
                <a:avLst/>
                <a:gdLst/>
                <a:ahLst/>
                <a:cxnLst/>
                <a:rect l="l" t="t" r="r" b="b"/>
                <a:pathLst>
                  <a:path w="58102" h="58102" extrusionOk="0">
                    <a:moveTo>
                      <a:pt x="58102" y="29051"/>
                    </a:moveTo>
                    <a:cubicBezTo>
                      <a:pt x="58102" y="45096"/>
                      <a:pt x="45096" y="58103"/>
                      <a:pt x="29051" y="58103"/>
                    </a:cubicBezTo>
                    <a:cubicBezTo>
                      <a:pt x="13007" y="58103"/>
                      <a:pt x="0" y="45096"/>
                      <a:pt x="0" y="29051"/>
                    </a:cubicBezTo>
                    <a:cubicBezTo>
                      <a:pt x="0" y="13007"/>
                      <a:pt x="13007" y="0"/>
                      <a:pt x="29051" y="0"/>
                    </a:cubicBezTo>
                    <a:cubicBezTo>
                      <a:pt x="45096" y="0"/>
                      <a:pt x="58102" y="13007"/>
                      <a:pt x="58102" y="2905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" name="Google Shape;75;p4"/>
              <p:cNvSpPr/>
              <p:nvPr/>
            </p:nvSpPr>
            <p:spPr>
              <a:xfrm rot="-4847797">
                <a:off x="4249067" y="3237150"/>
                <a:ext cx="58126" cy="58126"/>
              </a:xfrm>
              <a:custGeom>
                <a:avLst/>
                <a:gdLst/>
                <a:ahLst/>
                <a:cxnLst/>
                <a:rect l="l" t="t" r="r" b="b"/>
                <a:pathLst>
                  <a:path w="58104" h="58104" extrusionOk="0">
                    <a:moveTo>
                      <a:pt x="58105" y="29052"/>
                    </a:moveTo>
                    <a:cubicBezTo>
                      <a:pt x="58105" y="45097"/>
                      <a:pt x="45097" y="58105"/>
                      <a:pt x="29052" y="58105"/>
                    </a:cubicBezTo>
                    <a:cubicBezTo>
                      <a:pt x="13007" y="58105"/>
                      <a:pt x="0" y="45098"/>
                      <a:pt x="0" y="29052"/>
                    </a:cubicBezTo>
                    <a:cubicBezTo>
                      <a:pt x="0" y="13007"/>
                      <a:pt x="13007" y="0"/>
                      <a:pt x="29052" y="0"/>
                    </a:cubicBezTo>
                    <a:cubicBezTo>
                      <a:pt x="45098" y="0"/>
                      <a:pt x="58105" y="13007"/>
                      <a:pt x="58105" y="2905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" name="Google Shape;76;p4"/>
              <p:cNvSpPr/>
              <p:nvPr/>
            </p:nvSpPr>
            <p:spPr>
              <a:xfrm rot="-4847797">
                <a:off x="4249065" y="3097034"/>
                <a:ext cx="58126" cy="58126"/>
              </a:xfrm>
              <a:custGeom>
                <a:avLst/>
                <a:gdLst/>
                <a:ahLst/>
                <a:cxnLst/>
                <a:rect l="l" t="t" r="r" b="b"/>
                <a:pathLst>
                  <a:path w="58104" h="58104" extrusionOk="0">
                    <a:moveTo>
                      <a:pt x="58105" y="29052"/>
                    </a:moveTo>
                    <a:cubicBezTo>
                      <a:pt x="58105" y="45097"/>
                      <a:pt x="45097" y="58105"/>
                      <a:pt x="29052" y="58105"/>
                    </a:cubicBezTo>
                    <a:cubicBezTo>
                      <a:pt x="13007" y="58105"/>
                      <a:pt x="0" y="45098"/>
                      <a:pt x="0" y="29052"/>
                    </a:cubicBezTo>
                    <a:cubicBezTo>
                      <a:pt x="0" y="13007"/>
                      <a:pt x="13007" y="0"/>
                      <a:pt x="29052" y="0"/>
                    </a:cubicBezTo>
                    <a:cubicBezTo>
                      <a:pt x="45098" y="0"/>
                      <a:pt x="58105" y="13007"/>
                      <a:pt x="58105" y="2905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5"/>
          <p:cNvPicPr preferRelativeResize="0"/>
          <p:nvPr/>
        </p:nvPicPr>
        <p:blipFill>
          <a:blip r:embed="rId2">
            <a:alphaModFix amt="1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5"/>
          <p:cNvSpPr txBox="1">
            <a:spLocks noGrp="1"/>
          </p:cNvSpPr>
          <p:nvPr>
            <p:ph type="subTitle" idx="1"/>
          </p:nvPr>
        </p:nvSpPr>
        <p:spPr>
          <a:xfrm>
            <a:off x="3496488" y="3447975"/>
            <a:ext cx="4056000" cy="104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5"/>
          <p:cNvSpPr txBox="1">
            <a:spLocks noGrp="1"/>
          </p:cNvSpPr>
          <p:nvPr>
            <p:ph type="subTitle" idx="2"/>
          </p:nvPr>
        </p:nvSpPr>
        <p:spPr>
          <a:xfrm>
            <a:off x="1591487" y="1868000"/>
            <a:ext cx="4056000" cy="104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"/>
          <p:cNvSpPr txBox="1">
            <a:spLocks noGrp="1"/>
          </p:cNvSpPr>
          <p:nvPr>
            <p:ph type="subTitle" idx="3"/>
          </p:nvPr>
        </p:nvSpPr>
        <p:spPr>
          <a:xfrm>
            <a:off x="1591488" y="1479525"/>
            <a:ext cx="4056000" cy="49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3" name="Google Shape;83;p5"/>
          <p:cNvSpPr txBox="1">
            <a:spLocks noGrp="1"/>
          </p:cNvSpPr>
          <p:nvPr>
            <p:ph type="subTitle" idx="4"/>
          </p:nvPr>
        </p:nvSpPr>
        <p:spPr>
          <a:xfrm>
            <a:off x="3496513" y="3059650"/>
            <a:ext cx="4056000" cy="49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grpSp>
        <p:nvGrpSpPr>
          <p:cNvPr id="84" name="Google Shape;84;p5"/>
          <p:cNvGrpSpPr/>
          <p:nvPr/>
        </p:nvGrpSpPr>
        <p:grpSpPr>
          <a:xfrm>
            <a:off x="8739101" y="1479520"/>
            <a:ext cx="176308" cy="675156"/>
            <a:chOff x="6740568" y="2012727"/>
            <a:chExt cx="235077" cy="900208"/>
          </a:xfrm>
        </p:grpSpPr>
        <p:sp>
          <p:nvSpPr>
            <p:cNvPr id="85" name="Google Shape;85;p5"/>
            <p:cNvSpPr/>
            <p:nvPr/>
          </p:nvSpPr>
          <p:spPr>
            <a:xfrm>
              <a:off x="6740568" y="2012727"/>
              <a:ext cx="68770" cy="68770"/>
            </a:xfrm>
            <a:custGeom>
              <a:avLst/>
              <a:gdLst/>
              <a:ahLst/>
              <a:cxnLst/>
              <a:rect l="l" t="t" r="r" b="b"/>
              <a:pathLst>
                <a:path w="68770" h="68770" extrusionOk="0">
                  <a:moveTo>
                    <a:pt x="68771" y="34385"/>
                  </a:moveTo>
                  <a:cubicBezTo>
                    <a:pt x="68771" y="53376"/>
                    <a:pt x="53376" y="68770"/>
                    <a:pt x="34385" y="68770"/>
                  </a:cubicBezTo>
                  <a:cubicBezTo>
                    <a:pt x="15395" y="68770"/>
                    <a:pt x="0" y="53376"/>
                    <a:pt x="0" y="34385"/>
                  </a:cubicBezTo>
                  <a:cubicBezTo>
                    <a:pt x="0" y="15395"/>
                    <a:pt x="15395" y="0"/>
                    <a:pt x="34385" y="0"/>
                  </a:cubicBezTo>
                  <a:cubicBezTo>
                    <a:pt x="53376" y="0"/>
                    <a:pt x="68771" y="15395"/>
                    <a:pt x="68771" y="3438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5"/>
            <p:cNvSpPr/>
            <p:nvPr/>
          </p:nvSpPr>
          <p:spPr>
            <a:xfrm>
              <a:off x="6906875" y="2012727"/>
              <a:ext cx="68770" cy="68770"/>
            </a:xfrm>
            <a:custGeom>
              <a:avLst/>
              <a:gdLst/>
              <a:ahLst/>
              <a:cxnLst/>
              <a:rect l="l" t="t" r="r" b="b"/>
              <a:pathLst>
                <a:path w="68770" h="68770" extrusionOk="0">
                  <a:moveTo>
                    <a:pt x="68771" y="34385"/>
                  </a:moveTo>
                  <a:cubicBezTo>
                    <a:pt x="68771" y="53376"/>
                    <a:pt x="53376" y="68770"/>
                    <a:pt x="34385" y="68770"/>
                  </a:cubicBezTo>
                  <a:cubicBezTo>
                    <a:pt x="15395" y="68770"/>
                    <a:pt x="0" y="53376"/>
                    <a:pt x="0" y="34385"/>
                  </a:cubicBezTo>
                  <a:cubicBezTo>
                    <a:pt x="0" y="15395"/>
                    <a:pt x="15395" y="0"/>
                    <a:pt x="34385" y="0"/>
                  </a:cubicBezTo>
                  <a:cubicBezTo>
                    <a:pt x="53376" y="0"/>
                    <a:pt x="68771" y="15395"/>
                    <a:pt x="68771" y="3438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5"/>
            <p:cNvSpPr/>
            <p:nvPr/>
          </p:nvSpPr>
          <p:spPr>
            <a:xfrm>
              <a:off x="6740568" y="2179034"/>
              <a:ext cx="68770" cy="68770"/>
            </a:xfrm>
            <a:custGeom>
              <a:avLst/>
              <a:gdLst/>
              <a:ahLst/>
              <a:cxnLst/>
              <a:rect l="l" t="t" r="r" b="b"/>
              <a:pathLst>
                <a:path w="68770" h="68770" extrusionOk="0">
                  <a:moveTo>
                    <a:pt x="68771" y="34385"/>
                  </a:moveTo>
                  <a:cubicBezTo>
                    <a:pt x="68771" y="53376"/>
                    <a:pt x="53376" y="68770"/>
                    <a:pt x="34385" y="68770"/>
                  </a:cubicBezTo>
                  <a:cubicBezTo>
                    <a:pt x="15395" y="68770"/>
                    <a:pt x="0" y="53376"/>
                    <a:pt x="0" y="34385"/>
                  </a:cubicBezTo>
                  <a:cubicBezTo>
                    <a:pt x="0" y="15395"/>
                    <a:pt x="15395" y="0"/>
                    <a:pt x="34385" y="0"/>
                  </a:cubicBezTo>
                  <a:cubicBezTo>
                    <a:pt x="53376" y="0"/>
                    <a:pt x="68771" y="15395"/>
                    <a:pt x="68771" y="3438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5"/>
            <p:cNvSpPr/>
            <p:nvPr/>
          </p:nvSpPr>
          <p:spPr>
            <a:xfrm>
              <a:off x="6740568" y="2345340"/>
              <a:ext cx="68770" cy="68770"/>
            </a:xfrm>
            <a:custGeom>
              <a:avLst/>
              <a:gdLst/>
              <a:ahLst/>
              <a:cxnLst/>
              <a:rect l="l" t="t" r="r" b="b"/>
              <a:pathLst>
                <a:path w="68770" h="68770" extrusionOk="0">
                  <a:moveTo>
                    <a:pt x="68771" y="34385"/>
                  </a:moveTo>
                  <a:cubicBezTo>
                    <a:pt x="68771" y="53376"/>
                    <a:pt x="53376" y="68770"/>
                    <a:pt x="34385" y="68770"/>
                  </a:cubicBezTo>
                  <a:cubicBezTo>
                    <a:pt x="15395" y="68770"/>
                    <a:pt x="0" y="53376"/>
                    <a:pt x="0" y="34385"/>
                  </a:cubicBezTo>
                  <a:cubicBezTo>
                    <a:pt x="0" y="15395"/>
                    <a:pt x="15395" y="0"/>
                    <a:pt x="34385" y="0"/>
                  </a:cubicBezTo>
                  <a:cubicBezTo>
                    <a:pt x="53376" y="0"/>
                    <a:pt x="68771" y="15395"/>
                    <a:pt x="68771" y="3438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5"/>
            <p:cNvSpPr/>
            <p:nvPr/>
          </p:nvSpPr>
          <p:spPr>
            <a:xfrm>
              <a:off x="6740568" y="2511647"/>
              <a:ext cx="68770" cy="68770"/>
            </a:xfrm>
            <a:custGeom>
              <a:avLst/>
              <a:gdLst/>
              <a:ahLst/>
              <a:cxnLst/>
              <a:rect l="l" t="t" r="r" b="b"/>
              <a:pathLst>
                <a:path w="68770" h="68770" extrusionOk="0">
                  <a:moveTo>
                    <a:pt x="68771" y="34385"/>
                  </a:moveTo>
                  <a:cubicBezTo>
                    <a:pt x="68771" y="53376"/>
                    <a:pt x="53376" y="68771"/>
                    <a:pt x="34385" y="68771"/>
                  </a:cubicBezTo>
                  <a:cubicBezTo>
                    <a:pt x="15395" y="68771"/>
                    <a:pt x="0" y="53376"/>
                    <a:pt x="0" y="34385"/>
                  </a:cubicBezTo>
                  <a:cubicBezTo>
                    <a:pt x="0" y="15395"/>
                    <a:pt x="15395" y="0"/>
                    <a:pt x="34385" y="0"/>
                  </a:cubicBezTo>
                  <a:cubicBezTo>
                    <a:pt x="53376" y="0"/>
                    <a:pt x="68771" y="15395"/>
                    <a:pt x="68771" y="3438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5"/>
            <p:cNvSpPr/>
            <p:nvPr/>
          </p:nvSpPr>
          <p:spPr>
            <a:xfrm>
              <a:off x="6740568" y="2677858"/>
              <a:ext cx="68770" cy="68770"/>
            </a:xfrm>
            <a:custGeom>
              <a:avLst/>
              <a:gdLst/>
              <a:ahLst/>
              <a:cxnLst/>
              <a:rect l="l" t="t" r="r" b="b"/>
              <a:pathLst>
                <a:path w="68770" h="68770" extrusionOk="0">
                  <a:moveTo>
                    <a:pt x="68771" y="34385"/>
                  </a:moveTo>
                  <a:cubicBezTo>
                    <a:pt x="68771" y="53376"/>
                    <a:pt x="53376" y="68771"/>
                    <a:pt x="34385" y="68771"/>
                  </a:cubicBezTo>
                  <a:cubicBezTo>
                    <a:pt x="15395" y="68771"/>
                    <a:pt x="0" y="53376"/>
                    <a:pt x="0" y="34385"/>
                  </a:cubicBezTo>
                  <a:cubicBezTo>
                    <a:pt x="0" y="15395"/>
                    <a:pt x="15395" y="0"/>
                    <a:pt x="34385" y="0"/>
                  </a:cubicBezTo>
                  <a:cubicBezTo>
                    <a:pt x="53376" y="0"/>
                    <a:pt x="68771" y="15395"/>
                    <a:pt x="68771" y="3438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5"/>
            <p:cNvSpPr/>
            <p:nvPr/>
          </p:nvSpPr>
          <p:spPr>
            <a:xfrm>
              <a:off x="6906875" y="2179034"/>
              <a:ext cx="68770" cy="68770"/>
            </a:xfrm>
            <a:custGeom>
              <a:avLst/>
              <a:gdLst/>
              <a:ahLst/>
              <a:cxnLst/>
              <a:rect l="l" t="t" r="r" b="b"/>
              <a:pathLst>
                <a:path w="68770" h="68770" extrusionOk="0">
                  <a:moveTo>
                    <a:pt x="68771" y="34385"/>
                  </a:moveTo>
                  <a:cubicBezTo>
                    <a:pt x="68771" y="53376"/>
                    <a:pt x="53376" y="68770"/>
                    <a:pt x="34385" y="68770"/>
                  </a:cubicBezTo>
                  <a:cubicBezTo>
                    <a:pt x="15395" y="68770"/>
                    <a:pt x="0" y="53376"/>
                    <a:pt x="0" y="34385"/>
                  </a:cubicBezTo>
                  <a:cubicBezTo>
                    <a:pt x="0" y="15395"/>
                    <a:pt x="15395" y="0"/>
                    <a:pt x="34385" y="0"/>
                  </a:cubicBezTo>
                  <a:cubicBezTo>
                    <a:pt x="53376" y="0"/>
                    <a:pt x="68771" y="15395"/>
                    <a:pt x="68771" y="3438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5"/>
            <p:cNvSpPr/>
            <p:nvPr/>
          </p:nvSpPr>
          <p:spPr>
            <a:xfrm>
              <a:off x="6906875" y="2345340"/>
              <a:ext cx="68770" cy="68770"/>
            </a:xfrm>
            <a:custGeom>
              <a:avLst/>
              <a:gdLst/>
              <a:ahLst/>
              <a:cxnLst/>
              <a:rect l="l" t="t" r="r" b="b"/>
              <a:pathLst>
                <a:path w="68770" h="68770" extrusionOk="0">
                  <a:moveTo>
                    <a:pt x="68771" y="34385"/>
                  </a:moveTo>
                  <a:cubicBezTo>
                    <a:pt x="68771" y="53376"/>
                    <a:pt x="53376" y="68770"/>
                    <a:pt x="34385" y="68770"/>
                  </a:cubicBezTo>
                  <a:cubicBezTo>
                    <a:pt x="15395" y="68770"/>
                    <a:pt x="0" y="53376"/>
                    <a:pt x="0" y="34385"/>
                  </a:cubicBezTo>
                  <a:cubicBezTo>
                    <a:pt x="0" y="15395"/>
                    <a:pt x="15395" y="0"/>
                    <a:pt x="34385" y="0"/>
                  </a:cubicBezTo>
                  <a:cubicBezTo>
                    <a:pt x="53376" y="0"/>
                    <a:pt x="68771" y="15395"/>
                    <a:pt x="68771" y="3438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5"/>
            <p:cNvSpPr/>
            <p:nvPr/>
          </p:nvSpPr>
          <p:spPr>
            <a:xfrm>
              <a:off x="6906875" y="2511647"/>
              <a:ext cx="68770" cy="68770"/>
            </a:xfrm>
            <a:custGeom>
              <a:avLst/>
              <a:gdLst/>
              <a:ahLst/>
              <a:cxnLst/>
              <a:rect l="l" t="t" r="r" b="b"/>
              <a:pathLst>
                <a:path w="68770" h="68770" extrusionOk="0">
                  <a:moveTo>
                    <a:pt x="68771" y="34385"/>
                  </a:moveTo>
                  <a:cubicBezTo>
                    <a:pt x="68771" y="53376"/>
                    <a:pt x="53376" y="68771"/>
                    <a:pt x="34385" y="68771"/>
                  </a:cubicBezTo>
                  <a:cubicBezTo>
                    <a:pt x="15395" y="68771"/>
                    <a:pt x="0" y="53376"/>
                    <a:pt x="0" y="34385"/>
                  </a:cubicBezTo>
                  <a:cubicBezTo>
                    <a:pt x="0" y="15395"/>
                    <a:pt x="15395" y="0"/>
                    <a:pt x="34385" y="0"/>
                  </a:cubicBezTo>
                  <a:cubicBezTo>
                    <a:pt x="53376" y="0"/>
                    <a:pt x="68771" y="15395"/>
                    <a:pt x="68771" y="3438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5"/>
            <p:cNvSpPr/>
            <p:nvPr/>
          </p:nvSpPr>
          <p:spPr>
            <a:xfrm>
              <a:off x="6906875" y="2677858"/>
              <a:ext cx="68770" cy="68770"/>
            </a:xfrm>
            <a:custGeom>
              <a:avLst/>
              <a:gdLst/>
              <a:ahLst/>
              <a:cxnLst/>
              <a:rect l="l" t="t" r="r" b="b"/>
              <a:pathLst>
                <a:path w="68770" h="68770" extrusionOk="0">
                  <a:moveTo>
                    <a:pt x="68771" y="34385"/>
                  </a:moveTo>
                  <a:cubicBezTo>
                    <a:pt x="68771" y="53376"/>
                    <a:pt x="53376" y="68771"/>
                    <a:pt x="34385" y="68771"/>
                  </a:cubicBezTo>
                  <a:cubicBezTo>
                    <a:pt x="15395" y="68771"/>
                    <a:pt x="0" y="53376"/>
                    <a:pt x="0" y="34385"/>
                  </a:cubicBezTo>
                  <a:cubicBezTo>
                    <a:pt x="0" y="15395"/>
                    <a:pt x="15395" y="0"/>
                    <a:pt x="34385" y="0"/>
                  </a:cubicBezTo>
                  <a:cubicBezTo>
                    <a:pt x="53376" y="0"/>
                    <a:pt x="68771" y="15395"/>
                    <a:pt x="68771" y="3438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5"/>
            <p:cNvSpPr/>
            <p:nvPr/>
          </p:nvSpPr>
          <p:spPr>
            <a:xfrm>
              <a:off x="6740568" y="2844165"/>
              <a:ext cx="68770" cy="68770"/>
            </a:xfrm>
            <a:custGeom>
              <a:avLst/>
              <a:gdLst/>
              <a:ahLst/>
              <a:cxnLst/>
              <a:rect l="l" t="t" r="r" b="b"/>
              <a:pathLst>
                <a:path w="68770" h="68770" extrusionOk="0">
                  <a:moveTo>
                    <a:pt x="68771" y="34385"/>
                  </a:moveTo>
                  <a:cubicBezTo>
                    <a:pt x="68771" y="53376"/>
                    <a:pt x="53376" y="68771"/>
                    <a:pt x="34385" y="68771"/>
                  </a:cubicBezTo>
                  <a:cubicBezTo>
                    <a:pt x="15395" y="68771"/>
                    <a:pt x="0" y="53376"/>
                    <a:pt x="0" y="34385"/>
                  </a:cubicBezTo>
                  <a:cubicBezTo>
                    <a:pt x="0" y="15395"/>
                    <a:pt x="15395" y="0"/>
                    <a:pt x="34385" y="0"/>
                  </a:cubicBezTo>
                  <a:cubicBezTo>
                    <a:pt x="53376" y="0"/>
                    <a:pt x="68771" y="15395"/>
                    <a:pt x="68771" y="3438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5"/>
            <p:cNvSpPr/>
            <p:nvPr/>
          </p:nvSpPr>
          <p:spPr>
            <a:xfrm>
              <a:off x="6906875" y="2844165"/>
              <a:ext cx="68770" cy="68770"/>
            </a:xfrm>
            <a:custGeom>
              <a:avLst/>
              <a:gdLst/>
              <a:ahLst/>
              <a:cxnLst/>
              <a:rect l="l" t="t" r="r" b="b"/>
              <a:pathLst>
                <a:path w="68770" h="68770" extrusionOk="0">
                  <a:moveTo>
                    <a:pt x="68771" y="34385"/>
                  </a:moveTo>
                  <a:cubicBezTo>
                    <a:pt x="68771" y="53376"/>
                    <a:pt x="53376" y="68771"/>
                    <a:pt x="34385" y="68771"/>
                  </a:cubicBezTo>
                  <a:cubicBezTo>
                    <a:pt x="15395" y="68771"/>
                    <a:pt x="0" y="53376"/>
                    <a:pt x="0" y="34385"/>
                  </a:cubicBezTo>
                  <a:cubicBezTo>
                    <a:pt x="0" y="15395"/>
                    <a:pt x="15395" y="0"/>
                    <a:pt x="34385" y="0"/>
                  </a:cubicBezTo>
                  <a:cubicBezTo>
                    <a:pt x="53376" y="0"/>
                    <a:pt x="68771" y="15395"/>
                    <a:pt x="68771" y="3438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7" name="Google Shape;97;p5"/>
          <p:cNvSpPr/>
          <p:nvPr/>
        </p:nvSpPr>
        <p:spPr>
          <a:xfrm rot="-968735">
            <a:off x="8737589" y="-533922"/>
            <a:ext cx="1452962" cy="4130674"/>
          </a:xfrm>
          <a:custGeom>
            <a:avLst/>
            <a:gdLst/>
            <a:ahLst/>
            <a:cxnLst/>
            <a:rect l="l" t="t" r="r" b="b"/>
            <a:pathLst>
              <a:path w="45487" h="138057" extrusionOk="0">
                <a:moveTo>
                  <a:pt x="13029" y="0"/>
                </a:moveTo>
                <a:cubicBezTo>
                  <a:pt x="2591" y="8703"/>
                  <a:pt x="-3880" y="27565"/>
                  <a:pt x="2720" y="39445"/>
                </a:cubicBezTo>
                <a:cubicBezTo>
                  <a:pt x="13014" y="57975"/>
                  <a:pt x="38819" y="67289"/>
                  <a:pt x="43957" y="87854"/>
                </a:cubicBezTo>
                <a:cubicBezTo>
                  <a:pt x="46756" y="99056"/>
                  <a:pt x="45848" y="113757"/>
                  <a:pt x="37682" y="121920"/>
                </a:cubicBezTo>
                <a:cubicBezTo>
                  <a:pt x="30288" y="129311"/>
                  <a:pt x="20139" y="133382"/>
                  <a:pt x="10788" y="138057"/>
                </a:cubicBezTo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6"/>
          <p:cNvPicPr preferRelativeResize="0"/>
          <p:nvPr/>
        </p:nvPicPr>
        <p:blipFill>
          <a:blip r:embed="rId2">
            <a:alphaModFix amt="1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01" name="Google Shape;101;p6"/>
          <p:cNvGrpSpPr/>
          <p:nvPr/>
        </p:nvGrpSpPr>
        <p:grpSpPr>
          <a:xfrm>
            <a:off x="-289562" y="2986167"/>
            <a:ext cx="10177683" cy="2767609"/>
            <a:chOff x="-289562" y="2986167"/>
            <a:chExt cx="10177683" cy="2767609"/>
          </a:xfrm>
        </p:grpSpPr>
        <p:sp>
          <p:nvSpPr>
            <p:cNvPr id="102" name="Google Shape;102;p6"/>
            <p:cNvSpPr/>
            <p:nvPr/>
          </p:nvSpPr>
          <p:spPr>
            <a:xfrm rot="-1061364">
              <a:off x="6605725" y="3422668"/>
              <a:ext cx="3117196" cy="1575798"/>
            </a:xfrm>
            <a:custGeom>
              <a:avLst/>
              <a:gdLst/>
              <a:ahLst/>
              <a:cxnLst/>
              <a:rect l="l" t="t" r="r" b="b"/>
              <a:pathLst>
                <a:path w="3946588" h="2100166" extrusionOk="0">
                  <a:moveTo>
                    <a:pt x="0" y="1739360"/>
                  </a:moveTo>
                  <a:cubicBezTo>
                    <a:pt x="143351" y="1645253"/>
                    <a:pt x="320897" y="1626584"/>
                    <a:pt x="487680" y="1651635"/>
                  </a:cubicBezTo>
                  <a:cubicBezTo>
                    <a:pt x="671513" y="1679257"/>
                    <a:pt x="841534" y="1757077"/>
                    <a:pt x="1006983" y="1838420"/>
                  </a:cubicBezTo>
                  <a:cubicBezTo>
                    <a:pt x="1334072" y="1999202"/>
                    <a:pt x="1718405" y="2198084"/>
                    <a:pt x="2086737" y="2045589"/>
                  </a:cubicBezTo>
                  <a:cubicBezTo>
                    <a:pt x="2383155" y="1922907"/>
                    <a:pt x="2552986" y="1624679"/>
                    <a:pt x="2670239" y="1341977"/>
                  </a:cubicBezTo>
                  <a:cubicBezTo>
                    <a:pt x="2794159" y="1043083"/>
                    <a:pt x="2881408" y="707136"/>
                    <a:pt x="3119438" y="473678"/>
                  </a:cubicBezTo>
                  <a:cubicBezTo>
                    <a:pt x="3351752" y="245935"/>
                    <a:pt x="3693890" y="197644"/>
                    <a:pt x="3946589" y="0"/>
                  </a:cubicBezTo>
                </a:path>
              </a:pathLst>
            </a:custGeom>
            <a:noFill/>
            <a:ln w="19050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6"/>
            <p:cNvSpPr/>
            <p:nvPr/>
          </p:nvSpPr>
          <p:spPr>
            <a:xfrm rot="-1681438">
              <a:off x="165311" y="3604406"/>
              <a:ext cx="695122" cy="2109755"/>
            </a:xfrm>
            <a:custGeom>
              <a:avLst/>
              <a:gdLst/>
              <a:ahLst/>
              <a:cxnLst/>
              <a:rect l="l" t="t" r="r" b="b"/>
              <a:pathLst>
                <a:path w="45487" h="138057" extrusionOk="0">
                  <a:moveTo>
                    <a:pt x="13029" y="0"/>
                  </a:moveTo>
                  <a:cubicBezTo>
                    <a:pt x="2591" y="8703"/>
                    <a:pt x="-3880" y="27565"/>
                    <a:pt x="2720" y="39445"/>
                  </a:cubicBezTo>
                  <a:cubicBezTo>
                    <a:pt x="13014" y="57975"/>
                    <a:pt x="38819" y="67289"/>
                    <a:pt x="43957" y="87854"/>
                  </a:cubicBezTo>
                  <a:cubicBezTo>
                    <a:pt x="46756" y="99056"/>
                    <a:pt x="45848" y="113757"/>
                    <a:pt x="37682" y="121920"/>
                  </a:cubicBezTo>
                  <a:cubicBezTo>
                    <a:pt x="30288" y="129311"/>
                    <a:pt x="20139" y="133382"/>
                    <a:pt x="10788" y="138057"/>
                  </a:cubicBezTo>
                </a:path>
              </a:pathLst>
            </a:cu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104" name="Google Shape;104;p6"/>
          <p:cNvGrpSpPr/>
          <p:nvPr/>
        </p:nvGrpSpPr>
        <p:grpSpPr>
          <a:xfrm>
            <a:off x="228602" y="228594"/>
            <a:ext cx="8690414" cy="2561536"/>
            <a:chOff x="228602" y="228594"/>
            <a:chExt cx="8690414" cy="2561536"/>
          </a:xfrm>
        </p:grpSpPr>
        <p:grpSp>
          <p:nvGrpSpPr>
            <p:cNvPr id="105" name="Google Shape;105;p6"/>
            <p:cNvGrpSpPr/>
            <p:nvPr/>
          </p:nvGrpSpPr>
          <p:grpSpPr>
            <a:xfrm>
              <a:off x="8618050" y="2353362"/>
              <a:ext cx="300965" cy="436768"/>
              <a:chOff x="8900934" y="4757166"/>
              <a:chExt cx="401287" cy="582358"/>
            </a:xfrm>
          </p:grpSpPr>
          <p:sp>
            <p:nvSpPr>
              <p:cNvPr id="106" name="Google Shape;106;p6"/>
              <p:cNvSpPr/>
              <p:nvPr/>
            </p:nvSpPr>
            <p:spPr>
              <a:xfrm>
                <a:off x="8900934" y="4923472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435"/>
                      <a:pt x="53340" y="68771"/>
                      <a:pt x="34385" y="68771"/>
                    </a:cubicBezTo>
                    <a:cubicBezTo>
                      <a:pt x="15335" y="68771"/>
                      <a:pt x="0" y="53340"/>
                      <a:pt x="0" y="34385"/>
                    </a:cubicBezTo>
                    <a:cubicBezTo>
                      <a:pt x="0" y="15335"/>
                      <a:pt x="15430" y="0"/>
                      <a:pt x="34385" y="0"/>
                    </a:cubicBezTo>
                    <a:cubicBezTo>
                      <a:pt x="53340" y="0"/>
                      <a:pt x="68771" y="15430"/>
                      <a:pt x="68771" y="3438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" name="Google Shape;107;p6"/>
              <p:cNvSpPr/>
              <p:nvPr/>
            </p:nvSpPr>
            <p:spPr>
              <a:xfrm>
                <a:off x="8900934" y="4757166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0"/>
                      <a:pt x="34386" y="68770"/>
                    </a:cubicBezTo>
                    <a:cubicBezTo>
                      <a:pt x="15395" y="68770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6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" name="Google Shape;108;p6"/>
              <p:cNvSpPr/>
              <p:nvPr/>
            </p:nvSpPr>
            <p:spPr>
              <a:xfrm>
                <a:off x="9067145" y="4923472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34385" y="68771"/>
                    </a:moveTo>
                    <a:cubicBezTo>
                      <a:pt x="15335" y="68771"/>
                      <a:pt x="0" y="53340"/>
                      <a:pt x="0" y="34385"/>
                    </a:cubicBezTo>
                    <a:cubicBezTo>
                      <a:pt x="0" y="15335"/>
                      <a:pt x="15430" y="0"/>
                      <a:pt x="34385" y="0"/>
                    </a:cubicBezTo>
                    <a:cubicBezTo>
                      <a:pt x="53340" y="0"/>
                      <a:pt x="68771" y="15430"/>
                      <a:pt x="68771" y="34385"/>
                    </a:cubicBezTo>
                    <a:cubicBezTo>
                      <a:pt x="68866" y="53435"/>
                      <a:pt x="53435" y="68771"/>
                      <a:pt x="34385" y="6877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" name="Google Shape;109;p6"/>
              <p:cNvSpPr/>
              <p:nvPr/>
            </p:nvSpPr>
            <p:spPr>
              <a:xfrm>
                <a:off x="8900934" y="5270754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0"/>
                      <a:pt x="34386" y="68770"/>
                    </a:cubicBezTo>
                    <a:cubicBezTo>
                      <a:pt x="15395" y="68770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6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" name="Google Shape;110;p6"/>
              <p:cNvSpPr/>
              <p:nvPr/>
            </p:nvSpPr>
            <p:spPr>
              <a:xfrm>
                <a:off x="9067145" y="5270754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0" y="34385"/>
                    </a:moveTo>
                    <a:cubicBezTo>
                      <a:pt x="68770" y="53376"/>
                      <a:pt x="53376" y="68770"/>
                      <a:pt x="34385" y="68770"/>
                    </a:cubicBezTo>
                    <a:cubicBezTo>
                      <a:pt x="15395" y="68770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0" y="15395"/>
                      <a:pt x="68770" y="3438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" name="Google Shape;111;p6"/>
              <p:cNvSpPr/>
              <p:nvPr/>
            </p:nvSpPr>
            <p:spPr>
              <a:xfrm>
                <a:off x="9067145" y="4757166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0" y="34385"/>
                    </a:moveTo>
                    <a:cubicBezTo>
                      <a:pt x="68770" y="53376"/>
                      <a:pt x="53376" y="68770"/>
                      <a:pt x="34385" y="68770"/>
                    </a:cubicBezTo>
                    <a:cubicBezTo>
                      <a:pt x="15395" y="68770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0" y="15395"/>
                      <a:pt x="68770" y="3438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" name="Google Shape;112;p6"/>
              <p:cNvSpPr/>
              <p:nvPr/>
            </p:nvSpPr>
            <p:spPr>
              <a:xfrm>
                <a:off x="8900934" y="5104447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0"/>
                      <a:pt x="34386" y="68770"/>
                    </a:cubicBezTo>
                    <a:cubicBezTo>
                      <a:pt x="15395" y="68770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6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" name="Google Shape;113;p6"/>
              <p:cNvSpPr/>
              <p:nvPr/>
            </p:nvSpPr>
            <p:spPr>
              <a:xfrm>
                <a:off x="9067145" y="5104447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0" y="34385"/>
                    </a:moveTo>
                    <a:cubicBezTo>
                      <a:pt x="68770" y="53376"/>
                      <a:pt x="53376" y="68770"/>
                      <a:pt x="34385" y="68770"/>
                    </a:cubicBezTo>
                    <a:cubicBezTo>
                      <a:pt x="15395" y="68770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0" y="15395"/>
                      <a:pt x="68770" y="3438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" name="Google Shape;114;p6"/>
              <p:cNvSpPr/>
              <p:nvPr/>
            </p:nvSpPr>
            <p:spPr>
              <a:xfrm>
                <a:off x="9233451" y="5270754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0" y="34385"/>
                    </a:moveTo>
                    <a:cubicBezTo>
                      <a:pt x="68770" y="53376"/>
                      <a:pt x="53376" y="68770"/>
                      <a:pt x="34385" y="68770"/>
                    </a:cubicBezTo>
                    <a:cubicBezTo>
                      <a:pt x="15395" y="68770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0" y="15395"/>
                      <a:pt x="68770" y="3438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" name="Google Shape;115;p6"/>
              <p:cNvSpPr/>
              <p:nvPr/>
            </p:nvSpPr>
            <p:spPr>
              <a:xfrm>
                <a:off x="9233451" y="5104447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0" y="34385"/>
                    </a:moveTo>
                    <a:cubicBezTo>
                      <a:pt x="68770" y="53376"/>
                      <a:pt x="53376" y="68770"/>
                      <a:pt x="34385" y="68770"/>
                    </a:cubicBezTo>
                    <a:cubicBezTo>
                      <a:pt x="15395" y="68770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0" y="15395"/>
                      <a:pt x="68770" y="3438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6" name="Google Shape;116;p6"/>
            <p:cNvGrpSpPr/>
            <p:nvPr/>
          </p:nvGrpSpPr>
          <p:grpSpPr>
            <a:xfrm rot="5400000">
              <a:off x="478026" y="-20830"/>
              <a:ext cx="176308" cy="675156"/>
              <a:chOff x="6740568" y="2012727"/>
              <a:chExt cx="235077" cy="900208"/>
            </a:xfrm>
          </p:grpSpPr>
          <p:sp>
            <p:nvSpPr>
              <p:cNvPr id="117" name="Google Shape;117;p6"/>
              <p:cNvSpPr/>
              <p:nvPr/>
            </p:nvSpPr>
            <p:spPr>
              <a:xfrm>
                <a:off x="6740568" y="2012727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0"/>
                      <a:pt x="34385" y="68770"/>
                    </a:cubicBezTo>
                    <a:cubicBezTo>
                      <a:pt x="15395" y="68770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" name="Google Shape;118;p6"/>
              <p:cNvSpPr/>
              <p:nvPr/>
            </p:nvSpPr>
            <p:spPr>
              <a:xfrm>
                <a:off x="6906875" y="2012727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0"/>
                      <a:pt x="34385" y="68770"/>
                    </a:cubicBezTo>
                    <a:cubicBezTo>
                      <a:pt x="15395" y="68770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" name="Google Shape;119;p6"/>
              <p:cNvSpPr/>
              <p:nvPr/>
            </p:nvSpPr>
            <p:spPr>
              <a:xfrm>
                <a:off x="6740568" y="2179034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0"/>
                      <a:pt x="34385" y="68770"/>
                    </a:cubicBezTo>
                    <a:cubicBezTo>
                      <a:pt x="15395" y="68770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" name="Google Shape;120;p6"/>
              <p:cNvSpPr/>
              <p:nvPr/>
            </p:nvSpPr>
            <p:spPr>
              <a:xfrm>
                <a:off x="6740568" y="2345340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0"/>
                      <a:pt x="34385" y="68770"/>
                    </a:cubicBezTo>
                    <a:cubicBezTo>
                      <a:pt x="15395" y="68770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" name="Google Shape;121;p6"/>
              <p:cNvSpPr/>
              <p:nvPr/>
            </p:nvSpPr>
            <p:spPr>
              <a:xfrm>
                <a:off x="6740568" y="2511647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1"/>
                      <a:pt x="34385" y="68771"/>
                    </a:cubicBezTo>
                    <a:cubicBezTo>
                      <a:pt x="15395" y="68771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" name="Google Shape;122;p6"/>
              <p:cNvSpPr/>
              <p:nvPr/>
            </p:nvSpPr>
            <p:spPr>
              <a:xfrm>
                <a:off x="6740568" y="2677858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1"/>
                      <a:pt x="34385" y="68771"/>
                    </a:cubicBezTo>
                    <a:cubicBezTo>
                      <a:pt x="15395" y="68771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" name="Google Shape;123;p6"/>
              <p:cNvSpPr/>
              <p:nvPr/>
            </p:nvSpPr>
            <p:spPr>
              <a:xfrm>
                <a:off x="6906875" y="2179034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0"/>
                      <a:pt x="34385" y="68770"/>
                    </a:cubicBezTo>
                    <a:cubicBezTo>
                      <a:pt x="15395" y="68770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" name="Google Shape;124;p6"/>
              <p:cNvSpPr/>
              <p:nvPr/>
            </p:nvSpPr>
            <p:spPr>
              <a:xfrm>
                <a:off x="6906875" y="2345340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0"/>
                      <a:pt x="34385" y="68770"/>
                    </a:cubicBezTo>
                    <a:cubicBezTo>
                      <a:pt x="15395" y="68770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" name="Google Shape;125;p6"/>
              <p:cNvSpPr/>
              <p:nvPr/>
            </p:nvSpPr>
            <p:spPr>
              <a:xfrm>
                <a:off x="6906875" y="2511647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1"/>
                      <a:pt x="34385" y="68771"/>
                    </a:cubicBezTo>
                    <a:cubicBezTo>
                      <a:pt x="15395" y="68771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" name="Google Shape;126;p6"/>
              <p:cNvSpPr/>
              <p:nvPr/>
            </p:nvSpPr>
            <p:spPr>
              <a:xfrm>
                <a:off x="6906875" y="2677858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1"/>
                      <a:pt x="34385" y="68771"/>
                    </a:cubicBezTo>
                    <a:cubicBezTo>
                      <a:pt x="15395" y="68771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" name="Google Shape;127;p6"/>
              <p:cNvSpPr/>
              <p:nvPr/>
            </p:nvSpPr>
            <p:spPr>
              <a:xfrm>
                <a:off x="6740568" y="2844165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1"/>
                      <a:pt x="34385" y="68771"/>
                    </a:cubicBezTo>
                    <a:cubicBezTo>
                      <a:pt x="15395" y="68771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" name="Google Shape;128;p6"/>
              <p:cNvSpPr/>
              <p:nvPr/>
            </p:nvSpPr>
            <p:spPr>
              <a:xfrm>
                <a:off x="6906875" y="2844165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1"/>
                      <a:pt x="34385" y="68771"/>
                    </a:cubicBezTo>
                    <a:cubicBezTo>
                      <a:pt x="15395" y="68771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7"/>
          <p:cNvPicPr preferRelativeResize="0"/>
          <p:nvPr/>
        </p:nvPicPr>
        <p:blipFill>
          <a:blip r:embed="rId2">
            <a:alphaModFix amt="1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7"/>
          <p:cNvSpPr txBox="1">
            <a:spLocks noGrp="1"/>
          </p:cNvSpPr>
          <p:nvPr>
            <p:ph type="title"/>
          </p:nvPr>
        </p:nvSpPr>
        <p:spPr>
          <a:xfrm>
            <a:off x="1091581" y="988663"/>
            <a:ext cx="3858900" cy="113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7"/>
          <p:cNvSpPr txBox="1">
            <a:spLocks noGrp="1"/>
          </p:cNvSpPr>
          <p:nvPr>
            <p:ph type="subTitle" idx="1"/>
          </p:nvPr>
        </p:nvSpPr>
        <p:spPr>
          <a:xfrm>
            <a:off x="1091581" y="2245938"/>
            <a:ext cx="3858900" cy="19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Open Sans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133" name="Google Shape;133;p7"/>
          <p:cNvGrpSpPr/>
          <p:nvPr/>
        </p:nvGrpSpPr>
        <p:grpSpPr>
          <a:xfrm rot="10800000">
            <a:off x="8614433" y="4478210"/>
            <a:ext cx="300966" cy="436697"/>
            <a:chOff x="8360961" y="1419796"/>
            <a:chExt cx="401288" cy="582263"/>
          </a:xfrm>
        </p:grpSpPr>
        <p:sp>
          <p:nvSpPr>
            <p:cNvPr id="134" name="Google Shape;134;p7"/>
            <p:cNvSpPr/>
            <p:nvPr/>
          </p:nvSpPr>
          <p:spPr>
            <a:xfrm>
              <a:off x="8693479" y="1767078"/>
              <a:ext cx="68770" cy="68770"/>
            </a:xfrm>
            <a:custGeom>
              <a:avLst/>
              <a:gdLst/>
              <a:ahLst/>
              <a:cxnLst/>
              <a:rect l="l" t="t" r="r" b="b"/>
              <a:pathLst>
                <a:path w="68770" h="68770" extrusionOk="0">
                  <a:moveTo>
                    <a:pt x="68771" y="34385"/>
                  </a:moveTo>
                  <a:cubicBezTo>
                    <a:pt x="68771" y="53376"/>
                    <a:pt x="53376" y="68770"/>
                    <a:pt x="34385" y="68770"/>
                  </a:cubicBezTo>
                  <a:cubicBezTo>
                    <a:pt x="15395" y="68770"/>
                    <a:pt x="0" y="53376"/>
                    <a:pt x="0" y="34385"/>
                  </a:cubicBezTo>
                  <a:cubicBezTo>
                    <a:pt x="0" y="15395"/>
                    <a:pt x="15395" y="0"/>
                    <a:pt x="34385" y="0"/>
                  </a:cubicBezTo>
                  <a:cubicBezTo>
                    <a:pt x="53376" y="0"/>
                    <a:pt x="68771" y="15395"/>
                    <a:pt x="68771" y="3438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7"/>
            <p:cNvSpPr/>
            <p:nvPr/>
          </p:nvSpPr>
          <p:spPr>
            <a:xfrm>
              <a:off x="8693479" y="1933289"/>
              <a:ext cx="68770" cy="68770"/>
            </a:xfrm>
            <a:custGeom>
              <a:avLst/>
              <a:gdLst/>
              <a:ahLst/>
              <a:cxnLst/>
              <a:rect l="l" t="t" r="r" b="b"/>
              <a:pathLst>
                <a:path w="68770" h="68770" extrusionOk="0">
                  <a:moveTo>
                    <a:pt x="68771" y="34385"/>
                  </a:moveTo>
                  <a:cubicBezTo>
                    <a:pt x="68771" y="53376"/>
                    <a:pt x="53376" y="68771"/>
                    <a:pt x="34385" y="68771"/>
                  </a:cubicBezTo>
                  <a:cubicBezTo>
                    <a:pt x="15395" y="68771"/>
                    <a:pt x="0" y="53376"/>
                    <a:pt x="0" y="34385"/>
                  </a:cubicBezTo>
                  <a:cubicBezTo>
                    <a:pt x="0" y="15395"/>
                    <a:pt x="15395" y="0"/>
                    <a:pt x="34385" y="0"/>
                  </a:cubicBezTo>
                  <a:cubicBezTo>
                    <a:pt x="53376" y="0"/>
                    <a:pt x="68771" y="15395"/>
                    <a:pt x="68771" y="3438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7"/>
            <p:cNvSpPr/>
            <p:nvPr/>
          </p:nvSpPr>
          <p:spPr>
            <a:xfrm>
              <a:off x="8527268" y="1767078"/>
              <a:ext cx="68770" cy="68770"/>
            </a:xfrm>
            <a:custGeom>
              <a:avLst/>
              <a:gdLst/>
              <a:ahLst/>
              <a:cxnLst/>
              <a:rect l="l" t="t" r="r" b="b"/>
              <a:pathLst>
                <a:path w="68770" h="68770" extrusionOk="0">
                  <a:moveTo>
                    <a:pt x="68771" y="34385"/>
                  </a:moveTo>
                  <a:cubicBezTo>
                    <a:pt x="68771" y="53376"/>
                    <a:pt x="53376" y="68770"/>
                    <a:pt x="34385" y="68770"/>
                  </a:cubicBezTo>
                  <a:cubicBezTo>
                    <a:pt x="15395" y="68770"/>
                    <a:pt x="0" y="53376"/>
                    <a:pt x="0" y="34385"/>
                  </a:cubicBezTo>
                  <a:cubicBezTo>
                    <a:pt x="0" y="15395"/>
                    <a:pt x="15395" y="0"/>
                    <a:pt x="34385" y="0"/>
                  </a:cubicBezTo>
                  <a:cubicBezTo>
                    <a:pt x="53376" y="0"/>
                    <a:pt x="68771" y="15395"/>
                    <a:pt x="68771" y="3438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7"/>
            <p:cNvSpPr/>
            <p:nvPr/>
          </p:nvSpPr>
          <p:spPr>
            <a:xfrm>
              <a:off x="8693479" y="1419796"/>
              <a:ext cx="68770" cy="68770"/>
            </a:xfrm>
            <a:custGeom>
              <a:avLst/>
              <a:gdLst/>
              <a:ahLst/>
              <a:cxnLst/>
              <a:rect l="l" t="t" r="r" b="b"/>
              <a:pathLst>
                <a:path w="68770" h="68770" extrusionOk="0">
                  <a:moveTo>
                    <a:pt x="68771" y="34385"/>
                  </a:moveTo>
                  <a:cubicBezTo>
                    <a:pt x="68771" y="53376"/>
                    <a:pt x="53376" y="68770"/>
                    <a:pt x="34385" y="68770"/>
                  </a:cubicBezTo>
                  <a:cubicBezTo>
                    <a:pt x="15395" y="68770"/>
                    <a:pt x="0" y="53376"/>
                    <a:pt x="0" y="34385"/>
                  </a:cubicBezTo>
                  <a:cubicBezTo>
                    <a:pt x="0" y="15395"/>
                    <a:pt x="15395" y="0"/>
                    <a:pt x="34385" y="0"/>
                  </a:cubicBezTo>
                  <a:cubicBezTo>
                    <a:pt x="53376" y="0"/>
                    <a:pt x="68771" y="15395"/>
                    <a:pt x="68771" y="3438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7"/>
            <p:cNvSpPr/>
            <p:nvPr/>
          </p:nvSpPr>
          <p:spPr>
            <a:xfrm>
              <a:off x="8527268" y="1419796"/>
              <a:ext cx="68770" cy="68770"/>
            </a:xfrm>
            <a:custGeom>
              <a:avLst/>
              <a:gdLst/>
              <a:ahLst/>
              <a:cxnLst/>
              <a:rect l="l" t="t" r="r" b="b"/>
              <a:pathLst>
                <a:path w="68770" h="68770" extrusionOk="0">
                  <a:moveTo>
                    <a:pt x="68771" y="34385"/>
                  </a:moveTo>
                  <a:cubicBezTo>
                    <a:pt x="68771" y="53376"/>
                    <a:pt x="53376" y="68770"/>
                    <a:pt x="34385" y="68770"/>
                  </a:cubicBezTo>
                  <a:cubicBezTo>
                    <a:pt x="15395" y="68770"/>
                    <a:pt x="0" y="53376"/>
                    <a:pt x="0" y="34385"/>
                  </a:cubicBezTo>
                  <a:cubicBezTo>
                    <a:pt x="0" y="15395"/>
                    <a:pt x="15395" y="0"/>
                    <a:pt x="34385" y="0"/>
                  </a:cubicBezTo>
                  <a:cubicBezTo>
                    <a:pt x="53376" y="0"/>
                    <a:pt x="68771" y="15395"/>
                    <a:pt x="68771" y="3438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7"/>
            <p:cNvSpPr/>
            <p:nvPr/>
          </p:nvSpPr>
          <p:spPr>
            <a:xfrm>
              <a:off x="8527268" y="1933289"/>
              <a:ext cx="68770" cy="68770"/>
            </a:xfrm>
            <a:custGeom>
              <a:avLst/>
              <a:gdLst/>
              <a:ahLst/>
              <a:cxnLst/>
              <a:rect l="l" t="t" r="r" b="b"/>
              <a:pathLst>
                <a:path w="68770" h="68770" extrusionOk="0">
                  <a:moveTo>
                    <a:pt x="68771" y="34385"/>
                  </a:moveTo>
                  <a:cubicBezTo>
                    <a:pt x="68771" y="53376"/>
                    <a:pt x="53376" y="68771"/>
                    <a:pt x="34385" y="68771"/>
                  </a:cubicBezTo>
                  <a:cubicBezTo>
                    <a:pt x="15395" y="68771"/>
                    <a:pt x="0" y="53376"/>
                    <a:pt x="0" y="34385"/>
                  </a:cubicBezTo>
                  <a:cubicBezTo>
                    <a:pt x="0" y="15395"/>
                    <a:pt x="15395" y="0"/>
                    <a:pt x="34385" y="0"/>
                  </a:cubicBezTo>
                  <a:cubicBezTo>
                    <a:pt x="53376" y="0"/>
                    <a:pt x="68771" y="15395"/>
                    <a:pt x="68771" y="3438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7"/>
            <p:cNvSpPr/>
            <p:nvPr/>
          </p:nvSpPr>
          <p:spPr>
            <a:xfrm>
              <a:off x="8693479" y="1586103"/>
              <a:ext cx="68770" cy="68770"/>
            </a:xfrm>
            <a:custGeom>
              <a:avLst/>
              <a:gdLst/>
              <a:ahLst/>
              <a:cxnLst/>
              <a:rect l="l" t="t" r="r" b="b"/>
              <a:pathLst>
                <a:path w="68770" h="68770" extrusionOk="0">
                  <a:moveTo>
                    <a:pt x="68771" y="34385"/>
                  </a:moveTo>
                  <a:cubicBezTo>
                    <a:pt x="68771" y="53376"/>
                    <a:pt x="53376" y="68771"/>
                    <a:pt x="34385" y="68771"/>
                  </a:cubicBezTo>
                  <a:cubicBezTo>
                    <a:pt x="15395" y="68771"/>
                    <a:pt x="0" y="53376"/>
                    <a:pt x="0" y="34385"/>
                  </a:cubicBezTo>
                  <a:cubicBezTo>
                    <a:pt x="0" y="15395"/>
                    <a:pt x="15395" y="0"/>
                    <a:pt x="34385" y="0"/>
                  </a:cubicBezTo>
                  <a:cubicBezTo>
                    <a:pt x="53376" y="0"/>
                    <a:pt x="68771" y="15395"/>
                    <a:pt x="68771" y="3438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7"/>
            <p:cNvSpPr/>
            <p:nvPr/>
          </p:nvSpPr>
          <p:spPr>
            <a:xfrm>
              <a:off x="8527268" y="1586103"/>
              <a:ext cx="68770" cy="68770"/>
            </a:xfrm>
            <a:custGeom>
              <a:avLst/>
              <a:gdLst/>
              <a:ahLst/>
              <a:cxnLst/>
              <a:rect l="l" t="t" r="r" b="b"/>
              <a:pathLst>
                <a:path w="68770" h="68770" extrusionOk="0">
                  <a:moveTo>
                    <a:pt x="68771" y="34385"/>
                  </a:moveTo>
                  <a:cubicBezTo>
                    <a:pt x="68771" y="53376"/>
                    <a:pt x="53376" y="68771"/>
                    <a:pt x="34385" y="68771"/>
                  </a:cubicBezTo>
                  <a:cubicBezTo>
                    <a:pt x="15395" y="68771"/>
                    <a:pt x="0" y="53376"/>
                    <a:pt x="0" y="34385"/>
                  </a:cubicBezTo>
                  <a:cubicBezTo>
                    <a:pt x="0" y="15395"/>
                    <a:pt x="15395" y="0"/>
                    <a:pt x="34385" y="0"/>
                  </a:cubicBezTo>
                  <a:cubicBezTo>
                    <a:pt x="53376" y="0"/>
                    <a:pt x="68771" y="15395"/>
                    <a:pt x="68771" y="3438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7"/>
            <p:cNvSpPr/>
            <p:nvPr/>
          </p:nvSpPr>
          <p:spPr>
            <a:xfrm>
              <a:off x="8360961" y="1419796"/>
              <a:ext cx="68770" cy="68770"/>
            </a:xfrm>
            <a:custGeom>
              <a:avLst/>
              <a:gdLst/>
              <a:ahLst/>
              <a:cxnLst/>
              <a:rect l="l" t="t" r="r" b="b"/>
              <a:pathLst>
                <a:path w="68770" h="68770" extrusionOk="0">
                  <a:moveTo>
                    <a:pt x="68770" y="34385"/>
                  </a:moveTo>
                  <a:cubicBezTo>
                    <a:pt x="68770" y="53376"/>
                    <a:pt x="53376" y="68770"/>
                    <a:pt x="34385" y="68770"/>
                  </a:cubicBezTo>
                  <a:cubicBezTo>
                    <a:pt x="15395" y="68770"/>
                    <a:pt x="0" y="53376"/>
                    <a:pt x="0" y="34385"/>
                  </a:cubicBezTo>
                  <a:cubicBezTo>
                    <a:pt x="0" y="15395"/>
                    <a:pt x="15395" y="0"/>
                    <a:pt x="34385" y="0"/>
                  </a:cubicBezTo>
                  <a:cubicBezTo>
                    <a:pt x="53376" y="0"/>
                    <a:pt x="68770" y="15395"/>
                    <a:pt x="68770" y="3438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7"/>
            <p:cNvSpPr/>
            <p:nvPr/>
          </p:nvSpPr>
          <p:spPr>
            <a:xfrm>
              <a:off x="8360961" y="1586103"/>
              <a:ext cx="68770" cy="68770"/>
            </a:xfrm>
            <a:custGeom>
              <a:avLst/>
              <a:gdLst/>
              <a:ahLst/>
              <a:cxnLst/>
              <a:rect l="l" t="t" r="r" b="b"/>
              <a:pathLst>
                <a:path w="68770" h="68770" extrusionOk="0">
                  <a:moveTo>
                    <a:pt x="68770" y="34385"/>
                  </a:moveTo>
                  <a:cubicBezTo>
                    <a:pt x="68770" y="53376"/>
                    <a:pt x="53376" y="68771"/>
                    <a:pt x="34385" y="68771"/>
                  </a:cubicBezTo>
                  <a:cubicBezTo>
                    <a:pt x="15395" y="68771"/>
                    <a:pt x="0" y="53376"/>
                    <a:pt x="0" y="34385"/>
                  </a:cubicBezTo>
                  <a:cubicBezTo>
                    <a:pt x="0" y="15395"/>
                    <a:pt x="15395" y="0"/>
                    <a:pt x="34385" y="0"/>
                  </a:cubicBezTo>
                  <a:cubicBezTo>
                    <a:pt x="53376" y="0"/>
                    <a:pt x="68770" y="15395"/>
                    <a:pt x="68770" y="3438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4" name="Google Shape;144;p7"/>
          <p:cNvSpPr/>
          <p:nvPr/>
        </p:nvSpPr>
        <p:spPr>
          <a:xfrm rot="-6484339" flipH="1">
            <a:off x="-1364625" y="-191169"/>
            <a:ext cx="2957868" cy="1574022"/>
          </a:xfrm>
          <a:custGeom>
            <a:avLst/>
            <a:gdLst/>
            <a:ahLst/>
            <a:cxnLst/>
            <a:rect l="l" t="t" r="r" b="b"/>
            <a:pathLst>
              <a:path w="3946588" h="2100166" extrusionOk="0">
                <a:moveTo>
                  <a:pt x="0" y="1739360"/>
                </a:moveTo>
                <a:cubicBezTo>
                  <a:pt x="143351" y="1645253"/>
                  <a:pt x="320897" y="1626584"/>
                  <a:pt x="487680" y="1651635"/>
                </a:cubicBezTo>
                <a:cubicBezTo>
                  <a:pt x="671513" y="1679257"/>
                  <a:pt x="841534" y="1757077"/>
                  <a:pt x="1006983" y="1838420"/>
                </a:cubicBezTo>
                <a:cubicBezTo>
                  <a:pt x="1334072" y="1999202"/>
                  <a:pt x="1718405" y="2198084"/>
                  <a:pt x="2086737" y="2045589"/>
                </a:cubicBezTo>
                <a:cubicBezTo>
                  <a:pt x="2383155" y="1922907"/>
                  <a:pt x="2552986" y="1624679"/>
                  <a:pt x="2670239" y="1341977"/>
                </a:cubicBezTo>
                <a:cubicBezTo>
                  <a:pt x="2794159" y="1043083"/>
                  <a:pt x="2881408" y="707136"/>
                  <a:pt x="3119438" y="473678"/>
                </a:cubicBezTo>
                <a:cubicBezTo>
                  <a:pt x="3351752" y="245935"/>
                  <a:pt x="3693890" y="197644"/>
                  <a:pt x="3946589" y="0"/>
                </a:cubicBezTo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8"/>
          <p:cNvPicPr preferRelativeResize="0"/>
          <p:nvPr/>
        </p:nvPicPr>
        <p:blipFill>
          <a:blip r:embed="rId2">
            <a:alphaModFix amt="1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8"/>
          <p:cNvSpPr txBox="1">
            <a:spLocks noGrp="1"/>
          </p:cNvSpPr>
          <p:nvPr>
            <p:ph type="title"/>
          </p:nvPr>
        </p:nvSpPr>
        <p:spPr>
          <a:xfrm>
            <a:off x="1768550" y="1307100"/>
            <a:ext cx="56070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48" name="Google Shape;148;p8"/>
          <p:cNvGrpSpPr/>
          <p:nvPr/>
        </p:nvGrpSpPr>
        <p:grpSpPr>
          <a:xfrm>
            <a:off x="228601" y="228600"/>
            <a:ext cx="8686801" cy="4686301"/>
            <a:chOff x="228601" y="228600"/>
            <a:chExt cx="8686801" cy="4686301"/>
          </a:xfrm>
        </p:grpSpPr>
        <p:grpSp>
          <p:nvGrpSpPr>
            <p:cNvPr id="149" name="Google Shape;149;p8"/>
            <p:cNvGrpSpPr/>
            <p:nvPr/>
          </p:nvGrpSpPr>
          <p:grpSpPr>
            <a:xfrm>
              <a:off x="228601" y="4239745"/>
              <a:ext cx="176308" cy="675156"/>
              <a:chOff x="6740568" y="2012727"/>
              <a:chExt cx="235077" cy="900208"/>
            </a:xfrm>
          </p:grpSpPr>
          <p:sp>
            <p:nvSpPr>
              <p:cNvPr id="150" name="Google Shape;150;p8"/>
              <p:cNvSpPr/>
              <p:nvPr/>
            </p:nvSpPr>
            <p:spPr>
              <a:xfrm>
                <a:off x="6740568" y="2012727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0"/>
                      <a:pt x="34385" y="68770"/>
                    </a:cubicBezTo>
                    <a:cubicBezTo>
                      <a:pt x="15395" y="68770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8"/>
              <p:cNvSpPr/>
              <p:nvPr/>
            </p:nvSpPr>
            <p:spPr>
              <a:xfrm>
                <a:off x="6906875" y="2012727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0"/>
                      <a:pt x="34385" y="68770"/>
                    </a:cubicBezTo>
                    <a:cubicBezTo>
                      <a:pt x="15395" y="68770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8"/>
              <p:cNvSpPr/>
              <p:nvPr/>
            </p:nvSpPr>
            <p:spPr>
              <a:xfrm>
                <a:off x="6740568" y="2179034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0"/>
                      <a:pt x="34385" y="68770"/>
                    </a:cubicBezTo>
                    <a:cubicBezTo>
                      <a:pt x="15395" y="68770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" name="Google Shape;153;p8"/>
              <p:cNvSpPr/>
              <p:nvPr/>
            </p:nvSpPr>
            <p:spPr>
              <a:xfrm>
                <a:off x="6740568" y="2345340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0"/>
                      <a:pt x="34385" y="68770"/>
                    </a:cubicBezTo>
                    <a:cubicBezTo>
                      <a:pt x="15395" y="68770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8"/>
              <p:cNvSpPr/>
              <p:nvPr/>
            </p:nvSpPr>
            <p:spPr>
              <a:xfrm>
                <a:off x="6740568" y="2511647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1"/>
                      <a:pt x="34385" y="68771"/>
                    </a:cubicBezTo>
                    <a:cubicBezTo>
                      <a:pt x="15395" y="68771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p8"/>
              <p:cNvSpPr/>
              <p:nvPr/>
            </p:nvSpPr>
            <p:spPr>
              <a:xfrm>
                <a:off x="6740568" y="2677858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1"/>
                      <a:pt x="34385" y="68771"/>
                    </a:cubicBezTo>
                    <a:cubicBezTo>
                      <a:pt x="15395" y="68771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" name="Google Shape;156;p8"/>
              <p:cNvSpPr/>
              <p:nvPr/>
            </p:nvSpPr>
            <p:spPr>
              <a:xfrm>
                <a:off x="6906875" y="2179034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0"/>
                      <a:pt x="34385" y="68770"/>
                    </a:cubicBezTo>
                    <a:cubicBezTo>
                      <a:pt x="15395" y="68770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p8"/>
              <p:cNvSpPr/>
              <p:nvPr/>
            </p:nvSpPr>
            <p:spPr>
              <a:xfrm>
                <a:off x="6906875" y="2345340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0"/>
                      <a:pt x="34385" y="68770"/>
                    </a:cubicBezTo>
                    <a:cubicBezTo>
                      <a:pt x="15395" y="68770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" name="Google Shape;158;p8"/>
              <p:cNvSpPr/>
              <p:nvPr/>
            </p:nvSpPr>
            <p:spPr>
              <a:xfrm>
                <a:off x="6906875" y="2511647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1"/>
                      <a:pt x="34385" y="68771"/>
                    </a:cubicBezTo>
                    <a:cubicBezTo>
                      <a:pt x="15395" y="68771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" name="Google Shape;159;p8"/>
              <p:cNvSpPr/>
              <p:nvPr/>
            </p:nvSpPr>
            <p:spPr>
              <a:xfrm>
                <a:off x="6906875" y="2677858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1"/>
                      <a:pt x="34385" y="68771"/>
                    </a:cubicBezTo>
                    <a:cubicBezTo>
                      <a:pt x="15395" y="68771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" name="Google Shape;160;p8"/>
              <p:cNvSpPr/>
              <p:nvPr/>
            </p:nvSpPr>
            <p:spPr>
              <a:xfrm>
                <a:off x="6740568" y="2844165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1"/>
                      <a:pt x="34385" y="68771"/>
                    </a:cubicBezTo>
                    <a:cubicBezTo>
                      <a:pt x="15395" y="68771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" name="Google Shape;161;p8"/>
              <p:cNvSpPr/>
              <p:nvPr/>
            </p:nvSpPr>
            <p:spPr>
              <a:xfrm>
                <a:off x="6906875" y="2844165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1"/>
                      <a:pt x="34385" y="68771"/>
                    </a:cubicBezTo>
                    <a:cubicBezTo>
                      <a:pt x="15395" y="68771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2" name="Google Shape;162;p8"/>
            <p:cNvGrpSpPr/>
            <p:nvPr/>
          </p:nvGrpSpPr>
          <p:grpSpPr>
            <a:xfrm rot="5400000" flipH="1">
              <a:off x="8546571" y="160735"/>
              <a:ext cx="300966" cy="436697"/>
              <a:chOff x="8360961" y="1419796"/>
              <a:chExt cx="401288" cy="582263"/>
            </a:xfrm>
          </p:grpSpPr>
          <p:sp>
            <p:nvSpPr>
              <p:cNvPr id="163" name="Google Shape;163;p8"/>
              <p:cNvSpPr/>
              <p:nvPr/>
            </p:nvSpPr>
            <p:spPr>
              <a:xfrm>
                <a:off x="8693479" y="1767078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0"/>
                      <a:pt x="34385" y="68770"/>
                    </a:cubicBezTo>
                    <a:cubicBezTo>
                      <a:pt x="15395" y="68770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" name="Google Shape;164;p8"/>
              <p:cNvSpPr/>
              <p:nvPr/>
            </p:nvSpPr>
            <p:spPr>
              <a:xfrm>
                <a:off x="8693479" y="1933289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1"/>
                      <a:pt x="34385" y="68771"/>
                    </a:cubicBezTo>
                    <a:cubicBezTo>
                      <a:pt x="15395" y="68771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" name="Google Shape;165;p8"/>
              <p:cNvSpPr/>
              <p:nvPr/>
            </p:nvSpPr>
            <p:spPr>
              <a:xfrm>
                <a:off x="8527268" y="1767078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0"/>
                      <a:pt x="34385" y="68770"/>
                    </a:cubicBezTo>
                    <a:cubicBezTo>
                      <a:pt x="15395" y="68770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" name="Google Shape;166;p8"/>
              <p:cNvSpPr/>
              <p:nvPr/>
            </p:nvSpPr>
            <p:spPr>
              <a:xfrm>
                <a:off x="8693479" y="1419796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0"/>
                      <a:pt x="34385" y="68770"/>
                    </a:cubicBezTo>
                    <a:cubicBezTo>
                      <a:pt x="15395" y="68770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" name="Google Shape;167;p8"/>
              <p:cNvSpPr/>
              <p:nvPr/>
            </p:nvSpPr>
            <p:spPr>
              <a:xfrm>
                <a:off x="8527268" y="1419796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0"/>
                      <a:pt x="34385" y="68770"/>
                    </a:cubicBezTo>
                    <a:cubicBezTo>
                      <a:pt x="15395" y="68770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8;p8"/>
              <p:cNvSpPr/>
              <p:nvPr/>
            </p:nvSpPr>
            <p:spPr>
              <a:xfrm>
                <a:off x="8527268" y="1933289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1"/>
                      <a:pt x="34385" y="68771"/>
                    </a:cubicBezTo>
                    <a:cubicBezTo>
                      <a:pt x="15395" y="68771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9;p8"/>
              <p:cNvSpPr/>
              <p:nvPr/>
            </p:nvSpPr>
            <p:spPr>
              <a:xfrm>
                <a:off x="8693479" y="1586103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1"/>
                      <a:pt x="34385" y="68771"/>
                    </a:cubicBezTo>
                    <a:cubicBezTo>
                      <a:pt x="15395" y="68771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" name="Google Shape;170;p8"/>
              <p:cNvSpPr/>
              <p:nvPr/>
            </p:nvSpPr>
            <p:spPr>
              <a:xfrm>
                <a:off x="8527268" y="1586103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1"/>
                      <a:pt x="34385" y="68771"/>
                    </a:cubicBezTo>
                    <a:cubicBezTo>
                      <a:pt x="15395" y="68771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" name="Google Shape;171;p8"/>
              <p:cNvSpPr/>
              <p:nvPr/>
            </p:nvSpPr>
            <p:spPr>
              <a:xfrm>
                <a:off x="8360961" y="1419796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0" y="34385"/>
                    </a:moveTo>
                    <a:cubicBezTo>
                      <a:pt x="68770" y="53376"/>
                      <a:pt x="53376" y="68770"/>
                      <a:pt x="34385" y="68770"/>
                    </a:cubicBezTo>
                    <a:cubicBezTo>
                      <a:pt x="15395" y="68770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0" y="15395"/>
                      <a:pt x="68770" y="3438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172;p8"/>
              <p:cNvSpPr/>
              <p:nvPr/>
            </p:nvSpPr>
            <p:spPr>
              <a:xfrm>
                <a:off x="8360961" y="1586103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0" y="34385"/>
                    </a:moveTo>
                    <a:cubicBezTo>
                      <a:pt x="68770" y="53376"/>
                      <a:pt x="53376" y="68771"/>
                      <a:pt x="34385" y="68771"/>
                    </a:cubicBezTo>
                    <a:cubicBezTo>
                      <a:pt x="15395" y="68771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0" y="15395"/>
                      <a:pt x="68770" y="3438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73" name="Google Shape;173;p8"/>
          <p:cNvSpPr/>
          <p:nvPr/>
        </p:nvSpPr>
        <p:spPr>
          <a:xfrm rot="9606890">
            <a:off x="-766152" y="139600"/>
            <a:ext cx="2958757" cy="1574494"/>
          </a:xfrm>
          <a:custGeom>
            <a:avLst/>
            <a:gdLst/>
            <a:ahLst/>
            <a:cxnLst/>
            <a:rect l="l" t="t" r="r" b="b"/>
            <a:pathLst>
              <a:path w="3946588" h="2100166" extrusionOk="0">
                <a:moveTo>
                  <a:pt x="0" y="1739360"/>
                </a:moveTo>
                <a:cubicBezTo>
                  <a:pt x="143351" y="1645253"/>
                  <a:pt x="320897" y="1626584"/>
                  <a:pt x="487680" y="1651635"/>
                </a:cubicBezTo>
                <a:cubicBezTo>
                  <a:pt x="671513" y="1679257"/>
                  <a:pt x="841534" y="1757077"/>
                  <a:pt x="1006983" y="1838420"/>
                </a:cubicBezTo>
                <a:cubicBezTo>
                  <a:pt x="1334072" y="1999202"/>
                  <a:pt x="1718405" y="2198084"/>
                  <a:pt x="2086737" y="2045589"/>
                </a:cubicBezTo>
                <a:cubicBezTo>
                  <a:pt x="2383155" y="1922907"/>
                  <a:pt x="2552986" y="1624679"/>
                  <a:pt x="2670239" y="1341977"/>
                </a:cubicBezTo>
                <a:cubicBezTo>
                  <a:pt x="2794159" y="1043083"/>
                  <a:pt x="2881408" y="707136"/>
                  <a:pt x="3119438" y="473678"/>
                </a:cubicBezTo>
                <a:cubicBezTo>
                  <a:pt x="3351752" y="245935"/>
                  <a:pt x="3693890" y="197644"/>
                  <a:pt x="3946589" y="0"/>
                </a:cubicBezTo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9"/>
          <p:cNvPicPr preferRelativeResize="0"/>
          <p:nvPr/>
        </p:nvPicPr>
        <p:blipFill>
          <a:blip r:embed="rId2">
            <a:alphaModFix amt="1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9"/>
          <p:cNvSpPr txBox="1">
            <a:spLocks noGrp="1"/>
          </p:cNvSpPr>
          <p:nvPr>
            <p:ph type="title"/>
          </p:nvPr>
        </p:nvSpPr>
        <p:spPr>
          <a:xfrm>
            <a:off x="2135550" y="1441675"/>
            <a:ext cx="4872900" cy="118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9"/>
          <p:cNvSpPr txBox="1">
            <a:spLocks noGrp="1"/>
          </p:cNvSpPr>
          <p:nvPr>
            <p:ph type="subTitle" idx="1"/>
          </p:nvPr>
        </p:nvSpPr>
        <p:spPr>
          <a:xfrm>
            <a:off x="2135550" y="2784625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178" name="Google Shape;178;p9"/>
          <p:cNvGrpSpPr/>
          <p:nvPr/>
        </p:nvGrpSpPr>
        <p:grpSpPr>
          <a:xfrm rot="5400000">
            <a:off x="8546571" y="4546059"/>
            <a:ext cx="300966" cy="436697"/>
            <a:chOff x="8360961" y="1419796"/>
            <a:chExt cx="401288" cy="582263"/>
          </a:xfrm>
        </p:grpSpPr>
        <p:sp>
          <p:nvSpPr>
            <p:cNvPr id="179" name="Google Shape;179;p9"/>
            <p:cNvSpPr/>
            <p:nvPr/>
          </p:nvSpPr>
          <p:spPr>
            <a:xfrm>
              <a:off x="8693479" y="1767078"/>
              <a:ext cx="68770" cy="68770"/>
            </a:xfrm>
            <a:custGeom>
              <a:avLst/>
              <a:gdLst/>
              <a:ahLst/>
              <a:cxnLst/>
              <a:rect l="l" t="t" r="r" b="b"/>
              <a:pathLst>
                <a:path w="68770" h="68770" extrusionOk="0">
                  <a:moveTo>
                    <a:pt x="68771" y="34385"/>
                  </a:moveTo>
                  <a:cubicBezTo>
                    <a:pt x="68771" y="53376"/>
                    <a:pt x="53376" y="68770"/>
                    <a:pt x="34385" y="68770"/>
                  </a:cubicBezTo>
                  <a:cubicBezTo>
                    <a:pt x="15395" y="68770"/>
                    <a:pt x="0" y="53376"/>
                    <a:pt x="0" y="34385"/>
                  </a:cubicBezTo>
                  <a:cubicBezTo>
                    <a:pt x="0" y="15395"/>
                    <a:pt x="15395" y="0"/>
                    <a:pt x="34385" y="0"/>
                  </a:cubicBezTo>
                  <a:cubicBezTo>
                    <a:pt x="53376" y="0"/>
                    <a:pt x="68771" y="15395"/>
                    <a:pt x="68771" y="3438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9"/>
            <p:cNvSpPr/>
            <p:nvPr/>
          </p:nvSpPr>
          <p:spPr>
            <a:xfrm>
              <a:off x="8693479" y="1933289"/>
              <a:ext cx="68770" cy="68770"/>
            </a:xfrm>
            <a:custGeom>
              <a:avLst/>
              <a:gdLst/>
              <a:ahLst/>
              <a:cxnLst/>
              <a:rect l="l" t="t" r="r" b="b"/>
              <a:pathLst>
                <a:path w="68770" h="68770" extrusionOk="0">
                  <a:moveTo>
                    <a:pt x="68771" y="34385"/>
                  </a:moveTo>
                  <a:cubicBezTo>
                    <a:pt x="68771" y="53376"/>
                    <a:pt x="53376" y="68771"/>
                    <a:pt x="34385" y="68771"/>
                  </a:cubicBezTo>
                  <a:cubicBezTo>
                    <a:pt x="15395" y="68771"/>
                    <a:pt x="0" y="53376"/>
                    <a:pt x="0" y="34385"/>
                  </a:cubicBezTo>
                  <a:cubicBezTo>
                    <a:pt x="0" y="15395"/>
                    <a:pt x="15395" y="0"/>
                    <a:pt x="34385" y="0"/>
                  </a:cubicBezTo>
                  <a:cubicBezTo>
                    <a:pt x="53376" y="0"/>
                    <a:pt x="68771" y="15395"/>
                    <a:pt x="68771" y="3438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9"/>
            <p:cNvSpPr/>
            <p:nvPr/>
          </p:nvSpPr>
          <p:spPr>
            <a:xfrm>
              <a:off x="8527268" y="1767078"/>
              <a:ext cx="68770" cy="68770"/>
            </a:xfrm>
            <a:custGeom>
              <a:avLst/>
              <a:gdLst/>
              <a:ahLst/>
              <a:cxnLst/>
              <a:rect l="l" t="t" r="r" b="b"/>
              <a:pathLst>
                <a:path w="68770" h="68770" extrusionOk="0">
                  <a:moveTo>
                    <a:pt x="68771" y="34385"/>
                  </a:moveTo>
                  <a:cubicBezTo>
                    <a:pt x="68771" y="53376"/>
                    <a:pt x="53376" y="68770"/>
                    <a:pt x="34385" y="68770"/>
                  </a:cubicBezTo>
                  <a:cubicBezTo>
                    <a:pt x="15395" y="68770"/>
                    <a:pt x="0" y="53376"/>
                    <a:pt x="0" y="34385"/>
                  </a:cubicBezTo>
                  <a:cubicBezTo>
                    <a:pt x="0" y="15395"/>
                    <a:pt x="15395" y="0"/>
                    <a:pt x="34385" y="0"/>
                  </a:cubicBezTo>
                  <a:cubicBezTo>
                    <a:pt x="53376" y="0"/>
                    <a:pt x="68771" y="15395"/>
                    <a:pt x="68771" y="3438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9"/>
            <p:cNvSpPr/>
            <p:nvPr/>
          </p:nvSpPr>
          <p:spPr>
            <a:xfrm>
              <a:off x="8693479" y="1419796"/>
              <a:ext cx="68770" cy="68770"/>
            </a:xfrm>
            <a:custGeom>
              <a:avLst/>
              <a:gdLst/>
              <a:ahLst/>
              <a:cxnLst/>
              <a:rect l="l" t="t" r="r" b="b"/>
              <a:pathLst>
                <a:path w="68770" h="68770" extrusionOk="0">
                  <a:moveTo>
                    <a:pt x="68771" y="34385"/>
                  </a:moveTo>
                  <a:cubicBezTo>
                    <a:pt x="68771" y="53376"/>
                    <a:pt x="53376" y="68770"/>
                    <a:pt x="34385" y="68770"/>
                  </a:cubicBezTo>
                  <a:cubicBezTo>
                    <a:pt x="15395" y="68770"/>
                    <a:pt x="0" y="53376"/>
                    <a:pt x="0" y="34385"/>
                  </a:cubicBezTo>
                  <a:cubicBezTo>
                    <a:pt x="0" y="15395"/>
                    <a:pt x="15395" y="0"/>
                    <a:pt x="34385" y="0"/>
                  </a:cubicBezTo>
                  <a:cubicBezTo>
                    <a:pt x="53376" y="0"/>
                    <a:pt x="68771" y="15395"/>
                    <a:pt x="68771" y="3438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9"/>
            <p:cNvSpPr/>
            <p:nvPr/>
          </p:nvSpPr>
          <p:spPr>
            <a:xfrm>
              <a:off x="8527268" y="1419796"/>
              <a:ext cx="68770" cy="68770"/>
            </a:xfrm>
            <a:custGeom>
              <a:avLst/>
              <a:gdLst/>
              <a:ahLst/>
              <a:cxnLst/>
              <a:rect l="l" t="t" r="r" b="b"/>
              <a:pathLst>
                <a:path w="68770" h="68770" extrusionOk="0">
                  <a:moveTo>
                    <a:pt x="68771" y="34385"/>
                  </a:moveTo>
                  <a:cubicBezTo>
                    <a:pt x="68771" y="53376"/>
                    <a:pt x="53376" y="68770"/>
                    <a:pt x="34385" y="68770"/>
                  </a:cubicBezTo>
                  <a:cubicBezTo>
                    <a:pt x="15395" y="68770"/>
                    <a:pt x="0" y="53376"/>
                    <a:pt x="0" y="34385"/>
                  </a:cubicBezTo>
                  <a:cubicBezTo>
                    <a:pt x="0" y="15395"/>
                    <a:pt x="15395" y="0"/>
                    <a:pt x="34385" y="0"/>
                  </a:cubicBezTo>
                  <a:cubicBezTo>
                    <a:pt x="53376" y="0"/>
                    <a:pt x="68771" y="15395"/>
                    <a:pt x="68771" y="3438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9"/>
            <p:cNvSpPr/>
            <p:nvPr/>
          </p:nvSpPr>
          <p:spPr>
            <a:xfrm>
              <a:off x="8527268" y="1933289"/>
              <a:ext cx="68770" cy="68770"/>
            </a:xfrm>
            <a:custGeom>
              <a:avLst/>
              <a:gdLst/>
              <a:ahLst/>
              <a:cxnLst/>
              <a:rect l="l" t="t" r="r" b="b"/>
              <a:pathLst>
                <a:path w="68770" h="68770" extrusionOk="0">
                  <a:moveTo>
                    <a:pt x="68771" y="34385"/>
                  </a:moveTo>
                  <a:cubicBezTo>
                    <a:pt x="68771" y="53376"/>
                    <a:pt x="53376" y="68771"/>
                    <a:pt x="34385" y="68771"/>
                  </a:cubicBezTo>
                  <a:cubicBezTo>
                    <a:pt x="15395" y="68771"/>
                    <a:pt x="0" y="53376"/>
                    <a:pt x="0" y="34385"/>
                  </a:cubicBezTo>
                  <a:cubicBezTo>
                    <a:pt x="0" y="15395"/>
                    <a:pt x="15395" y="0"/>
                    <a:pt x="34385" y="0"/>
                  </a:cubicBezTo>
                  <a:cubicBezTo>
                    <a:pt x="53376" y="0"/>
                    <a:pt x="68771" y="15395"/>
                    <a:pt x="68771" y="3438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9"/>
            <p:cNvSpPr/>
            <p:nvPr/>
          </p:nvSpPr>
          <p:spPr>
            <a:xfrm>
              <a:off x="8693479" y="1586103"/>
              <a:ext cx="68770" cy="68770"/>
            </a:xfrm>
            <a:custGeom>
              <a:avLst/>
              <a:gdLst/>
              <a:ahLst/>
              <a:cxnLst/>
              <a:rect l="l" t="t" r="r" b="b"/>
              <a:pathLst>
                <a:path w="68770" h="68770" extrusionOk="0">
                  <a:moveTo>
                    <a:pt x="68771" y="34385"/>
                  </a:moveTo>
                  <a:cubicBezTo>
                    <a:pt x="68771" y="53376"/>
                    <a:pt x="53376" y="68771"/>
                    <a:pt x="34385" y="68771"/>
                  </a:cubicBezTo>
                  <a:cubicBezTo>
                    <a:pt x="15395" y="68771"/>
                    <a:pt x="0" y="53376"/>
                    <a:pt x="0" y="34385"/>
                  </a:cubicBezTo>
                  <a:cubicBezTo>
                    <a:pt x="0" y="15395"/>
                    <a:pt x="15395" y="0"/>
                    <a:pt x="34385" y="0"/>
                  </a:cubicBezTo>
                  <a:cubicBezTo>
                    <a:pt x="53376" y="0"/>
                    <a:pt x="68771" y="15395"/>
                    <a:pt x="68771" y="3438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9"/>
            <p:cNvSpPr/>
            <p:nvPr/>
          </p:nvSpPr>
          <p:spPr>
            <a:xfrm>
              <a:off x="8527268" y="1586103"/>
              <a:ext cx="68770" cy="68770"/>
            </a:xfrm>
            <a:custGeom>
              <a:avLst/>
              <a:gdLst/>
              <a:ahLst/>
              <a:cxnLst/>
              <a:rect l="l" t="t" r="r" b="b"/>
              <a:pathLst>
                <a:path w="68770" h="68770" extrusionOk="0">
                  <a:moveTo>
                    <a:pt x="68771" y="34385"/>
                  </a:moveTo>
                  <a:cubicBezTo>
                    <a:pt x="68771" y="53376"/>
                    <a:pt x="53376" y="68771"/>
                    <a:pt x="34385" y="68771"/>
                  </a:cubicBezTo>
                  <a:cubicBezTo>
                    <a:pt x="15395" y="68771"/>
                    <a:pt x="0" y="53376"/>
                    <a:pt x="0" y="34385"/>
                  </a:cubicBezTo>
                  <a:cubicBezTo>
                    <a:pt x="0" y="15395"/>
                    <a:pt x="15395" y="0"/>
                    <a:pt x="34385" y="0"/>
                  </a:cubicBezTo>
                  <a:cubicBezTo>
                    <a:pt x="53376" y="0"/>
                    <a:pt x="68771" y="15395"/>
                    <a:pt x="68771" y="3438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9"/>
            <p:cNvSpPr/>
            <p:nvPr/>
          </p:nvSpPr>
          <p:spPr>
            <a:xfrm>
              <a:off x="8360961" y="1419796"/>
              <a:ext cx="68770" cy="68770"/>
            </a:xfrm>
            <a:custGeom>
              <a:avLst/>
              <a:gdLst/>
              <a:ahLst/>
              <a:cxnLst/>
              <a:rect l="l" t="t" r="r" b="b"/>
              <a:pathLst>
                <a:path w="68770" h="68770" extrusionOk="0">
                  <a:moveTo>
                    <a:pt x="68770" y="34385"/>
                  </a:moveTo>
                  <a:cubicBezTo>
                    <a:pt x="68770" y="53376"/>
                    <a:pt x="53376" y="68770"/>
                    <a:pt x="34385" y="68770"/>
                  </a:cubicBezTo>
                  <a:cubicBezTo>
                    <a:pt x="15395" y="68770"/>
                    <a:pt x="0" y="53376"/>
                    <a:pt x="0" y="34385"/>
                  </a:cubicBezTo>
                  <a:cubicBezTo>
                    <a:pt x="0" y="15395"/>
                    <a:pt x="15395" y="0"/>
                    <a:pt x="34385" y="0"/>
                  </a:cubicBezTo>
                  <a:cubicBezTo>
                    <a:pt x="53376" y="0"/>
                    <a:pt x="68770" y="15395"/>
                    <a:pt x="68770" y="3438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9"/>
            <p:cNvSpPr/>
            <p:nvPr/>
          </p:nvSpPr>
          <p:spPr>
            <a:xfrm>
              <a:off x="8360961" y="1586103"/>
              <a:ext cx="68770" cy="68770"/>
            </a:xfrm>
            <a:custGeom>
              <a:avLst/>
              <a:gdLst/>
              <a:ahLst/>
              <a:cxnLst/>
              <a:rect l="l" t="t" r="r" b="b"/>
              <a:pathLst>
                <a:path w="68770" h="68770" extrusionOk="0">
                  <a:moveTo>
                    <a:pt x="68770" y="34385"/>
                  </a:moveTo>
                  <a:cubicBezTo>
                    <a:pt x="68770" y="53376"/>
                    <a:pt x="53376" y="68771"/>
                    <a:pt x="34385" y="68771"/>
                  </a:cubicBezTo>
                  <a:cubicBezTo>
                    <a:pt x="15395" y="68771"/>
                    <a:pt x="0" y="53376"/>
                    <a:pt x="0" y="34385"/>
                  </a:cubicBezTo>
                  <a:cubicBezTo>
                    <a:pt x="0" y="15395"/>
                    <a:pt x="15395" y="0"/>
                    <a:pt x="34385" y="0"/>
                  </a:cubicBezTo>
                  <a:cubicBezTo>
                    <a:pt x="53376" y="0"/>
                    <a:pt x="68770" y="15395"/>
                    <a:pt x="68770" y="3438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9" name="Google Shape;189;p9"/>
          <p:cNvGrpSpPr/>
          <p:nvPr/>
        </p:nvGrpSpPr>
        <p:grpSpPr>
          <a:xfrm>
            <a:off x="-658610" y="-1968469"/>
            <a:ext cx="11619215" cy="7954488"/>
            <a:chOff x="-658610" y="-1968469"/>
            <a:chExt cx="11619215" cy="7954488"/>
          </a:xfrm>
        </p:grpSpPr>
        <p:sp>
          <p:nvSpPr>
            <p:cNvPr id="190" name="Google Shape;190;p9"/>
            <p:cNvSpPr/>
            <p:nvPr/>
          </p:nvSpPr>
          <p:spPr>
            <a:xfrm rot="6988216">
              <a:off x="649916" y="2854841"/>
              <a:ext cx="1137345" cy="3627596"/>
            </a:xfrm>
            <a:custGeom>
              <a:avLst/>
              <a:gdLst/>
              <a:ahLst/>
              <a:cxnLst/>
              <a:rect l="l" t="t" r="r" b="b"/>
              <a:pathLst>
                <a:path w="45487" h="138057" extrusionOk="0">
                  <a:moveTo>
                    <a:pt x="13029" y="0"/>
                  </a:moveTo>
                  <a:cubicBezTo>
                    <a:pt x="2591" y="8703"/>
                    <a:pt x="-3880" y="27565"/>
                    <a:pt x="2720" y="39445"/>
                  </a:cubicBezTo>
                  <a:cubicBezTo>
                    <a:pt x="13014" y="57975"/>
                    <a:pt x="38819" y="67289"/>
                    <a:pt x="43957" y="87854"/>
                  </a:cubicBezTo>
                  <a:cubicBezTo>
                    <a:pt x="46756" y="99056"/>
                    <a:pt x="45848" y="113757"/>
                    <a:pt x="37682" y="121920"/>
                  </a:cubicBezTo>
                  <a:cubicBezTo>
                    <a:pt x="30288" y="129311"/>
                    <a:pt x="20139" y="133382"/>
                    <a:pt x="10788" y="138057"/>
                  </a:cubicBezTo>
                </a:path>
              </a:pathLst>
            </a:cu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1" name="Google Shape;191;p9"/>
            <p:cNvSpPr/>
            <p:nvPr/>
          </p:nvSpPr>
          <p:spPr>
            <a:xfrm rot="-7899583">
              <a:off x="6574573" y="-830908"/>
              <a:ext cx="4157343" cy="2477981"/>
            </a:xfrm>
            <a:custGeom>
              <a:avLst/>
              <a:gdLst/>
              <a:ahLst/>
              <a:cxnLst/>
              <a:rect l="l" t="t" r="r" b="b"/>
              <a:pathLst>
                <a:path w="166295" h="99120" extrusionOk="0">
                  <a:moveTo>
                    <a:pt x="166295" y="508"/>
                  </a:moveTo>
                  <a:cubicBezTo>
                    <a:pt x="157895" y="508"/>
                    <a:pt x="148426" y="-1524"/>
                    <a:pt x="141194" y="2749"/>
                  </a:cubicBezTo>
                  <a:cubicBezTo>
                    <a:pt x="131546" y="8450"/>
                    <a:pt x="127943" y="21635"/>
                    <a:pt x="118334" y="27402"/>
                  </a:cubicBezTo>
                  <a:cubicBezTo>
                    <a:pt x="111525" y="31489"/>
                    <a:pt x="100193" y="26303"/>
                    <a:pt x="95025" y="32333"/>
                  </a:cubicBezTo>
                  <a:cubicBezTo>
                    <a:pt x="90685" y="37398"/>
                    <a:pt x="91756" y="45279"/>
                    <a:pt x="89647" y="51607"/>
                  </a:cubicBezTo>
                  <a:cubicBezTo>
                    <a:pt x="86302" y="61643"/>
                    <a:pt x="79115" y="70589"/>
                    <a:pt x="70821" y="77156"/>
                  </a:cubicBezTo>
                  <a:cubicBezTo>
                    <a:pt x="51443" y="92499"/>
                    <a:pt x="24083" y="93561"/>
                    <a:pt x="0" y="99120"/>
                  </a:cubicBezTo>
                </a:path>
              </a:pathLst>
            </a:cu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94" name="Google Shape;194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13"/>
          <p:cNvPicPr preferRelativeResize="0"/>
          <p:nvPr/>
        </p:nvPicPr>
        <p:blipFill>
          <a:blip r:embed="rId2">
            <a:alphaModFix amt="1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13"/>
          <p:cNvSpPr txBox="1">
            <a:spLocks noGrp="1"/>
          </p:cNvSpPr>
          <p:nvPr>
            <p:ph type="title" idx="2" hasCustomPrompt="1"/>
          </p:nvPr>
        </p:nvSpPr>
        <p:spPr>
          <a:xfrm>
            <a:off x="1840350" y="1511050"/>
            <a:ext cx="734700" cy="67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32" name="Google Shape;232;p13"/>
          <p:cNvSpPr txBox="1">
            <a:spLocks noGrp="1"/>
          </p:cNvSpPr>
          <p:nvPr>
            <p:ph type="subTitle" idx="1"/>
          </p:nvPr>
        </p:nvSpPr>
        <p:spPr>
          <a:xfrm>
            <a:off x="2575050" y="1511050"/>
            <a:ext cx="1871100" cy="67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grpSp>
        <p:nvGrpSpPr>
          <p:cNvPr id="233" name="Google Shape;233;p13"/>
          <p:cNvGrpSpPr/>
          <p:nvPr/>
        </p:nvGrpSpPr>
        <p:grpSpPr>
          <a:xfrm>
            <a:off x="228590" y="228605"/>
            <a:ext cx="8686820" cy="4686290"/>
            <a:chOff x="228590" y="228605"/>
            <a:chExt cx="8686820" cy="4686290"/>
          </a:xfrm>
        </p:grpSpPr>
        <p:grpSp>
          <p:nvGrpSpPr>
            <p:cNvPr id="234" name="Google Shape;234;p13"/>
            <p:cNvGrpSpPr/>
            <p:nvPr/>
          </p:nvGrpSpPr>
          <p:grpSpPr>
            <a:xfrm rot="5400000">
              <a:off x="8618980" y="105840"/>
              <a:ext cx="173665" cy="419195"/>
              <a:chOff x="6328563" y="3069832"/>
              <a:chExt cx="231553" cy="558927"/>
            </a:xfrm>
          </p:grpSpPr>
          <p:sp>
            <p:nvSpPr>
              <p:cNvPr id="235" name="Google Shape;235;p13"/>
              <p:cNvSpPr/>
              <p:nvPr/>
            </p:nvSpPr>
            <p:spPr>
              <a:xfrm>
                <a:off x="6328564" y="3069832"/>
                <a:ext cx="67818" cy="67818"/>
              </a:xfrm>
              <a:custGeom>
                <a:avLst/>
                <a:gdLst/>
                <a:ahLst/>
                <a:cxnLst/>
                <a:rect l="l" t="t" r="r" b="b"/>
                <a:pathLst>
                  <a:path w="67818" h="67818" extrusionOk="0">
                    <a:moveTo>
                      <a:pt x="67818" y="33909"/>
                    </a:moveTo>
                    <a:cubicBezTo>
                      <a:pt x="67818" y="52637"/>
                      <a:pt x="52636" y="67818"/>
                      <a:pt x="33909" y="67818"/>
                    </a:cubicBezTo>
                    <a:cubicBezTo>
                      <a:pt x="15182" y="67818"/>
                      <a:pt x="0" y="52636"/>
                      <a:pt x="0" y="33909"/>
                    </a:cubicBezTo>
                    <a:cubicBezTo>
                      <a:pt x="0" y="15182"/>
                      <a:pt x="15182" y="0"/>
                      <a:pt x="33909" y="0"/>
                    </a:cubicBezTo>
                    <a:cubicBezTo>
                      <a:pt x="52636" y="0"/>
                      <a:pt x="67818" y="15182"/>
                      <a:pt x="67818" y="3390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" name="Google Shape;236;p13"/>
              <p:cNvSpPr/>
              <p:nvPr/>
            </p:nvSpPr>
            <p:spPr>
              <a:xfrm>
                <a:off x="6492298" y="3069832"/>
                <a:ext cx="67818" cy="67818"/>
              </a:xfrm>
              <a:custGeom>
                <a:avLst/>
                <a:gdLst/>
                <a:ahLst/>
                <a:cxnLst/>
                <a:rect l="l" t="t" r="r" b="b"/>
                <a:pathLst>
                  <a:path w="67818" h="67818" extrusionOk="0">
                    <a:moveTo>
                      <a:pt x="67818" y="33909"/>
                    </a:moveTo>
                    <a:cubicBezTo>
                      <a:pt x="67818" y="52637"/>
                      <a:pt x="52636" y="67818"/>
                      <a:pt x="33909" y="67818"/>
                    </a:cubicBezTo>
                    <a:cubicBezTo>
                      <a:pt x="15182" y="67818"/>
                      <a:pt x="0" y="52636"/>
                      <a:pt x="0" y="33909"/>
                    </a:cubicBezTo>
                    <a:cubicBezTo>
                      <a:pt x="0" y="15182"/>
                      <a:pt x="15182" y="0"/>
                      <a:pt x="33909" y="0"/>
                    </a:cubicBezTo>
                    <a:cubicBezTo>
                      <a:pt x="52636" y="0"/>
                      <a:pt x="67818" y="15182"/>
                      <a:pt x="67818" y="3390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" name="Google Shape;237;p13"/>
              <p:cNvSpPr/>
              <p:nvPr/>
            </p:nvSpPr>
            <p:spPr>
              <a:xfrm>
                <a:off x="6328564" y="3233471"/>
                <a:ext cx="67818" cy="67818"/>
              </a:xfrm>
              <a:custGeom>
                <a:avLst/>
                <a:gdLst/>
                <a:ahLst/>
                <a:cxnLst/>
                <a:rect l="l" t="t" r="r" b="b"/>
                <a:pathLst>
                  <a:path w="67818" h="67818" extrusionOk="0">
                    <a:moveTo>
                      <a:pt x="67818" y="33909"/>
                    </a:moveTo>
                    <a:cubicBezTo>
                      <a:pt x="67818" y="52636"/>
                      <a:pt x="52636" y="67818"/>
                      <a:pt x="33909" y="67818"/>
                    </a:cubicBezTo>
                    <a:cubicBezTo>
                      <a:pt x="15182" y="67818"/>
                      <a:pt x="0" y="52636"/>
                      <a:pt x="0" y="33909"/>
                    </a:cubicBezTo>
                    <a:cubicBezTo>
                      <a:pt x="0" y="15181"/>
                      <a:pt x="15182" y="0"/>
                      <a:pt x="33909" y="0"/>
                    </a:cubicBezTo>
                    <a:cubicBezTo>
                      <a:pt x="52636" y="0"/>
                      <a:pt x="67818" y="15182"/>
                      <a:pt x="67818" y="3390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" name="Google Shape;238;p13"/>
              <p:cNvSpPr/>
              <p:nvPr/>
            </p:nvSpPr>
            <p:spPr>
              <a:xfrm>
                <a:off x="6328563" y="3397206"/>
                <a:ext cx="67818" cy="67817"/>
              </a:xfrm>
              <a:custGeom>
                <a:avLst/>
                <a:gdLst/>
                <a:ahLst/>
                <a:cxnLst/>
                <a:rect l="l" t="t" r="r" b="b"/>
                <a:pathLst>
                  <a:path w="67818" h="67817" extrusionOk="0">
                    <a:moveTo>
                      <a:pt x="0" y="33909"/>
                    </a:moveTo>
                    <a:cubicBezTo>
                      <a:pt x="0" y="15240"/>
                      <a:pt x="15145" y="0"/>
                      <a:pt x="33909" y="0"/>
                    </a:cubicBezTo>
                    <a:cubicBezTo>
                      <a:pt x="52578" y="0"/>
                      <a:pt x="67818" y="15145"/>
                      <a:pt x="67818" y="33909"/>
                    </a:cubicBezTo>
                    <a:cubicBezTo>
                      <a:pt x="67818" y="52578"/>
                      <a:pt x="52673" y="67818"/>
                      <a:pt x="33909" y="67818"/>
                    </a:cubicBezTo>
                    <a:cubicBezTo>
                      <a:pt x="15145" y="67818"/>
                      <a:pt x="0" y="52578"/>
                      <a:pt x="0" y="3390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" name="Google Shape;239;p13"/>
              <p:cNvSpPr/>
              <p:nvPr/>
            </p:nvSpPr>
            <p:spPr>
              <a:xfrm>
                <a:off x="6328564" y="3560941"/>
                <a:ext cx="67818" cy="67818"/>
              </a:xfrm>
              <a:custGeom>
                <a:avLst/>
                <a:gdLst/>
                <a:ahLst/>
                <a:cxnLst/>
                <a:rect l="l" t="t" r="r" b="b"/>
                <a:pathLst>
                  <a:path w="67818" h="67818" extrusionOk="0">
                    <a:moveTo>
                      <a:pt x="67818" y="33909"/>
                    </a:moveTo>
                    <a:cubicBezTo>
                      <a:pt x="67818" y="52636"/>
                      <a:pt x="52636" y="67818"/>
                      <a:pt x="33909" y="67818"/>
                    </a:cubicBezTo>
                    <a:cubicBezTo>
                      <a:pt x="15182" y="67818"/>
                      <a:pt x="0" y="52636"/>
                      <a:pt x="0" y="33909"/>
                    </a:cubicBezTo>
                    <a:cubicBezTo>
                      <a:pt x="0" y="15182"/>
                      <a:pt x="15182" y="0"/>
                      <a:pt x="33909" y="0"/>
                    </a:cubicBezTo>
                    <a:cubicBezTo>
                      <a:pt x="52636" y="0"/>
                      <a:pt x="67818" y="15182"/>
                      <a:pt x="67818" y="3390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" name="Google Shape;240;p13"/>
              <p:cNvSpPr/>
              <p:nvPr/>
            </p:nvSpPr>
            <p:spPr>
              <a:xfrm>
                <a:off x="6492298" y="3233471"/>
                <a:ext cx="67818" cy="67818"/>
              </a:xfrm>
              <a:custGeom>
                <a:avLst/>
                <a:gdLst/>
                <a:ahLst/>
                <a:cxnLst/>
                <a:rect l="l" t="t" r="r" b="b"/>
                <a:pathLst>
                  <a:path w="67818" h="67818" extrusionOk="0">
                    <a:moveTo>
                      <a:pt x="67818" y="33909"/>
                    </a:moveTo>
                    <a:cubicBezTo>
                      <a:pt x="67818" y="52636"/>
                      <a:pt x="52636" y="67818"/>
                      <a:pt x="33909" y="67818"/>
                    </a:cubicBezTo>
                    <a:cubicBezTo>
                      <a:pt x="15182" y="67818"/>
                      <a:pt x="0" y="52636"/>
                      <a:pt x="0" y="33909"/>
                    </a:cubicBezTo>
                    <a:cubicBezTo>
                      <a:pt x="0" y="15181"/>
                      <a:pt x="15182" y="0"/>
                      <a:pt x="33909" y="0"/>
                    </a:cubicBezTo>
                    <a:cubicBezTo>
                      <a:pt x="52636" y="0"/>
                      <a:pt x="67818" y="15182"/>
                      <a:pt x="67818" y="3390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" name="Google Shape;241;p13"/>
              <p:cNvSpPr/>
              <p:nvPr/>
            </p:nvSpPr>
            <p:spPr>
              <a:xfrm>
                <a:off x="6492298" y="3397206"/>
                <a:ext cx="67817" cy="67817"/>
              </a:xfrm>
              <a:custGeom>
                <a:avLst/>
                <a:gdLst/>
                <a:ahLst/>
                <a:cxnLst/>
                <a:rect l="l" t="t" r="r" b="b"/>
                <a:pathLst>
                  <a:path w="67817" h="67817" extrusionOk="0">
                    <a:moveTo>
                      <a:pt x="0" y="33909"/>
                    </a:moveTo>
                    <a:cubicBezTo>
                      <a:pt x="0" y="15240"/>
                      <a:pt x="15145" y="0"/>
                      <a:pt x="33909" y="0"/>
                    </a:cubicBezTo>
                    <a:cubicBezTo>
                      <a:pt x="52578" y="0"/>
                      <a:pt x="67818" y="15145"/>
                      <a:pt x="67818" y="33909"/>
                    </a:cubicBezTo>
                    <a:cubicBezTo>
                      <a:pt x="67818" y="52578"/>
                      <a:pt x="52673" y="67818"/>
                      <a:pt x="33909" y="67818"/>
                    </a:cubicBezTo>
                    <a:cubicBezTo>
                      <a:pt x="15145" y="67818"/>
                      <a:pt x="0" y="52578"/>
                      <a:pt x="0" y="3390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" name="Google Shape;242;p13"/>
              <p:cNvSpPr/>
              <p:nvPr/>
            </p:nvSpPr>
            <p:spPr>
              <a:xfrm>
                <a:off x="6492298" y="3560941"/>
                <a:ext cx="67818" cy="67818"/>
              </a:xfrm>
              <a:custGeom>
                <a:avLst/>
                <a:gdLst/>
                <a:ahLst/>
                <a:cxnLst/>
                <a:rect l="l" t="t" r="r" b="b"/>
                <a:pathLst>
                  <a:path w="67818" h="67818" extrusionOk="0">
                    <a:moveTo>
                      <a:pt x="67818" y="33909"/>
                    </a:moveTo>
                    <a:cubicBezTo>
                      <a:pt x="67818" y="52636"/>
                      <a:pt x="52636" y="67818"/>
                      <a:pt x="33909" y="67818"/>
                    </a:cubicBezTo>
                    <a:cubicBezTo>
                      <a:pt x="15182" y="67818"/>
                      <a:pt x="0" y="52636"/>
                      <a:pt x="0" y="33909"/>
                    </a:cubicBezTo>
                    <a:cubicBezTo>
                      <a:pt x="0" y="15182"/>
                      <a:pt x="15182" y="0"/>
                      <a:pt x="33909" y="0"/>
                    </a:cubicBezTo>
                    <a:cubicBezTo>
                      <a:pt x="52636" y="0"/>
                      <a:pt x="67818" y="15182"/>
                      <a:pt x="67818" y="3390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3" name="Google Shape;243;p13"/>
            <p:cNvGrpSpPr/>
            <p:nvPr/>
          </p:nvGrpSpPr>
          <p:grpSpPr>
            <a:xfrm rot="5400000">
              <a:off x="351355" y="4618465"/>
              <a:ext cx="173665" cy="419195"/>
              <a:chOff x="6328563" y="3069832"/>
              <a:chExt cx="231553" cy="558927"/>
            </a:xfrm>
          </p:grpSpPr>
          <p:sp>
            <p:nvSpPr>
              <p:cNvPr id="244" name="Google Shape;244;p13"/>
              <p:cNvSpPr/>
              <p:nvPr/>
            </p:nvSpPr>
            <p:spPr>
              <a:xfrm>
                <a:off x="6328564" y="3069832"/>
                <a:ext cx="67818" cy="67818"/>
              </a:xfrm>
              <a:custGeom>
                <a:avLst/>
                <a:gdLst/>
                <a:ahLst/>
                <a:cxnLst/>
                <a:rect l="l" t="t" r="r" b="b"/>
                <a:pathLst>
                  <a:path w="67818" h="67818" extrusionOk="0">
                    <a:moveTo>
                      <a:pt x="67818" y="33909"/>
                    </a:moveTo>
                    <a:cubicBezTo>
                      <a:pt x="67818" y="52637"/>
                      <a:pt x="52636" y="67818"/>
                      <a:pt x="33909" y="67818"/>
                    </a:cubicBezTo>
                    <a:cubicBezTo>
                      <a:pt x="15182" y="67818"/>
                      <a:pt x="0" y="52636"/>
                      <a:pt x="0" y="33909"/>
                    </a:cubicBezTo>
                    <a:cubicBezTo>
                      <a:pt x="0" y="15182"/>
                      <a:pt x="15182" y="0"/>
                      <a:pt x="33909" y="0"/>
                    </a:cubicBezTo>
                    <a:cubicBezTo>
                      <a:pt x="52636" y="0"/>
                      <a:pt x="67818" y="15182"/>
                      <a:pt x="67818" y="3390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" name="Google Shape;245;p13"/>
              <p:cNvSpPr/>
              <p:nvPr/>
            </p:nvSpPr>
            <p:spPr>
              <a:xfrm>
                <a:off x="6492298" y="3069832"/>
                <a:ext cx="67818" cy="67818"/>
              </a:xfrm>
              <a:custGeom>
                <a:avLst/>
                <a:gdLst/>
                <a:ahLst/>
                <a:cxnLst/>
                <a:rect l="l" t="t" r="r" b="b"/>
                <a:pathLst>
                  <a:path w="67818" h="67818" extrusionOk="0">
                    <a:moveTo>
                      <a:pt x="67818" y="33909"/>
                    </a:moveTo>
                    <a:cubicBezTo>
                      <a:pt x="67818" y="52637"/>
                      <a:pt x="52636" y="67818"/>
                      <a:pt x="33909" y="67818"/>
                    </a:cubicBezTo>
                    <a:cubicBezTo>
                      <a:pt x="15182" y="67818"/>
                      <a:pt x="0" y="52636"/>
                      <a:pt x="0" y="33909"/>
                    </a:cubicBezTo>
                    <a:cubicBezTo>
                      <a:pt x="0" y="15182"/>
                      <a:pt x="15182" y="0"/>
                      <a:pt x="33909" y="0"/>
                    </a:cubicBezTo>
                    <a:cubicBezTo>
                      <a:pt x="52636" y="0"/>
                      <a:pt x="67818" y="15182"/>
                      <a:pt x="67818" y="3390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" name="Google Shape;246;p13"/>
              <p:cNvSpPr/>
              <p:nvPr/>
            </p:nvSpPr>
            <p:spPr>
              <a:xfrm>
                <a:off x="6328564" y="3233471"/>
                <a:ext cx="67818" cy="67818"/>
              </a:xfrm>
              <a:custGeom>
                <a:avLst/>
                <a:gdLst/>
                <a:ahLst/>
                <a:cxnLst/>
                <a:rect l="l" t="t" r="r" b="b"/>
                <a:pathLst>
                  <a:path w="67818" h="67818" extrusionOk="0">
                    <a:moveTo>
                      <a:pt x="67818" y="33909"/>
                    </a:moveTo>
                    <a:cubicBezTo>
                      <a:pt x="67818" y="52636"/>
                      <a:pt x="52636" y="67818"/>
                      <a:pt x="33909" y="67818"/>
                    </a:cubicBezTo>
                    <a:cubicBezTo>
                      <a:pt x="15182" y="67818"/>
                      <a:pt x="0" y="52636"/>
                      <a:pt x="0" y="33909"/>
                    </a:cubicBezTo>
                    <a:cubicBezTo>
                      <a:pt x="0" y="15181"/>
                      <a:pt x="15182" y="0"/>
                      <a:pt x="33909" y="0"/>
                    </a:cubicBezTo>
                    <a:cubicBezTo>
                      <a:pt x="52636" y="0"/>
                      <a:pt x="67818" y="15182"/>
                      <a:pt x="67818" y="3390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" name="Google Shape;247;p13"/>
              <p:cNvSpPr/>
              <p:nvPr/>
            </p:nvSpPr>
            <p:spPr>
              <a:xfrm>
                <a:off x="6328563" y="3397206"/>
                <a:ext cx="67818" cy="67817"/>
              </a:xfrm>
              <a:custGeom>
                <a:avLst/>
                <a:gdLst/>
                <a:ahLst/>
                <a:cxnLst/>
                <a:rect l="l" t="t" r="r" b="b"/>
                <a:pathLst>
                  <a:path w="67818" h="67817" extrusionOk="0">
                    <a:moveTo>
                      <a:pt x="0" y="33909"/>
                    </a:moveTo>
                    <a:cubicBezTo>
                      <a:pt x="0" y="15240"/>
                      <a:pt x="15145" y="0"/>
                      <a:pt x="33909" y="0"/>
                    </a:cubicBezTo>
                    <a:cubicBezTo>
                      <a:pt x="52578" y="0"/>
                      <a:pt x="67818" y="15145"/>
                      <a:pt x="67818" y="33909"/>
                    </a:cubicBezTo>
                    <a:cubicBezTo>
                      <a:pt x="67818" y="52578"/>
                      <a:pt x="52673" y="67818"/>
                      <a:pt x="33909" y="67818"/>
                    </a:cubicBezTo>
                    <a:cubicBezTo>
                      <a:pt x="15145" y="67818"/>
                      <a:pt x="0" y="52578"/>
                      <a:pt x="0" y="3390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" name="Google Shape;248;p13"/>
              <p:cNvSpPr/>
              <p:nvPr/>
            </p:nvSpPr>
            <p:spPr>
              <a:xfrm>
                <a:off x="6328564" y="3560941"/>
                <a:ext cx="67818" cy="67818"/>
              </a:xfrm>
              <a:custGeom>
                <a:avLst/>
                <a:gdLst/>
                <a:ahLst/>
                <a:cxnLst/>
                <a:rect l="l" t="t" r="r" b="b"/>
                <a:pathLst>
                  <a:path w="67818" h="67818" extrusionOk="0">
                    <a:moveTo>
                      <a:pt x="67818" y="33909"/>
                    </a:moveTo>
                    <a:cubicBezTo>
                      <a:pt x="67818" y="52636"/>
                      <a:pt x="52636" y="67818"/>
                      <a:pt x="33909" y="67818"/>
                    </a:cubicBezTo>
                    <a:cubicBezTo>
                      <a:pt x="15182" y="67818"/>
                      <a:pt x="0" y="52636"/>
                      <a:pt x="0" y="33909"/>
                    </a:cubicBezTo>
                    <a:cubicBezTo>
                      <a:pt x="0" y="15182"/>
                      <a:pt x="15182" y="0"/>
                      <a:pt x="33909" y="0"/>
                    </a:cubicBezTo>
                    <a:cubicBezTo>
                      <a:pt x="52636" y="0"/>
                      <a:pt x="67818" y="15182"/>
                      <a:pt x="67818" y="3390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" name="Google Shape;249;p13"/>
              <p:cNvSpPr/>
              <p:nvPr/>
            </p:nvSpPr>
            <p:spPr>
              <a:xfrm>
                <a:off x="6492298" y="3233471"/>
                <a:ext cx="67818" cy="67818"/>
              </a:xfrm>
              <a:custGeom>
                <a:avLst/>
                <a:gdLst/>
                <a:ahLst/>
                <a:cxnLst/>
                <a:rect l="l" t="t" r="r" b="b"/>
                <a:pathLst>
                  <a:path w="67818" h="67818" extrusionOk="0">
                    <a:moveTo>
                      <a:pt x="67818" y="33909"/>
                    </a:moveTo>
                    <a:cubicBezTo>
                      <a:pt x="67818" y="52636"/>
                      <a:pt x="52636" y="67818"/>
                      <a:pt x="33909" y="67818"/>
                    </a:cubicBezTo>
                    <a:cubicBezTo>
                      <a:pt x="15182" y="67818"/>
                      <a:pt x="0" y="52636"/>
                      <a:pt x="0" y="33909"/>
                    </a:cubicBezTo>
                    <a:cubicBezTo>
                      <a:pt x="0" y="15181"/>
                      <a:pt x="15182" y="0"/>
                      <a:pt x="33909" y="0"/>
                    </a:cubicBezTo>
                    <a:cubicBezTo>
                      <a:pt x="52636" y="0"/>
                      <a:pt x="67818" y="15182"/>
                      <a:pt x="67818" y="3390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" name="Google Shape;250;p13"/>
              <p:cNvSpPr/>
              <p:nvPr/>
            </p:nvSpPr>
            <p:spPr>
              <a:xfrm>
                <a:off x="6492298" y="3397206"/>
                <a:ext cx="67817" cy="67817"/>
              </a:xfrm>
              <a:custGeom>
                <a:avLst/>
                <a:gdLst/>
                <a:ahLst/>
                <a:cxnLst/>
                <a:rect l="l" t="t" r="r" b="b"/>
                <a:pathLst>
                  <a:path w="67817" h="67817" extrusionOk="0">
                    <a:moveTo>
                      <a:pt x="0" y="33909"/>
                    </a:moveTo>
                    <a:cubicBezTo>
                      <a:pt x="0" y="15240"/>
                      <a:pt x="15145" y="0"/>
                      <a:pt x="33909" y="0"/>
                    </a:cubicBezTo>
                    <a:cubicBezTo>
                      <a:pt x="52578" y="0"/>
                      <a:pt x="67818" y="15145"/>
                      <a:pt x="67818" y="33909"/>
                    </a:cubicBezTo>
                    <a:cubicBezTo>
                      <a:pt x="67818" y="52578"/>
                      <a:pt x="52673" y="67818"/>
                      <a:pt x="33909" y="67818"/>
                    </a:cubicBezTo>
                    <a:cubicBezTo>
                      <a:pt x="15145" y="67818"/>
                      <a:pt x="0" y="52578"/>
                      <a:pt x="0" y="3390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" name="Google Shape;251;p13"/>
              <p:cNvSpPr/>
              <p:nvPr/>
            </p:nvSpPr>
            <p:spPr>
              <a:xfrm>
                <a:off x="6492298" y="3560941"/>
                <a:ext cx="67818" cy="67818"/>
              </a:xfrm>
              <a:custGeom>
                <a:avLst/>
                <a:gdLst/>
                <a:ahLst/>
                <a:cxnLst/>
                <a:rect l="l" t="t" r="r" b="b"/>
                <a:pathLst>
                  <a:path w="67818" h="67818" extrusionOk="0">
                    <a:moveTo>
                      <a:pt x="67818" y="33909"/>
                    </a:moveTo>
                    <a:cubicBezTo>
                      <a:pt x="67818" y="52636"/>
                      <a:pt x="52636" y="67818"/>
                      <a:pt x="33909" y="67818"/>
                    </a:cubicBezTo>
                    <a:cubicBezTo>
                      <a:pt x="15182" y="67818"/>
                      <a:pt x="0" y="52636"/>
                      <a:pt x="0" y="33909"/>
                    </a:cubicBezTo>
                    <a:cubicBezTo>
                      <a:pt x="0" y="15182"/>
                      <a:pt x="15182" y="0"/>
                      <a:pt x="33909" y="0"/>
                    </a:cubicBezTo>
                    <a:cubicBezTo>
                      <a:pt x="52636" y="0"/>
                      <a:pt x="67818" y="15182"/>
                      <a:pt x="67818" y="3390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52" name="Google Shape;252;p13"/>
          <p:cNvSpPr txBox="1">
            <a:spLocks noGrp="1"/>
          </p:cNvSpPr>
          <p:nvPr>
            <p:ph type="title" idx="3" hasCustomPrompt="1"/>
          </p:nvPr>
        </p:nvSpPr>
        <p:spPr>
          <a:xfrm>
            <a:off x="4697850" y="1511050"/>
            <a:ext cx="734700" cy="67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53" name="Google Shape;253;p13"/>
          <p:cNvSpPr txBox="1">
            <a:spLocks noGrp="1"/>
          </p:cNvSpPr>
          <p:nvPr>
            <p:ph type="subTitle" idx="4"/>
          </p:nvPr>
        </p:nvSpPr>
        <p:spPr>
          <a:xfrm>
            <a:off x="5432550" y="1511050"/>
            <a:ext cx="1871100" cy="67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54" name="Google Shape;254;p13"/>
          <p:cNvSpPr txBox="1">
            <a:spLocks noGrp="1"/>
          </p:cNvSpPr>
          <p:nvPr>
            <p:ph type="title" idx="5" hasCustomPrompt="1"/>
          </p:nvPr>
        </p:nvSpPr>
        <p:spPr>
          <a:xfrm>
            <a:off x="1840350" y="2635000"/>
            <a:ext cx="734700" cy="67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55" name="Google Shape;255;p13"/>
          <p:cNvSpPr txBox="1">
            <a:spLocks noGrp="1"/>
          </p:cNvSpPr>
          <p:nvPr>
            <p:ph type="subTitle" idx="6"/>
          </p:nvPr>
        </p:nvSpPr>
        <p:spPr>
          <a:xfrm>
            <a:off x="2575050" y="2635000"/>
            <a:ext cx="1871100" cy="67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56" name="Google Shape;256;p13"/>
          <p:cNvSpPr txBox="1">
            <a:spLocks noGrp="1"/>
          </p:cNvSpPr>
          <p:nvPr>
            <p:ph type="title" idx="7" hasCustomPrompt="1"/>
          </p:nvPr>
        </p:nvSpPr>
        <p:spPr>
          <a:xfrm>
            <a:off x="4697850" y="2635000"/>
            <a:ext cx="734700" cy="67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57" name="Google Shape;257;p13"/>
          <p:cNvSpPr txBox="1">
            <a:spLocks noGrp="1"/>
          </p:cNvSpPr>
          <p:nvPr>
            <p:ph type="subTitle" idx="8"/>
          </p:nvPr>
        </p:nvSpPr>
        <p:spPr>
          <a:xfrm>
            <a:off x="5432550" y="2635000"/>
            <a:ext cx="1871100" cy="67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58" name="Google Shape;258;p13"/>
          <p:cNvSpPr txBox="1">
            <a:spLocks noGrp="1"/>
          </p:cNvSpPr>
          <p:nvPr>
            <p:ph type="title" idx="9" hasCustomPrompt="1"/>
          </p:nvPr>
        </p:nvSpPr>
        <p:spPr>
          <a:xfrm>
            <a:off x="1840350" y="3758950"/>
            <a:ext cx="734700" cy="67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59" name="Google Shape;259;p13"/>
          <p:cNvSpPr txBox="1">
            <a:spLocks noGrp="1"/>
          </p:cNvSpPr>
          <p:nvPr>
            <p:ph type="subTitle" idx="13"/>
          </p:nvPr>
        </p:nvSpPr>
        <p:spPr>
          <a:xfrm>
            <a:off x="2575050" y="3758950"/>
            <a:ext cx="1871100" cy="67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60" name="Google Shape;260;p13"/>
          <p:cNvSpPr txBox="1">
            <a:spLocks noGrp="1"/>
          </p:cNvSpPr>
          <p:nvPr>
            <p:ph type="title" idx="14" hasCustomPrompt="1"/>
          </p:nvPr>
        </p:nvSpPr>
        <p:spPr>
          <a:xfrm>
            <a:off x="4697850" y="3758950"/>
            <a:ext cx="734700" cy="67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61" name="Google Shape;261;p13"/>
          <p:cNvSpPr txBox="1">
            <a:spLocks noGrp="1"/>
          </p:cNvSpPr>
          <p:nvPr>
            <p:ph type="subTitle" idx="15"/>
          </p:nvPr>
        </p:nvSpPr>
        <p:spPr>
          <a:xfrm>
            <a:off x="5432550" y="3758950"/>
            <a:ext cx="1871100" cy="67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15"/>
          <p:cNvPicPr preferRelativeResize="0"/>
          <p:nvPr/>
        </p:nvPicPr>
        <p:blipFill>
          <a:blip r:embed="rId2">
            <a:alphaModFix amt="1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7" name="Google Shape;297;p15"/>
          <p:cNvSpPr txBox="1">
            <a:spLocks noGrp="1"/>
          </p:cNvSpPr>
          <p:nvPr>
            <p:ph type="subTitle" idx="1"/>
          </p:nvPr>
        </p:nvSpPr>
        <p:spPr>
          <a:xfrm>
            <a:off x="720000" y="2420965"/>
            <a:ext cx="2301300" cy="15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98" name="Google Shape;298;p15"/>
          <p:cNvSpPr txBox="1">
            <a:spLocks noGrp="1"/>
          </p:cNvSpPr>
          <p:nvPr>
            <p:ph type="subTitle" idx="2"/>
          </p:nvPr>
        </p:nvSpPr>
        <p:spPr>
          <a:xfrm>
            <a:off x="3268950" y="2420965"/>
            <a:ext cx="2301300" cy="15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99" name="Google Shape;299;p15"/>
          <p:cNvSpPr txBox="1">
            <a:spLocks noGrp="1"/>
          </p:cNvSpPr>
          <p:nvPr>
            <p:ph type="subTitle" idx="3"/>
          </p:nvPr>
        </p:nvSpPr>
        <p:spPr>
          <a:xfrm>
            <a:off x="5817900" y="2420965"/>
            <a:ext cx="2301300" cy="15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00" name="Google Shape;300;p15"/>
          <p:cNvSpPr txBox="1">
            <a:spLocks noGrp="1"/>
          </p:cNvSpPr>
          <p:nvPr>
            <p:ph type="subTitle" idx="4"/>
          </p:nvPr>
        </p:nvSpPr>
        <p:spPr>
          <a:xfrm>
            <a:off x="720000" y="2020938"/>
            <a:ext cx="2301300" cy="49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1" name="Google Shape;301;p15"/>
          <p:cNvSpPr txBox="1">
            <a:spLocks noGrp="1"/>
          </p:cNvSpPr>
          <p:nvPr>
            <p:ph type="subTitle" idx="5"/>
          </p:nvPr>
        </p:nvSpPr>
        <p:spPr>
          <a:xfrm>
            <a:off x="3268954" y="2020938"/>
            <a:ext cx="2301300" cy="49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2" name="Google Shape;302;p15"/>
          <p:cNvSpPr txBox="1">
            <a:spLocks noGrp="1"/>
          </p:cNvSpPr>
          <p:nvPr>
            <p:ph type="subTitle" idx="6"/>
          </p:nvPr>
        </p:nvSpPr>
        <p:spPr>
          <a:xfrm>
            <a:off x="5817900" y="2020938"/>
            <a:ext cx="2301300" cy="49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3" name="Google Shape;303;p15"/>
          <p:cNvSpPr/>
          <p:nvPr/>
        </p:nvSpPr>
        <p:spPr>
          <a:xfrm rot="-5043664">
            <a:off x="6238065" y="3273323"/>
            <a:ext cx="5131001" cy="660598"/>
          </a:xfrm>
          <a:custGeom>
            <a:avLst/>
            <a:gdLst/>
            <a:ahLst/>
            <a:cxnLst/>
            <a:rect l="l" t="t" r="r" b="b"/>
            <a:pathLst>
              <a:path w="6850284" h="881949" extrusionOk="0">
                <a:moveTo>
                  <a:pt x="0" y="691175"/>
                </a:moveTo>
                <a:cubicBezTo>
                  <a:pt x="204121" y="839669"/>
                  <a:pt x="482918" y="784424"/>
                  <a:pt x="683609" y="659551"/>
                </a:cubicBezTo>
                <a:cubicBezTo>
                  <a:pt x="912971" y="516772"/>
                  <a:pt x="1077087" y="294268"/>
                  <a:pt x="1299305" y="142344"/>
                </a:cubicBezTo>
                <a:cubicBezTo>
                  <a:pt x="1410272" y="66525"/>
                  <a:pt x="1534478" y="11185"/>
                  <a:pt x="1669828" y="1755"/>
                </a:cubicBezTo>
                <a:cubicBezTo>
                  <a:pt x="1805559" y="-7770"/>
                  <a:pt x="1940243" y="22329"/>
                  <a:pt x="2066163" y="71383"/>
                </a:cubicBezTo>
                <a:cubicBezTo>
                  <a:pt x="2326577" y="172729"/>
                  <a:pt x="2541175" y="358181"/>
                  <a:pt x="2773585" y="508104"/>
                </a:cubicBezTo>
                <a:cubicBezTo>
                  <a:pt x="2994089" y="650312"/>
                  <a:pt x="3250502" y="767470"/>
                  <a:pt x="3519392" y="745181"/>
                </a:cubicBezTo>
                <a:cubicBezTo>
                  <a:pt x="3639026" y="735275"/>
                  <a:pt x="3753041" y="696508"/>
                  <a:pt x="3851910" y="628119"/>
                </a:cubicBezTo>
                <a:cubicBezTo>
                  <a:pt x="3938111" y="568492"/>
                  <a:pt x="4011549" y="493150"/>
                  <a:pt x="4081463" y="415616"/>
                </a:cubicBezTo>
                <a:cubicBezTo>
                  <a:pt x="4217099" y="265121"/>
                  <a:pt x="4352830" y="83860"/>
                  <a:pt x="4557427" y="27187"/>
                </a:cubicBezTo>
                <a:cubicBezTo>
                  <a:pt x="4823175" y="-46442"/>
                  <a:pt x="5087874" y="113198"/>
                  <a:pt x="5282470" y="279028"/>
                </a:cubicBezTo>
                <a:cubicBezTo>
                  <a:pt x="5487067" y="453526"/>
                  <a:pt x="5670328" y="654694"/>
                  <a:pt x="5920074" y="766422"/>
                </a:cubicBezTo>
                <a:cubicBezTo>
                  <a:pt x="6153245" y="870816"/>
                  <a:pt x="6413564" y="905487"/>
                  <a:pt x="6665976" y="866244"/>
                </a:cubicBezTo>
                <a:cubicBezTo>
                  <a:pt x="6728460" y="856529"/>
                  <a:pt x="6789992" y="841765"/>
                  <a:pt x="6850285" y="822715"/>
                </a:cubicBezTo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4" name="Google Shape;304;p15"/>
          <p:cNvGrpSpPr/>
          <p:nvPr/>
        </p:nvGrpSpPr>
        <p:grpSpPr>
          <a:xfrm>
            <a:off x="228596" y="228597"/>
            <a:ext cx="8686806" cy="4686307"/>
            <a:chOff x="228596" y="228597"/>
            <a:chExt cx="8686806" cy="4686307"/>
          </a:xfrm>
        </p:grpSpPr>
        <p:grpSp>
          <p:nvGrpSpPr>
            <p:cNvPr id="305" name="Google Shape;305;p15"/>
            <p:cNvGrpSpPr/>
            <p:nvPr/>
          </p:nvGrpSpPr>
          <p:grpSpPr>
            <a:xfrm rot="5400000">
              <a:off x="351372" y="4618474"/>
              <a:ext cx="173665" cy="419195"/>
              <a:chOff x="6328563" y="3069832"/>
              <a:chExt cx="231553" cy="558927"/>
            </a:xfrm>
          </p:grpSpPr>
          <p:sp>
            <p:nvSpPr>
              <p:cNvPr id="306" name="Google Shape;306;p15"/>
              <p:cNvSpPr/>
              <p:nvPr/>
            </p:nvSpPr>
            <p:spPr>
              <a:xfrm>
                <a:off x="6328564" y="3069832"/>
                <a:ext cx="67818" cy="67818"/>
              </a:xfrm>
              <a:custGeom>
                <a:avLst/>
                <a:gdLst/>
                <a:ahLst/>
                <a:cxnLst/>
                <a:rect l="l" t="t" r="r" b="b"/>
                <a:pathLst>
                  <a:path w="67818" h="67818" extrusionOk="0">
                    <a:moveTo>
                      <a:pt x="67818" y="33909"/>
                    </a:moveTo>
                    <a:cubicBezTo>
                      <a:pt x="67818" y="52637"/>
                      <a:pt x="52636" y="67818"/>
                      <a:pt x="33909" y="67818"/>
                    </a:cubicBezTo>
                    <a:cubicBezTo>
                      <a:pt x="15182" y="67818"/>
                      <a:pt x="0" y="52636"/>
                      <a:pt x="0" y="33909"/>
                    </a:cubicBezTo>
                    <a:cubicBezTo>
                      <a:pt x="0" y="15182"/>
                      <a:pt x="15182" y="0"/>
                      <a:pt x="33909" y="0"/>
                    </a:cubicBezTo>
                    <a:cubicBezTo>
                      <a:pt x="52636" y="0"/>
                      <a:pt x="67818" y="15182"/>
                      <a:pt x="67818" y="3390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7" name="Google Shape;307;p15"/>
              <p:cNvSpPr/>
              <p:nvPr/>
            </p:nvSpPr>
            <p:spPr>
              <a:xfrm>
                <a:off x="6492298" y="3069832"/>
                <a:ext cx="67818" cy="67818"/>
              </a:xfrm>
              <a:custGeom>
                <a:avLst/>
                <a:gdLst/>
                <a:ahLst/>
                <a:cxnLst/>
                <a:rect l="l" t="t" r="r" b="b"/>
                <a:pathLst>
                  <a:path w="67818" h="67818" extrusionOk="0">
                    <a:moveTo>
                      <a:pt x="67818" y="33909"/>
                    </a:moveTo>
                    <a:cubicBezTo>
                      <a:pt x="67818" y="52637"/>
                      <a:pt x="52636" y="67818"/>
                      <a:pt x="33909" y="67818"/>
                    </a:cubicBezTo>
                    <a:cubicBezTo>
                      <a:pt x="15182" y="67818"/>
                      <a:pt x="0" y="52636"/>
                      <a:pt x="0" y="33909"/>
                    </a:cubicBezTo>
                    <a:cubicBezTo>
                      <a:pt x="0" y="15182"/>
                      <a:pt x="15182" y="0"/>
                      <a:pt x="33909" y="0"/>
                    </a:cubicBezTo>
                    <a:cubicBezTo>
                      <a:pt x="52636" y="0"/>
                      <a:pt x="67818" y="15182"/>
                      <a:pt x="67818" y="3390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8" name="Google Shape;308;p15"/>
              <p:cNvSpPr/>
              <p:nvPr/>
            </p:nvSpPr>
            <p:spPr>
              <a:xfrm>
                <a:off x="6328564" y="3233471"/>
                <a:ext cx="67818" cy="67818"/>
              </a:xfrm>
              <a:custGeom>
                <a:avLst/>
                <a:gdLst/>
                <a:ahLst/>
                <a:cxnLst/>
                <a:rect l="l" t="t" r="r" b="b"/>
                <a:pathLst>
                  <a:path w="67818" h="67818" extrusionOk="0">
                    <a:moveTo>
                      <a:pt x="67818" y="33909"/>
                    </a:moveTo>
                    <a:cubicBezTo>
                      <a:pt x="67818" y="52636"/>
                      <a:pt x="52636" y="67818"/>
                      <a:pt x="33909" y="67818"/>
                    </a:cubicBezTo>
                    <a:cubicBezTo>
                      <a:pt x="15182" y="67818"/>
                      <a:pt x="0" y="52636"/>
                      <a:pt x="0" y="33909"/>
                    </a:cubicBezTo>
                    <a:cubicBezTo>
                      <a:pt x="0" y="15181"/>
                      <a:pt x="15182" y="0"/>
                      <a:pt x="33909" y="0"/>
                    </a:cubicBezTo>
                    <a:cubicBezTo>
                      <a:pt x="52636" y="0"/>
                      <a:pt x="67818" y="15182"/>
                      <a:pt x="67818" y="3390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" name="Google Shape;309;p15"/>
              <p:cNvSpPr/>
              <p:nvPr/>
            </p:nvSpPr>
            <p:spPr>
              <a:xfrm>
                <a:off x="6328563" y="3397206"/>
                <a:ext cx="67818" cy="67817"/>
              </a:xfrm>
              <a:custGeom>
                <a:avLst/>
                <a:gdLst/>
                <a:ahLst/>
                <a:cxnLst/>
                <a:rect l="l" t="t" r="r" b="b"/>
                <a:pathLst>
                  <a:path w="67818" h="67817" extrusionOk="0">
                    <a:moveTo>
                      <a:pt x="0" y="33909"/>
                    </a:moveTo>
                    <a:cubicBezTo>
                      <a:pt x="0" y="15240"/>
                      <a:pt x="15145" y="0"/>
                      <a:pt x="33909" y="0"/>
                    </a:cubicBezTo>
                    <a:cubicBezTo>
                      <a:pt x="52578" y="0"/>
                      <a:pt x="67818" y="15145"/>
                      <a:pt x="67818" y="33909"/>
                    </a:cubicBezTo>
                    <a:cubicBezTo>
                      <a:pt x="67818" y="52578"/>
                      <a:pt x="52673" y="67818"/>
                      <a:pt x="33909" y="67818"/>
                    </a:cubicBezTo>
                    <a:cubicBezTo>
                      <a:pt x="15145" y="67818"/>
                      <a:pt x="0" y="52578"/>
                      <a:pt x="0" y="3390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0" name="Google Shape;310;p15"/>
              <p:cNvSpPr/>
              <p:nvPr/>
            </p:nvSpPr>
            <p:spPr>
              <a:xfrm>
                <a:off x="6328564" y="3560941"/>
                <a:ext cx="67818" cy="67818"/>
              </a:xfrm>
              <a:custGeom>
                <a:avLst/>
                <a:gdLst/>
                <a:ahLst/>
                <a:cxnLst/>
                <a:rect l="l" t="t" r="r" b="b"/>
                <a:pathLst>
                  <a:path w="67818" h="67818" extrusionOk="0">
                    <a:moveTo>
                      <a:pt x="67818" y="33909"/>
                    </a:moveTo>
                    <a:cubicBezTo>
                      <a:pt x="67818" y="52636"/>
                      <a:pt x="52636" y="67818"/>
                      <a:pt x="33909" y="67818"/>
                    </a:cubicBezTo>
                    <a:cubicBezTo>
                      <a:pt x="15182" y="67818"/>
                      <a:pt x="0" y="52636"/>
                      <a:pt x="0" y="33909"/>
                    </a:cubicBezTo>
                    <a:cubicBezTo>
                      <a:pt x="0" y="15182"/>
                      <a:pt x="15182" y="0"/>
                      <a:pt x="33909" y="0"/>
                    </a:cubicBezTo>
                    <a:cubicBezTo>
                      <a:pt x="52636" y="0"/>
                      <a:pt x="67818" y="15182"/>
                      <a:pt x="67818" y="3390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" name="Google Shape;311;p15"/>
              <p:cNvSpPr/>
              <p:nvPr/>
            </p:nvSpPr>
            <p:spPr>
              <a:xfrm>
                <a:off x="6492298" y="3233471"/>
                <a:ext cx="67818" cy="67818"/>
              </a:xfrm>
              <a:custGeom>
                <a:avLst/>
                <a:gdLst/>
                <a:ahLst/>
                <a:cxnLst/>
                <a:rect l="l" t="t" r="r" b="b"/>
                <a:pathLst>
                  <a:path w="67818" h="67818" extrusionOk="0">
                    <a:moveTo>
                      <a:pt x="67818" y="33909"/>
                    </a:moveTo>
                    <a:cubicBezTo>
                      <a:pt x="67818" y="52636"/>
                      <a:pt x="52636" y="67818"/>
                      <a:pt x="33909" y="67818"/>
                    </a:cubicBezTo>
                    <a:cubicBezTo>
                      <a:pt x="15182" y="67818"/>
                      <a:pt x="0" y="52636"/>
                      <a:pt x="0" y="33909"/>
                    </a:cubicBezTo>
                    <a:cubicBezTo>
                      <a:pt x="0" y="15181"/>
                      <a:pt x="15182" y="0"/>
                      <a:pt x="33909" y="0"/>
                    </a:cubicBezTo>
                    <a:cubicBezTo>
                      <a:pt x="52636" y="0"/>
                      <a:pt x="67818" y="15182"/>
                      <a:pt x="67818" y="3390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" name="Google Shape;312;p15"/>
              <p:cNvSpPr/>
              <p:nvPr/>
            </p:nvSpPr>
            <p:spPr>
              <a:xfrm>
                <a:off x="6492298" y="3397206"/>
                <a:ext cx="67817" cy="67817"/>
              </a:xfrm>
              <a:custGeom>
                <a:avLst/>
                <a:gdLst/>
                <a:ahLst/>
                <a:cxnLst/>
                <a:rect l="l" t="t" r="r" b="b"/>
                <a:pathLst>
                  <a:path w="67817" h="67817" extrusionOk="0">
                    <a:moveTo>
                      <a:pt x="0" y="33909"/>
                    </a:moveTo>
                    <a:cubicBezTo>
                      <a:pt x="0" y="15240"/>
                      <a:pt x="15145" y="0"/>
                      <a:pt x="33909" y="0"/>
                    </a:cubicBezTo>
                    <a:cubicBezTo>
                      <a:pt x="52578" y="0"/>
                      <a:pt x="67818" y="15145"/>
                      <a:pt x="67818" y="33909"/>
                    </a:cubicBezTo>
                    <a:cubicBezTo>
                      <a:pt x="67818" y="52578"/>
                      <a:pt x="52673" y="67818"/>
                      <a:pt x="33909" y="67818"/>
                    </a:cubicBezTo>
                    <a:cubicBezTo>
                      <a:pt x="15145" y="67818"/>
                      <a:pt x="0" y="52578"/>
                      <a:pt x="0" y="3390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3" name="Google Shape;313;p15"/>
              <p:cNvSpPr/>
              <p:nvPr/>
            </p:nvSpPr>
            <p:spPr>
              <a:xfrm>
                <a:off x="6492298" y="3560941"/>
                <a:ext cx="67818" cy="67818"/>
              </a:xfrm>
              <a:custGeom>
                <a:avLst/>
                <a:gdLst/>
                <a:ahLst/>
                <a:cxnLst/>
                <a:rect l="l" t="t" r="r" b="b"/>
                <a:pathLst>
                  <a:path w="67818" h="67818" extrusionOk="0">
                    <a:moveTo>
                      <a:pt x="67818" y="33909"/>
                    </a:moveTo>
                    <a:cubicBezTo>
                      <a:pt x="67818" y="52636"/>
                      <a:pt x="52636" y="67818"/>
                      <a:pt x="33909" y="67818"/>
                    </a:cubicBezTo>
                    <a:cubicBezTo>
                      <a:pt x="15182" y="67818"/>
                      <a:pt x="0" y="52636"/>
                      <a:pt x="0" y="33909"/>
                    </a:cubicBezTo>
                    <a:cubicBezTo>
                      <a:pt x="0" y="15182"/>
                      <a:pt x="15182" y="0"/>
                      <a:pt x="33909" y="0"/>
                    </a:cubicBezTo>
                    <a:cubicBezTo>
                      <a:pt x="52636" y="0"/>
                      <a:pt x="67818" y="15182"/>
                      <a:pt x="67818" y="3390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4" name="Google Shape;314;p15"/>
            <p:cNvGrpSpPr/>
            <p:nvPr/>
          </p:nvGrpSpPr>
          <p:grpSpPr>
            <a:xfrm rot="5400000">
              <a:off x="8618972" y="329902"/>
              <a:ext cx="173665" cy="419195"/>
              <a:chOff x="6328563" y="3069832"/>
              <a:chExt cx="231553" cy="558927"/>
            </a:xfrm>
          </p:grpSpPr>
          <p:sp>
            <p:nvSpPr>
              <p:cNvPr id="315" name="Google Shape;315;p15"/>
              <p:cNvSpPr/>
              <p:nvPr/>
            </p:nvSpPr>
            <p:spPr>
              <a:xfrm>
                <a:off x="6328564" y="3069832"/>
                <a:ext cx="67818" cy="67818"/>
              </a:xfrm>
              <a:custGeom>
                <a:avLst/>
                <a:gdLst/>
                <a:ahLst/>
                <a:cxnLst/>
                <a:rect l="l" t="t" r="r" b="b"/>
                <a:pathLst>
                  <a:path w="67818" h="67818" extrusionOk="0">
                    <a:moveTo>
                      <a:pt x="67818" y="33909"/>
                    </a:moveTo>
                    <a:cubicBezTo>
                      <a:pt x="67818" y="52637"/>
                      <a:pt x="52636" y="67818"/>
                      <a:pt x="33909" y="67818"/>
                    </a:cubicBezTo>
                    <a:cubicBezTo>
                      <a:pt x="15182" y="67818"/>
                      <a:pt x="0" y="52636"/>
                      <a:pt x="0" y="33909"/>
                    </a:cubicBezTo>
                    <a:cubicBezTo>
                      <a:pt x="0" y="15182"/>
                      <a:pt x="15182" y="0"/>
                      <a:pt x="33909" y="0"/>
                    </a:cubicBezTo>
                    <a:cubicBezTo>
                      <a:pt x="52636" y="0"/>
                      <a:pt x="67818" y="15182"/>
                      <a:pt x="67818" y="3390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" name="Google Shape;316;p15"/>
              <p:cNvSpPr/>
              <p:nvPr/>
            </p:nvSpPr>
            <p:spPr>
              <a:xfrm>
                <a:off x="6492298" y="3069832"/>
                <a:ext cx="67818" cy="67818"/>
              </a:xfrm>
              <a:custGeom>
                <a:avLst/>
                <a:gdLst/>
                <a:ahLst/>
                <a:cxnLst/>
                <a:rect l="l" t="t" r="r" b="b"/>
                <a:pathLst>
                  <a:path w="67818" h="67818" extrusionOk="0">
                    <a:moveTo>
                      <a:pt x="67818" y="33909"/>
                    </a:moveTo>
                    <a:cubicBezTo>
                      <a:pt x="67818" y="52637"/>
                      <a:pt x="52636" y="67818"/>
                      <a:pt x="33909" y="67818"/>
                    </a:cubicBezTo>
                    <a:cubicBezTo>
                      <a:pt x="15182" y="67818"/>
                      <a:pt x="0" y="52636"/>
                      <a:pt x="0" y="33909"/>
                    </a:cubicBezTo>
                    <a:cubicBezTo>
                      <a:pt x="0" y="15182"/>
                      <a:pt x="15182" y="0"/>
                      <a:pt x="33909" y="0"/>
                    </a:cubicBezTo>
                    <a:cubicBezTo>
                      <a:pt x="52636" y="0"/>
                      <a:pt x="67818" y="15182"/>
                      <a:pt x="67818" y="3390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" name="Google Shape;317;p15"/>
              <p:cNvSpPr/>
              <p:nvPr/>
            </p:nvSpPr>
            <p:spPr>
              <a:xfrm>
                <a:off x="6328564" y="3233471"/>
                <a:ext cx="67818" cy="67818"/>
              </a:xfrm>
              <a:custGeom>
                <a:avLst/>
                <a:gdLst/>
                <a:ahLst/>
                <a:cxnLst/>
                <a:rect l="l" t="t" r="r" b="b"/>
                <a:pathLst>
                  <a:path w="67818" h="67818" extrusionOk="0">
                    <a:moveTo>
                      <a:pt x="67818" y="33909"/>
                    </a:moveTo>
                    <a:cubicBezTo>
                      <a:pt x="67818" y="52636"/>
                      <a:pt x="52636" y="67818"/>
                      <a:pt x="33909" y="67818"/>
                    </a:cubicBezTo>
                    <a:cubicBezTo>
                      <a:pt x="15182" y="67818"/>
                      <a:pt x="0" y="52636"/>
                      <a:pt x="0" y="33909"/>
                    </a:cubicBezTo>
                    <a:cubicBezTo>
                      <a:pt x="0" y="15181"/>
                      <a:pt x="15182" y="0"/>
                      <a:pt x="33909" y="0"/>
                    </a:cubicBezTo>
                    <a:cubicBezTo>
                      <a:pt x="52636" y="0"/>
                      <a:pt x="67818" y="15182"/>
                      <a:pt x="67818" y="3390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" name="Google Shape;318;p15"/>
              <p:cNvSpPr/>
              <p:nvPr/>
            </p:nvSpPr>
            <p:spPr>
              <a:xfrm>
                <a:off x="6328563" y="3397206"/>
                <a:ext cx="67818" cy="67817"/>
              </a:xfrm>
              <a:custGeom>
                <a:avLst/>
                <a:gdLst/>
                <a:ahLst/>
                <a:cxnLst/>
                <a:rect l="l" t="t" r="r" b="b"/>
                <a:pathLst>
                  <a:path w="67818" h="67817" extrusionOk="0">
                    <a:moveTo>
                      <a:pt x="0" y="33909"/>
                    </a:moveTo>
                    <a:cubicBezTo>
                      <a:pt x="0" y="15240"/>
                      <a:pt x="15145" y="0"/>
                      <a:pt x="33909" y="0"/>
                    </a:cubicBezTo>
                    <a:cubicBezTo>
                      <a:pt x="52578" y="0"/>
                      <a:pt x="67818" y="15145"/>
                      <a:pt x="67818" y="33909"/>
                    </a:cubicBezTo>
                    <a:cubicBezTo>
                      <a:pt x="67818" y="52578"/>
                      <a:pt x="52673" y="67818"/>
                      <a:pt x="33909" y="67818"/>
                    </a:cubicBezTo>
                    <a:cubicBezTo>
                      <a:pt x="15145" y="67818"/>
                      <a:pt x="0" y="52578"/>
                      <a:pt x="0" y="3390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" name="Google Shape;319;p15"/>
              <p:cNvSpPr/>
              <p:nvPr/>
            </p:nvSpPr>
            <p:spPr>
              <a:xfrm>
                <a:off x="6328564" y="3560941"/>
                <a:ext cx="67818" cy="67818"/>
              </a:xfrm>
              <a:custGeom>
                <a:avLst/>
                <a:gdLst/>
                <a:ahLst/>
                <a:cxnLst/>
                <a:rect l="l" t="t" r="r" b="b"/>
                <a:pathLst>
                  <a:path w="67818" h="67818" extrusionOk="0">
                    <a:moveTo>
                      <a:pt x="67818" y="33909"/>
                    </a:moveTo>
                    <a:cubicBezTo>
                      <a:pt x="67818" y="52636"/>
                      <a:pt x="52636" y="67818"/>
                      <a:pt x="33909" y="67818"/>
                    </a:cubicBezTo>
                    <a:cubicBezTo>
                      <a:pt x="15182" y="67818"/>
                      <a:pt x="0" y="52636"/>
                      <a:pt x="0" y="33909"/>
                    </a:cubicBezTo>
                    <a:cubicBezTo>
                      <a:pt x="0" y="15182"/>
                      <a:pt x="15182" y="0"/>
                      <a:pt x="33909" y="0"/>
                    </a:cubicBezTo>
                    <a:cubicBezTo>
                      <a:pt x="52636" y="0"/>
                      <a:pt x="67818" y="15182"/>
                      <a:pt x="67818" y="3390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" name="Google Shape;320;p15"/>
              <p:cNvSpPr/>
              <p:nvPr/>
            </p:nvSpPr>
            <p:spPr>
              <a:xfrm>
                <a:off x="6492298" y="3233471"/>
                <a:ext cx="67818" cy="67818"/>
              </a:xfrm>
              <a:custGeom>
                <a:avLst/>
                <a:gdLst/>
                <a:ahLst/>
                <a:cxnLst/>
                <a:rect l="l" t="t" r="r" b="b"/>
                <a:pathLst>
                  <a:path w="67818" h="67818" extrusionOk="0">
                    <a:moveTo>
                      <a:pt x="67818" y="33909"/>
                    </a:moveTo>
                    <a:cubicBezTo>
                      <a:pt x="67818" y="52636"/>
                      <a:pt x="52636" y="67818"/>
                      <a:pt x="33909" y="67818"/>
                    </a:cubicBezTo>
                    <a:cubicBezTo>
                      <a:pt x="15182" y="67818"/>
                      <a:pt x="0" y="52636"/>
                      <a:pt x="0" y="33909"/>
                    </a:cubicBezTo>
                    <a:cubicBezTo>
                      <a:pt x="0" y="15181"/>
                      <a:pt x="15182" y="0"/>
                      <a:pt x="33909" y="0"/>
                    </a:cubicBezTo>
                    <a:cubicBezTo>
                      <a:pt x="52636" y="0"/>
                      <a:pt x="67818" y="15182"/>
                      <a:pt x="67818" y="3390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1" name="Google Shape;321;p15"/>
              <p:cNvSpPr/>
              <p:nvPr/>
            </p:nvSpPr>
            <p:spPr>
              <a:xfrm>
                <a:off x="6492298" y="3397206"/>
                <a:ext cx="67817" cy="67817"/>
              </a:xfrm>
              <a:custGeom>
                <a:avLst/>
                <a:gdLst/>
                <a:ahLst/>
                <a:cxnLst/>
                <a:rect l="l" t="t" r="r" b="b"/>
                <a:pathLst>
                  <a:path w="67817" h="67817" extrusionOk="0">
                    <a:moveTo>
                      <a:pt x="0" y="33909"/>
                    </a:moveTo>
                    <a:cubicBezTo>
                      <a:pt x="0" y="15240"/>
                      <a:pt x="15145" y="0"/>
                      <a:pt x="33909" y="0"/>
                    </a:cubicBezTo>
                    <a:cubicBezTo>
                      <a:pt x="52578" y="0"/>
                      <a:pt x="67818" y="15145"/>
                      <a:pt x="67818" y="33909"/>
                    </a:cubicBezTo>
                    <a:cubicBezTo>
                      <a:pt x="67818" y="52578"/>
                      <a:pt x="52673" y="67818"/>
                      <a:pt x="33909" y="67818"/>
                    </a:cubicBezTo>
                    <a:cubicBezTo>
                      <a:pt x="15145" y="67818"/>
                      <a:pt x="0" y="52578"/>
                      <a:pt x="0" y="3390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2" name="Google Shape;322;p15"/>
              <p:cNvSpPr/>
              <p:nvPr/>
            </p:nvSpPr>
            <p:spPr>
              <a:xfrm>
                <a:off x="6492298" y="3560941"/>
                <a:ext cx="67818" cy="67818"/>
              </a:xfrm>
              <a:custGeom>
                <a:avLst/>
                <a:gdLst/>
                <a:ahLst/>
                <a:cxnLst/>
                <a:rect l="l" t="t" r="r" b="b"/>
                <a:pathLst>
                  <a:path w="67818" h="67818" extrusionOk="0">
                    <a:moveTo>
                      <a:pt x="67818" y="33909"/>
                    </a:moveTo>
                    <a:cubicBezTo>
                      <a:pt x="67818" y="52636"/>
                      <a:pt x="52636" y="67818"/>
                      <a:pt x="33909" y="67818"/>
                    </a:cubicBezTo>
                    <a:cubicBezTo>
                      <a:pt x="15182" y="67818"/>
                      <a:pt x="0" y="52636"/>
                      <a:pt x="0" y="33909"/>
                    </a:cubicBezTo>
                    <a:cubicBezTo>
                      <a:pt x="0" y="15182"/>
                      <a:pt x="15182" y="0"/>
                      <a:pt x="33909" y="0"/>
                    </a:cubicBezTo>
                    <a:cubicBezTo>
                      <a:pt x="52636" y="0"/>
                      <a:pt x="67818" y="15182"/>
                      <a:pt x="67818" y="3390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3" name="Google Shape;323;p15"/>
            <p:cNvGrpSpPr/>
            <p:nvPr/>
          </p:nvGrpSpPr>
          <p:grpSpPr>
            <a:xfrm>
              <a:off x="228596" y="228597"/>
              <a:ext cx="300966" cy="436697"/>
              <a:chOff x="8360961" y="1419796"/>
              <a:chExt cx="401288" cy="582263"/>
            </a:xfrm>
          </p:grpSpPr>
          <p:sp>
            <p:nvSpPr>
              <p:cNvPr id="324" name="Google Shape;324;p15"/>
              <p:cNvSpPr/>
              <p:nvPr/>
            </p:nvSpPr>
            <p:spPr>
              <a:xfrm>
                <a:off x="8693479" y="1767078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0"/>
                      <a:pt x="34385" y="68770"/>
                    </a:cubicBezTo>
                    <a:cubicBezTo>
                      <a:pt x="15395" y="68770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5" name="Google Shape;325;p15"/>
              <p:cNvSpPr/>
              <p:nvPr/>
            </p:nvSpPr>
            <p:spPr>
              <a:xfrm>
                <a:off x="8693479" y="1933289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1"/>
                      <a:pt x="34385" y="68771"/>
                    </a:cubicBezTo>
                    <a:cubicBezTo>
                      <a:pt x="15395" y="68771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6" name="Google Shape;326;p15"/>
              <p:cNvSpPr/>
              <p:nvPr/>
            </p:nvSpPr>
            <p:spPr>
              <a:xfrm>
                <a:off x="8527268" y="1767078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0"/>
                      <a:pt x="34385" y="68770"/>
                    </a:cubicBezTo>
                    <a:cubicBezTo>
                      <a:pt x="15395" y="68770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" name="Google Shape;327;p15"/>
              <p:cNvSpPr/>
              <p:nvPr/>
            </p:nvSpPr>
            <p:spPr>
              <a:xfrm>
                <a:off x="8693479" y="1419796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0"/>
                      <a:pt x="34385" y="68770"/>
                    </a:cubicBezTo>
                    <a:cubicBezTo>
                      <a:pt x="15395" y="68770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8" name="Google Shape;328;p15"/>
              <p:cNvSpPr/>
              <p:nvPr/>
            </p:nvSpPr>
            <p:spPr>
              <a:xfrm>
                <a:off x="8527268" y="1419796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0"/>
                      <a:pt x="34385" y="68770"/>
                    </a:cubicBezTo>
                    <a:cubicBezTo>
                      <a:pt x="15395" y="68770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9" name="Google Shape;329;p15"/>
              <p:cNvSpPr/>
              <p:nvPr/>
            </p:nvSpPr>
            <p:spPr>
              <a:xfrm>
                <a:off x="8527268" y="1933289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1"/>
                      <a:pt x="34385" y="68771"/>
                    </a:cubicBezTo>
                    <a:cubicBezTo>
                      <a:pt x="15395" y="68771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0" name="Google Shape;330;p15"/>
              <p:cNvSpPr/>
              <p:nvPr/>
            </p:nvSpPr>
            <p:spPr>
              <a:xfrm>
                <a:off x="8693479" y="1586103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1"/>
                      <a:pt x="34385" y="68771"/>
                    </a:cubicBezTo>
                    <a:cubicBezTo>
                      <a:pt x="15395" y="68771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1" name="Google Shape;331;p15"/>
              <p:cNvSpPr/>
              <p:nvPr/>
            </p:nvSpPr>
            <p:spPr>
              <a:xfrm>
                <a:off x="8527268" y="1586103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1"/>
                      <a:pt x="34385" y="68771"/>
                    </a:cubicBezTo>
                    <a:cubicBezTo>
                      <a:pt x="15395" y="68771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" name="Google Shape;332;p15"/>
              <p:cNvSpPr/>
              <p:nvPr/>
            </p:nvSpPr>
            <p:spPr>
              <a:xfrm>
                <a:off x="8360961" y="1419796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0" y="34385"/>
                    </a:moveTo>
                    <a:cubicBezTo>
                      <a:pt x="68770" y="53376"/>
                      <a:pt x="53376" y="68770"/>
                      <a:pt x="34385" y="68770"/>
                    </a:cubicBezTo>
                    <a:cubicBezTo>
                      <a:pt x="15395" y="68770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0" y="15395"/>
                      <a:pt x="68770" y="3438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" name="Google Shape;333;p15"/>
              <p:cNvSpPr/>
              <p:nvPr/>
            </p:nvSpPr>
            <p:spPr>
              <a:xfrm>
                <a:off x="8360961" y="1586103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0" y="34385"/>
                    </a:moveTo>
                    <a:cubicBezTo>
                      <a:pt x="68770" y="53376"/>
                      <a:pt x="53376" y="68771"/>
                      <a:pt x="34385" y="68771"/>
                    </a:cubicBezTo>
                    <a:cubicBezTo>
                      <a:pt x="15395" y="68771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0" y="15395"/>
                      <a:pt x="68770" y="3438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16"/>
          <p:cNvPicPr preferRelativeResize="0"/>
          <p:nvPr/>
        </p:nvPicPr>
        <p:blipFill>
          <a:blip r:embed="rId2">
            <a:alphaModFix amt="1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7" name="Google Shape;337;p16"/>
          <p:cNvSpPr txBox="1">
            <a:spLocks noGrp="1"/>
          </p:cNvSpPr>
          <p:nvPr>
            <p:ph type="subTitle" idx="1"/>
          </p:nvPr>
        </p:nvSpPr>
        <p:spPr>
          <a:xfrm>
            <a:off x="1142125" y="1825100"/>
            <a:ext cx="3033000" cy="8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38" name="Google Shape;338;p16"/>
          <p:cNvSpPr txBox="1">
            <a:spLocks noGrp="1"/>
          </p:cNvSpPr>
          <p:nvPr>
            <p:ph type="subTitle" idx="2"/>
          </p:nvPr>
        </p:nvSpPr>
        <p:spPr>
          <a:xfrm>
            <a:off x="4968796" y="1825100"/>
            <a:ext cx="3033000" cy="8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39" name="Google Shape;339;p16"/>
          <p:cNvSpPr txBox="1">
            <a:spLocks noGrp="1"/>
          </p:cNvSpPr>
          <p:nvPr>
            <p:ph type="subTitle" idx="3"/>
          </p:nvPr>
        </p:nvSpPr>
        <p:spPr>
          <a:xfrm>
            <a:off x="1142225" y="3561875"/>
            <a:ext cx="3033000" cy="8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40" name="Google Shape;340;p16"/>
          <p:cNvSpPr txBox="1">
            <a:spLocks noGrp="1"/>
          </p:cNvSpPr>
          <p:nvPr>
            <p:ph type="subTitle" idx="4"/>
          </p:nvPr>
        </p:nvSpPr>
        <p:spPr>
          <a:xfrm>
            <a:off x="4968802" y="3561875"/>
            <a:ext cx="3033000" cy="8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41" name="Google Shape;341;p16"/>
          <p:cNvSpPr txBox="1">
            <a:spLocks noGrp="1"/>
          </p:cNvSpPr>
          <p:nvPr>
            <p:ph type="subTitle" idx="5"/>
          </p:nvPr>
        </p:nvSpPr>
        <p:spPr>
          <a:xfrm>
            <a:off x="1142125" y="1445050"/>
            <a:ext cx="3033000" cy="46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9pPr>
          </a:lstStyle>
          <a:p>
            <a:endParaRPr/>
          </a:p>
        </p:txBody>
      </p:sp>
      <p:sp>
        <p:nvSpPr>
          <p:cNvPr id="342" name="Google Shape;342;p16"/>
          <p:cNvSpPr txBox="1">
            <a:spLocks noGrp="1"/>
          </p:cNvSpPr>
          <p:nvPr>
            <p:ph type="subTitle" idx="6"/>
          </p:nvPr>
        </p:nvSpPr>
        <p:spPr>
          <a:xfrm>
            <a:off x="1142225" y="3182050"/>
            <a:ext cx="3033000" cy="46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9pPr>
          </a:lstStyle>
          <a:p>
            <a:endParaRPr/>
          </a:p>
        </p:txBody>
      </p:sp>
      <p:sp>
        <p:nvSpPr>
          <p:cNvPr id="343" name="Google Shape;343;p16"/>
          <p:cNvSpPr txBox="1">
            <a:spLocks noGrp="1"/>
          </p:cNvSpPr>
          <p:nvPr>
            <p:ph type="subTitle" idx="7"/>
          </p:nvPr>
        </p:nvSpPr>
        <p:spPr>
          <a:xfrm>
            <a:off x="4968769" y="1445050"/>
            <a:ext cx="3033000" cy="46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9pPr>
          </a:lstStyle>
          <a:p>
            <a:endParaRPr/>
          </a:p>
        </p:txBody>
      </p:sp>
      <p:sp>
        <p:nvSpPr>
          <p:cNvPr id="344" name="Google Shape;344;p16"/>
          <p:cNvSpPr txBox="1">
            <a:spLocks noGrp="1"/>
          </p:cNvSpPr>
          <p:nvPr>
            <p:ph type="subTitle" idx="8"/>
          </p:nvPr>
        </p:nvSpPr>
        <p:spPr>
          <a:xfrm>
            <a:off x="4968775" y="3182050"/>
            <a:ext cx="3033000" cy="46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9pPr>
          </a:lstStyle>
          <a:p>
            <a:endParaRPr/>
          </a:p>
        </p:txBody>
      </p:sp>
      <p:grpSp>
        <p:nvGrpSpPr>
          <p:cNvPr id="345" name="Google Shape;345;p16"/>
          <p:cNvGrpSpPr/>
          <p:nvPr/>
        </p:nvGrpSpPr>
        <p:grpSpPr>
          <a:xfrm>
            <a:off x="228588" y="2234170"/>
            <a:ext cx="8708658" cy="675156"/>
            <a:chOff x="228588" y="2234170"/>
            <a:chExt cx="8708658" cy="675156"/>
          </a:xfrm>
        </p:grpSpPr>
        <p:grpSp>
          <p:nvGrpSpPr>
            <p:cNvPr id="346" name="Google Shape;346;p16"/>
            <p:cNvGrpSpPr/>
            <p:nvPr/>
          </p:nvGrpSpPr>
          <p:grpSpPr>
            <a:xfrm>
              <a:off x="228589" y="2234170"/>
              <a:ext cx="176308" cy="675156"/>
              <a:chOff x="6740568" y="2012727"/>
              <a:chExt cx="235077" cy="900208"/>
            </a:xfrm>
          </p:grpSpPr>
          <p:sp>
            <p:nvSpPr>
              <p:cNvPr id="347" name="Google Shape;347;p16"/>
              <p:cNvSpPr/>
              <p:nvPr/>
            </p:nvSpPr>
            <p:spPr>
              <a:xfrm>
                <a:off x="6740568" y="2012727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0"/>
                      <a:pt x="34385" y="68770"/>
                    </a:cubicBezTo>
                    <a:cubicBezTo>
                      <a:pt x="15395" y="68770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8" name="Google Shape;348;p16"/>
              <p:cNvSpPr/>
              <p:nvPr/>
            </p:nvSpPr>
            <p:spPr>
              <a:xfrm>
                <a:off x="6906875" y="2012727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0"/>
                      <a:pt x="34385" y="68770"/>
                    </a:cubicBezTo>
                    <a:cubicBezTo>
                      <a:pt x="15395" y="68770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9" name="Google Shape;349;p16"/>
              <p:cNvSpPr/>
              <p:nvPr/>
            </p:nvSpPr>
            <p:spPr>
              <a:xfrm>
                <a:off x="6740568" y="2179034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0"/>
                      <a:pt x="34385" y="68770"/>
                    </a:cubicBezTo>
                    <a:cubicBezTo>
                      <a:pt x="15395" y="68770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0" name="Google Shape;350;p16"/>
              <p:cNvSpPr/>
              <p:nvPr/>
            </p:nvSpPr>
            <p:spPr>
              <a:xfrm>
                <a:off x="6740568" y="2345340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0"/>
                      <a:pt x="34385" y="68770"/>
                    </a:cubicBezTo>
                    <a:cubicBezTo>
                      <a:pt x="15395" y="68770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1" name="Google Shape;351;p16"/>
              <p:cNvSpPr/>
              <p:nvPr/>
            </p:nvSpPr>
            <p:spPr>
              <a:xfrm>
                <a:off x="6740568" y="2511647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1"/>
                      <a:pt x="34385" y="68771"/>
                    </a:cubicBezTo>
                    <a:cubicBezTo>
                      <a:pt x="15395" y="68771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2" name="Google Shape;352;p16"/>
              <p:cNvSpPr/>
              <p:nvPr/>
            </p:nvSpPr>
            <p:spPr>
              <a:xfrm>
                <a:off x="6740568" y="2677858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1"/>
                      <a:pt x="34385" y="68771"/>
                    </a:cubicBezTo>
                    <a:cubicBezTo>
                      <a:pt x="15395" y="68771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3" name="Google Shape;353;p16"/>
              <p:cNvSpPr/>
              <p:nvPr/>
            </p:nvSpPr>
            <p:spPr>
              <a:xfrm>
                <a:off x="6906875" y="2179034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0"/>
                      <a:pt x="34385" y="68770"/>
                    </a:cubicBezTo>
                    <a:cubicBezTo>
                      <a:pt x="15395" y="68770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4" name="Google Shape;354;p16"/>
              <p:cNvSpPr/>
              <p:nvPr/>
            </p:nvSpPr>
            <p:spPr>
              <a:xfrm>
                <a:off x="6906875" y="2345340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0"/>
                      <a:pt x="34385" y="68770"/>
                    </a:cubicBezTo>
                    <a:cubicBezTo>
                      <a:pt x="15395" y="68770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5" name="Google Shape;355;p16"/>
              <p:cNvSpPr/>
              <p:nvPr/>
            </p:nvSpPr>
            <p:spPr>
              <a:xfrm>
                <a:off x="6906875" y="2511647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1"/>
                      <a:pt x="34385" y="68771"/>
                    </a:cubicBezTo>
                    <a:cubicBezTo>
                      <a:pt x="15395" y="68771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p16"/>
              <p:cNvSpPr/>
              <p:nvPr/>
            </p:nvSpPr>
            <p:spPr>
              <a:xfrm>
                <a:off x="6906875" y="2677858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1"/>
                      <a:pt x="34385" y="68771"/>
                    </a:cubicBezTo>
                    <a:cubicBezTo>
                      <a:pt x="15395" y="68771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7" name="Google Shape;357;p16"/>
              <p:cNvSpPr/>
              <p:nvPr/>
            </p:nvSpPr>
            <p:spPr>
              <a:xfrm>
                <a:off x="6740568" y="2844165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1"/>
                      <a:pt x="34385" y="68771"/>
                    </a:cubicBezTo>
                    <a:cubicBezTo>
                      <a:pt x="15395" y="68771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8" name="Google Shape;358;p16"/>
              <p:cNvSpPr/>
              <p:nvPr/>
            </p:nvSpPr>
            <p:spPr>
              <a:xfrm>
                <a:off x="6906875" y="2844165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1"/>
                      <a:pt x="34385" y="68771"/>
                    </a:cubicBezTo>
                    <a:cubicBezTo>
                      <a:pt x="15395" y="68771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9" name="Google Shape;359;p16"/>
            <p:cNvGrpSpPr/>
            <p:nvPr/>
          </p:nvGrpSpPr>
          <p:grpSpPr>
            <a:xfrm>
              <a:off x="8760939" y="2234170"/>
              <a:ext cx="176308" cy="675156"/>
              <a:chOff x="6740568" y="2012727"/>
              <a:chExt cx="235077" cy="900208"/>
            </a:xfrm>
          </p:grpSpPr>
          <p:sp>
            <p:nvSpPr>
              <p:cNvPr id="360" name="Google Shape;360;p16"/>
              <p:cNvSpPr/>
              <p:nvPr/>
            </p:nvSpPr>
            <p:spPr>
              <a:xfrm>
                <a:off x="6740568" y="2012727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0"/>
                      <a:pt x="34385" y="68770"/>
                    </a:cubicBezTo>
                    <a:cubicBezTo>
                      <a:pt x="15395" y="68770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1" name="Google Shape;361;p16"/>
              <p:cNvSpPr/>
              <p:nvPr/>
            </p:nvSpPr>
            <p:spPr>
              <a:xfrm>
                <a:off x="6906875" y="2012727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0"/>
                      <a:pt x="34385" y="68770"/>
                    </a:cubicBezTo>
                    <a:cubicBezTo>
                      <a:pt x="15395" y="68770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2" name="Google Shape;362;p16"/>
              <p:cNvSpPr/>
              <p:nvPr/>
            </p:nvSpPr>
            <p:spPr>
              <a:xfrm>
                <a:off x="6740568" y="2179034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0"/>
                      <a:pt x="34385" y="68770"/>
                    </a:cubicBezTo>
                    <a:cubicBezTo>
                      <a:pt x="15395" y="68770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3" name="Google Shape;363;p16"/>
              <p:cNvSpPr/>
              <p:nvPr/>
            </p:nvSpPr>
            <p:spPr>
              <a:xfrm>
                <a:off x="6740568" y="2345340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0"/>
                      <a:pt x="34385" y="68770"/>
                    </a:cubicBezTo>
                    <a:cubicBezTo>
                      <a:pt x="15395" y="68770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4" name="Google Shape;364;p16"/>
              <p:cNvSpPr/>
              <p:nvPr/>
            </p:nvSpPr>
            <p:spPr>
              <a:xfrm>
                <a:off x="6740568" y="2511647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1"/>
                      <a:pt x="34385" y="68771"/>
                    </a:cubicBezTo>
                    <a:cubicBezTo>
                      <a:pt x="15395" y="68771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5" name="Google Shape;365;p16"/>
              <p:cNvSpPr/>
              <p:nvPr/>
            </p:nvSpPr>
            <p:spPr>
              <a:xfrm>
                <a:off x="6740568" y="2677858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1"/>
                      <a:pt x="34385" y="68771"/>
                    </a:cubicBezTo>
                    <a:cubicBezTo>
                      <a:pt x="15395" y="68771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6" name="Google Shape;366;p16"/>
              <p:cNvSpPr/>
              <p:nvPr/>
            </p:nvSpPr>
            <p:spPr>
              <a:xfrm>
                <a:off x="6906875" y="2179034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0"/>
                      <a:pt x="34385" y="68770"/>
                    </a:cubicBezTo>
                    <a:cubicBezTo>
                      <a:pt x="15395" y="68770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7" name="Google Shape;367;p16"/>
              <p:cNvSpPr/>
              <p:nvPr/>
            </p:nvSpPr>
            <p:spPr>
              <a:xfrm>
                <a:off x="6906875" y="2345340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0"/>
                      <a:pt x="34385" y="68770"/>
                    </a:cubicBezTo>
                    <a:cubicBezTo>
                      <a:pt x="15395" y="68770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8" name="Google Shape;368;p16"/>
              <p:cNvSpPr/>
              <p:nvPr/>
            </p:nvSpPr>
            <p:spPr>
              <a:xfrm>
                <a:off x="6906875" y="2511647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1"/>
                      <a:pt x="34385" y="68771"/>
                    </a:cubicBezTo>
                    <a:cubicBezTo>
                      <a:pt x="15395" y="68771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9" name="Google Shape;369;p16"/>
              <p:cNvSpPr/>
              <p:nvPr/>
            </p:nvSpPr>
            <p:spPr>
              <a:xfrm>
                <a:off x="6906875" y="2677858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1"/>
                      <a:pt x="34385" y="68771"/>
                    </a:cubicBezTo>
                    <a:cubicBezTo>
                      <a:pt x="15395" y="68771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0" name="Google Shape;370;p16"/>
              <p:cNvSpPr/>
              <p:nvPr/>
            </p:nvSpPr>
            <p:spPr>
              <a:xfrm>
                <a:off x="6740568" y="2844165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1"/>
                      <a:pt x="34385" y="68771"/>
                    </a:cubicBezTo>
                    <a:cubicBezTo>
                      <a:pt x="15395" y="68771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1" name="Google Shape;371;p16"/>
              <p:cNvSpPr/>
              <p:nvPr/>
            </p:nvSpPr>
            <p:spPr>
              <a:xfrm>
                <a:off x="6906875" y="2844165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1"/>
                      <a:pt x="34385" y="68771"/>
                    </a:cubicBezTo>
                    <a:cubicBezTo>
                      <a:pt x="15395" y="68771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72" name="Google Shape;372;p16"/>
          <p:cNvGrpSpPr/>
          <p:nvPr/>
        </p:nvGrpSpPr>
        <p:grpSpPr>
          <a:xfrm>
            <a:off x="-1293938" y="-1027156"/>
            <a:ext cx="12475962" cy="7511999"/>
            <a:chOff x="-1293938" y="-1027156"/>
            <a:chExt cx="12475962" cy="7511999"/>
          </a:xfrm>
        </p:grpSpPr>
        <p:sp>
          <p:nvSpPr>
            <p:cNvPr id="373" name="Google Shape;373;p16"/>
            <p:cNvSpPr/>
            <p:nvPr/>
          </p:nvSpPr>
          <p:spPr>
            <a:xfrm rot="-6824970" flipH="1">
              <a:off x="-1457240" y="4021829"/>
              <a:ext cx="2964312" cy="1577450"/>
            </a:xfrm>
            <a:custGeom>
              <a:avLst/>
              <a:gdLst/>
              <a:ahLst/>
              <a:cxnLst/>
              <a:rect l="l" t="t" r="r" b="b"/>
              <a:pathLst>
                <a:path w="3946588" h="2100166" extrusionOk="0">
                  <a:moveTo>
                    <a:pt x="0" y="1739360"/>
                  </a:moveTo>
                  <a:cubicBezTo>
                    <a:pt x="143351" y="1645253"/>
                    <a:pt x="320897" y="1626584"/>
                    <a:pt x="487680" y="1651635"/>
                  </a:cubicBezTo>
                  <a:cubicBezTo>
                    <a:pt x="671513" y="1679257"/>
                    <a:pt x="841534" y="1757077"/>
                    <a:pt x="1006983" y="1838420"/>
                  </a:cubicBezTo>
                  <a:cubicBezTo>
                    <a:pt x="1334072" y="1999202"/>
                    <a:pt x="1718405" y="2198084"/>
                    <a:pt x="2086737" y="2045589"/>
                  </a:cubicBezTo>
                  <a:cubicBezTo>
                    <a:pt x="2383155" y="1922907"/>
                    <a:pt x="2552986" y="1624679"/>
                    <a:pt x="2670239" y="1341977"/>
                  </a:cubicBezTo>
                  <a:cubicBezTo>
                    <a:pt x="2794159" y="1043083"/>
                    <a:pt x="2881408" y="707136"/>
                    <a:pt x="3119438" y="473678"/>
                  </a:cubicBezTo>
                  <a:cubicBezTo>
                    <a:pt x="3351752" y="245935"/>
                    <a:pt x="3693890" y="197644"/>
                    <a:pt x="3946589" y="0"/>
                  </a:cubicBezTo>
                </a:path>
              </a:pathLst>
            </a:custGeom>
            <a:noFill/>
            <a:ln w="19050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16"/>
            <p:cNvSpPr/>
            <p:nvPr/>
          </p:nvSpPr>
          <p:spPr>
            <a:xfrm rot="5950473">
              <a:off x="6995994" y="137247"/>
              <a:ext cx="4789874" cy="2855001"/>
            </a:xfrm>
            <a:custGeom>
              <a:avLst/>
              <a:gdLst/>
              <a:ahLst/>
              <a:cxnLst/>
              <a:rect l="l" t="t" r="r" b="b"/>
              <a:pathLst>
                <a:path w="166295" h="99120" extrusionOk="0">
                  <a:moveTo>
                    <a:pt x="166295" y="508"/>
                  </a:moveTo>
                  <a:cubicBezTo>
                    <a:pt x="157895" y="508"/>
                    <a:pt x="148426" y="-1524"/>
                    <a:pt x="141194" y="2749"/>
                  </a:cubicBezTo>
                  <a:cubicBezTo>
                    <a:pt x="131546" y="8450"/>
                    <a:pt x="127943" y="21635"/>
                    <a:pt x="118334" y="27402"/>
                  </a:cubicBezTo>
                  <a:cubicBezTo>
                    <a:pt x="111525" y="31489"/>
                    <a:pt x="100193" y="26303"/>
                    <a:pt x="95025" y="32333"/>
                  </a:cubicBezTo>
                  <a:cubicBezTo>
                    <a:pt x="90685" y="37398"/>
                    <a:pt x="91756" y="45279"/>
                    <a:pt x="89647" y="51607"/>
                  </a:cubicBezTo>
                  <a:cubicBezTo>
                    <a:pt x="86302" y="61643"/>
                    <a:pt x="79115" y="70589"/>
                    <a:pt x="70821" y="77156"/>
                  </a:cubicBezTo>
                  <a:cubicBezTo>
                    <a:pt x="51443" y="92499"/>
                    <a:pt x="24083" y="93561"/>
                    <a:pt x="0" y="99120"/>
                  </a:cubicBezTo>
                </a:path>
              </a:pathLst>
            </a:cu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5_1"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17"/>
          <p:cNvPicPr preferRelativeResize="0"/>
          <p:nvPr/>
        </p:nvPicPr>
        <p:blipFill>
          <a:blip r:embed="rId2">
            <a:alphaModFix amt="1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378" name="Google Shape;378;p17"/>
          <p:cNvGrpSpPr/>
          <p:nvPr/>
        </p:nvGrpSpPr>
        <p:grpSpPr>
          <a:xfrm>
            <a:off x="8739101" y="4239745"/>
            <a:ext cx="176308" cy="675156"/>
            <a:chOff x="6740568" y="2012727"/>
            <a:chExt cx="235077" cy="900208"/>
          </a:xfrm>
        </p:grpSpPr>
        <p:sp>
          <p:nvSpPr>
            <p:cNvPr id="379" name="Google Shape;379;p17"/>
            <p:cNvSpPr/>
            <p:nvPr/>
          </p:nvSpPr>
          <p:spPr>
            <a:xfrm>
              <a:off x="6740568" y="2012727"/>
              <a:ext cx="68770" cy="68770"/>
            </a:xfrm>
            <a:custGeom>
              <a:avLst/>
              <a:gdLst/>
              <a:ahLst/>
              <a:cxnLst/>
              <a:rect l="l" t="t" r="r" b="b"/>
              <a:pathLst>
                <a:path w="68770" h="68770" extrusionOk="0">
                  <a:moveTo>
                    <a:pt x="68771" y="34385"/>
                  </a:moveTo>
                  <a:cubicBezTo>
                    <a:pt x="68771" y="53376"/>
                    <a:pt x="53376" y="68770"/>
                    <a:pt x="34385" y="68770"/>
                  </a:cubicBezTo>
                  <a:cubicBezTo>
                    <a:pt x="15395" y="68770"/>
                    <a:pt x="0" y="53376"/>
                    <a:pt x="0" y="34385"/>
                  </a:cubicBezTo>
                  <a:cubicBezTo>
                    <a:pt x="0" y="15395"/>
                    <a:pt x="15395" y="0"/>
                    <a:pt x="34385" y="0"/>
                  </a:cubicBezTo>
                  <a:cubicBezTo>
                    <a:pt x="53376" y="0"/>
                    <a:pt x="68771" y="15395"/>
                    <a:pt x="68771" y="3438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17"/>
            <p:cNvSpPr/>
            <p:nvPr/>
          </p:nvSpPr>
          <p:spPr>
            <a:xfrm>
              <a:off x="6906875" y="2012727"/>
              <a:ext cx="68770" cy="68770"/>
            </a:xfrm>
            <a:custGeom>
              <a:avLst/>
              <a:gdLst/>
              <a:ahLst/>
              <a:cxnLst/>
              <a:rect l="l" t="t" r="r" b="b"/>
              <a:pathLst>
                <a:path w="68770" h="68770" extrusionOk="0">
                  <a:moveTo>
                    <a:pt x="68771" y="34385"/>
                  </a:moveTo>
                  <a:cubicBezTo>
                    <a:pt x="68771" y="53376"/>
                    <a:pt x="53376" y="68770"/>
                    <a:pt x="34385" y="68770"/>
                  </a:cubicBezTo>
                  <a:cubicBezTo>
                    <a:pt x="15395" y="68770"/>
                    <a:pt x="0" y="53376"/>
                    <a:pt x="0" y="34385"/>
                  </a:cubicBezTo>
                  <a:cubicBezTo>
                    <a:pt x="0" y="15395"/>
                    <a:pt x="15395" y="0"/>
                    <a:pt x="34385" y="0"/>
                  </a:cubicBezTo>
                  <a:cubicBezTo>
                    <a:pt x="53376" y="0"/>
                    <a:pt x="68771" y="15395"/>
                    <a:pt x="68771" y="3438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17"/>
            <p:cNvSpPr/>
            <p:nvPr/>
          </p:nvSpPr>
          <p:spPr>
            <a:xfrm>
              <a:off x="6740568" y="2179034"/>
              <a:ext cx="68770" cy="68770"/>
            </a:xfrm>
            <a:custGeom>
              <a:avLst/>
              <a:gdLst/>
              <a:ahLst/>
              <a:cxnLst/>
              <a:rect l="l" t="t" r="r" b="b"/>
              <a:pathLst>
                <a:path w="68770" h="68770" extrusionOk="0">
                  <a:moveTo>
                    <a:pt x="68771" y="34385"/>
                  </a:moveTo>
                  <a:cubicBezTo>
                    <a:pt x="68771" y="53376"/>
                    <a:pt x="53376" y="68770"/>
                    <a:pt x="34385" y="68770"/>
                  </a:cubicBezTo>
                  <a:cubicBezTo>
                    <a:pt x="15395" y="68770"/>
                    <a:pt x="0" y="53376"/>
                    <a:pt x="0" y="34385"/>
                  </a:cubicBezTo>
                  <a:cubicBezTo>
                    <a:pt x="0" y="15395"/>
                    <a:pt x="15395" y="0"/>
                    <a:pt x="34385" y="0"/>
                  </a:cubicBezTo>
                  <a:cubicBezTo>
                    <a:pt x="53376" y="0"/>
                    <a:pt x="68771" y="15395"/>
                    <a:pt x="68771" y="3438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17"/>
            <p:cNvSpPr/>
            <p:nvPr/>
          </p:nvSpPr>
          <p:spPr>
            <a:xfrm>
              <a:off x="6740568" y="2345340"/>
              <a:ext cx="68770" cy="68770"/>
            </a:xfrm>
            <a:custGeom>
              <a:avLst/>
              <a:gdLst/>
              <a:ahLst/>
              <a:cxnLst/>
              <a:rect l="l" t="t" r="r" b="b"/>
              <a:pathLst>
                <a:path w="68770" h="68770" extrusionOk="0">
                  <a:moveTo>
                    <a:pt x="68771" y="34385"/>
                  </a:moveTo>
                  <a:cubicBezTo>
                    <a:pt x="68771" y="53376"/>
                    <a:pt x="53376" y="68770"/>
                    <a:pt x="34385" y="68770"/>
                  </a:cubicBezTo>
                  <a:cubicBezTo>
                    <a:pt x="15395" y="68770"/>
                    <a:pt x="0" y="53376"/>
                    <a:pt x="0" y="34385"/>
                  </a:cubicBezTo>
                  <a:cubicBezTo>
                    <a:pt x="0" y="15395"/>
                    <a:pt x="15395" y="0"/>
                    <a:pt x="34385" y="0"/>
                  </a:cubicBezTo>
                  <a:cubicBezTo>
                    <a:pt x="53376" y="0"/>
                    <a:pt x="68771" y="15395"/>
                    <a:pt x="68771" y="3438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17"/>
            <p:cNvSpPr/>
            <p:nvPr/>
          </p:nvSpPr>
          <p:spPr>
            <a:xfrm>
              <a:off x="6740568" y="2511647"/>
              <a:ext cx="68770" cy="68770"/>
            </a:xfrm>
            <a:custGeom>
              <a:avLst/>
              <a:gdLst/>
              <a:ahLst/>
              <a:cxnLst/>
              <a:rect l="l" t="t" r="r" b="b"/>
              <a:pathLst>
                <a:path w="68770" h="68770" extrusionOk="0">
                  <a:moveTo>
                    <a:pt x="68771" y="34385"/>
                  </a:moveTo>
                  <a:cubicBezTo>
                    <a:pt x="68771" y="53376"/>
                    <a:pt x="53376" y="68771"/>
                    <a:pt x="34385" y="68771"/>
                  </a:cubicBezTo>
                  <a:cubicBezTo>
                    <a:pt x="15395" y="68771"/>
                    <a:pt x="0" y="53376"/>
                    <a:pt x="0" y="34385"/>
                  </a:cubicBezTo>
                  <a:cubicBezTo>
                    <a:pt x="0" y="15395"/>
                    <a:pt x="15395" y="0"/>
                    <a:pt x="34385" y="0"/>
                  </a:cubicBezTo>
                  <a:cubicBezTo>
                    <a:pt x="53376" y="0"/>
                    <a:pt x="68771" y="15395"/>
                    <a:pt x="68771" y="3438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17"/>
            <p:cNvSpPr/>
            <p:nvPr/>
          </p:nvSpPr>
          <p:spPr>
            <a:xfrm>
              <a:off x="6740568" y="2677858"/>
              <a:ext cx="68770" cy="68770"/>
            </a:xfrm>
            <a:custGeom>
              <a:avLst/>
              <a:gdLst/>
              <a:ahLst/>
              <a:cxnLst/>
              <a:rect l="l" t="t" r="r" b="b"/>
              <a:pathLst>
                <a:path w="68770" h="68770" extrusionOk="0">
                  <a:moveTo>
                    <a:pt x="68771" y="34385"/>
                  </a:moveTo>
                  <a:cubicBezTo>
                    <a:pt x="68771" y="53376"/>
                    <a:pt x="53376" y="68771"/>
                    <a:pt x="34385" y="68771"/>
                  </a:cubicBezTo>
                  <a:cubicBezTo>
                    <a:pt x="15395" y="68771"/>
                    <a:pt x="0" y="53376"/>
                    <a:pt x="0" y="34385"/>
                  </a:cubicBezTo>
                  <a:cubicBezTo>
                    <a:pt x="0" y="15395"/>
                    <a:pt x="15395" y="0"/>
                    <a:pt x="34385" y="0"/>
                  </a:cubicBezTo>
                  <a:cubicBezTo>
                    <a:pt x="53376" y="0"/>
                    <a:pt x="68771" y="15395"/>
                    <a:pt x="68771" y="3438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17"/>
            <p:cNvSpPr/>
            <p:nvPr/>
          </p:nvSpPr>
          <p:spPr>
            <a:xfrm>
              <a:off x="6906875" y="2179034"/>
              <a:ext cx="68770" cy="68770"/>
            </a:xfrm>
            <a:custGeom>
              <a:avLst/>
              <a:gdLst/>
              <a:ahLst/>
              <a:cxnLst/>
              <a:rect l="l" t="t" r="r" b="b"/>
              <a:pathLst>
                <a:path w="68770" h="68770" extrusionOk="0">
                  <a:moveTo>
                    <a:pt x="68771" y="34385"/>
                  </a:moveTo>
                  <a:cubicBezTo>
                    <a:pt x="68771" y="53376"/>
                    <a:pt x="53376" y="68770"/>
                    <a:pt x="34385" y="68770"/>
                  </a:cubicBezTo>
                  <a:cubicBezTo>
                    <a:pt x="15395" y="68770"/>
                    <a:pt x="0" y="53376"/>
                    <a:pt x="0" y="34385"/>
                  </a:cubicBezTo>
                  <a:cubicBezTo>
                    <a:pt x="0" y="15395"/>
                    <a:pt x="15395" y="0"/>
                    <a:pt x="34385" y="0"/>
                  </a:cubicBezTo>
                  <a:cubicBezTo>
                    <a:pt x="53376" y="0"/>
                    <a:pt x="68771" y="15395"/>
                    <a:pt x="68771" y="3438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17"/>
            <p:cNvSpPr/>
            <p:nvPr/>
          </p:nvSpPr>
          <p:spPr>
            <a:xfrm>
              <a:off x="6906875" y="2345340"/>
              <a:ext cx="68770" cy="68770"/>
            </a:xfrm>
            <a:custGeom>
              <a:avLst/>
              <a:gdLst/>
              <a:ahLst/>
              <a:cxnLst/>
              <a:rect l="l" t="t" r="r" b="b"/>
              <a:pathLst>
                <a:path w="68770" h="68770" extrusionOk="0">
                  <a:moveTo>
                    <a:pt x="68771" y="34385"/>
                  </a:moveTo>
                  <a:cubicBezTo>
                    <a:pt x="68771" y="53376"/>
                    <a:pt x="53376" y="68770"/>
                    <a:pt x="34385" y="68770"/>
                  </a:cubicBezTo>
                  <a:cubicBezTo>
                    <a:pt x="15395" y="68770"/>
                    <a:pt x="0" y="53376"/>
                    <a:pt x="0" y="34385"/>
                  </a:cubicBezTo>
                  <a:cubicBezTo>
                    <a:pt x="0" y="15395"/>
                    <a:pt x="15395" y="0"/>
                    <a:pt x="34385" y="0"/>
                  </a:cubicBezTo>
                  <a:cubicBezTo>
                    <a:pt x="53376" y="0"/>
                    <a:pt x="68771" y="15395"/>
                    <a:pt x="68771" y="3438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17"/>
            <p:cNvSpPr/>
            <p:nvPr/>
          </p:nvSpPr>
          <p:spPr>
            <a:xfrm>
              <a:off x="6906875" y="2511647"/>
              <a:ext cx="68770" cy="68770"/>
            </a:xfrm>
            <a:custGeom>
              <a:avLst/>
              <a:gdLst/>
              <a:ahLst/>
              <a:cxnLst/>
              <a:rect l="l" t="t" r="r" b="b"/>
              <a:pathLst>
                <a:path w="68770" h="68770" extrusionOk="0">
                  <a:moveTo>
                    <a:pt x="68771" y="34385"/>
                  </a:moveTo>
                  <a:cubicBezTo>
                    <a:pt x="68771" y="53376"/>
                    <a:pt x="53376" y="68771"/>
                    <a:pt x="34385" y="68771"/>
                  </a:cubicBezTo>
                  <a:cubicBezTo>
                    <a:pt x="15395" y="68771"/>
                    <a:pt x="0" y="53376"/>
                    <a:pt x="0" y="34385"/>
                  </a:cubicBezTo>
                  <a:cubicBezTo>
                    <a:pt x="0" y="15395"/>
                    <a:pt x="15395" y="0"/>
                    <a:pt x="34385" y="0"/>
                  </a:cubicBezTo>
                  <a:cubicBezTo>
                    <a:pt x="53376" y="0"/>
                    <a:pt x="68771" y="15395"/>
                    <a:pt x="68771" y="3438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17"/>
            <p:cNvSpPr/>
            <p:nvPr/>
          </p:nvSpPr>
          <p:spPr>
            <a:xfrm>
              <a:off x="6906875" y="2677858"/>
              <a:ext cx="68770" cy="68770"/>
            </a:xfrm>
            <a:custGeom>
              <a:avLst/>
              <a:gdLst/>
              <a:ahLst/>
              <a:cxnLst/>
              <a:rect l="l" t="t" r="r" b="b"/>
              <a:pathLst>
                <a:path w="68770" h="68770" extrusionOk="0">
                  <a:moveTo>
                    <a:pt x="68771" y="34385"/>
                  </a:moveTo>
                  <a:cubicBezTo>
                    <a:pt x="68771" y="53376"/>
                    <a:pt x="53376" y="68771"/>
                    <a:pt x="34385" y="68771"/>
                  </a:cubicBezTo>
                  <a:cubicBezTo>
                    <a:pt x="15395" y="68771"/>
                    <a:pt x="0" y="53376"/>
                    <a:pt x="0" y="34385"/>
                  </a:cubicBezTo>
                  <a:cubicBezTo>
                    <a:pt x="0" y="15395"/>
                    <a:pt x="15395" y="0"/>
                    <a:pt x="34385" y="0"/>
                  </a:cubicBezTo>
                  <a:cubicBezTo>
                    <a:pt x="53376" y="0"/>
                    <a:pt x="68771" y="15395"/>
                    <a:pt x="68771" y="3438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17"/>
            <p:cNvSpPr/>
            <p:nvPr/>
          </p:nvSpPr>
          <p:spPr>
            <a:xfrm>
              <a:off x="6740568" y="2844165"/>
              <a:ext cx="68770" cy="68770"/>
            </a:xfrm>
            <a:custGeom>
              <a:avLst/>
              <a:gdLst/>
              <a:ahLst/>
              <a:cxnLst/>
              <a:rect l="l" t="t" r="r" b="b"/>
              <a:pathLst>
                <a:path w="68770" h="68770" extrusionOk="0">
                  <a:moveTo>
                    <a:pt x="68771" y="34385"/>
                  </a:moveTo>
                  <a:cubicBezTo>
                    <a:pt x="68771" y="53376"/>
                    <a:pt x="53376" y="68771"/>
                    <a:pt x="34385" y="68771"/>
                  </a:cubicBezTo>
                  <a:cubicBezTo>
                    <a:pt x="15395" y="68771"/>
                    <a:pt x="0" y="53376"/>
                    <a:pt x="0" y="34385"/>
                  </a:cubicBezTo>
                  <a:cubicBezTo>
                    <a:pt x="0" y="15395"/>
                    <a:pt x="15395" y="0"/>
                    <a:pt x="34385" y="0"/>
                  </a:cubicBezTo>
                  <a:cubicBezTo>
                    <a:pt x="53376" y="0"/>
                    <a:pt x="68771" y="15395"/>
                    <a:pt x="68771" y="3438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17"/>
            <p:cNvSpPr/>
            <p:nvPr/>
          </p:nvSpPr>
          <p:spPr>
            <a:xfrm>
              <a:off x="6906875" y="2844165"/>
              <a:ext cx="68770" cy="68770"/>
            </a:xfrm>
            <a:custGeom>
              <a:avLst/>
              <a:gdLst/>
              <a:ahLst/>
              <a:cxnLst/>
              <a:rect l="l" t="t" r="r" b="b"/>
              <a:pathLst>
                <a:path w="68770" h="68770" extrusionOk="0">
                  <a:moveTo>
                    <a:pt x="68771" y="34385"/>
                  </a:moveTo>
                  <a:cubicBezTo>
                    <a:pt x="68771" y="53376"/>
                    <a:pt x="53376" y="68771"/>
                    <a:pt x="34385" y="68771"/>
                  </a:cubicBezTo>
                  <a:cubicBezTo>
                    <a:pt x="15395" y="68771"/>
                    <a:pt x="0" y="53376"/>
                    <a:pt x="0" y="34385"/>
                  </a:cubicBezTo>
                  <a:cubicBezTo>
                    <a:pt x="0" y="15395"/>
                    <a:pt x="15395" y="0"/>
                    <a:pt x="34385" y="0"/>
                  </a:cubicBezTo>
                  <a:cubicBezTo>
                    <a:pt x="53376" y="0"/>
                    <a:pt x="68771" y="15395"/>
                    <a:pt x="68771" y="3438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1" name="Google Shape;391;p17"/>
          <p:cNvSpPr/>
          <p:nvPr/>
        </p:nvSpPr>
        <p:spPr>
          <a:xfrm rot="-5950473" flipH="1">
            <a:off x="-1415881" y="-1313203"/>
            <a:ext cx="4789874" cy="2855001"/>
          </a:xfrm>
          <a:custGeom>
            <a:avLst/>
            <a:gdLst/>
            <a:ahLst/>
            <a:cxnLst/>
            <a:rect l="l" t="t" r="r" b="b"/>
            <a:pathLst>
              <a:path w="166295" h="99120" extrusionOk="0">
                <a:moveTo>
                  <a:pt x="166295" y="508"/>
                </a:moveTo>
                <a:cubicBezTo>
                  <a:pt x="157895" y="508"/>
                  <a:pt x="148426" y="-1524"/>
                  <a:pt x="141194" y="2749"/>
                </a:cubicBezTo>
                <a:cubicBezTo>
                  <a:pt x="131546" y="8450"/>
                  <a:pt x="127943" y="21635"/>
                  <a:pt x="118334" y="27402"/>
                </a:cubicBezTo>
                <a:cubicBezTo>
                  <a:pt x="111525" y="31489"/>
                  <a:pt x="100193" y="26303"/>
                  <a:pt x="95025" y="32333"/>
                </a:cubicBezTo>
                <a:cubicBezTo>
                  <a:pt x="90685" y="37398"/>
                  <a:pt x="91756" y="45279"/>
                  <a:pt x="89647" y="51607"/>
                </a:cubicBezTo>
                <a:cubicBezTo>
                  <a:pt x="86302" y="61643"/>
                  <a:pt x="79115" y="70589"/>
                  <a:pt x="70821" y="77156"/>
                </a:cubicBezTo>
                <a:cubicBezTo>
                  <a:pt x="51443" y="92499"/>
                  <a:pt x="24083" y="93561"/>
                  <a:pt x="0" y="99120"/>
                </a:cubicBezTo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19"/>
          <p:cNvPicPr preferRelativeResize="0"/>
          <p:nvPr/>
        </p:nvPicPr>
        <p:blipFill>
          <a:blip r:embed="rId2">
            <a:alphaModFix amt="1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6" name="Google Shape;436;p19"/>
          <p:cNvGrpSpPr/>
          <p:nvPr/>
        </p:nvGrpSpPr>
        <p:grpSpPr>
          <a:xfrm rot="10800000" flipH="1">
            <a:off x="-1057375" y="-915650"/>
            <a:ext cx="10226527" cy="6901821"/>
            <a:chOff x="-1082527" y="-915650"/>
            <a:chExt cx="10226527" cy="6901821"/>
          </a:xfrm>
        </p:grpSpPr>
        <p:sp>
          <p:nvSpPr>
            <p:cNvPr id="437" name="Google Shape;437;p19"/>
            <p:cNvSpPr/>
            <p:nvPr/>
          </p:nvSpPr>
          <p:spPr>
            <a:xfrm flipH="1">
              <a:off x="5917665" y="-915650"/>
              <a:ext cx="3226336" cy="1716886"/>
            </a:xfrm>
            <a:custGeom>
              <a:avLst/>
              <a:gdLst/>
              <a:ahLst/>
              <a:cxnLst/>
              <a:rect l="l" t="t" r="r" b="b"/>
              <a:pathLst>
                <a:path w="3946588" h="2100166" extrusionOk="0">
                  <a:moveTo>
                    <a:pt x="0" y="1739360"/>
                  </a:moveTo>
                  <a:cubicBezTo>
                    <a:pt x="143351" y="1645253"/>
                    <a:pt x="320897" y="1626584"/>
                    <a:pt x="487680" y="1651635"/>
                  </a:cubicBezTo>
                  <a:cubicBezTo>
                    <a:pt x="671513" y="1679257"/>
                    <a:pt x="841534" y="1757077"/>
                    <a:pt x="1006983" y="1838420"/>
                  </a:cubicBezTo>
                  <a:cubicBezTo>
                    <a:pt x="1334072" y="1999202"/>
                    <a:pt x="1718405" y="2198084"/>
                    <a:pt x="2086737" y="2045589"/>
                  </a:cubicBezTo>
                  <a:cubicBezTo>
                    <a:pt x="2383155" y="1922907"/>
                    <a:pt x="2552986" y="1624679"/>
                    <a:pt x="2670239" y="1341977"/>
                  </a:cubicBezTo>
                  <a:cubicBezTo>
                    <a:pt x="2794159" y="1043083"/>
                    <a:pt x="2881408" y="707136"/>
                    <a:pt x="3119438" y="473678"/>
                  </a:cubicBezTo>
                  <a:cubicBezTo>
                    <a:pt x="3351752" y="245935"/>
                    <a:pt x="3693890" y="197644"/>
                    <a:pt x="3946589" y="0"/>
                  </a:cubicBezTo>
                </a:path>
              </a:pathLst>
            </a:custGeom>
            <a:noFill/>
            <a:ln w="19050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19"/>
            <p:cNvSpPr/>
            <p:nvPr/>
          </p:nvSpPr>
          <p:spPr>
            <a:xfrm rot="1696492">
              <a:off x="-1232245" y="4148729"/>
              <a:ext cx="5133715" cy="660947"/>
            </a:xfrm>
            <a:custGeom>
              <a:avLst/>
              <a:gdLst/>
              <a:ahLst/>
              <a:cxnLst/>
              <a:rect l="l" t="t" r="r" b="b"/>
              <a:pathLst>
                <a:path w="6850284" h="881949" extrusionOk="0">
                  <a:moveTo>
                    <a:pt x="0" y="691175"/>
                  </a:moveTo>
                  <a:cubicBezTo>
                    <a:pt x="204121" y="839669"/>
                    <a:pt x="482918" y="784424"/>
                    <a:pt x="683609" y="659551"/>
                  </a:cubicBezTo>
                  <a:cubicBezTo>
                    <a:pt x="912971" y="516772"/>
                    <a:pt x="1077087" y="294268"/>
                    <a:pt x="1299305" y="142344"/>
                  </a:cubicBezTo>
                  <a:cubicBezTo>
                    <a:pt x="1410272" y="66525"/>
                    <a:pt x="1534478" y="11185"/>
                    <a:pt x="1669828" y="1755"/>
                  </a:cubicBezTo>
                  <a:cubicBezTo>
                    <a:pt x="1805559" y="-7770"/>
                    <a:pt x="1940243" y="22329"/>
                    <a:pt x="2066163" y="71383"/>
                  </a:cubicBezTo>
                  <a:cubicBezTo>
                    <a:pt x="2326577" y="172729"/>
                    <a:pt x="2541175" y="358181"/>
                    <a:pt x="2773585" y="508104"/>
                  </a:cubicBezTo>
                  <a:cubicBezTo>
                    <a:pt x="2994089" y="650312"/>
                    <a:pt x="3250502" y="767470"/>
                    <a:pt x="3519392" y="745181"/>
                  </a:cubicBezTo>
                  <a:cubicBezTo>
                    <a:pt x="3639026" y="735275"/>
                    <a:pt x="3753041" y="696508"/>
                    <a:pt x="3851910" y="628119"/>
                  </a:cubicBezTo>
                  <a:cubicBezTo>
                    <a:pt x="3938111" y="568492"/>
                    <a:pt x="4011549" y="493150"/>
                    <a:pt x="4081463" y="415616"/>
                  </a:cubicBezTo>
                  <a:cubicBezTo>
                    <a:pt x="4217099" y="265121"/>
                    <a:pt x="4352830" y="83860"/>
                    <a:pt x="4557427" y="27187"/>
                  </a:cubicBezTo>
                  <a:cubicBezTo>
                    <a:pt x="4823175" y="-46442"/>
                    <a:pt x="5087874" y="113198"/>
                    <a:pt x="5282470" y="279028"/>
                  </a:cubicBezTo>
                  <a:cubicBezTo>
                    <a:pt x="5487067" y="453526"/>
                    <a:pt x="5670328" y="654694"/>
                    <a:pt x="5920074" y="766422"/>
                  </a:cubicBezTo>
                  <a:cubicBezTo>
                    <a:pt x="6153245" y="870816"/>
                    <a:pt x="6413564" y="905487"/>
                    <a:pt x="6665976" y="866244"/>
                  </a:cubicBezTo>
                  <a:cubicBezTo>
                    <a:pt x="6728460" y="856529"/>
                    <a:pt x="6789992" y="841765"/>
                    <a:pt x="6850285" y="822715"/>
                  </a:cubicBezTo>
                </a:path>
              </a:pathLst>
            </a:custGeom>
            <a:noFill/>
            <a:ln w="19050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9" name="Google Shape;439;p19"/>
          <p:cNvGrpSpPr/>
          <p:nvPr/>
        </p:nvGrpSpPr>
        <p:grpSpPr>
          <a:xfrm>
            <a:off x="228597" y="228590"/>
            <a:ext cx="7797603" cy="4686302"/>
            <a:chOff x="228597" y="228590"/>
            <a:chExt cx="7797603" cy="4686302"/>
          </a:xfrm>
        </p:grpSpPr>
        <p:grpSp>
          <p:nvGrpSpPr>
            <p:cNvPr id="440" name="Google Shape;440;p19"/>
            <p:cNvGrpSpPr/>
            <p:nvPr/>
          </p:nvGrpSpPr>
          <p:grpSpPr>
            <a:xfrm rot="10800000" flipH="1">
              <a:off x="7607005" y="4741299"/>
              <a:ext cx="419195" cy="173593"/>
              <a:chOff x="9802807" y="1625556"/>
              <a:chExt cx="558927" cy="231457"/>
            </a:xfrm>
          </p:grpSpPr>
          <p:sp>
            <p:nvSpPr>
              <p:cNvPr id="441" name="Google Shape;441;p19"/>
              <p:cNvSpPr/>
              <p:nvPr/>
            </p:nvSpPr>
            <p:spPr>
              <a:xfrm>
                <a:off x="9802903" y="1789196"/>
                <a:ext cx="67818" cy="67817"/>
              </a:xfrm>
              <a:custGeom>
                <a:avLst/>
                <a:gdLst/>
                <a:ahLst/>
                <a:cxnLst/>
                <a:rect l="l" t="t" r="r" b="b"/>
                <a:pathLst>
                  <a:path w="67818" h="67817" extrusionOk="0">
                    <a:moveTo>
                      <a:pt x="67818" y="33909"/>
                    </a:moveTo>
                    <a:cubicBezTo>
                      <a:pt x="67818" y="52636"/>
                      <a:pt x="52636" y="67818"/>
                      <a:pt x="33909" y="67818"/>
                    </a:cubicBezTo>
                    <a:cubicBezTo>
                      <a:pt x="15182" y="67818"/>
                      <a:pt x="0" y="52636"/>
                      <a:pt x="0" y="33909"/>
                    </a:cubicBezTo>
                    <a:cubicBezTo>
                      <a:pt x="0" y="15182"/>
                      <a:pt x="15182" y="0"/>
                      <a:pt x="33909" y="0"/>
                    </a:cubicBezTo>
                    <a:cubicBezTo>
                      <a:pt x="52636" y="0"/>
                      <a:pt x="67818" y="15182"/>
                      <a:pt x="67818" y="3390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2" name="Google Shape;442;p19"/>
              <p:cNvSpPr/>
              <p:nvPr/>
            </p:nvSpPr>
            <p:spPr>
              <a:xfrm>
                <a:off x="9802807" y="1625556"/>
                <a:ext cx="67817" cy="67817"/>
              </a:xfrm>
              <a:custGeom>
                <a:avLst/>
                <a:gdLst/>
                <a:ahLst/>
                <a:cxnLst/>
                <a:rect l="l" t="t" r="r" b="b"/>
                <a:pathLst>
                  <a:path w="67817" h="67817" extrusionOk="0">
                    <a:moveTo>
                      <a:pt x="67818" y="33909"/>
                    </a:moveTo>
                    <a:cubicBezTo>
                      <a:pt x="67818" y="52578"/>
                      <a:pt x="52673" y="67818"/>
                      <a:pt x="33909" y="67818"/>
                    </a:cubicBezTo>
                    <a:cubicBezTo>
                      <a:pt x="15240" y="67818"/>
                      <a:pt x="0" y="52673"/>
                      <a:pt x="0" y="33909"/>
                    </a:cubicBezTo>
                    <a:cubicBezTo>
                      <a:pt x="0" y="15240"/>
                      <a:pt x="15145" y="0"/>
                      <a:pt x="33909" y="0"/>
                    </a:cubicBezTo>
                    <a:cubicBezTo>
                      <a:pt x="52673" y="0"/>
                      <a:pt x="67818" y="15145"/>
                      <a:pt x="67818" y="3390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3" name="Google Shape;443;p19"/>
              <p:cNvSpPr/>
              <p:nvPr/>
            </p:nvSpPr>
            <p:spPr>
              <a:xfrm>
                <a:off x="9966542" y="1789196"/>
                <a:ext cx="67818" cy="67817"/>
              </a:xfrm>
              <a:custGeom>
                <a:avLst/>
                <a:gdLst/>
                <a:ahLst/>
                <a:cxnLst/>
                <a:rect l="l" t="t" r="r" b="b"/>
                <a:pathLst>
                  <a:path w="67818" h="67817" extrusionOk="0">
                    <a:moveTo>
                      <a:pt x="67818" y="33909"/>
                    </a:moveTo>
                    <a:cubicBezTo>
                      <a:pt x="67818" y="52636"/>
                      <a:pt x="52636" y="67818"/>
                      <a:pt x="33909" y="67818"/>
                    </a:cubicBezTo>
                    <a:cubicBezTo>
                      <a:pt x="15182" y="67818"/>
                      <a:pt x="0" y="52636"/>
                      <a:pt x="0" y="33909"/>
                    </a:cubicBezTo>
                    <a:cubicBezTo>
                      <a:pt x="0" y="15182"/>
                      <a:pt x="15182" y="0"/>
                      <a:pt x="33909" y="0"/>
                    </a:cubicBezTo>
                    <a:cubicBezTo>
                      <a:pt x="52636" y="0"/>
                      <a:pt x="67818" y="15182"/>
                      <a:pt x="67818" y="3390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4" name="Google Shape;444;p19"/>
              <p:cNvSpPr/>
              <p:nvPr/>
            </p:nvSpPr>
            <p:spPr>
              <a:xfrm>
                <a:off x="10130277" y="1789196"/>
                <a:ext cx="67817" cy="67817"/>
              </a:xfrm>
              <a:custGeom>
                <a:avLst/>
                <a:gdLst/>
                <a:ahLst/>
                <a:cxnLst/>
                <a:rect l="l" t="t" r="r" b="b"/>
                <a:pathLst>
                  <a:path w="67817" h="67817" extrusionOk="0">
                    <a:moveTo>
                      <a:pt x="33909" y="67818"/>
                    </a:moveTo>
                    <a:cubicBezTo>
                      <a:pt x="15240" y="67818"/>
                      <a:pt x="0" y="52673"/>
                      <a:pt x="0" y="33909"/>
                    </a:cubicBezTo>
                    <a:cubicBezTo>
                      <a:pt x="0" y="15145"/>
                      <a:pt x="15145" y="0"/>
                      <a:pt x="33909" y="0"/>
                    </a:cubicBezTo>
                    <a:cubicBezTo>
                      <a:pt x="52578" y="0"/>
                      <a:pt x="67818" y="15145"/>
                      <a:pt x="67818" y="33909"/>
                    </a:cubicBezTo>
                    <a:cubicBezTo>
                      <a:pt x="67818" y="52673"/>
                      <a:pt x="52578" y="67818"/>
                      <a:pt x="33909" y="6781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5" name="Google Shape;445;p19"/>
              <p:cNvSpPr/>
              <p:nvPr/>
            </p:nvSpPr>
            <p:spPr>
              <a:xfrm>
                <a:off x="10293916" y="1789196"/>
                <a:ext cx="67818" cy="67817"/>
              </a:xfrm>
              <a:custGeom>
                <a:avLst/>
                <a:gdLst/>
                <a:ahLst/>
                <a:cxnLst/>
                <a:rect l="l" t="t" r="r" b="b"/>
                <a:pathLst>
                  <a:path w="67818" h="67817" extrusionOk="0">
                    <a:moveTo>
                      <a:pt x="67818" y="33909"/>
                    </a:moveTo>
                    <a:cubicBezTo>
                      <a:pt x="67818" y="52636"/>
                      <a:pt x="52636" y="67818"/>
                      <a:pt x="33909" y="67818"/>
                    </a:cubicBezTo>
                    <a:cubicBezTo>
                      <a:pt x="15182" y="67818"/>
                      <a:pt x="0" y="52636"/>
                      <a:pt x="0" y="33909"/>
                    </a:cubicBezTo>
                    <a:cubicBezTo>
                      <a:pt x="0" y="15182"/>
                      <a:pt x="15182" y="0"/>
                      <a:pt x="33909" y="0"/>
                    </a:cubicBezTo>
                    <a:cubicBezTo>
                      <a:pt x="52636" y="0"/>
                      <a:pt x="67818" y="15182"/>
                      <a:pt x="67818" y="3390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6" name="Google Shape;446;p19"/>
              <p:cNvSpPr/>
              <p:nvPr/>
            </p:nvSpPr>
            <p:spPr>
              <a:xfrm>
                <a:off x="9966542" y="1625556"/>
                <a:ext cx="67817" cy="67817"/>
              </a:xfrm>
              <a:custGeom>
                <a:avLst/>
                <a:gdLst/>
                <a:ahLst/>
                <a:cxnLst/>
                <a:rect l="l" t="t" r="r" b="b"/>
                <a:pathLst>
                  <a:path w="67817" h="67817" extrusionOk="0">
                    <a:moveTo>
                      <a:pt x="67818" y="33909"/>
                    </a:moveTo>
                    <a:cubicBezTo>
                      <a:pt x="67818" y="52578"/>
                      <a:pt x="52673" y="67818"/>
                      <a:pt x="33909" y="67818"/>
                    </a:cubicBezTo>
                    <a:cubicBezTo>
                      <a:pt x="15145" y="67818"/>
                      <a:pt x="0" y="52673"/>
                      <a:pt x="0" y="33909"/>
                    </a:cubicBezTo>
                    <a:cubicBezTo>
                      <a:pt x="0" y="15240"/>
                      <a:pt x="15145" y="0"/>
                      <a:pt x="33909" y="0"/>
                    </a:cubicBezTo>
                    <a:cubicBezTo>
                      <a:pt x="52673" y="0"/>
                      <a:pt x="67818" y="15145"/>
                      <a:pt x="67818" y="3390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7" name="Google Shape;447;p19"/>
              <p:cNvSpPr/>
              <p:nvPr/>
            </p:nvSpPr>
            <p:spPr>
              <a:xfrm>
                <a:off x="10130277" y="1625556"/>
                <a:ext cx="67817" cy="67817"/>
              </a:xfrm>
              <a:custGeom>
                <a:avLst/>
                <a:gdLst/>
                <a:ahLst/>
                <a:cxnLst/>
                <a:rect l="l" t="t" r="r" b="b"/>
                <a:pathLst>
                  <a:path w="67817" h="67817" extrusionOk="0">
                    <a:moveTo>
                      <a:pt x="33909" y="67818"/>
                    </a:moveTo>
                    <a:cubicBezTo>
                      <a:pt x="15240" y="67818"/>
                      <a:pt x="0" y="52673"/>
                      <a:pt x="0" y="33909"/>
                    </a:cubicBezTo>
                    <a:cubicBezTo>
                      <a:pt x="0" y="15240"/>
                      <a:pt x="15145" y="0"/>
                      <a:pt x="33909" y="0"/>
                    </a:cubicBezTo>
                    <a:cubicBezTo>
                      <a:pt x="52578" y="0"/>
                      <a:pt x="67818" y="15145"/>
                      <a:pt x="67818" y="33909"/>
                    </a:cubicBezTo>
                    <a:cubicBezTo>
                      <a:pt x="67818" y="52578"/>
                      <a:pt x="52578" y="67818"/>
                      <a:pt x="33909" y="6781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8" name="Google Shape;448;p19"/>
              <p:cNvSpPr/>
              <p:nvPr/>
            </p:nvSpPr>
            <p:spPr>
              <a:xfrm>
                <a:off x="10293916" y="1625556"/>
                <a:ext cx="67817" cy="67817"/>
              </a:xfrm>
              <a:custGeom>
                <a:avLst/>
                <a:gdLst/>
                <a:ahLst/>
                <a:cxnLst/>
                <a:rect l="l" t="t" r="r" b="b"/>
                <a:pathLst>
                  <a:path w="67817" h="67817" extrusionOk="0">
                    <a:moveTo>
                      <a:pt x="33909" y="67818"/>
                    </a:moveTo>
                    <a:cubicBezTo>
                      <a:pt x="15240" y="67818"/>
                      <a:pt x="0" y="52673"/>
                      <a:pt x="0" y="33909"/>
                    </a:cubicBezTo>
                    <a:cubicBezTo>
                      <a:pt x="0" y="15240"/>
                      <a:pt x="15145" y="0"/>
                      <a:pt x="33909" y="0"/>
                    </a:cubicBezTo>
                    <a:cubicBezTo>
                      <a:pt x="52578" y="0"/>
                      <a:pt x="67818" y="15145"/>
                      <a:pt x="67818" y="33909"/>
                    </a:cubicBezTo>
                    <a:cubicBezTo>
                      <a:pt x="67818" y="52578"/>
                      <a:pt x="52673" y="67818"/>
                      <a:pt x="33909" y="6781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9" name="Google Shape;449;p19"/>
            <p:cNvGrpSpPr/>
            <p:nvPr/>
          </p:nvGrpSpPr>
          <p:grpSpPr>
            <a:xfrm rot="10800000" flipH="1">
              <a:off x="228597" y="228590"/>
              <a:ext cx="173665" cy="419195"/>
              <a:chOff x="6328563" y="3069832"/>
              <a:chExt cx="231553" cy="558927"/>
            </a:xfrm>
          </p:grpSpPr>
          <p:sp>
            <p:nvSpPr>
              <p:cNvPr id="450" name="Google Shape;450;p19"/>
              <p:cNvSpPr/>
              <p:nvPr/>
            </p:nvSpPr>
            <p:spPr>
              <a:xfrm>
                <a:off x="6328564" y="3069832"/>
                <a:ext cx="67818" cy="67818"/>
              </a:xfrm>
              <a:custGeom>
                <a:avLst/>
                <a:gdLst/>
                <a:ahLst/>
                <a:cxnLst/>
                <a:rect l="l" t="t" r="r" b="b"/>
                <a:pathLst>
                  <a:path w="67818" h="67818" extrusionOk="0">
                    <a:moveTo>
                      <a:pt x="67818" y="33909"/>
                    </a:moveTo>
                    <a:cubicBezTo>
                      <a:pt x="67818" y="52637"/>
                      <a:pt x="52636" y="67818"/>
                      <a:pt x="33909" y="67818"/>
                    </a:cubicBezTo>
                    <a:cubicBezTo>
                      <a:pt x="15182" y="67818"/>
                      <a:pt x="0" y="52636"/>
                      <a:pt x="0" y="33909"/>
                    </a:cubicBezTo>
                    <a:cubicBezTo>
                      <a:pt x="0" y="15182"/>
                      <a:pt x="15182" y="0"/>
                      <a:pt x="33909" y="0"/>
                    </a:cubicBezTo>
                    <a:cubicBezTo>
                      <a:pt x="52636" y="0"/>
                      <a:pt x="67818" y="15182"/>
                      <a:pt x="67818" y="3390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1" name="Google Shape;451;p19"/>
              <p:cNvSpPr/>
              <p:nvPr/>
            </p:nvSpPr>
            <p:spPr>
              <a:xfrm>
                <a:off x="6492298" y="3069832"/>
                <a:ext cx="67818" cy="67818"/>
              </a:xfrm>
              <a:custGeom>
                <a:avLst/>
                <a:gdLst/>
                <a:ahLst/>
                <a:cxnLst/>
                <a:rect l="l" t="t" r="r" b="b"/>
                <a:pathLst>
                  <a:path w="67818" h="67818" extrusionOk="0">
                    <a:moveTo>
                      <a:pt x="67818" y="33909"/>
                    </a:moveTo>
                    <a:cubicBezTo>
                      <a:pt x="67818" y="52637"/>
                      <a:pt x="52636" y="67818"/>
                      <a:pt x="33909" y="67818"/>
                    </a:cubicBezTo>
                    <a:cubicBezTo>
                      <a:pt x="15182" y="67818"/>
                      <a:pt x="0" y="52636"/>
                      <a:pt x="0" y="33909"/>
                    </a:cubicBezTo>
                    <a:cubicBezTo>
                      <a:pt x="0" y="15182"/>
                      <a:pt x="15182" y="0"/>
                      <a:pt x="33909" y="0"/>
                    </a:cubicBezTo>
                    <a:cubicBezTo>
                      <a:pt x="52636" y="0"/>
                      <a:pt x="67818" y="15182"/>
                      <a:pt x="67818" y="3390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2" name="Google Shape;452;p19"/>
              <p:cNvSpPr/>
              <p:nvPr/>
            </p:nvSpPr>
            <p:spPr>
              <a:xfrm>
                <a:off x="6328564" y="3233471"/>
                <a:ext cx="67818" cy="67818"/>
              </a:xfrm>
              <a:custGeom>
                <a:avLst/>
                <a:gdLst/>
                <a:ahLst/>
                <a:cxnLst/>
                <a:rect l="l" t="t" r="r" b="b"/>
                <a:pathLst>
                  <a:path w="67818" h="67818" extrusionOk="0">
                    <a:moveTo>
                      <a:pt x="67818" y="33909"/>
                    </a:moveTo>
                    <a:cubicBezTo>
                      <a:pt x="67818" y="52636"/>
                      <a:pt x="52636" y="67818"/>
                      <a:pt x="33909" y="67818"/>
                    </a:cubicBezTo>
                    <a:cubicBezTo>
                      <a:pt x="15182" y="67818"/>
                      <a:pt x="0" y="52636"/>
                      <a:pt x="0" y="33909"/>
                    </a:cubicBezTo>
                    <a:cubicBezTo>
                      <a:pt x="0" y="15181"/>
                      <a:pt x="15182" y="0"/>
                      <a:pt x="33909" y="0"/>
                    </a:cubicBezTo>
                    <a:cubicBezTo>
                      <a:pt x="52636" y="0"/>
                      <a:pt x="67818" y="15182"/>
                      <a:pt x="67818" y="3390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3" name="Google Shape;453;p19"/>
              <p:cNvSpPr/>
              <p:nvPr/>
            </p:nvSpPr>
            <p:spPr>
              <a:xfrm>
                <a:off x="6328563" y="3397206"/>
                <a:ext cx="67818" cy="67817"/>
              </a:xfrm>
              <a:custGeom>
                <a:avLst/>
                <a:gdLst/>
                <a:ahLst/>
                <a:cxnLst/>
                <a:rect l="l" t="t" r="r" b="b"/>
                <a:pathLst>
                  <a:path w="67818" h="67817" extrusionOk="0">
                    <a:moveTo>
                      <a:pt x="0" y="33909"/>
                    </a:moveTo>
                    <a:cubicBezTo>
                      <a:pt x="0" y="15240"/>
                      <a:pt x="15145" y="0"/>
                      <a:pt x="33909" y="0"/>
                    </a:cubicBezTo>
                    <a:cubicBezTo>
                      <a:pt x="52578" y="0"/>
                      <a:pt x="67818" y="15145"/>
                      <a:pt x="67818" y="33909"/>
                    </a:cubicBezTo>
                    <a:cubicBezTo>
                      <a:pt x="67818" y="52578"/>
                      <a:pt x="52673" y="67818"/>
                      <a:pt x="33909" y="67818"/>
                    </a:cubicBezTo>
                    <a:cubicBezTo>
                      <a:pt x="15145" y="67818"/>
                      <a:pt x="0" y="52578"/>
                      <a:pt x="0" y="3390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4" name="Google Shape;454;p19"/>
              <p:cNvSpPr/>
              <p:nvPr/>
            </p:nvSpPr>
            <p:spPr>
              <a:xfrm>
                <a:off x="6328564" y="3560941"/>
                <a:ext cx="67818" cy="67818"/>
              </a:xfrm>
              <a:custGeom>
                <a:avLst/>
                <a:gdLst/>
                <a:ahLst/>
                <a:cxnLst/>
                <a:rect l="l" t="t" r="r" b="b"/>
                <a:pathLst>
                  <a:path w="67818" h="67818" extrusionOk="0">
                    <a:moveTo>
                      <a:pt x="67818" y="33909"/>
                    </a:moveTo>
                    <a:cubicBezTo>
                      <a:pt x="67818" y="52636"/>
                      <a:pt x="52636" y="67818"/>
                      <a:pt x="33909" y="67818"/>
                    </a:cubicBezTo>
                    <a:cubicBezTo>
                      <a:pt x="15182" y="67818"/>
                      <a:pt x="0" y="52636"/>
                      <a:pt x="0" y="33909"/>
                    </a:cubicBezTo>
                    <a:cubicBezTo>
                      <a:pt x="0" y="15182"/>
                      <a:pt x="15182" y="0"/>
                      <a:pt x="33909" y="0"/>
                    </a:cubicBezTo>
                    <a:cubicBezTo>
                      <a:pt x="52636" y="0"/>
                      <a:pt x="67818" y="15182"/>
                      <a:pt x="67818" y="3390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5" name="Google Shape;455;p19"/>
              <p:cNvSpPr/>
              <p:nvPr/>
            </p:nvSpPr>
            <p:spPr>
              <a:xfrm>
                <a:off x="6492298" y="3233471"/>
                <a:ext cx="67818" cy="67818"/>
              </a:xfrm>
              <a:custGeom>
                <a:avLst/>
                <a:gdLst/>
                <a:ahLst/>
                <a:cxnLst/>
                <a:rect l="l" t="t" r="r" b="b"/>
                <a:pathLst>
                  <a:path w="67818" h="67818" extrusionOk="0">
                    <a:moveTo>
                      <a:pt x="67818" y="33909"/>
                    </a:moveTo>
                    <a:cubicBezTo>
                      <a:pt x="67818" y="52636"/>
                      <a:pt x="52636" y="67818"/>
                      <a:pt x="33909" y="67818"/>
                    </a:cubicBezTo>
                    <a:cubicBezTo>
                      <a:pt x="15182" y="67818"/>
                      <a:pt x="0" y="52636"/>
                      <a:pt x="0" y="33909"/>
                    </a:cubicBezTo>
                    <a:cubicBezTo>
                      <a:pt x="0" y="15181"/>
                      <a:pt x="15182" y="0"/>
                      <a:pt x="33909" y="0"/>
                    </a:cubicBezTo>
                    <a:cubicBezTo>
                      <a:pt x="52636" y="0"/>
                      <a:pt x="67818" y="15182"/>
                      <a:pt x="67818" y="3390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6" name="Google Shape;456;p19"/>
              <p:cNvSpPr/>
              <p:nvPr/>
            </p:nvSpPr>
            <p:spPr>
              <a:xfrm>
                <a:off x="6492298" y="3397206"/>
                <a:ext cx="67817" cy="67817"/>
              </a:xfrm>
              <a:custGeom>
                <a:avLst/>
                <a:gdLst/>
                <a:ahLst/>
                <a:cxnLst/>
                <a:rect l="l" t="t" r="r" b="b"/>
                <a:pathLst>
                  <a:path w="67817" h="67817" extrusionOk="0">
                    <a:moveTo>
                      <a:pt x="0" y="33909"/>
                    </a:moveTo>
                    <a:cubicBezTo>
                      <a:pt x="0" y="15240"/>
                      <a:pt x="15145" y="0"/>
                      <a:pt x="33909" y="0"/>
                    </a:cubicBezTo>
                    <a:cubicBezTo>
                      <a:pt x="52578" y="0"/>
                      <a:pt x="67818" y="15145"/>
                      <a:pt x="67818" y="33909"/>
                    </a:cubicBezTo>
                    <a:cubicBezTo>
                      <a:pt x="67818" y="52578"/>
                      <a:pt x="52673" y="67818"/>
                      <a:pt x="33909" y="67818"/>
                    </a:cubicBezTo>
                    <a:cubicBezTo>
                      <a:pt x="15145" y="67818"/>
                      <a:pt x="0" y="52578"/>
                      <a:pt x="0" y="3390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7" name="Google Shape;457;p19"/>
              <p:cNvSpPr/>
              <p:nvPr/>
            </p:nvSpPr>
            <p:spPr>
              <a:xfrm>
                <a:off x="6492298" y="3560941"/>
                <a:ext cx="67818" cy="67818"/>
              </a:xfrm>
              <a:custGeom>
                <a:avLst/>
                <a:gdLst/>
                <a:ahLst/>
                <a:cxnLst/>
                <a:rect l="l" t="t" r="r" b="b"/>
                <a:pathLst>
                  <a:path w="67818" h="67818" extrusionOk="0">
                    <a:moveTo>
                      <a:pt x="67818" y="33909"/>
                    </a:moveTo>
                    <a:cubicBezTo>
                      <a:pt x="67818" y="52636"/>
                      <a:pt x="52636" y="67818"/>
                      <a:pt x="33909" y="67818"/>
                    </a:cubicBezTo>
                    <a:cubicBezTo>
                      <a:pt x="15182" y="67818"/>
                      <a:pt x="0" y="52636"/>
                      <a:pt x="0" y="33909"/>
                    </a:cubicBezTo>
                    <a:cubicBezTo>
                      <a:pt x="0" y="15182"/>
                      <a:pt x="15182" y="0"/>
                      <a:pt x="33909" y="0"/>
                    </a:cubicBezTo>
                    <a:cubicBezTo>
                      <a:pt x="52636" y="0"/>
                      <a:pt x="67818" y="15182"/>
                      <a:pt x="67818" y="3390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9" name="Google Shape;459;p20"/>
          <p:cNvPicPr preferRelativeResize="0"/>
          <p:nvPr/>
        </p:nvPicPr>
        <p:blipFill>
          <a:blip r:embed="rId2">
            <a:alphaModFix amt="1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0" name="Google Shape;460;p20"/>
          <p:cNvGrpSpPr/>
          <p:nvPr/>
        </p:nvGrpSpPr>
        <p:grpSpPr>
          <a:xfrm>
            <a:off x="228610" y="2362335"/>
            <a:ext cx="8686794" cy="2552557"/>
            <a:chOff x="228610" y="2362335"/>
            <a:chExt cx="8686794" cy="2552557"/>
          </a:xfrm>
        </p:grpSpPr>
        <p:grpSp>
          <p:nvGrpSpPr>
            <p:cNvPr id="461" name="Google Shape;461;p20"/>
            <p:cNvGrpSpPr/>
            <p:nvPr/>
          </p:nvGrpSpPr>
          <p:grpSpPr>
            <a:xfrm rot="5400000" flipH="1">
              <a:off x="353447" y="4620891"/>
              <a:ext cx="169164" cy="418838"/>
              <a:chOff x="4622482" y="3905630"/>
              <a:chExt cx="225552" cy="558451"/>
            </a:xfrm>
          </p:grpSpPr>
          <p:sp>
            <p:nvSpPr>
              <p:cNvPr id="462" name="Google Shape;462;p20"/>
              <p:cNvSpPr/>
              <p:nvPr/>
            </p:nvSpPr>
            <p:spPr>
              <a:xfrm>
                <a:off x="4622482" y="4064984"/>
                <a:ext cx="66103" cy="66103"/>
              </a:xfrm>
              <a:custGeom>
                <a:avLst/>
                <a:gdLst/>
                <a:ahLst/>
                <a:cxnLst/>
                <a:rect l="l" t="t" r="r" b="b"/>
                <a:pathLst>
                  <a:path w="66103" h="66103" extrusionOk="0">
                    <a:moveTo>
                      <a:pt x="66103" y="33052"/>
                    </a:moveTo>
                    <a:cubicBezTo>
                      <a:pt x="66103" y="51306"/>
                      <a:pt x="51306" y="66103"/>
                      <a:pt x="33052" y="66103"/>
                    </a:cubicBezTo>
                    <a:cubicBezTo>
                      <a:pt x="14798" y="66103"/>
                      <a:pt x="0" y="51306"/>
                      <a:pt x="0" y="33052"/>
                    </a:cubicBezTo>
                    <a:cubicBezTo>
                      <a:pt x="0" y="14798"/>
                      <a:pt x="14798" y="0"/>
                      <a:pt x="33052" y="0"/>
                    </a:cubicBezTo>
                    <a:cubicBezTo>
                      <a:pt x="51306" y="0"/>
                      <a:pt x="66103" y="14798"/>
                      <a:pt x="66103" y="3305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3" name="Google Shape;463;p20"/>
              <p:cNvSpPr/>
              <p:nvPr/>
            </p:nvSpPr>
            <p:spPr>
              <a:xfrm>
                <a:off x="4622482" y="3905630"/>
                <a:ext cx="66103" cy="66103"/>
              </a:xfrm>
              <a:custGeom>
                <a:avLst/>
                <a:gdLst/>
                <a:ahLst/>
                <a:cxnLst/>
                <a:rect l="l" t="t" r="r" b="b"/>
                <a:pathLst>
                  <a:path w="66103" h="66103" extrusionOk="0">
                    <a:moveTo>
                      <a:pt x="66103" y="33052"/>
                    </a:moveTo>
                    <a:cubicBezTo>
                      <a:pt x="66103" y="51306"/>
                      <a:pt x="51306" y="66104"/>
                      <a:pt x="33052" y="66104"/>
                    </a:cubicBezTo>
                    <a:cubicBezTo>
                      <a:pt x="14798" y="66104"/>
                      <a:pt x="0" y="51306"/>
                      <a:pt x="0" y="33052"/>
                    </a:cubicBezTo>
                    <a:cubicBezTo>
                      <a:pt x="0" y="14798"/>
                      <a:pt x="14798" y="0"/>
                      <a:pt x="33052" y="0"/>
                    </a:cubicBezTo>
                    <a:cubicBezTo>
                      <a:pt x="51306" y="0"/>
                      <a:pt x="66103" y="14798"/>
                      <a:pt x="66103" y="3305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4" name="Google Shape;464;p20"/>
              <p:cNvSpPr/>
              <p:nvPr/>
            </p:nvSpPr>
            <p:spPr>
              <a:xfrm>
                <a:off x="4781931" y="4064984"/>
                <a:ext cx="66103" cy="66103"/>
              </a:xfrm>
              <a:custGeom>
                <a:avLst/>
                <a:gdLst/>
                <a:ahLst/>
                <a:cxnLst/>
                <a:rect l="l" t="t" r="r" b="b"/>
                <a:pathLst>
                  <a:path w="66103" h="66103" extrusionOk="0">
                    <a:moveTo>
                      <a:pt x="66104" y="33052"/>
                    </a:moveTo>
                    <a:cubicBezTo>
                      <a:pt x="66104" y="51306"/>
                      <a:pt x="51306" y="66103"/>
                      <a:pt x="33052" y="66103"/>
                    </a:cubicBezTo>
                    <a:cubicBezTo>
                      <a:pt x="14798" y="66103"/>
                      <a:pt x="0" y="51306"/>
                      <a:pt x="0" y="33052"/>
                    </a:cubicBezTo>
                    <a:cubicBezTo>
                      <a:pt x="0" y="14798"/>
                      <a:pt x="14798" y="0"/>
                      <a:pt x="33052" y="0"/>
                    </a:cubicBezTo>
                    <a:cubicBezTo>
                      <a:pt x="51306" y="0"/>
                      <a:pt x="66104" y="14798"/>
                      <a:pt x="66104" y="3305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5" name="Google Shape;465;p20"/>
              <p:cNvSpPr/>
              <p:nvPr/>
            </p:nvSpPr>
            <p:spPr>
              <a:xfrm>
                <a:off x="4622482" y="4397978"/>
                <a:ext cx="66103" cy="66103"/>
              </a:xfrm>
              <a:custGeom>
                <a:avLst/>
                <a:gdLst/>
                <a:ahLst/>
                <a:cxnLst/>
                <a:rect l="l" t="t" r="r" b="b"/>
                <a:pathLst>
                  <a:path w="66103" h="66103" extrusionOk="0">
                    <a:moveTo>
                      <a:pt x="66103" y="33052"/>
                    </a:moveTo>
                    <a:cubicBezTo>
                      <a:pt x="66103" y="51306"/>
                      <a:pt x="51306" y="66104"/>
                      <a:pt x="33052" y="66104"/>
                    </a:cubicBezTo>
                    <a:cubicBezTo>
                      <a:pt x="14798" y="66104"/>
                      <a:pt x="0" y="51306"/>
                      <a:pt x="0" y="33052"/>
                    </a:cubicBezTo>
                    <a:cubicBezTo>
                      <a:pt x="0" y="14798"/>
                      <a:pt x="14798" y="0"/>
                      <a:pt x="33052" y="0"/>
                    </a:cubicBezTo>
                    <a:cubicBezTo>
                      <a:pt x="51306" y="0"/>
                      <a:pt x="66103" y="14798"/>
                      <a:pt x="66103" y="3305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6" name="Google Shape;466;p20"/>
              <p:cNvSpPr/>
              <p:nvPr/>
            </p:nvSpPr>
            <p:spPr>
              <a:xfrm>
                <a:off x="4781931" y="4397978"/>
                <a:ext cx="66103" cy="66103"/>
              </a:xfrm>
              <a:custGeom>
                <a:avLst/>
                <a:gdLst/>
                <a:ahLst/>
                <a:cxnLst/>
                <a:rect l="l" t="t" r="r" b="b"/>
                <a:pathLst>
                  <a:path w="66103" h="66103" extrusionOk="0">
                    <a:moveTo>
                      <a:pt x="66104" y="33052"/>
                    </a:moveTo>
                    <a:cubicBezTo>
                      <a:pt x="66104" y="51306"/>
                      <a:pt x="51306" y="66104"/>
                      <a:pt x="33052" y="66104"/>
                    </a:cubicBezTo>
                    <a:cubicBezTo>
                      <a:pt x="14798" y="66104"/>
                      <a:pt x="0" y="51306"/>
                      <a:pt x="0" y="33052"/>
                    </a:cubicBezTo>
                    <a:cubicBezTo>
                      <a:pt x="0" y="14798"/>
                      <a:pt x="14798" y="0"/>
                      <a:pt x="33052" y="0"/>
                    </a:cubicBezTo>
                    <a:cubicBezTo>
                      <a:pt x="51306" y="0"/>
                      <a:pt x="66104" y="14798"/>
                      <a:pt x="66104" y="3305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7" name="Google Shape;467;p20"/>
              <p:cNvSpPr/>
              <p:nvPr/>
            </p:nvSpPr>
            <p:spPr>
              <a:xfrm>
                <a:off x="4781931" y="3905630"/>
                <a:ext cx="66103" cy="66103"/>
              </a:xfrm>
              <a:custGeom>
                <a:avLst/>
                <a:gdLst/>
                <a:ahLst/>
                <a:cxnLst/>
                <a:rect l="l" t="t" r="r" b="b"/>
                <a:pathLst>
                  <a:path w="66103" h="66103" extrusionOk="0">
                    <a:moveTo>
                      <a:pt x="66104" y="33052"/>
                    </a:moveTo>
                    <a:cubicBezTo>
                      <a:pt x="66104" y="51306"/>
                      <a:pt x="51306" y="66104"/>
                      <a:pt x="33052" y="66104"/>
                    </a:cubicBezTo>
                    <a:cubicBezTo>
                      <a:pt x="14798" y="66104"/>
                      <a:pt x="0" y="51306"/>
                      <a:pt x="0" y="33052"/>
                    </a:cubicBezTo>
                    <a:cubicBezTo>
                      <a:pt x="0" y="14798"/>
                      <a:pt x="14798" y="0"/>
                      <a:pt x="33052" y="0"/>
                    </a:cubicBezTo>
                    <a:cubicBezTo>
                      <a:pt x="51306" y="0"/>
                      <a:pt x="66104" y="14798"/>
                      <a:pt x="66104" y="3305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8" name="Google Shape;468;p20"/>
              <p:cNvSpPr/>
              <p:nvPr/>
            </p:nvSpPr>
            <p:spPr>
              <a:xfrm>
                <a:off x="4622482" y="4238529"/>
                <a:ext cx="66103" cy="66103"/>
              </a:xfrm>
              <a:custGeom>
                <a:avLst/>
                <a:gdLst/>
                <a:ahLst/>
                <a:cxnLst/>
                <a:rect l="l" t="t" r="r" b="b"/>
                <a:pathLst>
                  <a:path w="66103" h="66103" extrusionOk="0">
                    <a:moveTo>
                      <a:pt x="66103" y="33052"/>
                    </a:moveTo>
                    <a:cubicBezTo>
                      <a:pt x="66103" y="51306"/>
                      <a:pt x="51306" y="66103"/>
                      <a:pt x="33052" y="66103"/>
                    </a:cubicBezTo>
                    <a:cubicBezTo>
                      <a:pt x="14798" y="66103"/>
                      <a:pt x="0" y="51306"/>
                      <a:pt x="0" y="33052"/>
                    </a:cubicBezTo>
                    <a:cubicBezTo>
                      <a:pt x="0" y="14798"/>
                      <a:pt x="14798" y="0"/>
                      <a:pt x="33052" y="0"/>
                    </a:cubicBezTo>
                    <a:cubicBezTo>
                      <a:pt x="51306" y="0"/>
                      <a:pt x="66103" y="14798"/>
                      <a:pt x="66103" y="3305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9" name="Google Shape;469;p20"/>
              <p:cNvSpPr/>
              <p:nvPr/>
            </p:nvSpPr>
            <p:spPr>
              <a:xfrm>
                <a:off x="4781931" y="4238529"/>
                <a:ext cx="66103" cy="66103"/>
              </a:xfrm>
              <a:custGeom>
                <a:avLst/>
                <a:gdLst/>
                <a:ahLst/>
                <a:cxnLst/>
                <a:rect l="l" t="t" r="r" b="b"/>
                <a:pathLst>
                  <a:path w="66103" h="66103" extrusionOk="0">
                    <a:moveTo>
                      <a:pt x="66104" y="33052"/>
                    </a:moveTo>
                    <a:cubicBezTo>
                      <a:pt x="66104" y="51306"/>
                      <a:pt x="51306" y="66103"/>
                      <a:pt x="33052" y="66103"/>
                    </a:cubicBezTo>
                    <a:cubicBezTo>
                      <a:pt x="14798" y="66103"/>
                      <a:pt x="0" y="51306"/>
                      <a:pt x="0" y="33052"/>
                    </a:cubicBezTo>
                    <a:cubicBezTo>
                      <a:pt x="0" y="14798"/>
                      <a:pt x="14798" y="0"/>
                      <a:pt x="33052" y="0"/>
                    </a:cubicBezTo>
                    <a:cubicBezTo>
                      <a:pt x="51306" y="0"/>
                      <a:pt x="66104" y="14798"/>
                      <a:pt x="66104" y="3305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0" name="Google Shape;470;p20"/>
            <p:cNvGrpSpPr/>
            <p:nvPr/>
          </p:nvGrpSpPr>
          <p:grpSpPr>
            <a:xfrm rot="10800000">
              <a:off x="8626655" y="2362335"/>
              <a:ext cx="288750" cy="418838"/>
              <a:chOff x="4622482" y="3905630"/>
              <a:chExt cx="385000" cy="558451"/>
            </a:xfrm>
          </p:grpSpPr>
          <p:sp>
            <p:nvSpPr>
              <p:cNvPr id="471" name="Google Shape;471;p20"/>
              <p:cNvSpPr/>
              <p:nvPr/>
            </p:nvSpPr>
            <p:spPr>
              <a:xfrm>
                <a:off x="4622482" y="4064984"/>
                <a:ext cx="66103" cy="66103"/>
              </a:xfrm>
              <a:custGeom>
                <a:avLst/>
                <a:gdLst/>
                <a:ahLst/>
                <a:cxnLst/>
                <a:rect l="l" t="t" r="r" b="b"/>
                <a:pathLst>
                  <a:path w="66103" h="66103" extrusionOk="0">
                    <a:moveTo>
                      <a:pt x="66103" y="33052"/>
                    </a:moveTo>
                    <a:cubicBezTo>
                      <a:pt x="66103" y="51306"/>
                      <a:pt x="51306" y="66103"/>
                      <a:pt x="33052" y="66103"/>
                    </a:cubicBezTo>
                    <a:cubicBezTo>
                      <a:pt x="14798" y="66103"/>
                      <a:pt x="0" y="51306"/>
                      <a:pt x="0" y="33052"/>
                    </a:cubicBezTo>
                    <a:cubicBezTo>
                      <a:pt x="0" y="14798"/>
                      <a:pt x="14798" y="0"/>
                      <a:pt x="33052" y="0"/>
                    </a:cubicBezTo>
                    <a:cubicBezTo>
                      <a:pt x="51306" y="0"/>
                      <a:pt x="66103" y="14798"/>
                      <a:pt x="66103" y="3305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2" name="Google Shape;472;p20"/>
              <p:cNvSpPr/>
              <p:nvPr/>
            </p:nvSpPr>
            <p:spPr>
              <a:xfrm>
                <a:off x="4622482" y="3905630"/>
                <a:ext cx="66103" cy="66103"/>
              </a:xfrm>
              <a:custGeom>
                <a:avLst/>
                <a:gdLst/>
                <a:ahLst/>
                <a:cxnLst/>
                <a:rect l="l" t="t" r="r" b="b"/>
                <a:pathLst>
                  <a:path w="66103" h="66103" extrusionOk="0">
                    <a:moveTo>
                      <a:pt x="66103" y="33052"/>
                    </a:moveTo>
                    <a:cubicBezTo>
                      <a:pt x="66103" y="51306"/>
                      <a:pt x="51306" y="66104"/>
                      <a:pt x="33052" y="66104"/>
                    </a:cubicBezTo>
                    <a:cubicBezTo>
                      <a:pt x="14798" y="66104"/>
                      <a:pt x="0" y="51306"/>
                      <a:pt x="0" y="33052"/>
                    </a:cubicBezTo>
                    <a:cubicBezTo>
                      <a:pt x="0" y="14798"/>
                      <a:pt x="14798" y="0"/>
                      <a:pt x="33052" y="0"/>
                    </a:cubicBezTo>
                    <a:cubicBezTo>
                      <a:pt x="51306" y="0"/>
                      <a:pt x="66103" y="14798"/>
                      <a:pt x="66103" y="3305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3" name="Google Shape;473;p20"/>
              <p:cNvSpPr/>
              <p:nvPr/>
            </p:nvSpPr>
            <p:spPr>
              <a:xfrm>
                <a:off x="4781931" y="4064984"/>
                <a:ext cx="66103" cy="66103"/>
              </a:xfrm>
              <a:custGeom>
                <a:avLst/>
                <a:gdLst/>
                <a:ahLst/>
                <a:cxnLst/>
                <a:rect l="l" t="t" r="r" b="b"/>
                <a:pathLst>
                  <a:path w="66103" h="66103" extrusionOk="0">
                    <a:moveTo>
                      <a:pt x="66104" y="33052"/>
                    </a:moveTo>
                    <a:cubicBezTo>
                      <a:pt x="66104" y="51306"/>
                      <a:pt x="51306" y="66103"/>
                      <a:pt x="33052" y="66103"/>
                    </a:cubicBezTo>
                    <a:cubicBezTo>
                      <a:pt x="14798" y="66103"/>
                      <a:pt x="0" y="51306"/>
                      <a:pt x="0" y="33052"/>
                    </a:cubicBezTo>
                    <a:cubicBezTo>
                      <a:pt x="0" y="14798"/>
                      <a:pt x="14798" y="0"/>
                      <a:pt x="33052" y="0"/>
                    </a:cubicBezTo>
                    <a:cubicBezTo>
                      <a:pt x="51306" y="0"/>
                      <a:pt x="66104" y="14798"/>
                      <a:pt x="66104" y="3305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4" name="Google Shape;474;p20"/>
              <p:cNvSpPr/>
              <p:nvPr/>
            </p:nvSpPr>
            <p:spPr>
              <a:xfrm>
                <a:off x="4622482" y="4397978"/>
                <a:ext cx="66103" cy="66103"/>
              </a:xfrm>
              <a:custGeom>
                <a:avLst/>
                <a:gdLst/>
                <a:ahLst/>
                <a:cxnLst/>
                <a:rect l="l" t="t" r="r" b="b"/>
                <a:pathLst>
                  <a:path w="66103" h="66103" extrusionOk="0">
                    <a:moveTo>
                      <a:pt x="66103" y="33052"/>
                    </a:moveTo>
                    <a:cubicBezTo>
                      <a:pt x="66103" y="51306"/>
                      <a:pt x="51306" y="66104"/>
                      <a:pt x="33052" y="66104"/>
                    </a:cubicBezTo>
                    <a:cubicBezTo>
                      <a:pt x="14798" y="66104"/>
                      <a:pt x="0" y="51306"/>
                      <a:pt x="0" y="33052"/>
                    </a:cubicBezTo>
                    <a:cubicBezTo>
                      <a:pt x="0" y="14798"/>
                      <a:pt x="14798" y="0"/>
                      <a:pt x="33052" y="0"/>
                    </a:cubicBezTo>
                    <a:cubicBezTo>
                      <a:pt x="51306" y="0"/>
                      <a:pt x="66103" y="14798"/>
                      <a:pt x="66103" y="3305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5" name="Google Shape;475;p20"/>
              <p:cNvSpPr/>
              <p:nvPr/>
            </p:nvSpPr>
            <p:spPr>
              <a:xfrm>
                <a:off x="4781931" y="4397978"/>
                <a:ext cx="66103" cy="66103"/>
              </a:xfrm>
              <a:custGeom>
                <a:avLst/>
                <a:gdLst/>
                <a:ahLst/>
                <a:cxnLst/>
                <a:rect l="l" t="t" r="r" b="b"/>
                <a:pathLst>
                  <a:path w="66103" h="66103" extrusionOk="0">
                    <a:moveTo>
                      <a:pt x="66104" y="33052"/>
                    </a:moveTo>
                    <a:cubicBezTo>
                      <a:pt x="66104" y="51306"/>
                      <a:pt x="51306" y="66104"/>
                      <a:pt x="33052" y="66104"/>
                    </a:cubicBezTo>
                    <a:cubicBezTo>
                      <a:pt x="14798" y="66104"/>
                      <a:pt x="0" y="51306"/>
                      <a:pt x="0" y="33052"/>
                    </a:cubicBezTo>
                    <a:cubicBezTo>
                      <a:pt x="0" y="14798"/>
                      <a:pt x="14798" y="0"/>
                      <a:pt x="33052" y="0"/>
                    </a:cubicBezTo>
                    <a:cubicBezTo>
                      <a:pt x="51306" y="0"/>
                      <a:pt x="66104" y="14798"/>
                      <a:pt x="66104" y="3305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6" name="Google Shape;476;p20"/>
              <p:cNvSpPr/>
              <p:nvPr/>
            </p:nvSpPr>
            <p:spPr>
              <a:xfrm>
                <a:off x="4781931" y="3905630"/>
                <a:ext cx="66103" cy="66103"/>
              </a:xfrm>
              <a:custGeom>
                <a:avLst/>
                <a:gdLst/>
                <a:ahLst/>
                <a:cxnLst/>
                <a:rect l="l" t="t" r="r" b="b"/>
                <a:pathLst>
                  <a:path w="66103" h="66103" extrusionOk="0">
                    <a:moveTo>
                      <a:pt x="66104" y="33052"/>
                    </a:moveTo>
                    <a:cubicBezTo>
                      <a:pt x="66104" y="51306"/>
                      <a:pt x="51306" y="66104"/>
                      <a:pt x="33052" y="66104"/>
                    </a:cubicBezTo>
                    <a:cubicBezTo>
                      <a:pt x="14798" y="66104"/>
                      <a:pt x="0" y="51306"/>
                      <a:pt x="0" y="33052"/>
                    </a:cubicBezTo>
                    <a:cubicBezTo>
                      <a:pt x="0" y="14798"/>
                      <a:pt x="14798" y="0"/>
                      <a:pt x="33052" y="0"/>
                    </a:cubicBezTo>
                    <a:cubicBezTo>
                      <a:pt x="51306" y="0"/>
                      <a:pt x="66104" y="14798"/>
                      <a:pt x="66104" y="3305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7" name="Google Shape;477;p20"/>
              <p:cNvSpPr/>
              <p:nvPr/>
            </p:nvSpPr>
            <p:spPr>
              <a:xfrm>
                <a:off x="4622482" y="4238529"/>
                <a:ext cx="66103" cy="66103"/>
              </a:xfrm>
              <a:custGeom>
                <a:avLst/>
                <a:gdLst/>
                <a:ahLst/>
                <a:cxnLst/>
                <a:rect l="l" t="t" r="r" b="b"/>
                <a:pathLst>
                  <a:path w="66103" h="66103" extrusionOk="0">
                    <a:moveTo>
                      <a:pt x="66103" y="33052"/>
                    </a:moveTo>
                    <a:cubicBezTo>
                      <a:pt x="66103" y="51306"/>
                      <a:pt x="51306" y="66103"/>
                      <a:pt x="33052" y="66103"/>
                    </a:cubicBezTo>
                    <a:cubicBezTo>
                      <a:pt x="14798" y="66103"/>
                      <a:pt x="0" y="51306"/>
                      <a:pt x="0" y="33052"/>
                    </a:cubicBezTo>
                    <a:cubicBezTo>
                      <a:pt x="0" y="14798"/>
                      <a:pt x="14798" y="0"/>
                      <a:pt x="33052" y="0"/>
                    </a:cubicBezTo>
                    <a:cubicBezTo>
                      <a:pt x="51306" y="0"/>
                      <a:pt x="66103" y="14798"/>
                      <a:pt x="66103" y="3305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8" name="Google Shape;478;p20"/>
              <p:cNvSpPr/>
              <p:nvPr/>
            </p:nvSpPr>
            <p:spPr>
              <a:xfrm>
                <a:off x="4781931" y="4238529"/>
                <a:ext cx="66103" cy="66103"/>
              </a:xfrm>
              <a:custGeom>
                <a:avLst/>
                <a:gdLst/>
                <a:ahLst/>
                <a:cxnLst/>
                <a:rect l="l" t="t" r="r" b="b"/>
                <a:pathLst>
                  <a:path w="66103" h="66103" extrusionOk="0">
                    <a:moveTo>
                      <a:pt x="66104" y="33052"/>
                    </a:moveTo>
                    <a:cubicBezTo>
                      <a:pt x="66104" y="51306"/>
                      <a:pt x="51306" y="66103"/>
                      <a:pt x="33052" y="66103"/>
                    </a:cubicBezTo>
                    <a:cubicBezTo>
                      <a:pt x="14798" y="66103"/>
                      <a:pt x="0" y="51306"/>
                      <a:pt x="0" y="33052"/>
                    </a:cubicBezTo>
                    <a:cubicBezTo>
                      <a:pt x="0" y="14798"/>
                      <a:pt x="14798" y="0"/>
                      <a:pt x="33052" y="0"/>
                    </a:cubicBezTo>
                    <a:cubicBezTo>
                      <a:pt x="51306" y="0"/>
                      <a:pt x="66104" y="14798"/>
                      <a:pt x="66104" y="3305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9" name="Google Shape;479;p20"/>
              <p:cNvSpPr/>
              <p:nvPr/>
            </p:nvSpPr>
            <p:spPr>
              <a:xfrm>
                <a:off x="4941379" y="4397978"/>
                <a:ext cx="66103" cy="66103"/>
              </a:xfrm>
              <a:custGeom>
                <a:avLst/>
                <a:gdLst/>
                <a:ahLst/>
                <a:cxnLst/>
                <a:rect l="l" t="t" r="r" b="b"/>
                <a:pathLst>
                  <a:path w="66103" h="66103" extrusionOk="0">
                    <a:moveTo>
                      <a:pt x="66104" y="33052"/>
                    </a:moveTo>
                    <a:cubicBezTo>
                      <a:pt x="66104" y="51306"/>
                      <a:pt x="51306" y="66104"/>
                      <a:pt x="33052" y="66104"/>
                    </a:cubicBezTo>
                    <a:cubicBezTo>
                      <a:pt x="14798" y="66104"/>
                      <a:pt x="0" y="51306"/>
                      <a:pt x="0" y="33052"/>
                    </a:cubicBezTo>
                    <a:cubicBezTo>
                      <a:pt x="0" y="14798"/>
                      <a:pt x="14798" y="0"/>
                      <a:pt x="33052" y="0"/>
                    </a:cubicBezTo>
                    <a:cubicBezTo>
                      <a:pt x="51306" y="0"/>
                      <a:pt x="66104" y="14798"/>
                      <a:pt x="66104" y="3305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0" name="Google Shape;480;p20"/>
              <p:cNvSpPr/>
              <p:nvPr/>
            </p:nvSpPr>
            <p:spPr>
              <a:xfrm>
                <a:off x="4941379" y="4238529"/>
                <a:ext cx="66103" cy="66103"/>
              </a:xfrm>
              <a:custGeom>
                <a:avLst/>
                <a:gdLst/>
                <a:ahLst/>
                <a:cxnLst/>
                <a:rect l="l" t="t" r="r" b="b"/>
                <a:pathLst>
                  <a:path w="66103" h="66103" extrusionOk="0">
                    <a:moveTo>
                      <a:pt x="66104" y="33052"/>
                    </a:moveTo>
                    <a:cubicBezTo>
                      <a:pt x="66104" y="51306"/>
                      <a:pt x="51306" y="66103"/>
                      <a:pt x="33052" y="66103"/>
                    </a:cubicBezTo>
                    <a:cubicBezTo>
                      <a:pt x="14798" y="66103"/>
                      <a:pt x="0" y="51306"/>
                      <a:pt x="0" y="33052"/>
                    </a:cubicBezTo>
                    <a:cubicBezTo>
                      <a:pt x="0" y="14798"/>
                      <a:pt x="14798" y="0"/>
                      <a:pt x="33052" y="0"/>
                    </a:cubicBezTo>
                    <a:cubicBezTo>
                      <a:pt x="51306" y="0"/>
                      <a:pt x="66104" y="14798"/>
                      <a:pt x="66104" y="3305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81" name="Google Shape;481;p20"/>
          <p:cNvGrpSpPr/>
          <p:nvPr/>
        </p:nvGrpSpPr>
        <p:grpSpPr>
          <a:xfrm>
            <a:off x="-381287" y="-1403625"/>
            <a:ext cx="10374098" cy="8096345"/>
            <a:chOff x="-381287" y="-1403625"/>
            <a:chExt cx="10374098" cy="8096345"/>
          </a:xfrm>
        </p:grpSpPr>
        <p:sp>
          <p:nvSpPr>
            <p:cNvPr id="482" name="Google Shape;482;p20"/>
            <p:cNvSpPr/>
            <p:nvPr/>
          </p:nvSpPr>
          <p:spPr>
            <a:xfrm rot="4340993">
              <a:off x="-1856725" y="3812550"/>
              <a:ext cx="5139910" cy="661745"/>
            </a:xfrm>
            <a:custGeom>
              <a:avLst/>
              <a:gdLst/>
              <a:ahLst/>
              <a:cxnLst/>
              <a:rect l="l" t="t" r="r" b="b"/>
              <a:pathLst>
                <a:path w="6850284" h="881949" extrusionOk="0">
                  <a:moveTo>
                    <a:pt x="0" y="691175"/>
                  </a:moveTo>
                  <a:cubicBezTo>
                    <a:pt x="204121" y="839669"/>
                    <a:pt x="482918" y="784424"/>
                    <a:pt x="683609" y="659551"/>
                  </a:cubicBezTo>
                  <a:cubicBezTo>
                    <a:pt x="912971" y="516772"/>
                    <a:pt x="1077087" y="294268"/>
                    <a:pt x="1299305" y="142344"/>
                  </a:cubicBezTo>
                  <a:cubicBezTo>
                    <a:pt x="1410272" y="66525"/>
                    <a:pt x="1534478" y="11185"/>
                    <a:pt x="1669828" y="1755"/>
                  </a:cubicBezTo>
                  <a:cubicBezTo>
                    <a:pt x="1805559" y="-7770"/>
                    <a:pt x="1940243" y="22329"/>
                    <a:pt x="2066163" y="71383"/>
                  </a:cubicBezTo>
                  <a:cubicBezTo>
                    <a:pt x="2326577" y="172729"/>
                    <a:pt x="2541175" y="358181"/>
                    <a:pt x="2773585" y="508104"/>
                  </a:cubicBezTo>
                  <a:cubicBezTo>
                    <a:pt x="2994089" y="650312"/>
                    <a:pt x="3250502" y="767470"/>
                    <a:pt x="3519392" y="745181"/>
                  </a:cubicBezTo>
                  <a:cubicBezTo>
                    <a:pt x="3639026" y="735275"/>
                    <a:pt x="3753041" y="696508"/>
                    <a:pt x="3851910" y="628119"/>
                  </a:cubicBezTo>
                  <a:cubicBezTo>
                    <a:pt x="3938111" y="568492"/>
                    <a:pt x="4011549" y="493150"/>
                    <a:pt x="4081463" y="415616"/>
                  </a:cubicBezTo>
                  <a:cubicBezTo>
                    <a:pt x="4217099" y="265121"/>
                    <a:pt x="4352830" y="83860"/>
                    <a:pt x="4557427" y="27187"/>
                  </a:cubicBezTo>
                  <a:cubicBezTo>
                    <a:pt x="4823175" y="-46442"/>
                    <a:pt x="5087874" y="113198"/>
                    <a:pt x="5282470" y="279028"/>
                  </a:cubicBezTo>
                  <a:cubicBezTo>
                    <a:pt x="5487067" y="453526"/>
                    <a:pt x="5670328" y="654694"/>
                    <a:pt x="5920074" y="766422"/>
                  </a:cubicBezTo>
                  <a:cubicBezTo>
                    <a:pt x="6153245" y="870816"/>
                    <a:pt x="6413564" y="905487"/>
                    <a:pt x="6665976" y="866244"/>
                  </a:cubicBezTo>
                  <a:cubicBezTo>
                    <a:pt x="6728460" y="856529"/>
                    <a:pt x="6789992" y="841765"/>
                    <a:pt x="6850285" y="822715"/>
                  </a:cubicBezTo>
                </a:path>
              </a:pathLst>
            </a:custGeom>
            <a:noFill/>
            <a:ln w="19050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20"/>
            <p:cNvSpPr/>
            <p:nvPr/>
          </p:nvSpPr>
          <p:spPr>
            <a:xfrm rot="3635498">
              <a:off x="6468624" y="-78137"/>
              <a:ext cx="3885142" cy="1441219"/>
            </a:xfrm>
            <a:custGeom>
              <a:avLst/>
              <a:gdLst/>
              <a:ahLst/>
              <a:cxnLst/>
              <a:rect l="l" t="t" r="r" b="b"/>
              <a:pathLst>
                <a:path w="112005" h="41549" extrusionOk="0">
                  <a:moveTo>
                    <a:pt x="0" y="39706"/>
                  </a:moveTo>
                  <a:cubicBezTo>
                    <a:pt x="16376" y="50615"/>
                    <a:pt x="37772" y="8137"/>
                    <a:pt x="54855" y="17902"/>
                  </a:cubicBezTo>
                  <a:cubicBezTo>
                    <a:pt x="59073" y="20313"/>
                    <a:pt x="62335" y="26241"/>
                    <a:pt x="61281" y="30984"/>
                  </a:cubicBezTo>
                  <a:cubicBezTo>
                    <a:pt x="60467" y="34646"/>
                    <a:pt x="54364" y="35795"/>
                    <a:pt x="50724" y="34886"/>
                  </a:cubicBezTo>
                  <a:cubicBezTo>
                    <a:pt x="44547" y="33343"/>
                    <a:pt x="47211" y="19913"/>
                    <a:pt x="52101" y="15836"/>
                  </a:cubicBezTo>
                  <a:cubicBezTo>
                    <a:pt x="64565" y="5445"/>
                    <a:pt x="84630" y="19238"/>
                    <a:pt x="100758" y="17443"/>
                  </a:cubicBezTo>
                  <a:cubicBezTo>
                    <a:pt x="107634" y="16678"/>
                    <a:pt x="112005" y="6918"/>
                    <a:pt x="112005" y="0"/>
                  </a:cubicBezTo>
                </a:path>
              </a:pathLst>
            </a:cu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_2_1"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23"/>
          <p:cNvSpPr/>
          <p:nvPr/>
        </p:nvSpPr>
        <p:spPr>
          <a:xfrm>
            <a:off x="-75" y="-10275"/>
            <a:ext cx="9144000" cy="1180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0" name="Google Shape;490;p23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2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"/>
              <a:buNone/>
              <a:defRPr sz="28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"/>
              <a:buNone/>
              <a:defRPr sz="28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"/>
              <a:buNone/>
              <a:defRPr sz="28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"/>
              <a:buNone/>
              <a:defRPr sz="28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"/>
              <a:buNone/>
              <a:defRPr sz="28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"/>
              <a:buNone/>
              <a:defRPr sz="28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"/>
              <a:buNone/>
              <a:defRPr sz="28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"/>
              <a:buNone/>
              <a:defRPr sz="28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"/>
              <a:buNone/>
              <a:defRPr sz="28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●"/>
              <a:defRPr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○"/>
              <a:defRPr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■"/>
              <a:defRPr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●"/>
              <a:defRPr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○"/>
              <a:defRPr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■"/>
              <a:defRPr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●"/>
              <a:defRPr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○"/>
              <a:defRPr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■"/>
              <a:defRPr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8" r:id="rId9"/>
    <p:sldLayoutId id="2147483659" r:id="rId10"/>
    <p:sldLayoutId id="2147483661" r:id="rId11"/>
    <p:sldLayoutId id="2147483662" r:id="rId12"/>
    <p:sldLayoutId id="2147483663" r:id="rId13"/>
    <p:sldLayoutId id="2147483665" r:id="rId14"/>
    <p:sldLayoutId id="2147483666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86" name="Google Shape;486;p21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8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25"/>
          <p:cNvSpPr txBox="1">
            <a:spLocks noGrp="1"/>
          </p:cNvSpPr>
          <p:nvPr>
            <p:ph type="ctrTitle"/>
          </p:nvPr>
        </p:nvSpPr>
        <p:spPr>
          <a:xfrm>
            <a:off x="713225" y="1223625"/>
            <a:ext cx="4757400" cy="161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Chips Act</a:t>
            </a:r>
            <a:endParaRPr dirty="0"/>
          </a:p>
        </p:txBody>
      </p:sp>
      <p:sp>
        <p:nvSpPr>
          <p:cNvPr id="500" name="Google Shape;500;p25"/>
          <p:cNvSpPr txBox="1">
            <a:spLocks noGrp="1"/>
          </p:cNvSpPr>
          <p:nvPr>
            <p:ph type="subTitle" idx="1"/>
          </p:nvPr>
        </p:nvSpPr>
        <p:spPr>
          <a:xfrm>
            <a:off x="713225" y="2762500"/>
            <a:ext cx="4596138" cy="69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/>
              <a:t>Kubra Banu &amp; Joash Kawal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/>
              <a:t>Representing Clark &amp; Co</a:t>
            </a:r>
            <a:endParaRPr sz="1800" dirty="0"/>
          </a:p>
        </p:txBody>
      </p:sp>
      <p:pic>
        <p:nvPicPr>
          <p:cNvPr id="3" name="Picture 2" descr="A close up of a circuit board&#10;&#10;Description automatically generated">
            <a:extLst>
              <a:ext uri="{FF2B5EF4-FFF2-40B4-BE49-F238E27FC236}">
                <a16:creationId xmlns:a16="http://schemas.microsoft.com/office/drawing/2014/main" id="{563D170C-8B99-0085-15C6-C3FED00803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9363" y="1118839"/>
            <a:ext cx="3039637" cy="303963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grpSp>
        <p:nvGrpSpPr>
          <p:cNvPr id="11" name="Google Shape;6858;p59">
            <a:extLst>
              <a:ext uri="{FF2B5EF4-FFF2-40B4-BE49-F238E27FC236}">
                <a16:creationId xmlns:a16="http://schemas.microsoft.com/office/drawing/2014/main" id="{93131063-1378-4F8B-EE94-EBADBE41AFC1}"/>
              </a:ext>
            </a:extLst>
          </p:cNvPr>
          <p:cNvGrpSpPr/>
          <p:nvPr/>
        </p:nvGrpSpPr>
        <p:grpSpPr>
          <a:xfrm>
            <a:off x="92822" y="93441"/>
            <a:ext cx="352684" cy="351782"/>
            <a:chOff x="2523402" y="3444139"/>
            <a:chExt cx="352684" cy="351782"/>
          </a:xfrm>
        </p:grpSpPr>
        <p:sp>
          <p:nvSpPr>
            <p:cNvPr id="12" name="Google Shape;6859;p59">
              <a:extLst>
                <a:ext uri="{FF2B5EF4-FFF2-40B4-BE49-F238E27FC236}">
                  <a16:creationId xmlns:a16="http://schemas.microsoft.com/office/drawing/2014/main" id="{D4E64C2D-8742-3725-C6A7-EE358A1AF7AE}"/>
                </a:ext>
              </a:extLst>
            </p:cNvPr>
            <p:cNvSpPr/>
            <p:nvPr/>
          </p:nvSpPr>
          <p:spPr>
            <a:xfrm>
              <a:off x="2523402" y="3444139"/>
              <a:ext cx="352684" cy="351782"/>
            </a:xfrm>
            <a:custGeom>
              <a:avLst/>
              <a:gdLst/>
              <a:ahLst/>
              <a:cxnLst/>
              <a:rect l="l" t="t" r="r" b="b"/>
              <a:pathLst>
                <a:path w="10861" h="10795" extrusionOk="0">
                  <a:moveTo>
                    <a:pt x="6693" y="3192"/>
                  </a:moveTo>
                  <a:cubicBezTo>
                    <a:pt x="6859" y="3192"/>
                    <a:pt x="7002" y="3335"/>
                    <a:pt x="7002" y="3525"/>
                  </a:cubicBezTo>
                  <a:lnTo>
                    <a:pt x="7002" y="3835"/>
                  </a:lnTo>
                  <a:lnTo>
                    <a:pt x="7336" y="3835"/>
                  </a:lnTo>
                  <a:cubicBezTo>
                    <a:pt x="7502" y="3835"/>
                    <a:pt x="7621" y="3978"/>
                    <a:pt x="7621" y="4144"/>
                  </a:cubicBezTo>
                  <a:lnTo>
                    <a:pt x="7621" y="6645"/>
                  </a:lnTo>
                  <a:cubicBezTo>
                    <a:pt x="7621" y="6811"/>
                    <a:pt x="7502" y="6954"/>
                    <a:pt x="7336" y="6978"/>
                  </a:cubicBezTo>
                  <a:lnTo>
                    <a:pt x="7002" y="6978"/>
                  </a:lnTo>
                  <a:lnTo>
                    <a:pt x="7002" y="7288"/>
                  </a:lnTo>
                  <a:cubicBezTo>
                    <a:pt x="7002" y="7454"/>
                    <a:pt x="6859" y="7597"/>
                    <a:pt x="6693" y="7597"/>
                  </a:cubicBezTo>
                  <a:lnTo>
                    <a:pt x="4192" y="7597"/>
                  </a:lnTo>
                  <a:cubicBezTo>
                    <a:pt x="4001" y="7597"/>
                    <a:pt x="3859" y="7454"/>
                    <a:pt x="3859" y="7288"/>
                  </a:cubicBezTo>
                  <a:lnTo>
                    <a:pt x="3859" y="6978"/>
                  </a:lnTo>
                  <a:lnTo>
                    <a:pt x="3549" y="6978"/>
                  </a:lnTo>
                  <a:cubicBezTo>
                    <a:pt x="3382" y="6978"/>
                    <a:pt x="3239" y="6835"/>
                    <a:pt x="3239" y="6645"/>
                  </a:cubicBezTo>
                  <a:lnTo>
                    <a:pt x="3239" y="4144"/>
                  </a:lnTo>
                  <a:cubicBezTo>
                    <a:pt x="3239" y="3978"/>
                    <a:pt x="3382" y="3835"/>
                    <a:pt x="3549" y="3835"/>
                  </a:cubicBezTo>
                  <a:lnTo>
                    <a:pt x="3859" y="3835"/>
                  </a:lnTo>
                  <a:lnTo>
                    <a:pt x="3859" y="3525"/>
                  </a:lnTo>
                  <a:cubicBezTo>
                    <a:pt x="3859" y="3335"/>
                    <a:pt x="4001" y="3192"/>
                    <a:pt x="4192" y="3192"/>
                  </a:cubicBezTo>
                  <a:close/>
                  <a:moveTo>
                    <a:pt x="4811" y="1"/>
                  </a:moveTo>
                  <a:cubicBezTo>
                    <a:pt x="4644" y="1"/>
                    <a:pt x="4478" y="120"/>
                    <a:pt x="4502" y="358"/>
                  </a:cubicBezTo>
                  <a:lnTo>
                    <a:pt x="4502" y="1930"/>
                  </a:lnTo>
                  <a:lnTo>
                    <a:pt x="3859" y="1930"/>
                  </a:lnTo>
                  <a:lnTo>
                    <a:pt x="3859" y="358"/>
                  </a:lnTo>
                  <a:cubicBezTo>
                    <a:pt x="3859" y="143"/>
                    <a:pt x="3698" y="36"/>
                    <a:pt x="3537" y="36"/>
                  </a:cubicBezTo>
                  <a:cubicBezTo>
                    <a:pt x="3376" y="36"/>
                    <a:pt x="3216" y="143"/>
                    <a:pt x="3216" y="358"/>
                  </a:cubicBezTo>
                  <a:lnTo>
                    <a:pt x="3216" y="1930"/>
                  </a:lnTo>
                  <a:lnTo>
                    <a:pt x="2906" y="1930"/>
                  </a:lnTo>
                  <a:cubicBezTo>
                    <a:pt x="2382" y="1930"/>
                    <a:pt x="1977" y="2358"/>
                    <a:pt x="1953" y="2882"/>
                  </a:cubicBezTo>
                  <a:lnTo>
                    <a:pt x="1953" y="3192"/>
                  </a:lnTo>
                  <a:lnTo>
                    <a:pt x="382" y="3192"/>
                  </a:lnTo>
                  <a:cubicBezTo>
                    <a:pt x="1" y="3239"/>
                    <a:pt x="1" y="3787"/>
                    <a:pt x="382" y="3835"/>
                  </a:cubicBezTo>
                  <a:lnTo>
                    <a:pt x="1977" y="3835"/>
                  </a:lnTo>
                  <a:lnTo>
                    <a:pt x="1977" y="4454"/>
                  </a:lnTo>
                  <a:lnTo>
                    <a:pt x="382" y="4454"/>
                  </a:lnTo>
                  <a:cubicBezTo>
                    <a:pt x="1" y="4501"/>
                    <a:pt x="1" y="5049"/>
                    <a:pt x="382" y="5073"/>
                  </a:cubicBezTo>
                  <a:lnTo>
                    <a:pt x="1977" y="5073"/>
                  </a:lnTo>
                  <a:lnTo>
                    <a:pt x="1977" y="5716"/>
                  </a:lnTo>
                  <a:lnTo>
                    <a:pt x="382" y="5716"/>
                  </a:lnTo>
                  <a:cubicBezTo>
                    <a:pt x="1" y="5740"/>
                    <a:pt x="1" y="6311"/>
                    <a:pt x="382" y="6335"/>
                  </a:cubicBezTo>
                  <a:lnTo>
                    <a:pt x="1977" y="6335"/>
                  </a:lnTo>
                  <a:lnTo>
                    <a:pt x="1977" y="6978"/>
                  </a:lnTo>
                  <a:lnTo>
                    <a:pt x="382" y="6978"/>
                  </a:lnTo>
                  <a:cubicBezTo>
                    <a:pt x="1" y="7002"/>
                    <a:pt x="1" y="7550"/>
                    <a:pt x="382" y="7597"/>
                  </a:cubicBezTo>
                  <a:lnTo>
                    <a:pt x="1977" y="7597"/>
                  </a:lnTo>
                  <a:lnTo>
                    <a:pt x="1977" y="7931"/>
                  </a:lnTo>
                  <a:cubicBezTo>
                    <a:pt x="1977" y="8431"/>
                    <a:pt x="2406" y="8860"/>
                    <a:pt x="2930" y="8860"/>
                  </a:cubicBezTo>
                  <a:lnTo>
                    <a:pt x="3239" y="8860"/>
                  </a:lnTo>
                  <a:lnTo>
                    <a:pt x="3239" y="10455"/>
                  </a:lnTo>
                  <a:cubicBezTo>
                    <a:pt x="3239" y="10669"/>
                    <a:pt x="3394" y="10777"/>
                    <a:pt x="3549" y="10777"/>
                  </a:cubicBezTo>
                  <a:cubicBezTo>
                    <a:pt x="3704" y="10777"/>
                    <a:pt x="3859" y="10669"/>
                    <a:pt x="3859" y="10455"/>
                  </a:cubicBezTo>
                  <a:lnTo>
                    <a:pt x="3859" y="8860"/>
                  </a:lnTo>
                  <a:lnTo>
                    <a:pt x="4502" y="8860"/>
                  </a:lnTo>
                  <a:lnTo>
                    <a:pt x="4502" y="10455"/>
                  </a:lnTo>
                  <a:cubicBezTo>
                    <a:pt x="4478" y="10681"/>
                    <a:pt x="4644" y="10794"/>
                    <a:pt x="4811" y="10794"/>
                  </a:cubicBezTo>
                  <a:cubicBezTo>
                    <a:pt x="4978" y="10794"/>
                    <a:pt x="5145" y="10681"/>
                    <a:pt x="5121" y="10455"/>
                  </a:cubicBezTo>
                  <a:lnTo>
                    <a:pt x="5121" y="8860"/>
                  </a:lnTo>
                  <a:lnTo>
                    <a:pt x="5740" y="8860"/>
                  </a:lnTo>
                  <a:lnTo>
                    <a:pt x="5740" y="10455"/>
                  </a:lnTo>
                  <a:cubicBezTo>
                    <a:pt x="5716" y="10681"/>
                    <a:pt x="5889" y="10794"/>
                    <a:pt x="6061" y="10794"/>
                  </a:cubicBezTo>
                  <a:cubicBezTo>
                    <a:pt x="6234" y="10794"/>
                    <a:pt x="6407" y="10681"/>
                    <a:pt x="6383" y="10455"/>
                  </a:cubicBezTo>
                  <a:lnTo>
                    <a:pt x="6383" y="8860"/>
                  </a:lnTo>
                  <a:lnTo>
                    <a:pt x="7002" y="8860"/>
                  </a:lnTo>
                  <a:lnTo>
                    <a:pt x="7002" y="10455"/>
                  </a:lnTo>
                  <a:cubicBezTo>
                    <a:pt x="6978" y="10681"/>
                    <a:pt x="7145" y="10794"/>
                    <a:pt x="7315" y="10794"/>
                  </a:cubicBezTo>
                  <a:cubicBezTo>
                    <a:pt x="7484" y="10794"/>
                    <a:pt x="7657" y="10681"/>
                    <a:pt x="7645" y="10455"/>
                  </a:cubicBezTo>
                  <a:lnTo>
                    <a:pt x="7645" y="8860"/>
                  </a:lnTo>
                  <a:lnTo>
                    <a:pt x="7931" y="8860"/>
                  </a:lnTo>
                  <a:cubicBezTo>
                    <a:pt x="8455" y="8860"/>
                    <a:pt x="8883" y="8431"/>
                    <a:pt x="8883" y="7931"/>
                  </a:cubicBezTo>
                  <a:lnTo>
                    <a:pt x="8883" y="7597"/>
                  </a:lnTo>
                  <a:lnTo>
                    <a:pt x="10479" y="7597"/>
                  </a:lnTo>
                  <a:cubicBezTo>
                    <a:pt x="10836" y="7574"/>
                    <a:pt x="10836" y="7002"/>
                    <a:pt x="10479" y="6978"/>
                  </a:cubicBezTo>
                  <a:lnTo>
                    <a:pt x="8883" y="6978"/>
                  </a:lnTo>
                  <a:lnTo>
                    <a:pt x="8883" y="6335"/>
                  </a:lnTo>
                  <a:lnTo>
                    <a:pt x="10479" y="6335"/>
                  </a:lnTo>
                  <a:cubicBezTo>
                    <a:pt x="10836" y="6311"/>
                    <a:pt x="10836" y="5740"/>
                    <a:pt x="10479" y="5716"/>
                  </a:cubicBezTo>
                  <a:lnTo>
                    <a:pt x="8883" y="5716"/>
                  </a:lnTo>
                  <a:lnTo>
                    <a:pt x="8883" y="5073"/>
                  </a:lnTo>
                  <a:lnTo>
                    <a:pt x="10479" y="5073"/>
                  </a:lnTo>
                  <a:cubicBezTo>
                    <a:pt x="10836" y="5049"/>
                    <a:pt x="10836" y="4501"/>
                    <a:pt x="10479" y="4454"/>
                  </a:cubicBezTo>
                  <a:lnTo>
                    <a:pt x="8883" y="4454"/>
                  </a:lnTo>
                  <a:lnTo>
                    <a:pt x="8883" y="3835"/>
                  </a:lnTo>
                  <a:lnTo>
                    <a:pt x="10479" y="3835"/>
                  </a:lnTo>
                  <a:cubicBezTo>
                    <a:pt x="10860" y="3787"/>
                    <a:pt x="10860" y="3239"/>
                    <a:pt x="10479" y="3192"/>
                  </a:cubicBezTo>
                  <a:lnTo>
                    <a:pt x="8883" y="3192"/>
                  </a:lnTo>
                  <a:lnTo>
                    <a:pt x="8883" y="2882"/>
                  </a:lnTo>
                  <a:cubicBezTo>
                    <a:pt x="8883" y="2358"/>
                    <a:pt x="8455" y="1930"/>
                    <a:pt x="7931" y="1930"/>
                  </a:cubicBezTo>
                  <a:lnTo>
                    <a:pt x="7645" y="1930"/>
                  </a:lnTo>
                  <a:lnTo>
                    <a:pt x="7645" y="358"/>
                  </a:lnTo>
                  <a:cubicBezTo>
                    <a:pt x="7657" y="120"/>
                    <a:pt x="7484" y="1"/>
                    <a:pt x="7315" y="1"/>
                  </a:cubicBezTo>
                  <a:cubicBezTo>
                    <a:pt x="7145" y="1"/>
                    <a:pt x="6978" y="120"/>
                    <a:pt x="7002" y="358"/>
                  </a:cubicBezTo>
                  <a:lnTo>
                    <a:pt x="7002" y="1930"/>
                  </a:lnTo>
                  <a:lnTo>
                    <a:pt x="6383" y="1930"/>
                  </a:lnTo>
                  <a:lnTo>
                    <a:pt x="6383" y="358"/>
                  </a:lnTo>
                  <a:cubicBezTo>
                    <a:pt x="6407" y="120"/>
                    <a:pt x="6234" y="1"/>
                    <a:pt x="6061" y="1"/>
                  </a:cubicBezTo>
                  <a:cubicBezTo>
                    <a:pt x="5889" y="1"/>
                    <a:pt x="5716" y="120"/>
                    <a:pt x="5740" y="358"/>
                  </a:cubicBezTo>
                  <a:lnTo>
                    <a:pt x="5740" y="1930"/>
                  </a:lnTo>
                  <a:lnTo>
                    <a:pt x="5121" y="1930"/>
                  </a:lnTo>
                  <a:lnTo>
                    <a:pt x="5121" y="358"/>
                  </a:lnTo>
                  <a:cubicBezTo>
                    <a:pt x="5145" y="120"/>
                    <a:pt x="4978" y="1"/>
                    <a:pt x="48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6860;p59">
              <a:extLst>
                <a:ext uri="{FF2B5EF4-FFF2-40B4-BE49-F238E27FC236}">
                  <a16:creationId xmlns:a16="http://schemas.microsoft.com/office/drawing/2014/main" id="{C79D2836-6C94-7AB9-28FA-0F5B8A134591}"/>
                </a:ext>
              </a:extLst>
            </p:cNvPr>
            <p:cNvSpPr/>
            <p:nvPr/>
          </p:nvSpPr>
          <p:spPr>
            <a:xfrm>
              <a:off x="2648677" y="3569073"/>
              <a:ext cx="102126" cy="102488"/>
            </a:xfrm>
            <a:custGeom>
              <a:avLst/>
              <a:gdLst/>
              <a:ahLst/>
              <a:cxnLst/>
              <a:rect l="l" t="t" r="r" b="b"/>
              <a:pathLst>
                <a:path w="3145" h="3145" extrusionOk="0">
                  <a:moveTo>
                    <a:pt x="620" y="1"/>
                  </a:moveTo>
                  <a:lnTo>
                    <a:pt x="620" y="310"/>
                  </a:lnTo>
                  <a:cubicBezTo>
                    <a:pt x="620" y="477"/>
                    <a:pt x="477" y="620"/>
                    <a:pt x="310" y="620"/>
                  </a:cubicBezTo>
                  <a:lnTo>
                    <a:pt x="1" y="620"/>
                  </a:lnTo>
                  <a:lnTo>
                    <a:pt x="1" y="2501"/>
                  </a:lnTo>
                  <a:lnTo>
                    <a:pt x="310" y="2501"/>
                  </a:lnTo>
                  <a:cubicBezTo>
                    <a:pt x="477" y="2501"/>
                    <a:pt x="620" y="2644"/>
                    <a:pt x="620" y="2811"/>
                  </a:cubicBezTo>
                  <a:lnTo>
                    <a:pt x="620" y="3144"/>
                  </a:lnTo>
                  <a:lnTo>
                    <a:pt x="2501" y="3144"/>
                  </a:lnTo>
                  <a:lnTo>
                    <a:pt x="2501" y="2811"/>
                  </a:lnTo>
                  <a:cubicBezTo>
                    <a:pt x="2501" y="2644"/>
                    <a:pt x="2644" y="2501"/>
                    <a:pt x="2835" y="2501"/>
                  </a:cubicBezTo>
                  <a:lnTo>
                    <a:pt x="3144" y="2501"/>
                  </a:lnTo>
                  <a:lnTo>
                    <a:pt x="3144" y="620"/>
                  </a:lnTo>
                  <a:lnTo>
                    <a:pt x="2835" y="620"/>
                  </a:lnTo>
                  <a:cubicBezTo>
                    <a:pt x="2644" y="620"/>
                    <a:pt x="2501" y="477"/>
                    <a:pt x="2501" y="310"/>
                  </a:cubicBezTo>
                  <a:lnTo>
                    <a:pt x="250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" name="Google Shape;6858;p59">
            <a:extLst>
              <a:ext uri="{FF2B5EF4-FFF2-40B4-BE49-F238E27FC236}">
                <a16:creationId xmlns:a16="http://schemas.microsoft.com/office/drawing/2014/main" id="{A0A1A626-F204-974D-4186-4657DB4EBF13}"/>
              </a:ext>
            </a:extLst>
          </p:cNvPr>
          <p:cNvGrpSpPr/>
          <p:nvPr/>
        </p:nvGrpSpPr>
        <p:grpSpPr>
          <a:xfrm>
            <a:off x="8692594" y="4720224"/>
            <a:ext cx="352684" cy="351782"/>
            <a:chOff x="2523402" y="3444139"/>
            <a:chExt cx="352684" cy="351782"/>
          </a:xfrm>
        </p:grpSpPr>
        <p:sp>
          <p:nvSpPr>
            <p:cNvPr id="15" name="Google Shape;6859;p59">
              <a:extLst>
                <a:ext uri="{FF2B5EF4-FFF2-40B4-BE49-F238E27FC236}">
                  <a16:creationId xmlns:a16="http://schemas.microsoft.com/office/drawing/2014/main" id="{FA9E72F0-150A-F5AA-F105-0E5551FF1CDD}"/>
                </a:ext>
              </a:extLst>
            </p:cNvPr>
            <p:cNvSpPr/>
            <p:nvPr/>
          </p:nvSpPr>
          <p:spPr>
            <a:xfrm>
              <a:off x="2523402" y="3444139"/>
              <a:ext cx="352684" cy="351782"/>
            </a:xfrm>
            <a:custGeom>
              <a:avLst/>
              <a:gdLst/>
              <a:ahLst/>
              <a:cxnLst/>
              <a:rect l="l" t="t" r="r" b="b"/>
              <a:pathLst>
                <a:path w="10861" h="10795" extrusionOk="0">
                  <a:moveTo>
                    <a:pt x="6693" y="3192"/>
                  </a:moveTo>
                  <a:cubicBezTo>
                    <a:pt x="6859" y="3192"/>
                    <a:pt x="7002" y="3335"/>
                    <a:pt x="7002" y="3525"/>
                  </a:cubicBezTo>
                  <a:lnTo>
                    <a:pt x="7002" y="3835"/>
                  </a:lnTo>
                  <a:lnTo>
                    <a:pt x="7336" y="3835"/>
                  </a:lnTo>
                  <a:cubicBezTo>
                    <a:pt x="7502" y="3835"/>
                    <a:pt x="7621" y="3978"/>
                    <a:pt x="7621" y="4144"/>
                  </a:cubicBezTo>
                  <a:lnTo>
                    <a:pt x="7621" y="6645"/>
                  </a:lnTo>
                  <a:cubicBezTo>
                    <a:pt x="7621" y="6811"/>
                    <a:pt x="7502" y="6954"/>
                    <a:pt x="7336" y="6978"/>
                  </a:cubicBezTo>
                  <a:lnTo>
                    <a:pt x="7002" y="6978"/>
                  </a:lnTo>
                  <a:lnTo>
                    <a:pt x="7002" y="7288"/>
                  </a:lnTo>
                  <a:cubicBezTo>
                    <a:pt x="7002" y="7454"/>
                    <a:pt x="6859" y="7597"/>
                    <a:pt x="6693" y="7597"/>
                  </a:cubicBezTo>
                  <a:lnTo>
                    <a:pt x="4192" y="7597"/>
                  </a:lnTo>
                  <a:cubicBezTo>
                    <a:pt x="4001" y="7597"/>
                    <a:pt x="3859" y="7454"/>
                    <a:pt x="3859" y="7288"/>
                  </a:cubicBezTo>
                  <a:lnTo>
                    <a:pt x="3859" y="6978"/>
                  </a:lnTo>
                  <a:lnTo>
                    <a:pt x="3549" y="6978"/>
                  </a:lnTo>
                  <a:cubicBezTo>
                    <a:pt x="3382" y="6978"/>
                    <a:pt x="3239" y="6835"/>
                    <a:pt x="3239" y="6645"/>
                  </a:cubicBezTo>
                  <a:lnTo>
                    <a:pt x="3239" y="4144"/>
                  </a:lnTo>
                  <a:cubicBezTo>
                    <a:pt x="3239" y="3978"/>
                    <a:pt x="3382" y="3835"/>
                    <a:pt x="3549" y="3835"/>
                  </a:cubicBezTo>
                  <a:lnTo>
                    <a:pt x="3859" y="3835"/>
                  </a:lnTo>
                  <a:lnTo>
                    <a:pt x="3859" y="3525"/>
                  </a:lnTo>
                  <a:cubicBezTo>
                    <a:pt x="3859" y="3335"/>
                    <a:pt x="4001" y="3192"/>
                    <a:pt x="4192" y="3192"/>
                  </a:cubicBezTo>
                  <a:close/>
                  <a:moveTo>
                    <a:pt x="4811" y="1"/>
                  </a:moveTo>
                  <a:cubicBezTo>
                    <a:pt x="4644" y="1"/>
                    <a:pt x="4478" y="120"/>
                    <a:pt x="4502" y="358"/>
                  </a:cubicBezTo>
                  <a:lnTo>
                    <a:pt x="4502" y="1930"/>
                  </a:lnTo>
                  <a:lnTo>
                    <a:pt x="3859" y="1930"/>
                  </a:lnTo>
                  <a:lnTo>
                    <a:pt x="3859" y="358"/>
                  </a:lnTo>
                  <a:cubicBezTo>
                    <a:pt x="3859" y="143"/>
                    <a:pt x="3698" y="36"/>
                    <a:pt x="3537" y="36"/>
                  </a:cubicBezTo>
                  <a:cubicBezTo>
                    <a:pt x="3376" y="36"/>
                    <a:pt x="3216" y="143"/>
                    <a:pt x="3216" y="358"/>
                  </a:cubicBezTo>
                  <a:lnTo>
                    <a:pt x="3216" y="1930"/>
                  </a:lnTo>
                  <a:lnTo>
                    <a:pt x="2906" y="1930"/>
                  </a:lnTo>
                  <a:cubicBezTo>
                    <a:pt x="2382" y="1930"/>
                    <a:pt x="1977" y="2358"/>
                    <a:pt x="1953" y="2882"/>
                  </a:cubicBezTo>
                  <a:lnTo>
                    <a:pt x="1953" y="3192"/>
                  </a:lnTo>
                  <a:lnTo>
                    <a:pt x="382" y="3192"/>
                  </a:lnTo>
                  <a:cubicBezTo>
                    <a:pt x="1" y="3239"/>
                    <a:pt x="1" y="3787"/>
                    <a:pt x="382" y="3835"/>
                  </a:cubicBezTo>
                  <a:lnTo>
                    <a:pt x="1977" y="3835"/>
                  </a:lnTo>
                  <a:lnTo>
                    <a:pt x="1977" y="4454"/>
                  </a:lnTo>
                  <a:lnTo>
                    <a:pt x="382" y="4454"/>
                  </a:lnTo>
                  <a:cubicBezTo>
                    <a:pt x="1" y="4501"/>
                    <a:pt x="1" y="5049"/>
                    <a:pt x="382" y="5073"/>
                  </a:cubicBezTo>
                  <a:lnTo>
                    <a:pt x="1977" y="5073"/>
                  </a:lnTo>
                  <a:lnTo>
                    <a:pt x="1977" y="5716"/>
                  </a:lnTo>
                  <a:lnTo>
                    <a:pt x="382" y="5716"/>
                  </a:lnTo>
                  <a:cubicBezTo>
                    <a:pt x="1" y="5740"/>
                    <a:pt x="1" y="6311"/>
                    <a:pt x="382" y="6335"/>
                  </a:cubicBezTo>
                  <a:lnTo>
                    <a:pt x="1977" y="6335"/>
                  </a:lnTo>
                  <a:lnTo>
                    <a:pt x="1977" y="6978"/>
                  </a:lnTo>
                  <a:lnTo>
                    <a:pt x="382" y="6978"/>
                  </a:lnTo>
                  <a:cubicBezTo>
                    <a:pt x="1" y="7002"/>
                    <a:pt x="1" y="7550"/>
                    <a:pt x="382" y="7597"/>
                  </a:cubicBezTo>
                  <a:lnTo>
                    <a:pt x="1977" y="7597"/>
                  </a:lnTo>
                  <a:lnTo>
                    <a:pt x="1977" y="7931"/>
                  </a:lnTo>
                  <a:cubicBezTo>
                    <a:pt x="1977" y="8431"/>
                    <a:pt x="2406" y="8860"/>
                    <a:pt x="2930" y="8860"/>
                  </a:cubicBezTo>
                  <a:lnTo>
                    <a:pt x="3239" y="8860"/>
                  </a:lnTo>
                  <a:lnTo>
                    <a:pt x="3239" y="10455"/>
                  </a:lnTo>
                  <a:cubicBezTo>
                    <a:pt x="3239" y="10669"/>
                    <a:pt x="3394" y="10777"/>
                    <a:pt x="3549" y="10777"/>
                  </a:cubicBezTo>
                  <a:cubicBezTo>
                    <a:pt x="3704" y="10777"/>
                    <a:pt x="3859" y="10669"/>
                    <a:pt x="3859" y="10455"/>
                  </a:cubicBezTo>
                  <a:lnTo>
                    <a:pt x="3859" y="8860"/>
                  </a:lnTo>
                  <a:lnTo>
                    <a:pt x="4502" y="8860"/>
                  </a:lnTo>
                  <a:lnTo>
                    <a:pt x="4502" y="10455"/>
                  </a:lnTo>
                  <a:cubicBezTo>
                    <a:pt x="4478" y="10681"/>
                    <a:pt x="4644" y="10794"/>
                    <a:pt x="4811" y="10794"/>
                  </a:cubicBezTo>
                  <a:cubicBezTo>
                    <a:pt x="4978" y="10794"/>
                    <a:pt x="5145" y="10681"/>
                    <a:pt x="5121" y="10455"/>
                  </a:cubicBezTo>
                  <a:lnTo>
                    <a:pt x="5121" y="8860"/>
                  </a:lnTo>
                  <a:lnTo>
                    <a:pt x="5740" y="8860"/>
                  </a:lnTo>
                  <a:lnTo>
                    <a:pt x="5740" y="10455"/>
                  </a:lnTo>
                  <a:cubicBezTo>
                    <a:pt x="5716" y="10681"/>
                    <a:pt x="5889" y="10794"/>
                    <a:pt x="6061" y="10794"/>
                  </a:cubicBezTo>
                  <a:cubicBezTo>
                    <a:pt x="6234" y="10794"/>
                    <a:pt x="6407" y="10681"/>
                    <a:pt x="6383" y="10455"/>
                  </a:cubicBezTo>
                  <a:lnTo>
                    <a:pt x="6383" y="8860"/>
                  </a:lnTo>
                  <a:lnTo>
                    <a:pt x="7002" y="8860"/>
                  </a:lnTo>
                  <a:lnTo>
                    <a:pt x="7002" y="10455"/>
                  </a:lnTo>
                  <a:cubicBezTo>
                    <a:pt x="6978" y="10681"/>
                    <a:pt x="7145" y="10794"/>
                    <a:pt x="7315" y="10794"/>
                  </a:cubicBezTo>
                  <a:cubicBezTo>
                    <a:pt x="7484" y="10794"/>
                    <a:pt x="7657" y="10681"/>
                    <a:pt x="7645" y="10455"/>
                  </a:cubicBezTo>
                  <a:lnTo>
                    <a:pt x="7645" y="8860"/>
                  </a:lnTo>
                  <a:lnTo>
                    <a:pt x="7931" y="8860"/>
                  </a:lnTo>
                  <a:cubicBezTo>
                    <a:pt x="8455" y="8860"/>
                    <a:pt x="8883" y="8431"/>
                    <a:pt x="8883" y="7931"/>
                  </a:cubicBezTo>
                  <a:lnTo>
                    <a:pt x="8883" y="7597"/>
                  </a:lnTo>
                  <a:lnTo>
                    <a:pt x="10479" y="7597"/>
                  </a:lnTo>
                  <a:cubicBezTo>
                    <a:pt x="10836" y="7574"/>
                    <a:pt x="10836" y="7002"/>
                    <a:pt x="10479" y="6978"/>
                  </a:cubicBezTo>
                  <a:lnTo>
                    <a:pt x="8883" y="6978"/>
                  </a:lnTo>
                  <a:lnTo>
                    <a:pt x="8883" y="6335"/>
                  </a:lnTo>
                  <a:lnTo>
                    <a:pt x="10479" y="6335"/>
                  </a:lnTo>
                  <a:cubicBezTo>
                    <a:pt x="10836" y="6311"/>
                    <a:pt x="10836" y="5740"/>
                    <a:pt x="10479" y="5716"/>
                  </a:cubicBezTo>
                  <a:lnTo>
                    <a:pt x="8883" y="5716"/>
                  </a:lnTo>
                  <a:lnTo>
                    <a:pt x="8883" y="5073"/>
                  </a:lnTo>
                  <a:lnTo>
                    <a:pt x="10479" y="5073"/>
                  </a:lnTo>
                  <a:cubicBezTo>
                    <a:pt x="10836" y="5049"/>
                    <a:pt x="10836" y="4501"/>
                    <a:pt x="10479" y="4454"/>
                  </a:cubicBezTo>
                  <a:lnTo>
                    <a:pt x="8883" y="4454"/>
                  </a:lnTo>
                  <a:lnTo>
                    <a:pt x="8883" y="3835"/>
                  </a:lnTo>
                  <a:lnTo>
                    <a:pt x="10479" y="3835"/>
                  </a:lnTo>
                  <a:cubicBezTo>
                    <a:pt x="10860" y="3787"/>
                    <a:pt x="10860" y="3239"/>
                    <a:pt x="10479" y="3192"/>
                  </a:cubicBezTo>
                  <a:lnTo>
                    <a:pt x="8883" y="3192"/>
                  </a:lnTo>
                  <a:lnTo>
                    <a:pt x="8883" y="2882"/>
                  </a:lnTo>
                  <a:cubicBezTo>
                    <a:pt x="8883" y="2358"/>
                    <a:pt x="8455" y="1930"/>
                    <a:pt x="7931" y="1930"/>
                  </a:cubicBezTo>
                  <a:lnTo>
                    <a:pt x="7645" y="1930"/>
                  </a:lnTo>
                  <a:lnTo>
                    <a:pt x="7645" y="358"/>
                  </a:lnTo>
                  <a:cubicBezTo>
                    <a:pt x="7657" y="120"/>
                    <a:pt x="7484" y="1"/>
                    <a:pt x="7315" y="1"/>
                  </a:cubicBezTo>
                  <a:cubicBezTo>
                    <a:pt x="7145" y="1"/>
                    <a:pt x="6978" y="120"/>
                    <a:pt x="7002" y="358"/>
                  </a:cubicBezTo>
                  <a:lnTo>
                    <a:pt x="7002" y="1930"/>
                  </a:lnTo>
                  <a:lnTo>
                    <a:pt x="6383" y="1930"/>
                  </a:lnTo>
                  <a:lnTo>
                    <a:pt x="6383" y="358"/>
                  </a:lnTo>
                  <a:cubicBezTo>
                    <a:pt x="6407" y="120"/>
                    <a:pt x="6234" y="1"/>
                    <a:pt x="6061" y="1"/>
                  </a:cubicBezTo>
                  <a:cubicBezTo>
                    <a:pt x="5889" y="1"/>
                    <a:pt x="5716" y="120"/>
                    <a:pt x="5740" y="358"/>
                  </a:cubicBezTo>
                  <a:lnTo>
                    <a:pt x="5740" y="1930"/>
                  </a:lnTo>
                  <a:lnTo>
                    <a:pt x="5121" y="1930"/>
                  </a:lnTo>
                  <a:lnTo>
                    <a:pt x="5121" y="358"/>
                  </a:lnTo>
                  <a:cubicBezTo>
                    <a:pt x="5145" y="120"/>
                    <a:pt x="4978" y="1"/>
                    <a:pt x="48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6860;p59">
              <a:extLst>
                <a:ext uri="{FF2B5EF4-FFF2-40B4-BE49-F238E27FC236}">
                  <a16:creationId xmlns:a16="http://schemas.microsoft.com/office/drawing/2014/main" id="{EF9B9A7F-7794-9885-FF68-707D5375D7AD}"/>
                </a:ext>
              </a:extLst>
            </p:cNvPr>
            <p:cNvSpPr/>
            <p:nvPr/>
          </p:nvSpPr>
          <p:spPr>
            <a:xfrm>
              <a:off x="2648677" y="3569073"/>
              <a:ext cx="102126" cy="102488"/>
            </a:xfrm>
            <a:custGeom>
              <a:avLst/>
              <a:gdLst/>
              <a:ahLst/>
              <a:cxnLst/>
              <a:rect l="l" t="t" r="r" b="b"/>
              <a:pathLst>
                <a:path w="3145" h="3145" extrusionOk="0">
                  <a:moveTo>
                    <a:pt x="620" y="1"/>
                  </a:moveTo>
                  <a:lnTo>
                    <a:pt x="620" y="310"/>
                  </a:lnTo>
                  <a:cubicBezTo>
                    <a:pt x="620" y="477"/>
                    <a:pt x="477" y="620"/>
                    <a:pt x="310" y="620"/>
                  </a:cubicBezTo>
                  <a:lnTo>
                    <a:pt x="1" y="620"/>
                  </a:lnTo>
                  <a:lnTo>
                    <a:pt x="1" y="2501"/>
                  </a:lnTo>
                  <a:lnTo>
                    <a:pt x="310" y="2501"/>
                  </a:lnTo>
                  <a:cubicBezTo>
                    <a:pt x="477" y="2501"/>
                    <a:pt x="620" y="2644"/>
                    <a:pt x="620" y="2811"/>
                  </a:cubicBezTo>
                  <a:lnTo>
                    <a:pt x="620" y="3144"/>
                  </a:lnTo>
                  <a:lnTo>
                    <a:pt x="2501" y="3144"/>
                  </a:lnTo>
                  <a:lnTo>
                    <a:pt x="2501" y="2811"/>
                  </a:lnTo>
                  <a:cubicBezTo>
                    <a:pt x="2501" y="2644"/>
                    <a:pt x="2644" y="2501"/>
                    <a:pt x="2835" y="2501"/>
                  </a:cubicBezTo>
                  <a:lnTo>
                    <a:pt x="3144" y="2501"/>
                  </a:lnTo>
                  <a:lnTo>
                    <a:pt x="3144" y="620"/>
                  </a:lnTo>
                  <a:lnTo>
                    <a:pt x="2835" y="620"/>
                  </a:lnTo>
                  <a:cubicBezTo>
                    <a:pt x="2644" y="620"/>
                    <a:pt x="2501" y="477"/>
                    <a:pt x="2501" y="310"/>
                  </a:cubicBezTo>
                  <a:lnTo>
                    <a:pt x="250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5" name="Google Shape;1975;p43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 Research Question with  Our Evidence</a:t>
            </a:r>
            <a:endParaRPr dirty="0"/>
          </a:p>
        </p:txBody>
      </p:sp>
      <p:sp>
        <p:nvSpPr>
          <p:cNvPr id="1976" name="Google Shape;1976;p43"/>
          <p:cNvSpPr txBox="1"/>
          <p:nvPr/>
        </p:nvSpPr>
        <p:spPr>
          <a:xfrm>
            <a:off x="713225" y="1307129"/>
            <a:ext cx="7974900" cy="3594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800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The Chips and Science Act is positively impacting the US Semiconductor and Related Devices industry.</a:t>
            </a:r>
          </a:p>
          <a:p>
            <a:pPr marL="285750" lvl="0" indent="-28575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Incentives and funding support for companies that prioritize U.S.-based production</a:t>
            </a:r>
            <a:r>
              <a:rPr lang="en-GB" sz="1800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marL="285750" lvl="0" indent="-28575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800" b="0" i="0" dirty="0">
                <a:solidFill>
                  <a:schemeClr val="bg1"/>
                </a:solidFill>
                <a:effectLst/>
                <a:latin typeface="Inter"/>
              </a:rPr>
              <a:t>The current administration funded Intel with $8.5 billion. </a:t>
            </a:r>
          </a:p>
          <a:p>
            <a:pPr marL="285750" lvl="0" indent="-28575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800" b="0" i="0" dirty="0">
                <a:solidFill>
                  <a:schemeClr val="bg1"/>
                </a:solidFill>
                <a:effectLst/>
                <a:latin typeface="Inter"/>
              </a:rPr>
              <a:t>It is perceived that the Chips and Science Act will reshape the semiconductor landscape.</a:t>
            </a:r>
            <a:endParaRPr lang="en-GB" sz="1800" dirty="0">
              <a:solidFill>
                <a:schemeClr val="bg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4" name="Google Shape;6218;p56">
            <a:extLst>
              <a:ext uri="{FF2B5EF4-FFF2-40B4-BE49-F238E27FC236}">
                <a16:creationId xmlns:a16="http://schemas.microsoft.com/office/drawing/2014/main" id="{ABF43C9D-02ED-A21A-DCE8-60DB6C58FBD4}"/>
              </a:ext>
            </a:extLst>
          </p:cNvPr>
          <p:cNvGrpSpPr/>
          <p:nvPr/>
        </p:nvGrpSpPr>
        <p:grpSpPr>
          <a:xfrm>
            <a:off x="5713800" y="681099"/>
            <a:ext cx="259544" cy="247018"/>
            <a:chOff x="-6690625" y="3631325"/>
            <a:chExt cx="307225" cy="292225"/>
          </a:xfrm>
        </p:grpSpPr>
        <p:sp>
          <p:nvSpPr>
            <p:cNvPr id="5" name="Google Shape;6219;p56">
              <a:extLst>
                <a:ext uri="{FF2B5EF4-FFF2-40B4-BE49-F238E27FC236}">
                  <a16:creationId xmlns:a16="http://schemas.microsoft.com/office/drawing/2014/main" id="{55CC0953-7351-73BD-6FCC-D711DA537FCA}"/>
                </a:ext>
              </a:extLst>
            </p:cNvPr>
            <p:cNvSpPr/>
            <p:nvPr/>
          </p:nvSpPr>
          <p:spPr>
            <a:xfrm>
              <a:off x="-6690625" y="3631325"/>
              <a:ext cx="222925" cy="292225"/>
            </a:xfrm>
            <a:custGeom>
              <a:avLst/>
              <a:gdLst/>
              <a:ahLst/>
              <a:cxnLst/>
              <a:rect l="l" t="t" r="r" b="b"/>
              <a:pathLst>
                <a:path w="8917" h="11689" extrusionOk="0">
                  <a:moveTo>
                    <a:pt x="5861" y="2773"/>
                  </a:moveTo>
                  <a:cubicBezTo>
                    <a:pt x="6270" y="2773"/>
                    <a:pt x="6333" y="3435"/>
                    <a:pt x="5861" y="3435"/>
                  </a:cubicBezTo>
                  <a:lnTo>
                    <a:pt x="3813" y="3435"/>
                  </a:lnTo>
                  <a:cubicBezTo>
                    <a:pt x="3372" y="3435"/>
                    <a:pt x="3340" y="2773"/>
                    <a:pt x="3813" y="2773"/>
                  </a:cubicBezTo>
                  <a:close/>
                  <a:moveTo>
                    <a:pt x="2742" y="0"/>
                  </a:moveTo>
                  <a:lnTo>
                    <a:pt x="2742" y="2395"/>
                  </a:lnTo>
                  <a:cubicBezTo>
                    <a:pt x="2742" y="2584"/>
                    <a:pt x="2584" y="2741"/>
                    <a:pt x="2395" y="2741"/>
                  </a:cubicBezTo>
                  <a:lnTo>
                    <a:pt x="1" y="2741"/>
                  </a:lnTo>
                  <a:lnTo>
                    <a:pt x="1" y="10649"/>
                  </a:lnTo>
                  <a:cubicBezTo>
                    <a:pt x="1" y="11216"/>
                    <a:pt x="473" y="11689"/>
                    <a:pt x="1009" y="11689"/>
                  </a:cubicBezTo>
                  <a:lnTo>
                    <a:pt x="7909" y="11689"/>
                  </a:lnTo>
                  <a:cubicBezTo>
                    <a:pt x="8444" y="11689"/>
                    <a:pt x="8917" y="11248"/>
                    <a:pt x="8917" y="10649"/>
                  </a:cubicBezTo>
                  <a:lnTo>
                    <a:pt x="8917" y="7751"/>
                  </a:lnTo>
                  <a:lnTo>
                    <a:pt x="6491" y="10177"/>
                  </a:lnTo>
                  <a:cubicBezTo>
                    <a:pt x="6491" y="10271"/>
                    <a:pt x="6428" y="10303"/>
                    <a:pt x="6365" y="10303"/>
                  </a:cubicBezTo>
                  <a:lnTo>
                    <a:pt x="4317" y="10901"/>
                  </a:lnTo>
                  <a:cubicBezTo>
                    <a:pt x="4198" y="10938"/>
                    <a:pt x="4080" y="10955"/>
                    <a:pt x="3967" y="10955"/>
                  </a:cubicBezTo>
                  <a:cubicBezTo>
                    <a:pt x="3209" y="10955"/>
                    <a:pt x="2625" y="10192"/>
                    <a:pt x="2899" y="9452"/>
                  </a:cubicBezTo>
                  <a:lnTo>
                    <a:pt x="3057" y="8979"/>
                  </a:lnTo>
                  <a:lnTo>
                    <a:pt x="1765" y="8979"/>
                  </a:lnTo>
                  <a:cubicBezTo>
                    <a:pt x="1324" y="8979"/>
                    <a:pt x="1293" y="8255"/>
                    <a:pt x="1765" y="8255"/>
                  </a:cubicBezTo>
                  <a:lnTo>
                    <a:pt x="3277" y="8255"/>
                  </a:lnTo>
                  <a:lnTo>
                    <a:pt x="3529" y="7593"/>
                  </a:lnTo>
                  <a:lnTo>
                    <a:pt x="1797" y="7593"/>
                  </a:lnTo>
                  <a:cubicBezTo>
                    <a:pt x="1356" y="7593"/>
                    <a:pt x="1324" y="6869"/>
                    <a:pt x="1797" y="6869"/>
                  </a:cubicBezTo>
                  <a:lnTo>
                    <a:pt x="4034" y="6869"/>
                  </a:lnTo>
                  <a:lnTo>
                    <a:pt x="4695" y="6207"/>
                  </a:lnTo>
                  <a:lnTo>
                    <a:pt x="1765" y="6207"/>
                  </a:lnTo>
                  <a:cubicBezTo>
                    <a:pt x="1324" y="6207"/>
                    <a:pt x="1293" y="5514"/>
                    <a:pt x="1765" y="5514"/>
                  </a:cubicBezTo>
                  <a:lnTo>
                    <a:pt x="5388" y="5514"/>
                  </a:lnTo>
                  <a:lnTo>
                    <a:pt x="6050" y="4821"/>
                  </a:lnTo>
                  <a:lnTo>
                    <a:pt x="1734" y="4821"/>
                  </a:lnTo>
                  <a:cubicBezTo>
                    <a:pt x="1293" y="4821"/>
                    <a:pt x="1261" y="4128"/>
                    <a:pt x="1734" y="4128"/>
                  </a:cubicBezTo>
                  <a:lnTo>
                    <a:pt x="6711" y="4128"/>
                  </a:lnTo>
                  <a:cubicBezTo>
                    <a:pt x="6963" y="3876"/>
                    <a:pt x="8696" y="2080"/>
                    <a:pt x="8917" y="1891"/>
                  </a:cubicBezTo>
                  <a:lnTo>
                    <a:pt x="8917" y="1009"/>
                  </a:lnTo>
                  <a:cubicBezTo>
                    <a:pt x="8917" y="473"/>
                    <a:pt x="8507" y="0"/>
                    <a:pt x="79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6220;p56">
              <a:extLst>
                <a:ext uri="{FF2B5EF4-FFF2-40B4-BE49-F238E27FC236}">
                  <a16:creationId xmlns:a16="http://schemas.microsoft.com/office/drawing/2014/main" id="{0E30D39E-A3D7-C5FD-E89D-C51D9D30E203}"/>
                </a:ext>
              </a:extLst>
            </p:cNvPr>
            <p:cNvSpPr/>
            <p:nvPr/>
          </p:nvSpPr>
          <p:spPr>
            <a:xfrm>
              <a:off x="-6604350" y="3832175"/>
              <a:ext cx="58675" cy="56550"/>
            </a:xfrm>
            <a:custGeom>
              <a:avLst/>
              <a:gdLst/>
              <a:ahLst/>
              <a:cxnLst/>
              <a:rect l="l" t="t" r="r" b="b"/>
              <a:pathLst>
                <a:path w="2347" h="2262" extrusionOk="0">
                  <a:moveTo>
                    <a:pt x="614" y="0"/>
                  </a:moveTo>
                  <a:lnTo>
                    <a:pt x="110" y="1607"/>
                  </a:lnTo>
                  <a:cubicBezTo>
                    <a:pt x="1" y="1934"/>
                    <a:pt x="222" y="2262"/>
                    <a:pt x="550" y="2262"/>
                  </a:cubicBezTo>
                  <a:cubicBezTo>
                    <a:pt x="600" y="2262"/>
                    <a:pt x="654" y="2254"/>
                    <a:pt x="709" y="2237"/>
                  </a:cubicBezTo>
                  <a:lnTo>
                    <a:pt x="2347" y="1701"/>
                  </a:lnTo>
                  <a:lnTo>
                    <a:pt x="61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6221;p56">
              <a:extLst>
                <a:ext uri="{FF2B5EF4-FFF2-40B4-BE49-F238E27FC236}">
                  <a16:creationId xmlns:a16="http://schemas.microsoft.com/office/drawing/2014/main" id="{D0296C57-A306-B464-B4D8-17E02C176662}"/>
                </a:ext>
              </a:extLst>
            </p:cNvPr>
            <p:cNvSpPr/>
            <p:nvPr/>
          </p:nvSpPr>
          <p:spPr>
            <a:xfrm>
              <a:off x="-6470875" y="3684775"/>
              <a:ext cx="87475" cy="71800"/>
            </a:xfrm>
            <a:custGeom>
              <a:avLst/>
              <a:gdLst/>
              <a:ahLst/>
              <a:cxnLst/>
              <a:rect l="l" t="t" r="r" b="b"/>
              <a:pathLst>
                <a:path w="3499" h="2872" extrusionOk="0">
                  <a:moveTo>
                    <a:pt x="1479" y="1"/>
                  </a:moveTo>
                  <a:cubicBezTo>
                    <a:pt x="1176" y="1"/>
                    <a:pt x="868" y="114"/>
                    <a:pt x="599" y="383"/>
                  </a:cubicBezTo>
                  <a:lnTo>
                    <a:pt x="1" y="950"/>
                  </a:lnTo>
                  <a:lnTo>
                    <a:pt x="1954" y="2872"/>
                  </a:lnTo>
                  <a:lnTo>
                    <a:pt x="2521" y="2305"/>
                  </a:lnTo>
                  <a:cubicBezTo>
                    <a:pt x="3498" y="1352"/>
                    <a:pt x="2524" y="1"/>
                    <a:pt x="14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6222;p56">
              <a:extLst>
                <a:ext uri="{FF2B5EF4-FFF2-40B4-BE49-F238E27FC236}">
                  <a16:creationId xmlns:a16="http://schemas.microsoft.com/office/drawing/2014/main" id="{A3F3A0C5-8BE4-4457-1D5E-D5D4361C6FA7}"/>
                </a:ext>
              </a:extLst>
            </p:cNvPr>
            <p:cNvSpPr/>
            <p:nvPr/>
          </p:nvSpPr>
          <p:spPr>
            <a:xfrm>
              <a:off x="-6578775" y="3721900"/>
              <a:ext cx="143375" cy="143375"/>
            </a:xfrm>
            <a:custGeom>
              <a:avLst/>
              <a:gdLst/>
              <a:ahLst/>
              <a:cxnLst/>
              <a:rect l="l" t="t" r="r" b="b"/>
              <a:pathLst>
                <a:path w="5735" h="5735" extrusionOk="0">
                  <a:moveTo>
                    <a:pt x="3813" y="1"/>
                  </a:moveTo>
                  <a:lnTo>
                    <a:pt x="1" y="3813"/>
                  </a:lnTo>
                  <a:lnTo>
                    <a:pt x="1922" y="5734"/>
                  </a:lnTo>
                  <a:lnTo>
                    <a:pt x="4474" y="3183"/>
                  </a:lnTo>
                  <a:lnTo>
                    <a:pt x="5734" y="1922"/>
                  </a:lnTo>
                  <a:lnTo>
                    <a:pt x="381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6223;p56">
              <a:extLst>
                <a:ext uri="{FF2B5EF4-FFF2-40B4-BE49-F238E27FC236}">
                  <a16:creationId xmlns:a16="http://schemas.microsoft.com/office/drawing/2014/main" id="{DBF620F2-A892-5358-0B88-6E34A437D871}"/>
                </a:ext>
              </a:extLst>
            </p:cNvPr>
            <p:cNvSpPr/>
            <p:nvPr/>
          </p:nvSpPr>
          <p:spPr>
            <a:xfrm>
              <a:off x="-6685100" y="3636850"/>
              <a:ext cx="47275" cy="46475"/>
            </a:xfrm>
            <a:custGeom>
              <a:avLst/>
              <a:gdLst/>
              <a:ahLst/>
              <a:cxnLst/>
              <a:rect l="l" t="t" r="r" b="b"/>
              <a:pathLst>
                <a:path w="1891" h="1859" extrusionOk="0">
                  <a:moveTo>
                    <a:pt x="1891" y="0"/>
                  </a:moveTo>
                  <a:lnTo>
                    <a:pt x="0" y="1859"/>
                  </a:lnTo>
                  <a:lnTo>
                    <a:pt x="1891" y="1859"/>
                  </a:lnTo>
                  <a:lnTo>
                    <a:pt x="18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Overview of our Industry &amp; the Event</a:t>
            </a:r>
            <a:endParaRPr dirty="0"/>
          </a:p>
        </p:txBody>
      </p:sp>
      <p:graphicFrame>
        <p:nvGraphicFramePr>
          <p:cNvPr id="666" name="Google Shape;666;p26"/>
          <p:cNvGraphicFramePr/>
          <p:nvPr>
            <p:extLst>
              <p:ext uri="{D42A27DB-BD31-4B8C-83A1-F6EECF244321}">
                <p14:modId xmlns:p14="http://schemas.microsoft.com/office/powerpoint/2010/main" val="3969113267"/>
              </p:ext>
            </p:extLst>
          </p:nvPr>
        </p:nvGraphicFramePr>
        <p:xfrm>
          <a:off x="530579" y="1183026"/>
          <a:ext cx="7292622" cy="3768528"/>
        </p:xfrm>
        <a:graphic>
          <a:graphicData uri="http://schemas.openxmlformats.org/drawingml/2006/table">
            <a:tbl>
              <a:tblPr>
                <a:noFill/>
                <a:tableStyleId>{0902F175-700A-48D8-AF79-39CB5E2A2C3E}</a:tableStyleId>
              </a:tblPr>
              <a:tblGrid>
                <a:gridCol w="2125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70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3997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u="sng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Event</a:t>
                      </a:r>
                      <a:endParaRPr sz="1800" b="1" u="sng" dirty="0">
                        <a:solidFill>
                          <a:schemeClr val="dk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GB" sz="1800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The Chips Act</a:t>
                      </a:r>
                      <a:endParaRPr sz="1800" dirty="0">
                        <a:solidFill>
                          <a:schemeClr val="dk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997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sng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Date</a:t>
                      </a:r>
                      <a:endParaRPr sz="1800" b="1" u="sng" dirty="0">
                        <a:solidFill>
                          <a:schemeClr val="dk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GB" sz="1800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August 9</a:t>
                      </a:r>
                      <a:r>
                        <a:rPr lang="en-GB" sz="1800" baseline="30000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th</a:t>
                      </a:r>
                      <a:r>
                        <a:rPr lang="en-GB" sz="1800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, 2022</a:t>
                      </a:r>
                      <a:endParaRPr sz="1800" dirty="0">
                        <a:solidFill>
                          <a:schemeClr val="dk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3997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sng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Industry</a:t>
                      </a:r>
                      <a:endParaRPr sz="1800" b="1" u="sng" dirty="0">
                        <a:solidFill>
                          <a:schemeClr val="dk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GB" sz="1800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The Semiconductor Industry</a:t>
                      </a:r>
                      <a:endParaRPr sz="1800" dirty="0">
                        <a:solidFill>
                          <a:schemeClr val="dk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3997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sng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Company</a:t>
                      </a:r>
                      <a:endParaRPr sz="1800" b="1" u="sng" dirty="0">
                        <a:solidFill>
                          <a:schemeClr val="dk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GB" sz="1800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Intel</a:t>
                      </a:r>
                      <a:endParaRPr sz="1800" dirty="0">
                        <a:solidFill>
                          <a:schemeClr val="dk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45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800" b="1" u="sng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Significance of Event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950" b="1" u="sng" dirty="0">
                        <a:solidFill>
                          <a:schemeClr val="dk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Domestic semiconductor manufacturing</a:t>
                      </a:r>
                      <a:endParaRPr sz="1800" dirty="0">
                        <a:solidFill>
                          <a:schemeClr val="dk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45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800" b="1" u="sng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Key Stakeholders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50" u="sng" dirty="0">
                        <a:solidFill>
                          <a:schemeClr val="dk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GB" sz="1800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Semiconductor Companies such as Intel, NVIDIA and others</a:t>
                      </a:r>
                      <a:endParaRPr sz="1800" b="1" dirty="0">
                        <a:solidFill>
                          <a:schemeClr val="dk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69" name="Google Shape;669;p26"/>
          <p:cNvSpPr/>
          <p:nvPr/>
        </p:nvSpPr>
        <p:spPr>
          <a:xfrm rot="9382200">
            <a:off x="5973091" y="3820090"/>
            <a:ext cx="4473033" cy="1659301"/>
          </a:xfrm>
          <a:custGeom>
            <a:avLst/>
            <a:gdLst/>
            <a:ahLst/>
            <a:cxnLst/>
            <a:rect l="l" t="t" r="r" b="b"/>
            <a:pathLst>
              <a:path w="112005" h="41549" extrusionOk="0">
                <a:moveTo>
                  <a:pt x="0" y="39706"/>
                </a:moveTo>
                <a:cubicBezTo>
                  <a:pt x="16376" y="50615"/>
                  <a:pt x="37772" y="8137"/>
                  <a:pt x="54855" y="17902"/>
                </a:cubicBezTo>
                <a:cubicBezTo>
                  <a:pt x="59073" y="20313"/>
                  <a:pt x="62335" y="26241"/>
                  <a:pt x="61281" y="30984"/>
                </a:cubicBezTo>
                <a:cubicBezTo>
                  <a:pt x="60467" y="34646"/>
                  <a:pt x="54364" y="35795"/>
                  <a:pt x="50724" y="34886"/>
                </a:cubicBezTo>
                <a:cubicBezTo>
                  <a:pt x="44547" y="33343"/>
                  <a:pt x="47211" y="19913"/>
                  <a:pt x="52101" y="15836"/>
                </a:cubicBezTo>
                <a:cubicBezTo>
                  <a:pt x="64565" y="5445"/>
                  <a:pt x="84630" y="19238"/>
                  <a:pt x="100758" y="17443"/>
                </a:cubicBezTo>
                <a:cubicBezTo>
                  <a:pt x="107634" y="16678"/>
                  <a:pt x="112005" y="6918"/>
                  <a:pt x="112005" y="0"/>
                </a:cubicBezTo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IN"/>
          </a:p>
        </p:txBody>
      </p:sp>
      <p:grpSp>
        <p:nvGrpSpPr>
          <p:cNvPr id="2" name="Google Shape;6215;p56">
            <a:extLst>
              <a:ext uri="{FF2B5EF4-FFF2-40B4-BE49-F238E27FC236}">
                <a16:creationId xmlns:a16="http://schemas.microsoft.com/office/drawing/2014/main" id="{8D4B19F0-9EF8-F5EF-C733-95848AA11991}"/>
              </a:ext>
            </a:extLst>
          </p:cNvPr>
          <p:cNvGrpSpPr/>
          <p:nvPr/>
        </p:nvGrpSpPr>
        <p:grpSpPr>
          <a:xfrm>
            <a:off x="7397425" y="624910"/>
            <a:ext cx="297738" cy="282449"/>
            <a:chOff x="-6696925" y="3272575"/>
            <a:chExt cx="307200" cy="291425"/>
          </a:xfrm>
        </p:grpSpPr>
        <p:sp>
          <p:nvSpPr>
            <p:cNvPr id="3" name="Google Shape;6216;p56">
              <a:extLst>
                <a:ext uri="{FF2B5EF4-FFF2-40B4-BE49-F238E27FC236}">
                  <a16:creationId xmlns:a16="http://schemas.microsoft.com/office/drawing/2014/main" id="{51EF802E-F786-0B73-33F4-8C47525F6D6B}"/>
                </a:ext>
              </a:extLst>
            </p:cNvPr>
            <p:cNvSpPr/>
            <p:nvPr/>
          </p:nvSpPr>
          <p:spPr>
            <a:xfrm>
              <a:off x="-6696925" y="3371400"/>
              <a:ext cx="220575" cy="192600"/>
            </a:xfrm>
            <a:custGeom>
              <a:avLst/>
              <a:gdLst/>
              <a:ahLst/>
              <a:cxnLst/>
              <a:rect l="l" t="t" r="r" b="b"/>
              <a:pathLst>
                <a:path w="8823" h="7704" extrusionOk="0">
                  <a:moveTo>
                    <a:pt x="7531" y="1"/>
                  </a:moveTo>
                  <a:lnTo>
                    <a:pt x="6333" y="1167"/>
                  </a:lnTo>
                  <a:cubicBezTo>
                    <a:pt x="6207" y="1293"/>
                    <a:pt x="6207" y="1513"/>
                    <a:pt x="6333" y="1639"/>
                  </a:cubicBezTo>
                  <a:cubicBezTo>
                    <a:pt x="6743" y="2017"/>
                    <a:pt x="6743" y="2710"/>
                    <a:pt x="6333" y="3088"/>
                  </a:cubicBezTo>
                  <a:lnTo>
                    <a:pt x="4096" y="5325"/>
                  </a:lnTo>
                  <a:cubicBezTo>
                    <a:pt x="3892" y="5530"/>
                    <a:pt x="3624" y="5632"/>
                    <a:pt x="3360" y="5632"/>
                  </a:cubicBezTo>
                  <a:cubicBezTo>
                    <a:pt x="3096" y="5632"/>
                    <a:pt x="2836" y="5530"/>
                    <a:pt x="2647" y="5325"/>
                  </a:cubicBezTo>
                  <a:cubicBezTo>
                    <a:pt x="2238" y="4947"/>
                    <a:pt x="2238" y="4286"/>
                    <a:pt x="2647" y="3876"/>
                  </a:cubicBezTo>
                  <a:lnTo>
                    <a:pt x="3309" y="3214"/>
                  </a:lnTo>
                  <a:cubicBezTo>
                    <a:pt x="2994" y="2679"/>
                    <a:pt x="2836" y="2017"/>
                    <a:pt x="2836" y="1387"/>
                  </a:cubicBezTo>
                  <a:cubicBezTo>
                    <a:pt x="2836" y="1167"/>
                    <a:pt x="2868" y="978"/>
                    <a:pt x="2899" y="726"/>
                  </a:cubicBezTo>
                  <a:lnTo>
                    <a:pt x="2899" y="726"/>
                  </a:lnTo>
                  <a:lnTo>
                    <a:pt x="1230" y="2427"/>
                  </a:lnTo>
                  <a:cubicBezTo>
                    <a:pt x="1" y="3592"/>
                    <a:pt x="1" y="5577"/>
                    <a:pt x="1230" y="6806"/>
                  </a:cubicBezTo>
                  <a:cubicBezTo>
                    <a:pt x="1820" y="7396"/>
                    <a:pt x="2621" y="7704"/>
                    <a:pt x="3423" y="7704"/>
                  </a:cubicBezTo>
                  <a:cubicBezTo>
                    <a:pt x="4204" y="7704"/>
                    <a:pt x="4986" y="7412"/>
                    <a:pt x="5577" y="6806"/>
                  </a:cubicBezTo>
                  <a:cubicBezTo>
                    <a:pt x="7531" y="4884"/>
                    <a:pt x="8003" y="4506"/>
                    <a:pt x="8350" y="3813"/>
                  </a:cubicBezTo>
                  <a:cubicBezTo>
                    <a:pt x="8822" y="2994"/>
                    <a:pt x="8822" y="1986"/>
                    <a:pt x="8381" y="1104"/>
                  </a:cubicBezTo>
                  <a:cubicBezTo>
                    <a:pt x="8161" y="568"/>
                    <a:pt x="7877" y="253"/>
                    <a:pt x="75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6217;p56">
              <a:extLst>
                <a:ext uri="{FF2B5EF4-FFF2-40B4-BE49-F238E27FC236}">
                  <a16:creationId xmlns:a16="http://schemas.microsoft.com/office/drawing/2014/main" id="{D5203FFE-8CE7-1394-B7DD-F7452F2266D1}"/>
                </a:ext>
              </a:extLst>
            </p:cNvPr>
            <p:cNvSpPr/>
            <p:nvPr/>
          </p:nvSpPr>
          <p:spPr>
            <a:xfrm>
              <a:off x="-6621300" y="3272575"/>
              <a:ext cx="231575" cy="194950"/>
            </a:xfrm>
            <a:custGeom>
              <a:avLst/>
              <a:gdLst/>
              <a:ahLst/>
              <a:cxnLst/>
              <a:rect l="l" t="t" r="r" b="b"/>
              <a:pathLst>
                <a:path w="9263" h="7798" extrusionOk="0">
                  <a:moveTo>
                    <a:pt x="5868" y="0"/>
                  </a:moveTo>
                  <a:cubicBezTo>
                    <a:pt x="5073" y="0"/>
                    <a:pt x="4269" y="299"/>
                    <a:pt x="3655" y="898"/>
                  </a:cubicBezTo>
                  <a:lnTo>
                    <a:pt x="1387" y="3229"/>
                  </a:lnTo>
                  <a:cubicBezTo>
                    <a:pt x="0" y="4615"/>
                    <a:pt x="315" y="6852"/>
                    <a:pt x="1670" y="7797"/>
                  </a:cubicBezTo>
                  <a:lnTo>
                    <a:pt x="2836" y="6632"/>
                  </a:lnTo>
                  <a:cubicBezTo>
                    <a:pt x="2962" y="6506"/>
                    <a:pt x="2962" y="6317"/>
                    <a:pt x="2836" y="6159"/>
                  </a:cubicBezTo>
                  <a:cubicBezTo>
                    <a:pt x="2552" y="5907"/>
                    <a:pt x="2489" y="5466"/>
                    <a:pt x="2552" y="5372"/>
                  </a:cubicBezTo>
                  <a:cubicBezTo>
                    <a:pt x="2552" y="4742"/>
                    <a:pt x="3214" y="4332"/>
                    <a:pt x="5167" y="2379"/>
                  </a:cubicBezTo>
                  <a:cubicBezTo>
                    <a:pt x="5384" y="2162"/>
                    <a:pt x="5630" y="2071"/>
                    <a:pt x="5869" y="2071"/>
                  </a:cubicBezTo>
                  <a:cubicBezTo>
                    <a:pt x="6673" y="2071"/>
                    <a:pt x="7393" y="3099"/>
                    <a:pt x="6616" y="3828"/>
                  </a:cubicBezTo>
                  <a:lnTo>
                    <a:pt x="5923" y="4521"/>
                  </a:lnTo>
                  <a:cubicBezTo>
                    <a:pt x="6364" y="5372"/>
                    <a:pt x="6522" y="6159"/>
                    <a:pt x="6364" y="7010"/>
                  </a:cubicBezTo>
                  <a:lnTo>
                    <a:pt x="8097" y="5277"/>
                  </a:lnTo>
                  <a:cubicBezTo>
                    <a:pt x="9263" y="4048"/>
                    <a:pt x="9263" y="2127"/>
                    <a:pt x="8034" y="898"/>
                  </a:cubicBezTo>
                  <a:cubicBezTo>
                    <a:pt x="7451" y="299"/>
                    <a:pt x="6664" y="0"/>
                    <a:pt x="58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Data Description</a:t>
            </a:r>
            <a:endParaRPr dirty="0"/>
          </a:p>
        </p:txBody>
      </p:sp>
      <p:sp>
        <p:nvSpPr>
          <p:cNvPr id="675" name="Google Shape;675;p27"/>
          <p:cNvSpPr txBox="1">
            <a:spLocks noGrp="1"/>
          </p:cNvSpPr>
          <p:nvPr>
            <p:ph type="title" idx="2"/>
          </p:nvPr>
        </p:nvSpPr>
        <p:spPr>
          <a:xfrm>
            <a:off x="1840350" y="1511050"/>
            <a:ext cx="734700" cy="67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676" name="Google Shape;676;p27"/>
          <p:cNvSpPr txBox="1">
            <a:spLocks noGrp="1"/>
          </p:cNvSpPr>
          <p:nvPr>
            <p:ph type="subTitle" idx="1"/>
          </p:nvPr>
        </p:nvSpPr>
        <p:spPr>
          <a:xfrm>
            <a:off x="2575050" y="1511050"/>
            <a:ext cx="5273550" cy="67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Industry : Semiconductors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It is a material essential in creating chips </a:t>
            </a:r>
            <a:endParaRPr dirty="0"/>
          </a:p>
        </p:txBody>
      </p:sp>
      <p:sp>
        <p:nvSpPr>
          <p:cNvPr id="679" name="Google Shape;679;p27"/>
          <p:cNvSpPr txBox="1">
            <a:spLocks noGrp="1"/>
          </p:cNvSpPr>
          <p:nvPr>
            <p:ph type="title" idx="5"/>
          </p:nvPr>
        </p:nvSpPr>
        <p:spPr>
          <a:xfrm>
            <a:off x="1840350" y="2635000"/>
            <a:ext cx="734700" cy="67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680" name="Google Shape;680;p27"/>
          <p:cNvSpPr txBox="1">
            <a:spLocks noGrp="1"/>
          </p:cNvSpPr>
          <p:nvPr>
            <p:ph type="subTitle" idx="6"/>
          </p:nvPr>
        </p:nvSpPr>
        <p:spPr>
          <a:xfrm>
            <a:off x="2575050" y="2635000"/>
            <a:ext cx="5273550" cy="67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SIC : 3674 </a:t>
            </a:r>
            <a:endParaRPr dirty="0"/>
          </a:p>
        </p:txBody>
      </p:sp>
      <p:sp>
        <p:nvSpPr>
          <p:cNvPr id="683" name="Google Shape;683;p27"/>
          <p:cNvSpPr txBox="1">
            <a:spLocks noGrp="1"/>
          </p:cNvSpPr>
          <p:nvPr>
            <p:ph type="title" idx="9"/>
          </p:nvPr>
        </p:nvSpPr>
        <p:spPr>
          <a:xfrm>
            <a:off x="1840350" y="3758950"/>
            <a:ext cx="734700" cy="67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684" name="Google Shape;684;p27"/>
          <p:cNvSpPr txBox="1">
            <a:spLocks noGrp="1"/>
          </p:cNvSpPr>
          <p:nvPr>
            <p:ph type="subTitle" idx="13"/>
          </p:nvPr>
        </p:nvSpPr>
        <p:spPr>
          <a:xfrm>
            <a:off x="2575050" y="3758950"/>
            <a:ext cx="5273550" cy="67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US" dirty="0"/>
              <a:t>Sample size after merging our data: 5667</a:t>
            </a:r>
          </a:p>
        </p:txBody>
      </p:sp>
      <p:sp>
        <p:nvSpPr>
          <p:cNvPr id="687" name="Google Shape;687;p27"/>
          <p:cNvSpPr/>
          <p:nvPr/>
        </p:nvSpPr>
        <p:spPr>
          <a:xfrm rot="2413733">
            <a:off x="4645738" y="234654"/>
            <a:ext cx="7716401" cy="993458"/>
          </a:xfrm>
          <a:custGeom>
            <a:avLst/>
            <a:gdLst/>
            <a:ahLst/>
            <a:cxnLst/>
            <a:rect l="l" t="t" r="r" b="b"/>
            <a:pathLst>
              <a:path w="6850284" h="881949" extrusionOk="0">
                <a:moveTo>
                  <a:pt x="0" y="691175"/>
                </a:moveTo>
                <a:cubicBezTo>
                  <a:pt x="204121" y="839669"/>
                  <a:pt x="482918" y="784424"/>
                  <a:pt x="683609" y="659551"/>
                </a:cubicBezTo>
                <a:cubicBezTo>
                  <a:pt x="912971" y="516772"/>
                  <a:pt x="1077087" y="294268"/>
                  <a:pt x="1299305" y="142344"/>
                </a:cubicBezTo>
                <a:cubicBezTo>
                  <a:pt x="1410272" y="66525"/>
                  <a:pt x="1534478" y="11185"/>
                  <a:pt x="1669828" y="1755"/>
                </a:cubicBezTo>
                <a:cubicBezTo>
                  <a:pt x="1805559" y="-7770"/>
                  <a:pt x="1940243" y="22329"/>
                  <a:pt x="2066163" y="71383"/>
                </a:cubicBezTo>
                <a:cubicBezTo>
                  <a:pt x="2326577" y="172729"/>
                  <a:pt x="2541175" y="358181"/>
                  <a:pt x="2773585" y="508104"/>
                </a:cubicBezTo>
                <a:cubicBezTo>
                  <a:pt x="2994089" y="650312"/>
                  <a:pt x="3250502" y="767470"/>
                  <a:pt x="3519392" y="745181"/>
                </a:cubicBezTo>
                <a:cubicBezTo>
                  <a:pt x="3639026" y="735275"/>
                  <a:pt x="3753041" y="696508"/>
                  <a:pt x="3851910" y="628119"/>
                </a:cubicBezTo>
                <a:cubicBezTo>
                  <a:pt x="3938111" y="568492"/>
                  <a:pt x="4011549" y="493150"/>
                  <a:pt x="4081463" y="415616"/>
                </a:cubicBezTo>
                <a:cubicBezTo>
                  <a:pt x="4217099" y="265121"/>
                  <a:pt x="4352830" y="83860"/>
                  <a:pt x="4557427" y="27187"/>
                </a:cubicBezTo>
                <a:cubicBezTo>
                  <a:pt x="4823175" y="-46442"/>
                  <a:pt x="5087874" y="113198"/>
                  <a:pt x="5282470" y="279028"/>
                </a:cubicBezTo>
                <a:cubicBezTo>
                  <a:pt x="5487067" y="453526"/>
                  <a:pt x="5670328" y="654694"/>
                  <a:pt x="5920074" y="766422"/>
                </a:cubicBezTo>
                <a:cubicBezTo>
                  <a:pt x="6153245" y="870816"/>
                  <a:pt x="6413564" y="905487"/>
                  <a:pt x="6665976" y="866244"/>
                </a:cubicBezTo>
                <a:cubicBezTo>
                  <a:pt x="6728460" y="856529"/>
                  <a:pt x="6789992" y="841765"/>
                  <a:pt x="6850285" y="822715"/>
                </a:cubicBezTo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27"/>
          <p:cNvSpPr/>
          <p:nvPr/>
        </p:nvSpPr>
        <p:spPr>
          <a:xfrm rot="4178230">
            <a:off x="-3388823" y="2794665"/>
            <a:ext cx="7727055" cy="994830"/>
          </a:xfrm>
          <a:custGeom>
            <a:avLst/>
            <a:gdLst/>
            <a:ahLst/>
            <a:cxnLst/>
            <a:rect l="l" t="t" r="r" b="b"/>
            <a:pathLst>
              <a:path w="6850284" h="881949" extrusionOk="0">
                <a:moveTo>
                  <a:pt x="0" y="691175"/>
                </a:moveTo>
                <a:cubicBezTo>
                  <a:pt x="204121" y="839669"/>
                  <a:pt x="482918" y="784424"/>
                  <a:pt x="683609" y="659551"/>
                </a:cubicBezTo>
                <a:cubicBezTo>
                  <a:pt x="912971" y="516772"/>
                  <a:pt x="1077087" y="294268"/>
                  <a:pt x="1299305" y="142344"/>
                </a:cubicBezTo>
                <a:cubicBezTo>
                  <a:pt x="1410272" y="66525"/>
                  <a:pt x="1534478" y="11185"/>
                  <a:pt x="1669828" y="1755"/>
                </a:cubicBezTo>
                <a:cubicBezTo>
                  <a:pt x="1805559" y="-7770"/>
                  <a:pt x="1940243" y="22329"/>
                  <a:pt x="2066163" y="71383"/>
                </a:cubicBezTo>
                <a:cubicBezTo>
                  <a:pt x="2326577" y="172729"/>
                  <a:pt x="2541175" y="358181"/>
                  <a:pt x="2773585" y="508104"/>
                </a:cubicBezTo>
                <a:cubicBezTo>
                  <a:pt x="2994089" y="650312"/>
                  <a:pt x="3250502" y="767470"/>
                  <a:pt x="3519392" y="745181"/>
                </a:cubicBezTo>
                <a:cubicBezTo>
                  <a:pt x="3639026" y="735275"/>
                  <a:pt x="3753041" y="696508"/>
                  <a:pt x="3851910" y="628119"/>
                </a:cubicBezTo>
                <a:cubicBezTo>
                  <a:pt x="3938111" y="568492"/>
                  <a:pt x="4011549" y="493150"/>
                  <a:pt x="4081463" y="415616"/>
                </a:cubicBezTo>
                <a:cubicBezTo>
                  <a:pt x="4217099" y="265121"/>
                  <a:pt x="4352830" y="83860"/>
                  <a:pt x="4557427" y="27187"/>
                </a:cubicBezTo>
                <a:cubicBezTo>
                  <a:pt x="4823175" y="-46442"/>
                  <a:pt x="5087874" y="113198"/>
                  <a:pt x="5282470" y="279028"/>
                </a:cubicBezTo>
                <a:cubicBezTo>
                  <a:pt x="5487067" y="453526"/>
                  <a:pt x="5670328" y="654694"/>
                  <a:pt x="5920074" y="766422"/>
                </a:cubicBezTo>
                <a:cubicBezTo>
                  <a:pt x="6153245" y="870816"/>
                  <a:pt x="6413564" y="905487"/>
                  <a:pt x="6665976" y="866244"/>
                </a:cubicBezTo>
                <a:cubicBezTo>
                  <a:pt x="6728460" y="856529"/>
                  <a:pt x="6789992" y="841765"/>
                  <a:pt x="6850285" y="822715"/>
                </a:cubicBezTo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" name="Google Shape;7941;p63">
            <a:extLst>
              <a:ext uri="{FF2B5EF4-FFF2-40B4-BE49-F238E27FC236}">
                <a16:creationId xmlns:a16="http://schemas.microsoft.com/office/drawing/2014/main" id="{54D59A05-1DDD-29AF-85FE-819E85432081}"/>
              </a:ext>
            </a:extLst>
          </p:cNvPr>
          <p:cNvGrpSpPr/>
          <p:nvPr/>
        </p:nvGrpSpPr>
        <p:grpSpPr>
          <a:xfrm>
            <a:off x="3999590" y="560100"/>
            <a:ext cx="341809" cy="342550"/>
            <a:chOff x="5290168" y="2458103"/>
            <a:chExt cx="341809" cy="342550"/>
          </a:xfrm>
        </p:grpSpPr>
        <p:sp>
          <p:nvSpPr>
            <p:cNvPr id="19" name="Google Shape;7942;p63">
              <a:extLst>
                <a:ext uri="{FF2B5EF4-FFF2-40B4-BE49-F238E27FC236}">
                  <a16:creationId xmlns:a16="http://schemas.microsoft.com/office/drawing/2014/main" id="{5C376B4C-3EB8-AEAA-8A72-49DE1A2B1EC2}"/>
                </a:ext>
              </a:extLst>
            </p:cNvPr>
            <p:cNvSpPr/>
            <p:nvPr/>
          </p:nvSpPr>
          <p:spPr>
            <a:xfrm>
              <a:off x="5290168" y="2625465"/>
              <a:ext cx="89699" cy="64287"/>
            </a:xfrm>
            <a:custGeom>
              <a:avLst/>
              <a:gdLst/>
              <a:ahLst/>
              <a:cxnLst/>
              <a:rect l="l" t="t" r="r" b="b"/>
              <a:pathLst>
                <a:path w="3025" h="2168" extrusionOk="0">
                  <a:moveTo>
                    <a:pt x="1191" y="1"/>
                  </a:moveTo>
                  <a:lnTo>
                    <a:pt x="1191" y="501"/>
                  </a:lnTo>
                  <a:lnTo>
                    <a:pt x="0" y="501"/>
                  </a:lnTo>
                  <a:lnTo>
                    <a:pt x="0" y="2168"/>
                  </a:lnTo>
                  <a:lnTo>
                    <a:pt x="3025" y="2168"/>
                  </a:lnTo>
                  <a:lnTo>
                    <a:pt x="3025" y="501"/>
                  </a:lnTo>
                  <a:lnTo>
                    <a:pt x="1882" y="501"/>
                  </a:lnTo>
                  <a:lnTo>
                    <a:pt x="18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7943;p63">
              <a:extLst>
                <a:ext uri="{FF2B5EF4-FFF2-40B4-BE49-F238E27FC236}">
                  <a16:creationId xmlns:a16="http://schemas.microsoft.com/office/drawing/2014/main" id="{CF6DB453-A69B-DDD5-85EE-4BC7CBA14E20}"/>
                </a:ext>
              </a:extLst>
            </p:cNvPr>
            <p:cNvSpPr/>
            <p:nvPr/>
          </p:nvSpPr>
          <p:spPr>
            <a:xfrm>
              <a:off x="5407386" y="2458103"/>
              <a:ext cx="105948" cy="57941"/>
            </a:xfrm>
            <a:custGeom>
              <a:avLst/>
              <a:gdLst/>
              <a:ahLst/>
              <a:cxnLst/>
              <a:rect l="l" t="t" r="r" b="b"/>
              <a:pathLst>
                <a:path w="3573" h="1954" extrusionOk="0">
                  <a:moveTo>
                    <a:pt x="1" y="1"/>
                  </a:moveTo>
                  <a:lnTo>
                    <a:pt x="1" y="1954"/>
                  </a:lnTo>
                  <a:lnTo>
                    <a:pt x="3573" y="1954"/>
                  </a:lnTo>
                  <a:lnTo>
                    <a:pt x="357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7944;p63">
              <a:extLst>
                <a:ext uri="{FF2B5EF4-FFF2-40B4-BE49-F238E27FC236}">
                  <a16:creationId xmlns:a16="http://schemas.microsoft.com/office/drawing/2014/main" id="{C6BCF1F4-A19F-6E17-ED19-88E40296C2A0}"/>
                </a:ext>
              </a:extLst>
            </p:cNvPr>
            <p:cNvSpPr/>
            <p:nvPr/>
          </p:nvSpPr>
          <p:spPr>
            <a:xfrm>
              <a:off x="5290168" y="2535794"/>
              <a:ext cx="341804" cy="68527"/>
            </a:xfrm>
            <a:custGeom>
              <a:avLst/>
              <a:gdLst/>
              <a:ahLst/>
              <a:cxnLst/>
              <a:rect l="l" t="t" r="r" b="b"/>
              <a:pathLst>
                <a:path w="11527" h="2311" extrusionOk="0">
                  <a:moveTo>
                    <a:pt x="5406" y="0"/>
                  </a:moveTo>
                  <a:lnTo>
                    <a:pt x="5406" y="596"/>
                  </a:lnTo>
                  <a:lnTo>
                    <a:pt x="4216" y="596"/>
                  </a:lnTo>
                  <a:lnTo>
                    <a:pt x="4216" y="1120"/>
                  </a:lnTo>
                  <a:lnTo>
                    <a:pt x="3025" y="1120"/>
                  </a:lnTo>
                  <a:lnTo>
                    <a:pt x="3025" y="596"/>
                  </a:lnTo>
                  <a:lnTo>
                    <a:pt x="0" y="596"/>
                  </a:lnTo>
                  <a:lnTo>
                    <a:pt x="0" y="2310"/>
                  </a:lnTo>
                  <a:lnTo>
                    <a:pt x="3025" y="2310"/>
                  </a:lnTo>
                  <a:lnTo>
                    <a:pt x="3025" y="1810"/>
                  </a:lnTo>
                  <a:lnTo>
                    <a:pt x="4216" y="1810"/>
                  </a:lnTo>
                  <a:lnTo>
                    <a:pt x="4216" y="2310"/>
                  </a:lnTo>
                  <a:lnTo>
                    <a:pt x="7264" y="2310"/>
                  </a:lnTo>
                  <a:lnTo>
                    <a:pt x="7264" y="1810"/>
                  </a:lnTo>
                  <a:lnTo>
                    <a:pt x="8478" y="1810"/>
                  </a:lnTo>
                  <a:lnTo>
                    <a:pt x="8478" y="2310"/>
                  </a:lnTo>
                  <a:lnTo>
                    <a:pt x="11527" y="2310"/>
                  </a:lnTo>
                  <a:lnTo>
                    <a:pt x="11527" y="596"/>
                  </a:lnTo>
                  <a:lnTo>
                    <a:pt x="8455" y="596"/>
                  </a:lnTo>
                  <a:lnTo>
                    <a:pt x="8455" y="1120"/>
                  </a:lnTo>
                  <a:lnTo>
                    <a:pt x="7264" y="1120"/>
                  </a:lnTo>
                  <a:lnTo>
                    <a:pt x="7264" y="596"/>
                  </a:lnTo>
                  <a:lnTo>
                    <a:pt x="6097" y="596"/>
                  </a:lnTo>
                  <a:lnTo>
                    <a:pt x="60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7945;p63">
              <a:extLst>
                <a:ext uri="{FF2B5EF4-FFF2-40B4-BE49-F238E27FC236}">
                  <a16:creationId xmlns:a16="http://schemas.microsoft.com/office/drawing/2014/main" id="{26D21572-C778-8CBB-987C-4D61AD7E7942}"/>
                </a:ext>
              </a:extLst>
            </p:cNvPr>
            <p:cNvSpPr/>
            <p:nvPr/>
          </p:nvSpPr>
          <p:spPr>
            <a:xfrm>
              <a:off x="5541566" y="2625465"/>
              <a:ext cx="90410" cy="64287"/>
            </a:xfrm>
            <a:custGeom>
              <a:avLst/>
              <a:gdLst/>
              <a:ahLst/>
              <a:cxnLst/>
              <a:rect l="l" t="t" r="r" b="b"/>
              <a:pathLst>
                <a:path w="3049" h="2168" extrusionOk="0">
                  <a:moveTo>
                    <a:pt x="1167" y="1"/>
                  </a:moveTo>
                  <a:lnTo>
                    <a:pt x="1167" y="501"/>
                  </a:lnTo>
                  <a:lnTo>
                    <a:pt x="0" y="501"/>
                  </a:lnTo>
                  <a:lnTo>
                    <a:pt x="0" y="2168"/>
                  </a:lnTo>
                  <a:lnTo>
                    <a:pt x="3049" y="2168"/>
                  </a:lnTo>
                  <a:lnTo>
                    <a:pt x="3049" y="501"/>
                  </a:lnTo>
                  <a:lnTo>
                    <a:pt x="1858" y="501"/>
                  </a:lnTo>
                  <a:lnTo>
                    <a:pt x="185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7946;p63">
              <a:extLst>
                <a:ext uri="{FF2B5EF4-FFF2-40B4-BE49-F238E27FC236}">
                  <a16:creationId xmlns:a16="http://schemas.microsoft.com/office/drawing/2014/main" id="{C675B2FD-AF4E-1296-B486-DF37B5E93ECE}"/>
                </a:ext>
              </a:extLst>
            </p:cNvPr>
            <p:cNvSpPr/>
            <p:nvPr/>
          </p:nvSpPr>
          <p:spPr>
            <a:xfrm>
              <a:off x="5422213" y="2710213"/>
              <a:ext cx="74191" cy="90440"/>
            </a:xfrm>
            <a:custGeom>
              <a:avLst/>
              <a:gdLst/>
              <a:ahLst/>
              <a:cxnLst/>
              <a:rect l="l" t="t" r="r" b="b"/>
              <a:pathLst>
                <a:path w="2502" h="3050" extrusionOk="0">
                  <a:moveTo>
                    <a:pt x="929" y="1"/>
                  </a:moveTo>
                  <a:lnTo>
                    <a:pt x="929" y="620"/>
                  </a:lnTo>
                  <a:cubicBezTo>
                    <a:pt x="406" y="786"/>
                    <a:pt x="1" y="1287"/>
                    <a:pt x="48" y="1882"/>
                  </a:cubicBezTo>
                  <a:cubicBezTo>
                    <a:pt x="72" y="2501"/>
                    <a:pt x="572" y="3001"/>
                    <a:pt x="1191" y="3049"/>
                  </a:cubicBezTo>
                  <a:cubicBezTo>
                    <a:pt x="1205" y="3049"/>
                    <a:pt x="1219" y="3050"/>
                    <a:pt x="1233" y="3050"/>
                  </a:cubicBezTo>
                  <a:cubicBezTo>
                    <a:pt x="1906" y="3050"/>
                    <a:pt x="2477" y="2487"/>
                    <a:pt x="2477" y="1810"/>
                  </a:cubicBezTo>
                  <a:cubicBezTo>
                    <a:pt x="2501" y="1215"/>
                    <a:pt x="2120" y="786"/>
                    <a:pt x="1620" y="620"/>
                  </a:cubicBezTo>
                  <a:lnTo>
                    <a:pt x="16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7947;p63">
              <a:extLst>
                <a:ext uri="{FF2B5EF4-FFF2-40B4-BE49-F238E27FC236}">
                  <a16:creationId xmlns:a16="http://schemas.microsoft.com/office/drawing/2014/main" id="{DBF7B466-FFB4-D114-6DDB-085B81793B07}"/>
                </a:ext>
              </a:extLst>
            </p:cNvPr>
            <p:cNvSpPr/>
            <p:nvPr/>
          </p:nvSpPr>
          <p:spPr>
            <a:xfrm>
              <a:off x="5547912" y="2710213"/>
              <a:ext cx="74191" cy="90440"/>
            </a:xfrm>
            <a:custGeom>
              <a:avLst/>
              <a:gdLst/>
              <a:ahLst/>
              <a:cxnLst/>
              <a:rect l="l" t="t" r="r" b="b"/>
              <a:pathLst>
                <a:path w="2502" h="3050" extrusionOk="0">
                  <a:moveTo>
                    <a:pt x="929" y="1"/>
                  </a:moveTo>
                  <a:lnTo>
                    <a:pt x="929" y="620"/>
                  </a:lnTo>
                  <a:cubicBezTo>
                    <a:pt x="382" y="786"/>
                    <a:pt x="1" y="1287"/>
                    <a:pt x="24" y="1882"/>
                  </a:cubicBezTo>
                  <a:cubicBezTo>
                    <a:pt x="48" y="2501"/>
                    <a:pt x="548" y="3001"/>
                    <a:pt x="1191" y="3049"/>
                  </a:cubicBezTo>
                  <a:cubicBezTo>
                    <a:pt x="1205" y="3049"/>
                    <a:pt x="1218" y="3050"/>
                    <a:pt x="1232" y="3050"/>
                  </a:cubicBezTo>
                  <a:cubicBezTo>
                    <a:pt x="1882" y="3050"/>
                    <a:pt x="2454" y="2487"/>
                    <a:pt x="2454" y="1810"/>
                  </a:cubicBezTo>
                  <a:cubicBezTo>
                    <a:pt x="2501" y="1215"/>
                    <a:pt x="2120" y="786"/>
                    <a:pt x="1596" y="620"/>
                  </a:cubicBezTo>
                  <a:lnTo>
                    <a:pt x="159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7948;p63">
              <a:extLst>
                <a:ext uri="{FF2B5EF4-FFF2-40B4-BE49-F238E27FC236}">
                  <a16:creationId xmlns:a16="http://schemas.microsoft.com/office/drawing/2014/main" id="{88572225-B165-5DFE-A127-FB6996F8FB3F}"/>
                </a:ext>
              </a:extLst>
            </p:cNvPr>
            <p:cNvSpPr/>
            <p:nvPr/>
          </p:nvSpPr>
          <p:spPr>
            <a:xfrm>
              <a:off x="5415155" y="2625465"/>
              <a:ext cx="90410" cy="64287"/>
            </a:xfrm>
            <a:custGeom>
              <a:avLst/>
              <a:gdLst/>
              <a:ahLst/>
              <a:cxnLst/>
              <a:rect l="l" t="t" r="r" b="b"/>
              <a:pathLst>
                <a:path w="3049" h="2168" extrusionOk="0">
                  <a:moveTo>
                    <a:pt x="1191" y="1"/>
                  </a:moveTo>
                  <a:lnTo>
                    <a:pt x="1191" y="501"/>
                  </a:lnTo>
                  <a:lnTo>
                    <a:pt x="1" y="501"/>
                  </a:lnTo>
                  <a:lnTo>
                    <a:pt x="1" y="2168"/>
                  </a:lnTo>
                  <a:lnTo>
                    <a:pt x="3049" y="2168"/>
                  </a:lnTo>
                  <a:lnTo>
                    <a:pt x="3049" y="501"/>
                  </a:lnTo>
                  <a:lnTo>
                    <a:pt x="1882" y="501"/>
                  </a:lnTo>
                  <a:lnTo>
                    <a:pt x="18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7949;p63">
              <a:extLst>
                <a:ext uri="{FF2B5EF4-FFF2-40B4-BE49-F238E27FC236}">
                  <a16:creationId xmlns:a16="http://schemas.microsoft.com/office/drawing/2014/main" id="{8F477E59-23D9-B388-4E84-7C536DE638BC}"/>
                </a:ext>
              </a:extLst>
            </p:cNvPr>
            <p:cNvSpPr/>
            <p:nvPr/>
          </p:nvSpPr>
          <p:spPr>
            <a:xfrm>
              <a:off x="5297225" y="2710213"/>
              <a:ext cx="74191" cy="90440"/>
            </a:xfrm>
            <a:custGeom>
              <a:avLst/>
              <a:gdLst/>
              <a:ahLst/>
              <a:cxnLst/>
              <a:rect l="l" t="t" r="r" b="b"/>
              <a:pathLst>
                <a:path w="2502" h="3050" extrusionOk="0">
                  <a:moveTo>
                    <a:pt x="929" y="1"/>
                  </a:moveTo>
                  <a:lnTo>
                    <a:pt x="929" y="620"/>
                  </a:lnTo>
                  <a:cubicBezTo>
                    <a:pt x="382" y="786"/>
                    <a:pt x="1" y="1287"/>
                    <a:pt x="24" y="1882"/>
                  </a:cubicBezTo>
                  <a:cubicBezTo>
                    <a:pt x="48" y="2501"/>
                    <a:pt x="572" y="3001"/>
                    <a:pt x="1191" y="3049"/>
                  </a:cubicBezTo>
                  <a:cubicBezTo>
                    <a:pt x="1205" y="3049"/>
                    <a:pt x="1218" y="3050"/>
                    <a:pt x="1231" y="3050"/>
                  </a:cubicBezTo>
                  <a:cubicBezTo>
                    <a:pt x="1882" y="3050"/>
                    <a:pt x="2453" y="2487"/>
                    <a:pt x="2453" y="1810"/>
                  </a:cubicBezTo>
                  <a:cubicBezTo>
                    <a:pt x="2501" y="1215"/>
                    <a:pt x="2144" y="786"/>
                    <a:pt x="1596" y="620"/>
                  </a:cubicBezTo>
                  <a:lnTo>
                    <a:pt x="159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29"/>
          <p:cNvSpPr txBox="1">
            <a:spLocks noGrp="1"/>
          </p:cNvSpPr>
          <p:nvPr>
            <p:ph type="title"/>
          </p:nvPr>
        </p:nvSpPr>
        <p:spPr>
          <a:xfrm>
            <a:off x="959556" y="112889"/>
            <a:ext cx="7292622" cy="141163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trend of the Semiconductor industry vs others</a:t>
            </a:r>
            <a:endParaRPr dirty="0"/>
          </a:p>
        </p:txBody>
      </p:sp>
      <p:sp>
        <p:nvSpPr>
          <p:cNvPr id="822" name="Google Shape;822;p29"/>
          <p:cNvSpPr txBox="1">
            <a:spLocks noGrp="1"/>
          </p:cNvSpPr>
          <p:nvPr>
            <p:ph type="subTitle" idx="1"/>
          </p:nvPr>
        </p:nvSpPr>
        <p:spPr>
          <a:xfrm>
            <a:off x="891822" y="1524527"/>
            <a:ext cx="4492977" cy="29007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-GB" sz="1800" dirty="0"/>
              <a:t>The semiconductor industry is performing well in both the CAR(cumulative abnormal return) as well as the revenue.</a:t>
            </a:r>
            <a:endParaRPr sz="1800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800" dirty="0"/>
              <a:t>Indicates that the hypothesis is accurate </a:t>
            </a:r>
            <a:endParaRPr sz="1800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800" dirty="0"/>
              <a:t>Industry is performing well 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800" dirty="0"/>
              <a:t>Industry has good potential as we advance</a:t>
            </a:r>
            <a:endParaRPr sz="18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" name="Picture 2" descr="A graph of stock market&#10;&#10;Description automatically generated">
            <a:extLst>
              <a:ext uri="{FF2B5EF4-FFF2-40B4-BE49-F238E27FC236}">
                <a16:creationId xmlns:a16="http://schemas.microsoft.com/office/drawing/2014/main" id="{CF7441DE-A69C-5DD0-3F87-FE4E677068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8978" y="1624822"/>
            <a:ext cx="3262444" cy="261081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Correlation : </a:t>
            </a:r>
            <a:endParaRPr dirty="0"/>
          </a:p>
        </p:txBody>
      </p:sp>
      <p:sp>
        <p:nvSpPr>
          <p:cNvPr id="978" name="Google Shape;978;p30"/>
          <p:cNvSpPr/>
          <p:nvPr/>
        </p:nvSpPr>
        <p:spPr>
          <a:xfrm rot="-7691869">
            <a:off x="-1174660" y="3247231"/>
            <a:ext cx="4951559" cy="1836814"/>
          </a:xfrm>
          <a:custGeom>
            <a:avLst/>
            <a:gdLst/>
            <a:ahLst/>
            <a:cxnLst/>
            <a:rect l="l" t="t" r="r" b="b"/>
            <a:pathLst>
              <a:path w="112005" h="41549" extrusionOk="0">
                <a:moveTo>
                  <a:pt x="0" y="39706"/>
                </a:moveTo>
                <a:cubicBezTo>
                  <a:pt x="16376" y="50615"/>
                  <a:pt x="37772" y="8137"/>
                  <a:pt x="54855" y="17902"/>
                </a:cubicBezTo>
                <a:cubicBezTo>
                  <a:pt x="59073" y="20313"/>
                  <a:pt x="62335" y="26241"/>
                  <a:pt x="61281" y="30984"/>
                </a:cubicBezTo>
                <a:cubicBezTo>
                  <a:pt x="60467" y="34646"/>
                  <a:pt x="54364" y="35795"/>
                  <a:pt x="50724" y="34886"/>
                </a:cubicBezTo>
                <a:cubicBezTo>
                  <a:pt x="44547" y="33343"/>
                  <a:pt x="47211" y="19913"/>
                  <a:pt x="52101" y="15836"/>
                </a:cubicBezTo>
                <a:cubicBezTo>
                  <a:pt x="64565" y="5445"/>
                  <a:pt x="84630" y="19238"/>
                  <a:pt x="100758" y="17443"/>
                </a:cubicBezTo>
                <a:cubicBezTo>
                  <a:pt x="107634" y="16678"/>
                  <a:pt x="112005" y="6918"/>
                  <a:pt x="112005" y="0"/>
                </a:cubicBezTo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Picture 2" descr="No description has been provided for this image">
            <a:extLst>
              <a:ext uri="{FF2B5EF4-FFF2-40B4-BE49-F238E27FC236}">
                <a16:creationId xmlns:a16="http://schemas.microsoft.com/office/drawing/2014/main" id="{63DDCBDD-CD1F-7154-4C9C-D092C447A3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934" y="1110950"/>
            <a:ext cx="5319221" cy="3686828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BA6CC8C-6DC3-4F99-D085-179B86E45672}"/>
              </a:ext>
            </a:extLst>
          </p:cNvPr>
          <p:cNvSpPr txBox="1"/>
          <p:nvPr/>
        </p:nvSpPr>
        <p:spPr>
          <a:xfrm>
            <a:off x="5757333" y="1298222"/>
            <a:ext cx="3014134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600" dirty="0"/>
              <a:t>R value ranges between -1 and 1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sz="16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600" dirty="0"/>
              <a:t>1 : Perfect positive correlation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sz="16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600" dirty="0"/>
              <a:t>-1 : Perfect negative correlation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sz="16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600" dirty="0"/>
              <a:t>0: No correlation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sz="16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600" dirty="0"/>
              <a:t>-1 and 1 : varying degree of correlation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Regression Analysis </a:t>
            </a:r>
            <a:endParaRPr dirty="0"/>
          </a:p>
        </p:txBody>
      </p:sp>
      <p:pic>
        <p:nvPicPr>
          <p:cNvPr id="14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C4794A8B-9148-C417-5433-8B3091F5BE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" y="1017725"/>
            <a:ext cx="7546772" cy="368075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3">
          <a:extLst>
            <a:ext uri="{FF2B5EF4-FFF2-40B4-BE49-F238E27FC236}">
              <a16:creationId xmlns:a16="http://schemas.microsoft.com/office/drawing/2014/main" id="{4D90EB1D-7C46-CB69-C021-49D035AE8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32">
            <a:extLst>
              <a:ext uri="{FF2B5EF4-FFF2-40B4-BE49-F238E27FC236}">
                <a16:creationId xmlns:a16="http://schemas.microsoft.com/office/drawing/2014/main" id="{202A15F9-0D00-9E6C-7632-E29B076CE11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142125" y="1286933"/>
            <a:ext cx="6730636" cy="34115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>
              <a:buFont typeface="Wingdings" panose="05000000000000000000" pitchFamily="2" charset="2"/>
              <a:buChar char="q"/>
            </a:pPr>
            <a:endParaRPr lang="en-US" sz="1800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GB" sz="1800" dirty="0"/>
              <a:t>P value is less than 0.1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endParaRPr lang="en-GB" sz="1800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GB" sz="1800" dirty="0"/>
              <a:t>Our model is significant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endParaRPr lang="en-GB" sz="1800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GB" sz="1800" dirty="0"/>
              <a:t>R-squared value is 0.2 percent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endParaRPr lang="en-GB" sz="1800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GB" sz="1800" dirty="0"/>
              <a:t>The coefficient of the semiconductor suggests that there 0.0084 increase in the cumulative abnormal return.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endParaRPr dirty="0"/>
          </a:p>
        </p:txBody>
      </p:sp>
      <p:sp>
        <p:nvSpPr>
          <p:cNvPr id="1002" name="Google Shape;1002;p32">
            <a:extLst>
              <a:ext uri="{FF2B5EF4-FFF2-40B4-BE49-F238E27FC236}">
                <a16:creationId xmlns:a16="http://schemas.microsoft.com/office/drawing/2014/main" id="{27168688-1537-5DCA-DEAB-B960584E88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Regression Analysis Findings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19834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32"/>
          <p:cNvSpPr txBox="1">
            <a:spLocks noGrp="1"/>
          </p:cNvSpPr>
          <p:nvPr>
            <p:ph type="subTitle" idx="1"/>
          </p:nvPr>
        </p:nvSpPr>
        <p:spPr>
          <a:xfrm>
            <a:off x="720000" y="1248848"/>
            <a:ext cx="7927289" cy="34496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GB" sz="1800" dirty="0"/>
              <a:t>What is business implication ? </a:t>
            </a:r>
          </a:p>
          <a:p>
            <a:pPr marL="0" indent="0"/>
            <a:endParaRPr lang="en-GB" sz="1800" dirty="0"/>
          </a:p>
          <a:p>
            <a:pPr marL="0" indent="0"/>
            <a:r>
              <a:rPr lang="en-GB" sz="1800" dirty="0"/>
              <a:t>Significance : </a:t>
            </a:r>
          </a:p>
          <a:p>
            <a:pPr marL="0" indent="0"/>
            <a:endParaRPr lang="en-GB" sz="1800" dirty="0"/>
          </a:p>
          <a:p>
            <a:pPr marL="0" indent="0"/>
            <a:r>
              <a:rPr lang="en-GB" sz="1800" dirty="0"/>
              <a:t>-  It is an Investment opportunity </a:t>
            </a:r>
          </a:p>
          <a:p>
            <a:pPr marL="0" indent="0"/>
            <a:endParaRPr lang="en-GB" sz="1800" dirty="0"/>
          </a:p>
          <a:p>
            <a:pPr marL="285750" indent="-285750">
              <a:buFontTx/>
              <a:buChar char="-"/>
            </a:pPr>
            <a:r>
              <a:rPr lang="en-GB" sz="1800" dirty="0"/>
              <a:t>It has Statistical significance </a:t>
            </a:r>
          </a:p>
          <a:p>
            <a:pPr marL="285750" indent="-285750">
              <a:buFontTx/>
              <a:buChar char="-"/>
            </a:pPr>
            <a:endParaRPr lang="en-GB" sz="1800" dirty="0"/>
          </a:p>
          <a:p>
            <a:pPr marL="285750" indent="-285750">
              <a:buFontTx/>
              <a:buChar char="-"/>
            </a:pPr>
            <a:r>
              <a:rPr lang="en-GB" sz="1800" dirty="0"/>
              <a:t>Market and Industry Impact </a:t>
            </a:r>
          </a:p>
          <a:p>
            <a:pPr marL="285750" indent="-285750">
              <a:buFontTx/>
              <a:buChar char="-"/>
            </a:pPr>
            <a:endParaRPr lang="en-GB" sz="1800" dirty="0"/>
          </a:p>
          <a:p>
            <a:pPr marL="285750" indent="-285750">
              <a:buFontTx/>
              <a:buChar char="-"/>
            </a:pPr>
            <a:endParaRPr lang="en-GB" sz="1800" dirty="0"/>
          </a:p>
          <a:p>
            <a:pPr marL="0" indent="0"/>
            <a:endParaRPr lang="en-US" sz="1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02" name="Google Shape;1002;p3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Business Implications</a:t>
            </a:r>
            <a:endParaRPr dirty="0"/>
          </a:p>
        </p:txBody>
      </p:sp>
      <p:grpSp>
        <p:nvGrpSpPr>
          <p:cNvPr id="14" name="Google Shape;6315;p56">
            <a:extLst>
              <a:ext uri="{FF2B5EF4-FFF2-40B4-BE49-F238E27FC236}">
                <a16:creationId xmlns:a16="http://schemas.microsoft.com/office/drawing/2014/main" id="{D529633A-6EE3-66A1-73B6-C40E3519AFA2}"/>
              </a:ext>
            </a:extLst>
          </p:cNvPr>
          <p:cNvGrpSpPr/>
          <p:nvPr/>
        </p:nvGrpSpPr>
        <p:grpSpPr>
          <a:xfrm>
            <a:off x="4801405" y="642565"/>
            <a:ext cx="283249" cy="281698"/>
            <a:chOff x="-5971525" y="3273750"/>
            <a:chExt cx="292250" cy="290650"/>
          </a:xfrm>
        </p:grpSpPr>
        <p:sp>
          <p:nvSpPr>
            <p:cNvPr id="15" name="Google Shape;6316;p56">
              <a:extLst>
                <a:ext uri="{FF2B5EF4-FFF2-40B4-BE49-F238E27FC236}">
                  <a16:creationId xmlns:a16="http://schemas.microsoft.com/office/drawing/2014/main" id="{9CB1F96E-6145-6A17-5EA1-0E023AC85210}"/>
                </a:ext>
              </a:extLst>
            </p:cNvPr>
            <p:cNvSpPr/>
            <p:nvPr/>
          </p:nvSpPr>
          <p:spPr>
            <a:xfrm>
              <a:off x="-5868325" y="3273750"/>
              <a:ext cx="85075" cy="84300"/>
            </a:xfrm>
            <a:custGeom>
              <a:avLst/>
              <a:gdLst/>
              <a:ahLst/>
              <a:cxnLst/>
              <a:rect l="l" t="t" r="r" b="b"/>
              <a:pathLst>
                <a:path w="3403" h="3372" extrusionOk="0">
                  <a:moveTo>
                    <a:pt x="1701" y="0"/>
                  </a:moveTo>
                  <a:cubicBezTo>
                    <a:pt x="788" y="0"/>
                    <a:pt x="0" y="756"/>
                    <a:pt x="0" y="1702"/>
                  </a:cubicBezTo>
                  <a:cubicBezTo>
                    <a:pt x="0" y="2615"/>
                    <a:pt x="788" y="3371"/>
                    <a:pt x="1701" y="3371"/>
                  </a:cubicBezTo>
                  <a:cubicBezTo>
                    <a:pt x="2646" y="3371"/>
                    <a:pt x="3403" y="2615"/>
                    <a:pt x="3403" y="1702"/>
                  </a:cubicBezTo>
                  <a:cubicBezTo>
                    <a:pt x="3403" y="756"/>
                    <a:pt x="2646" y="0"/>
                    <a:pt x="17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6317;p56">
              <a:extLst>
                <a:ext uri="{FF2B5EF4-FFF2-40B4-BE49-F238E27FC236}">
                  <a16:creationId xmlns:a16="http://schemas.microsoft.com/office/drawing/2014/main" id="{764BC4ED-A2CA-DD34-4897-92D651C0BB34}"/>
                </a:ext>
              </a:extLst>
            </p:cNvPr>
            <p:cNvSpPr/>
            <p:nvPr/>
          </p:nvSpPr>
          <p:spPr>
            <a:xfrm>
              <a:off x="-5971525" y="3308400"/>
              <a:ext cx="292250" cy="256000"/>
            </a:xfrm>
            <a:custGeom>
              <a:avLst/>
              <a:gdLst/>
              <a:ahLst/>
              <a:cxnLst/>
              <a:rect l="l" t="t" r="r" b="b"/>
              <a:pathLst>
                <a:path w="11690" h="10240" extrusionOk="0">
                  <a:moveTo>
                    <a:pt x="2049" y="1"/>
                  </a:moveTo>
                  <a:cubicBezTo>
                    <a:pt x="1324" y="1"/>
                    <a:pt x="694" y="599"/>
                    <a:pt x="694" y="1355"/>
                  </a:cubicBezTo>
                  <a:cubicBezTo>
                    <a:pt x="694" y="1733"/>
                    <a:pt x="852" y="2080"/>
                    <a:pt x="1072" y="2300"/>
                  </a:cubicBezTo>
                  <a:cubicBezTo>
                    <a:pt x="442" y="2647"/>
                    <a:pt x="1" y="3340"/>
                    <a:pt x="1" y="4096"/>
                  </a:cubicBezTo>
                  <a:lnTo>
                    <a:pt x="1" y="5766"/>
                  </a:lnTo>
                  <a:cubicBezTo>
                    <a:pt x="1" y="6207"/>
                    <a:pt x="284" y="6617"/>
                    <a:pt x="694" y="6774"/>
                  </a:cubicBezTo>
                  <a:lnTo>
                    <a:pt x="694" y="8538"/>
                  </a:lnTo>
                  <a:cubicBezTo>
                    <a:pt x="694" y="9074"/>
                    <a:pt x="1167" y="9546"/>
                    <a:pt x="1702" y="9546"/>
                  </a:cubicBezTo>
                  <a:lnTo>
                    <a:pt x="2364" y="9546"/>
                  </a:lnTo>
                  <a:cubicBezTo>
                    <a:pt x="2931" y="9546"/>
                    <a:pt x="3403" y="9074"/>
                    <a:pt x="3403" y="8538"/>
                  </a:cubicBezTo>
                  <a:lnTo>
                    <a:pt x="3403" y="6774"/>
                  </a:lnTo>
                  <a:cubicBezTo>
                    <a:pt x="3529" y="6711"/>
                    <a:pt x="3624" y="6648"/>
                    <a:pt x="3750" y="6522"/>
                  </a:cubicBezTo>
                  <a:cubicBezTo>
                    <a:pt x="3876" y="6585"/>
                    <a:pt x="3939" y="6680"/>
                    <a:pt x="4097" y="6774"/>
                  </a:cubicBezTo>
                  <a:lnTo>
                    <a:pt x="4097" y="9200"/>
                  </a:lnTo>
                  <a:cubicBezTo>
                    <a:pt x="4097" y="9735"/>
                    <a:pt x="4569" y="10240"/>
                    <a:pt x="5136" y="10240"/>
                  </a:cubicBezTo>
                  <a:lnTo>
                    <a:pt x="6522" y="10240"/>
                  </a:lnTo>
                  <a:cubicBezTo>
                    <a:pt x="7058" y="10240"/>
                    <a:pt x="7562" y="9767"/>
                    <a:pt x="7562" y="9200"/>
                  </a:cubicBezTo>
                  <a:lnTo>
                    <a:pt x="7562" y="6774"/>
                  </a:lnTo>
                  <a:cubicBezTo>
                    <a:pt x="7688" y="6711"/>
                    <a:pt x="7814" y="6648"/>
                    <a:pt x="7940" y="6522"/>
                  </a:cubicBezTo>
                  <a:cubicBezTo>
                    <a:pt x="8035" y="6585"/>
                    <a:pt x="8129" y="6680"/>
                    <a:pt x="8287" y="6774"/>
                  </a:cubicBezTo>
                  <a:lnTo>
                    <a:pt x="8287" y="8538"/>
                  </a:lnTo>
                  <a:cubicBezTo>
                    <a:pt x="8287" y="9074"/>
                    <a:pt x="8759" y="9546"/>
                    <a:pt x="9295" y="9546"/>
                  </a:cubicBezTo>
                  <a:lnTo>
                    <a:pt x="9988" y="9546"/>
                  </a:lnTo>
                  <a:cubicBezTo>
                    <a:pt x="10524" y="9546"/>
                    <a:pt x="10996" y="9074"/>
                    <a:pt x="10996" y="8538"/>
                  </a:cubicBezTo>
                  <a:lnTo>
                    <a:pt x="10996" y="6774"/>
                  </a:lnTo>
                  <a:cubicBezTo>
                    <a:pt x="11406" y="6617"/>
                    <a:pt x="11658" y="6238"/>
                    <a:pt x="11658" y="5766"/>
                  </a:cubicBezTo>
                  <a:lnTo>
                    <a:pt x="11658" y="4096"/>
                  </a:lnTo>
                  <a:cubicBezTo>
                    <a:pt x="11689" y="3340"/>
                    <a:pt x="11280" y="2678"/>
                    <a:pt x="10650" y="2300"/>
                  </a:cubicBezTo>
                  <a:cubicBezTo>
                    <a:pt x="10870" y="2080"/>
                    <a:pt x="11028" y="1733"/>
                    <a:pt x="11028" y="1355"/>
                  </a:cubicBezTo>
                  <a:cubicBezTo>
                    <a:pt x="11028" y="599"/>
                    <a:pt x="10398" y="1"/>
                    <a:pt x="9641" y="1"/>
                  </a:cubicBezTo>
                  <a:cubicBezTo>
                    <a:pt x="8917" y="1"/>
                    <a:pt x="8287" y="599"/>
                    <a:pt x="8287" y="1355"/>
                  </a:cubicBezTo>
                  <a:cubicBezTo>
                    <a:pt x="8287" y="1733"/>
                    <a:pt x="8444" y="2080"/>
                    <a:pt x="8665" y="2300"/>
                  </a:cubicBezTo>
                  <a:cubicBezTo>
                    <a:pt x="8444" y="2426"/>
                    <a:pt x="8224" y="2584"/>
                    <a:pt x="8066" y="2773"/>
                  </a:cubicBezTo>
                  <a:cubicBezTo>
                    <a:pt x="7972" y="2521"/>
                    <a:pt x="7751" y="2237"/>
                    <a:pt x="7562" y="2017"/>
                  </a:cubicBezTo>
                  <a:cubicBezTo>
                    <a:pt x="7216" y="2395"/>
                    <a:pt x="6743" y="2584"/>
                    <a:pt x="6239" y="2647"/>
                  </a:cubicBezTo>
                  <a:lnTo>
                    <a:pt x="6239" y="4380"/>
                  </a:lnTo>
                  <a:cubicBezTo>
                    <a:pt x="6239" y="4604"/>
                    <a:pt x="6043" y="4722"/>
                    <a:pt x="5851" y="4722"/>
                  </a:cubicBezTo>
                  <a:cubicBezTo>
                    <a:pt x="5665" y="4722"/>
                    <a:pt x="5483" y="4612"/>
                    <a:pt x="5483" y="4380"/>
                  </a:cubicBezTo>
                  <a:lnTo>
                    <a:pt x="5483" y="2647"/>
                  </a:lnTo>
                  <a:cubicBezTo>
                    <a:pt x="4979" y="2584"/>
                    <a:pt x="4506" y="2332"/>
                    <a:pt x="4160" y="2017"/>
                  </a:cubicBezTo>
                  <a:cubicBezTo>
                    <a:pt x="3908" y="2237"/>
                    <a:pt x="3750" y="2521"/>
                    <a:pt x="3624" y="2773"/>
                  </a:cubicBezTo>
                  <a:cubicBezTo>
                    <a:pt x="3466" y="2584"/>
                    <a:pt x="3277" y="2426"/>
                    <a:pt x="3057" y="2300"/>
                  </a:cubicBezTo>
                  <a:cubicBezTo>
                    <a:pt x="3277" y="2080"/>
                    <a:pt x="3435" y="1733"/>
                    <a:pt x="3435" y="1355"/>
                  </a:cubicBezTo>
                  <a:cubicBezTo>
                    <a:pt x="3435" y="599"/>
                    <a:pt x="2805" y="1"/>
                    <a:pt x="204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p34"/>
          <p:cNvSpPr/>
          <p:nvPr/>
        </p:nvSpPr>
        <p:spPr>
          <a:xfrm>
            <a:off x="1282458" y="3654925"/>
            <a:ext cx="470700" cy="4707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157" name="Google Shape;1157;p34"/>
          <p:cNvSpPr/>
          <p:nvPr/>
        </p:nvSpPr>
        <p:spPr>
          <a:xfrm>
            <a:off x="1282458" y="1904788"/>
            <a:ext cx="470700" cy="4707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159" name="Google Shape;1159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Limitations</a:t>
            </a:r>
            <a:endParaRPr dirty="0"/>
          </a:p>
        </p:txBody>
      </p:sp>
      <p:sp>
        <p:nvSpPr>
          <p:cNvPr id="1160" name="Google Shape;1160;p34"/>
          <p:cNvSpPr txBox="1"/>
          <p:nvPr/>
        </p:nvSpPr>
        <p:spPr>
          <a:xfrm>
            <a:off x="2010613" y="1971188"/>
            <a:ext cx="4992353" cy="1276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/>
              <a:t>The dataset can't be comprehensive, as many external elements are bound to affect outside the scope of the Chips Act.</a:t>
            </a:r>
            <a:endParaRPr sz="1600" dirty="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161" name="Google Shape;1161;p34"/>
          <p:cNvSpPr txBox="1"/>
          <p:nvPr/>
        </p:nvSpPr>
        <p:spPr>
          <a:xfrm>
            <a:off x="2010613" y="1640088"/>
            <a:ext cx="2173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lt2"/>
                </a:solidFill>
                <a:latin typeface="Work Sans"/>
                <a:ea typeface="Work Sans"/>
                <a:cs typeface="Work Sans"/>
                <a:sym typeface="Work Sans"/>
              </a:rPr>
              <a:t>1</a:t>
            </a:r>
            <a:endParaRPr sz="1800" dirty="0">
              <a:solidFill>
                <a:schemeClr val="lt2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162" name="Google Shape;1162;p34"/>
          <p:cNvSpPr/>
          <p:nvPr/>
        </p:nvSpPr>
        <p:spPr>
          <a:xfrm>
            <a:off x="1080708" y="3463284"/>
            <a:ext cx="874200" cy="874200"/>
          </a:xfrm>
          <a:prstGeom prst="pie">
            <a:avLst>
              <a:gd name="adj1" fmla="val 16214837"/>
              <a:gd name="adj2" fmla="val 21576104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164" name="Google Shape;1164;p34"/>
          <p:cNvSpPr/>
          <p:nvPr/>
        </p:nvSpPr>
        <p:spPr>
          <a:xfrm>
            <a:off x="1080708" y="1703038"/>
            <a:ext cx="874200" cy="874200"/>
          </a:xfrm>
          <a:prstGeom prst="pie">
            <a:avLst>
              <a:gd name="adj1" fmla="val 16240821"/>
              <a:gd name="adj2" fmla="val 14462008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168" name="Google Shape;1168;p34"/>
          <p:cNvSpPr txBox="1"/>
          <p:nvPr/>
        </p:nvSpPr>
        <p:spPr>
          <a:xfrm>
            <a:off x="2037913" y="3748175"/>
            <a:ext cx="5095474" cy="8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/>
              <a:t>A potential bias could occur in the situation where, for example, the industry had already been performing effectively before the Chips Act was enacted</a:t>
            </a:r>
            <a:r>
              <a:rPr lang="en-GB" sz="1200" dirty="0"/>
              <a:t>.</a:t>
            </a:r>
            <a:endParaRPr lang="en-IN" sz="1200" dirty="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169" name="Google Shape;1169;p34"/>
          <p:cNvSpPr txBox="1"/>
          <p:nvPr/>
        </p:nvSpPr>
        <p:spPr>
          <a:xfrm>
            <a:off x="2010613" y="3375825"/>
            <a:ext cx="2173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lt2"/>
                </a:solidFill>
                <a:latin typeface="Work Sans"/>
                <a:ea typeface="Work Sans"/>
                <a:cs typeface="Work Sans"/>
                <a:sym typeface="Work Sans"/>
              </a:rPr>
              <a:t>2</a:t>
            </a:r>
            <a:endParaRPr sz="1800" dirty="0">
              <a:solidFill>
                <a:schemeClr val="lt2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Potential Projects</a:t>
            </a:r>
            <a:endParaRPr dirty="0"/>
          </a:p>
        </p:txBody>
      </p:sp>
      <p:sp>
        <p:nvSpPr>
          <p:cNvPr id="1194" name="Google Shape;1194;p36"/>
          <p:cNvSpPr txBox="1"/>
          <p:nvPr/>
        </p:nvSpPr>
        <p:spPr>
          <a:xfrm flipH="1">
            <a:off x="719991" y="3607824"/>
            <a:ext cx="16530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STEP 1</a:t>
            </a:r>
            <a:endParaRPr sz="18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195" name="Google Shape;1195;p36"/>
          <p:cNvSpPr txBox="1"/>
          <p:nvPr/>
        </p:nvSpPr>
        <p:spPr>
          <a:xfrm flipH="1">
            <a:off x="178420" y="3944040"/>
            <a:ext cx="3345364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How will the CHIPS and Science Act affect the semiconductor industry?</a:t>
            </a:r>
            <a:endParaRPr dirty="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198" name="Google Shape;1198;p36"/>
          <p:cNvSpPr txBox="1"/>
          <p:nvPr/>
        </p:nvSpPr>
        <p:spPr>
          <a:xfrm flipH="1">
            <a:off x="4754005" y="3607824"/>
            <a:ext cx="16530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STEP 2</a:t>
            </a:r>
            <a:endParaRPr sz="1800" dirty="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199" name="Google Shape;1199;p36"/>
          <p:cNvSpPr txBox="1"/>
          <p:nvPr/>
        </p:nvSpPr>
        <p:spPr>
          <a:xfrm flipH="1">
            <a:off x="3806281" y="3944073"/>
            <a:ext cx="3977260" cy="572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What strategies should the semiconductor companies adopt to maximize the benefits of the CHIPS and Science Act?</a:t>
            </a:r>
            <a:endParaRPr dirty="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202" name="Google Shape;1202;p36"/>
          <p:cNvSpPr txBox="1"/>
          <p:nvPr/>
        </p:nvSpPr>
        <p:spPr>
          <a:xfrm flipH="1">
            <a:off x="719991" y="1952591"/>
            <a:ext cx="16530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Predictive</a:t>
            </a:r>
            <a:endParaRPr sz="1800" dirty="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206" name="Google Shape;1206;p36"/>
          <p:cNvSpPr txBox="1"/>
          <p:nvPr/>
        </p:nvSpPr>
        <p:spPr>
          <a:xfrm flipH="1">
            <a:off x="4754005" y="1952591"/>
            <a:ext cx="16530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Prescriptive</a:t>
            </a:r>
            <a:endParaRPr sz="1800" dirty="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210" name="Google Shape;1210;p36"/>
          <p:cNvCxnSpPr>
            <a:stCxn id="1194" idx="0"/>
            <a:endCxn id="1202" idx="2"/>
          </p:cNvCxnSpPr>
          <p:nvPr/>
        </p:nvCxnSpPr>
        <p:spPr>
          <a:xfrm flipV="1">
            <a:off x="1546491" y="2361191"/>
            <a:ext cx="0" cy="1246633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211" name="Google Shape;1211;p36"/>
          <p:cNvCxnSpPr>
            <a:cxnSpLocks/>
            <a:stCxn id="1202" idx="1"/>
            <a:endCxn id="1206" idx="3"/>
          </p:cNvCxnSpPr>
          <p:nvPr/>
        </p:nvCxnSpPr>
        <p:spPr>
          <a:xfrm>
            <a:off x="2372991" y="2156891"/>
            <a:ext cx="2381014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grpSp>
        <p:nvGrpSpPr>
          <p:cNvPr id="1214" name="Google Shape;1214;p36"/>
          <p:cNvGrpSpPr/>
          <p:nvPr/>
        </p:nvGrpSpPr>
        <p:grpSpPr>
          <a:xfrm rot="10800000" flipH="1">
            <a:off x="1436521" y="2808453"/>
            <a:ext cx="219960" cy="352117"/>
            <a:chOff x="5132638" y="2344671"/>
            <a:chExt cx="293280" cy="469489"/>
          </a:xfrm>
        </p:grpSpPr>
        <p:sp>
          <p:nvSpPr>
            <p:cNvPr id="1215" name="Google Shape;1215;p36"/>
            <p:cNvSpPr/>
            <p:nvPr/>
          </p:nvSpPr>
          <p:spPr>
            <a:xfrm>
              <a:off x="5132638" y="2344671"/>
              <a:ext cx="293280" cy="139829"/>
            </a:xfrm>
            <a:custGeom>
              <a:avLst/>
              <a:gdLst/>
              <a:ahLst/>
              <a:cxnLst/>
              <a:rect l="l" t="t" r="r" b="b"/>
              <a:pathLst>
                <a:path w="293280" h="139829" extrusionOk="0">
                  <a:moveTo>
                    <a:pt x="146593" y="139830"/>
                  </a:moveTo>
                  <a:cubicBezTo>
                    <a:pt x="140973" y="139830"/>
                    <a:pt x="135258" y="138115"/>
                    <a:pt x="130495" y="134686"/>
                  </a:cubicBezTo>
                  <a:lnTo>
                    <a:pt x="11814" y="50771"/>
                  </a:lnTo>
                  <a:cubicBezTo>
                    <a:pt x="-759" y="41818"/>
                    <a:pt x="-3807" y="24387"/>
                    <a:pt x="5146" y="11814"/>
                  </a:cubicBezTo>
                  <a:cubicBezTo>
                    <a:pt x="14100" y="-759"/>
                    <a:pt x="31530" y="-3807"/>
                    <a:pt x="44104" y="5146"/>
                  </a:cubicBezTo>
                  <a:lnTo>
                    <a:pt x="146593" y="77632"/>
                  </a:lnTo>
                  <a:lnTo>
                    <a:pt x="249177" y="5146"/>
                  </a:lnTo>
                  <a:cubicBezTo>
                    <a:pt x="261750" y="-3807"/>
                    <a:pt x="279276" y="-759"/>
                    <a:pt x="288134" y="11814"/>
                  </a:cubicBezTo>
                  <a:cubicBezTo>
                    <a:pt x="297088" y="24387"/>
                    <a:pt x="294039" y="41913"/>
                    <a:pt x="281467" y="50771"/>
                  </a:cubicBezTo>
                  <a:lnTo>
                    <a:pt x="162690" y="134686"/>
                  </a:lnTo>
                  <a:cubicBezTo>
                    <a:pt x="157927" y="138115"/>
                    <a:pt x="152212" y="139830"/>
                    <a:pt x="146593" y="13983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6" name="Google Shape;1216;p36"/>
            <p:cNvSpPr/>
            <p:nvPr/>
          </p:nvSpPr>
          <p:spPr>
            <a:xfrm>
              <a:off x="5132638" y="2499642"/>
              <a:ext cx="293280" cy="139829"/>
            </a:xfrm>
            <a:custGeom>
              <a:avLst/>
              <a:gdLst/>
              <a:ahLst/>
              <a:cxnLst/>
              <a:rect l="l" t="t" r="r" b="b"/>
              <a:pathLst>
                <a:path w="293280" h="139829" extrusionOk="0">
                  <a:moveTo>
                    <a:pt x="146593" y="139830"/>
                  </a:moveTo>
                  <a:cubicBezTo>
                    <a:pt x="140973" y="139830"/>
                    <a:pt x="135258" y="138115"/>
                    <a:pt x="130495" y="134686"/>
                  </a:cubicBezTo>
                  <a:lnTo>
                    <a:pt x="11814" y="50771"/>
                  </a:lnTo>
                  <a:cubicBezTo>
                    <a:pt x="-759" y="41818"/>
                    <a:pt x="-3807" y="24387"/>
                    <a:pt x="5146" y="11814"/>
                  </a:cubicBezTo>
                  <a:cubicBezTo>
                    <a:pt x="14100" y="-759"/>
                    <a:pt x="31530" y="-3807"/>
                    <a:pt x="44104" y="5146"/>
                  </a:cubicBezTo>
                  <a:lnTo>
                    <a:pt x="146593" y="77632"/>
                  </a:lnTo>
                  <a:lnTo>
                    <a:pt x="249177" y="5146"/>
                  </a:lnTo>
                  <a:cubicBezTo>
                    <a:pt x="261750" y="-3807"/>
                    <a:pt x="279276" y="-759"/>
                    <a:pt x="288134" y="11814"/>
                  </a:cubicBezTo>
                  <a:cubicBezTo>
                    <a:pt x="297088" y="24387"/>
                    <a:pt x="294039" y="41913"/>
                    <a:pt x="281467" y="50771"/>
                  </a:cubicBezTo>
                  <a:lnTo>
                    <a:pt x="162690" y="134686"/>
                  </a:lnTo>
                  <a:cubicBezTo>
                    <a:pt x="157832" y="138115"/>
                    <a:pt x="152212" y="139830"/>
                    <a:pt x="146593" y="13983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7" name="Google Shape;1217;p36"/>
            <p:cNvSpPr/>
            <p:nvPr/>
          </p:nvSpPr>
          <p:spPr>
            <a:xfrm>
              <a:off x="5132638" y="2674331"/>
              <a:ext cx="293280" cy="139829"/>
            </a:xfrm>
            <a:custGeom>
              <a:avLst/>
              <a:gdLst/>
              <a:ahLst/>
              <a:cxnLst/>
              <a:rect l="l" t="t" r="r" b="b"/>
              <a:pathLst>
                <a:path w="293280" h="139829" extrusionOk="0">
                  <a:moveTo>
                    <a:pt x="146593" y="139830"/>
                  </a:moveTo>
                  <a:cubicBezTo>
                    <a:pt x="140973" y="139830"/>
                    <a:pt x="135258" y="138115"/>
                    <a:pt x="130495" y="134686"/>
                  </a:cubicBezTo>
                  <a:lnTo>
                    <a:pt x="11814" y="50771"/>
                  </a:lnTo>
                  <a:cubicBezTo>
                    <a:pt x="-759" y="41818"/>
                    <a:pt x="-3807" y="24387"/>
                    <a:pt x="5146" y="11814"/>
                  </a:cubicBezTo>
                  <a:cubicBezTo>
                    <a:pt x="14100" y="-759"/>
                    <a:pt x="31530" y="-3807"/>
                    <a:pt x="44104" y="5146"/>
                  </a:cubicBezTo>
                  <a:lnTo>
                    <a:pt x="146593" y="77632"/>
                  </a:lnTo>
                  <a:lnTo>
                    <a:pt x="249177" y="5146"/>
                  </a:lnTo>
                  <a:cubicBezTo>
                    <a:pt x="261750" y="-3807"/>
                    <a:pt x="279276" y="-759"/>
                    <a:pt x="288134" y="11814"/>
                  </a:cubicBezTo>
                  <a:cubicBezTo>
                    <a:pt x="297088" y="24387"/>
                    <a:pt x="294039" y="41913"/>
                    <a:pt x="281467" y="50771"/>
                  </a:cubicBezTo>
                  <a:lnTo>
                    <a:pt x="162690" y="134686"/>
                  </a:lnTo>
                  <a:cubicBezTo>
                    <a:pt x="157832" y="138115"/>
                    <a:pt x="152212" y="139830"/>
                    <a:pt x="146593" y="13983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219" name="Google Shape;1219;p36"/>
          <p:cNvCxnSpPr>
            <a:stCxn id="1198" idx="0"/>
            <a:endCxn id="1206" idx="2"/>
          </p:cNvCxnSpPr>
          <p:nvPr/>
        </p:nvCxnSpPr>
        <p:spPr>
          <a:xfrm rot="10800000">
            <a:off x="5580505" y="2361324"/>
            <a:ext cx="0" cy="1246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grpSp>
        <p:nvGrpSpPr>
          <p:cNvPr id="1225" name="Google Shape;1225;p36"/>
          <p:cNvGrpSpPr/>
          <p:nvPr/>
        </p:nvGrpSpPr>
        <p:grpSpPr>
          <a:xfrm rot="10800000" flipH="1">
            <a:off x="5470525" y="2808453"/>
            <a:ext cx="219960" cy="352117"/>
            <a:chOff x="5132638" y="2344671"/>
            <a:chExt cx="293280" cy="469489"/>
          </a:xfrm>
        </p:grpSpPr>
        <p:sp>
          <p:nvSpPr>
            <p:cNvPr id="1226" name="Google Shape;1226;p36"/>
            <p:cNvSpPr/>
            <p:nvPr/>
          </p:nvSpPr>
          <p:spPr>
            <a:xfrm>
              <a:off x="5132638" y="2344671"/>
              <a:ext cx="293280" cy="139829"/>
            </a:xfrm>
            <a:custGeom>
              <a:avLst/>
              <a:gdLst/>
              <a:ahLst/>
              <a:cxnLst/>
              <a:rect l="l" t="t" r="r" b="b"/>
              <a:pathLst>
                <a:path w="293280" h="139829" extrusionOk="0">
                  <a:moveTo>
                    <a:pt x="146593" y="139830"/>
                  </a:moveTo>
                  <a:cubicBezTo>
                    <a:pt x="140973" y="139830"/>
                    <a:pt x="135258" y="138115"/>
                    <a:pt x="130495" y="134686"/>
                  </a:cubicBezTo>
                  <a:lnTo>
                    <a:pt x="11814" y="50771"/>
                  </a:lnTo>
                  <a:cubicBezTo>
                    <a:pt x="-759" y="41818"/>
                    <a:pt x="-3807" y="24387"/>
                    <a:pt x="5146" y="11814"/>
                  </a:cubicBezTo>
                  <a:cubicBezTo>
                    <a:pt x="14100" y="-759"/>
                    <a:pt x="31530" y="-3807"/>
                    <a:pt x="44104" y="5146"/>
                  </a:cubicBezTo>
                  <a:lnTo>
                    <a:pt x="146593" y="77632"/>
                  </a:lnTo>
                  <a:lnTo>
                    <a:pt x="249177" y="5146"/>
                  </a:lnTo>
                  <a:cubicBezTo>
                    <a:pt x="261750" y="-3807"/>
                    <a:pt x="279276" y="-759"/>
                    <a:pt x="288134" y="11814"/>
                  </a:cubicBezTo>
                  <a:cubicBezTo>
                    <a:pt x="297088" y="24387"/>
                    <a:pt x="294039" y="41913"/>
                    <a:pt x="281467" y="50771"/>
                  </a:cubicBezTo>
                  <a:lnTo>
                    <a:pt x="162690" y="134686"/>
                  </a:lnTo>
                  <a:cubicBezTo>
                    <a:pt x="157927" y="138115"/>
                    <a:pt x="152212" y="139830"/>
                    <a:pt x="146593" y="13983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7" name="Google Shape;1227;p36"/>
            <p:cNvSpPr/>
            <p:nvPr/>
          </p:nvSpPr>
          <p:spPr>
            <a:xfrm>
              <a:off x="5132638" y="2499642"/>
              <a:ext cx="293280" cy="139829"/>
            </a:xfrm>
            <a:custGeom>
              <a:avLst/>
              <a:gdLst/>
              <a:ahLst/>
              <a:cxnLst/>
              <a:rect l="l" t="t" r="r" b="b"/>
              <a:pathLst>
                <a:path w="293280" h="139829" extrusionOk="0">
                  <a:moveTo>
                    <a:pt x="146593" y="139830"/>
                  </a:moveTo>
                  <a:cubicBezTo>
                    <a:pt x="140973" y="139830"/>
                    <a:pt x="135258" y="138115"/>
                    <a:pt x="130495" y="134686"/>
                  </a:cubicBezTo>
                  <a:lnTo>
                    <a:pt x="11814" y="50771"/>
                  </a:lnTo>
                  <a:cubicBezTo>
                    <a:pt x="-759" y="41818"/>
                    <a:pt x="-3807" y="24387"/>
                    <a:pt x="5146" y="11814"/>
                  </a:cubicBezTo>
                  <a:cubicBezTo>
                    <a:pt x="14100" y="-759"/>
                    <a:pt x="31530" y="-3807"/>
                    <a:pt x="44104" y="5146"/>
                  </a:cubicBezTo>
                  <a:lnTo>
                    <a:pt x="146593" y="77632"/>
                  </a:lnTo>
                  <a:lnTo>
                    <a:pt x="249177" y="5146"/>
                  </a:lnTo>
                  <a:cubicBezTo>
                    <a:pt x="261750" y="-3807"/>
                    <a:pt x="279276" y="-759"/>
                    <a:pt x="288134" y="11814"/>
                  </a:cubicBezTo>
                  <a:cubicBezTo>
                    <a:pt x="297088" y="24387"/>
                    <a:pt x="294039" y="41913"/>
                    <a:pt x="281467" y="50771"/>
                  </a:cubicBezTo>
                  <a:lnTo>
                    <a:pt x="162690" y="134686"/>
                  </a:lnTo>
                  <a:cubicBezTo>
                    <a:pt x="157832" y="138115"/>
                    <a:pt x="152212" y="139830"/>
                    <a:pt x="146593" y="13983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8" name="Google Shape;1228;p36"/>
            <p:cNvSpPr/>
            <p:nvPr/>
          </p:nvSpPr>
          <p:spPr>
            <a:xfrm>
              <a:off x="5132638" y="2674331"/>
              <a:ext cx="293280" cy="139829"/>
            </a:xfrm>
            <a:custGeom>
              <a:avLst/>
              <a:gdLst/>
              <a:ahLst/>
              <a:cxnLst/>
              <a:rect l="l" t="t" r="r" b="b"/>
              <a:pathLst>
                <a:path w="293280" h="139829" extrusionOk="0">
                  <a:moveTo>
                    <a:pt x="146593" y="139830"/>
                  </a:moveTo>
                  <a:cubicBezTo>
                    <a:pt x="140973" y="139830"/>
                    <a:pt x="135258" y="138115"/>
                    <a:pt x="130495" y="134686"/>
                  </a:cubicBezTo>
                  <a:lnTo>
                    <a:pt x="11814" y="50771"/>
                  </a:lnTo>
                  <a:cubicBezTo>
                    <a:pt x="-759" y="41818"/>
                    <a:pt x="-3807" y="24387"/>
                    <a:pt x="5146" y="11814"/>
                  </a:cubicBezTo>
                  <a:cubicBezTo>
                    <a:pt x="14100" y="-759"/>
                    <a:pt x="31530" y="-3807"/>
                    <a:pt x="44104" y="5146"/>
                  </a:cubicBezTo>
                  <a:lnTo>
                    <a:pt x="146593" y="77632"/>
                  </a:lnTo>
                  <a:lnTo>
                    <a:pt x="249177" y="5146"/>
                  </a:lnTo>
                  <a:cubicBezTo>
                    <a:pt x="261750" y="-3807"/>
                    <a:pt x="279276" y="-759"/>
                    <a:pt x="288134" y="11814"/>
                  </a:cubicBezTo>
                  <a:cubicBezTo>
                    <a:pt x="297088" y="24387"/>
                    <a:pt x="294039" y="41913"/>
                    <a:pt x="281467" y="50771"/>
                  </a:cubicBezTo>
                  <a:lnTo>
                    <a:pt x="162690" y="134686"/>
                  </a:lnTo>
                  <a:cubicBezTo>
                    <a:pt x="157832" y="138115"/>
                    <a:pt x="152212" y="139830"/>
                    <a:pt x="146593" y="13983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oogle Shape;5551;p54">
            <a:extLst>
              <a:ext uri="{FF2B5EF4-FFF2-40B4-BE49-F238E27FC236}">
                <a16:creationId xmlns:a16="http://schemas.microsoft.com/office/drawing/2014/main" id="{B4F6658F-D248-33E7-FDEA-C1D74ECFFC72}"/>
              </a:ext>
            </a:extLst>
          </p:cNvPr>
          <p:cNvGrpSpPr/>
          <p:nvPr/>
        </p:nvGrpSpPr>
        <p:grpSpPr>
          <a:xfrm>
            <a:off x="4080466" y="630675"/>
            <a:ext cx="278312" cy="279777"/>
            <a:chOff x="-45673275" y="3937700"/>
            <a:chExt cx="299325" cy="300900"/>
          </a:xfrm>
        </p:grpSpPr>
        <p:sp>
          <p:nvSpPr>
            <p:cNvPr id="10" name="Google Shape;5552;p54">
              <a:extLst>
                <a:ext uri="{FF2B5EF4-FFF2-40B4-BE49-F238E27FC236}">
                  <a16:creationId xmlns:a16="http://schemas.microsoft.com/office/drawing/2014/main" id="{4B92468B-6D09-2BB5-CD87-5EE6E7F7C077}"/>
                </a:ext>
              </a:extLst>
            </p:cNvPr>
            <p:cNvSpPr/>
            <p:nvPr/>
          </p:nvSpPr>
          <p:spPr>
            <a:xfrm>
              <a:off x="-45673275" y="3937700"/>
              <a:ext cx="285925" cy="135500"/>
            </a:xfrm>
            <a:custGeom>
              <a:avLst/>
              <a:gdLst/>
              <a:ahLst/>
              <a:cxnLst/>
              <a:rect l="l" t="t" r="r" b="b"/>
              <a:pathLst>
                <a:path w="11437" h="5420" extrusionOk="0">
                  <a:moveTo>
                    <a:pt x="11437" y="1"/>
                  </a:moveTo>
                  <a:lnTo>
                    <a:pt x="221" y="3435"/>
                  </a:lnTo>
                  <a:cubicBezTo>
                    <a:pt x="63" y="3466"/>
                    <a:pt x="0" y="3624"/>
                    <a:pt x="0" y="3781"/>
                  </a:cubicBezTo>
                  <a:cubicBezTo>
                    <a:pt x="0" y="3939"/>
                    <a:pt x="95" y="4065"/>
                    <a:pt x="221" y="4159"/>
                  </a:cubicBezTo>
                  <a:lnTo>
                    <a:pt x="4348" y="5420"/>
                  </a:lnTo>
                  <a:lnTo>
                    <a:pt x="11405" y="64"/>
                  </a:lnTo>
                  <a:lnTo>
                    <a:pt x="1143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5553;p54">
              <a:extLst>
                <a:ext uri="{FF2B5EF4-FFF2-40B4-BE49-F238E27FC236}">
                  <a16:creationId xmlns:a16="http://schemas.microsoft.com/office/drawing/2014/main" id="{048F5EEE-21FE-B665-49BA-12F9EBBACBBC}"/>
                </a:ext>
              </a:extLst>
            </p:cNvPr>
            <p:cNvSpPr/>
            <p:nvPr/>
          </p:nvSpPr>
          <p:spPr>
            <a:xfrm>
              <a:off x="-45577975" y="3990475"/>
              <a:ext cx="151250" cy="150925"/>
            </a:xfrm>
            <a:custGeom>
              <a:avLst/>
              <a:gdLst/>
              <a:ahLst/>
              <a:cxnLst/>
              <a:rect l="l" t="t" r="r" b="b"/>
              <a:pathLst>
                <a:path w="6050" h="6037" extrusionOk="0">
                  <a:moveTo>
                    <a:pt x="6049" y="1"/>
                  </a:moveTo>
                  <a:lnTo>
                    <a:pt x="536" y="4159"/>
                  </a:lnTo>
                  <a:lnTo>
                    <a:pt x="32" y="5577"/>
                  </a:lnTo>
                  <a:cubicBezTo>
                    <a:pt x="0" y="5703"/>
                    <a:pt x="32" y="5861"/>
                    <a:pt x="126" y="5955"/>
                  </a:cubicBezTo>
                  <a:cubicBezTo>
                    <a:pt x="186" y="6015"/>
                    <a:pt x="259" y="6037"/>
                    <a:pt x="336" y="6037"/>
                  </a:cubicBezTo>
                  <a:cubicBezTo>
                    <a:pt x="381" y="6037"/>
                    <a:pt x="427" y="6030"/>
                    <a:pt x="473" y="6018"/>
                  </a:cubicBezTo>
                  <a:lnTo>
                    <a:pt x="1891" y="5514"/>
                  </a:lnTo>
                  <a:lnTo>
                    <a:pt x="604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5554;p54">
              <a:extLst>
                <a:ext uri="{FF2B5EF4-FFF2-40B4-BE49-F238E27FC236}">
                  <a16:creationId xmlns:a16="http://schemas.microsoft.com/office/drawing/2014/main" id="{61DF14C4-1B01-35E0-02E4-CD4E9F0D8EB6}"/>
                </a:ext>
              </a:extLst>
            </p:cNvPr>
            <p:cNvSpPr/>
            <p:nvPr/>
          </p:nvSpPr>
          <p:spPr>
            <a:xfrm>
              <a:off x="-45509450" y="3951100"/>
              <a:ext cx="135500" cy="286725"/>
            </a:xfrm>
            <a:custGeom>
              <a:avLst/>
              <a:gdLst/>
              <a:ahLst/>
              <a:cxnLst/>
              <a:rect l="l" t="t" r="r" b="b"/>
              <a:pathLst>
                <a:path w="5420" h="11469" extrusionOk="0">
                  <a:moveTo>
                    <a:pt x="5419" y="0"/>
                  </a:moveTo>
                  <a:lnTo>
                    <a:pt x="5356" y="32"/>
                  </a:lnTo>
                  <a:lnTo>
                    <a:pt x="0" y="7089"/>
                  </a:lnTo>
                  <a:lnTo>
                    <a:pt x="1261" y="11216"/>
                  </a:lnTo>
                  <a:cubicBezTo>
                    <a:pt x="1324" y="11374"/>
                    <a:pt x="1481" y="11468"/>
                    <a:pt x="1639" y="11468"/>
                  </a:cubicBezTo>
                  <a:cubicBezTo>
                    <a:pt x="1796" y="11468"/>
                    <a:pt x="1891" y="11342"/>
                    <a:pt x="1985" y="11216"/>
                  </a:cubicBezTo>
                  <a:lnTo>
                    <a:pt x="541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5555;p54">
              <a:extLst>
                <a:ext uri="{FF2B5EF4-FFF2-40B4-BE49-F238E27FC236}">
                  <a16:creationId xmlns:a16="http://schemas.microsoft.com/office/drawing/2014/main" id="{60FF0461-CF82-5AF3-A3B7-B1E59568BB4E}"/>
                </a:ext>
              </a:extLst>
            </p:cNvPr>
            <p:cNvSpPr/>
            <p:nvPr/>
          </p:nvSpPr>
          <p:spPr>
            <a:xfrm>
              <a:off x="-45670925" y="4114125"/>
              <a:ext cx="72500" cy="70325"/>
            </a:xfrm>
            <a:custGeom>
              <a:avLst/>
              <a:gdLst/>
              <a:ahLst/>
              <a:cxnLst/>
              <a:rect l="l" t="t" r="r" b="b"/>
              <a:pathLst>
                <a:path w="2900" h="2813" extrusionOk="0">
                  <a:moveTo>
                    <a:pt x="2521" y="1"/>
                  </a:moveTo>
                  <a:cubicBezTo>
                    <a:pt x="2435" y="1"/>
                    <a:pt x="2348" y="32"/>
                    <a:pt x="2269" y="95"/>
                  </a:cubicBezTo>
                  <a:lnTo>
                    <a:pt x="127" y="2206"/>
                  </a:lnTo>
                  <a:cubicBezTo>
                    <a:pt x="1" y="2332"/>
                    <a:pt x="1" y="2553"/>
                    <a:pt x="127" y="2742"/>
                  </a:cubicBezTo>
                  <a:cubicBezTo>
                    <a:pt x="190" y="2789"/>
                    <a:pt x="277" y="2813"/>
                    <a:pt x="371" y="2813"/>
                  </a:cubicBezTo>
                  <a:cubicBezTo>
                    <a:pt x="466" y="2813"/>
                    <a:pt x="568" y="2789"/>
                    <a:pt x="662" y="2742"/>
                  </a:cubicBezTo>
                  <a:lnTo>
                    <a:pt x="2773" y="600"/>
                  </a:lnTo>
                  <a:cubicBezTo>
                    <a:pt x="2899" y="473"/>
                    <a:pt x="2899" y="253"/>
                    <a:pt x="2773" y="95"/>
                  </a:cubicBezTo>
                  <a:cubicBezTo>
                    <a:pt x="2695" y="32"/>
                    <a:pt x="2608" y="1"/>
                    <a:pt x="25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5556;p54">
              <a:extLst>
                <a:ext uri="{FF2B5EF4-FFF2-40B4-BE49-F238E27FC236}">
                  <a16:creationId xmlns:a16="http://schemas.microsoft.com/office/drawing/2014/main" id="{D0D5C176-4316-BAD2-4759-C2DA2A53EE2D}"/>
                </a:ext>
              </a:extLst>
            </p:cNvPr>
            <p:cNvSpPr/>
            <p:nvPr/>
          </p:nvSpPr>
          <p:spPr>
            <a:xfrm>
              <a:off x="-45620500" y="4163550"/>
              <a:ext cx="70900" cy="71125"/>
            </a:xfrm>
            <a:custGeom>
              <a:avLst/>
              <a:gdLst/>
              <a:ahLst/>
              <a:cxnLst/>
              <a:rect l="l" t="t" r="r" b="b"/>
              <a:pathLst>
                <a:path w="2836" h="2845" extrusionOk="0">
                  <a:moveTo>
                    <a:pt x="2489" y="1"/>
                  </a:moveTo>
                  <a:cubicBezTo>
                    <a:pt x="2395" y="1"/>
                    <a:pt x="2300" y="24"/>
                    <a:pt x="2237" y="72"/>
                  </a:cubicBezTo>
                  <a:lnTo>
                    <a:pt x="126" y="2214"/>
                  </a:lnTo>
                  <a:cubicBezTo>
                    <a:pt x="0" y="2340"/>
                    <a:pt x="0" y="2561"/>
                    <a:pt x="126" y="2718"/>
                  </a:cubicBezTo>
                  <a:cubicBezTo>
                    <a:pt x="221" y="2781"/>
                    <a:pt x="284" y="2844"/>
                    <a:pt x="378" y="2844"/>
                  </a:cubicBezTo>
                  <a:cubicBezTo>
                    <a:pt x="441" y="2844"/>
                    <a:pt x="567" y="2781"/>
                    <a:pt x="599" y="2718"/>
                  </a:cubicBezTo>
                  <a:lnTo>
                    <a:pt x="2741" y="607"/>
                  </a:lnTo>
                  <a:cubicBezTo>
                    <a:pt x="2836" y="481"/>
                    <a:pt x="2836" y="229"/>
                    <a:pt x="2741" y="72"/>
                  </a:cubicBezTo>
                  <a:cubicBezTo>
                    <a:pt x="2678" y="24"/>
                    <a:pt x="2584" y="1"/>
                    <a:pt x="24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5557;p54">
              <a:extLst>
                <a:ext uri="{FF2B5EF4-FFF2-40B4-BE49-F238E27FC236}">
                  <a16:creationId xmlns:a16="http://schemas.microsoft.com/office/drawing/2014/main" id="{0741B321-165E-BC45-BA54-4AD2C3D50874}"/>
                </a:ext>
              </a:extLst>
            </p:cNvPr>
            <p:cNvSpPr/>
            <p:nvPr/>
          </p:nvSpPr>
          <p:spPr>
            <a:xfrm>
              <a:off x="-45673275" y="4159625"/>
              <a:ext cx="79575" cy="78975"/>
            </a:xfrm>
            <a:custGeom>
              <a:avLst/>
              <a:gdLst/>
              <a:ahLst/>
              <a:cxnLst/>
              <a:rect l="l" t="t" r="r" b="b"/>
              <a:pathLst>
                <a:path w="3183" h="3159" extrusionOk="0">
                  <a:moveTo>
                    <a:pt x="2816" y="0"/>
                  </a:moveTo>
                  <a:cubicBezTo>
                    <a:pt x="2726" y="0"/>
                    <a:pt x="2631" y="24"/>
                    <a:pt x="2552" y="71"/>
                  </a:cubicBezTo>
                  <a:lnTo>
                    <a:pt x="95" y="2529"/>
                  </a:lnTo>
                  <a:cubicBezTo>
                    <a:pt x="0" y="2655"/>
                    <a:pt x="0" y="2875"/>
                    <a:pt x="95" y="3033"/>
                  </a:cubicBezTo>
                  <a:cubicBezTo>
                    <a:pt x="189" y="3127"/>
                    <a:pt x="252" y="3159"/>
                    <a:pt x="347" y="3159"/>
                  </a:cubicBezTo>
                  <a:cubicBezTo>
                    <a:pt x="441" y="3159"/>
                    <a:pt x="536" y="3127"/>
                    <a:pt x="599" y="3033"/>
                  </a:cubicBezTo>
                  <a:lnTo>
                    <a:pt x="3025" y="607"/>
                  </a:lnTo>
                  <a:cubicBezTo>
                    <a:pt x="3182" y="449"/>
                    <a:pt x="3182" y="197"/>
                    <a:pt x="3056" y="71"/>
                  </a:cubicBezTo>
                  <a:cubicBezTo>
                    <a:pt x="2993" y="24"/>
                    <a:pt x="2907" y="0"/>
                    <a:pt x="28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9" name="Google Shape;1459;p3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Q&amp;A: 1</a:t>
            </a:r>
            <a:endParaRPr dirty="0"/>
          </a:p>
        </p:txBody>
      </p:sp>
      <p:sp>
        <p:nvSpPr>
          <p:cNvPr id="1460" name="Google Shape;1460;p39"/>
          <p:cNvSpPr txBox="1"/>
          <p:nvPr/>
        </p:nvSpPr>
        <p:spPr>
          <a:xfrm>
            <a:off x="720000" y="968831"/>
            <a:ext cx="7704000" cy="14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Question</a:t>
            </a: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Work Sans"/>
              <a:buChar char="●"/>
            </a:pPr>
            <a:r>
              <a:rPr lang="en-IN" sz="1800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Does the Chips Act have a positive impact on the </a:t>
            </a:r>
          </a:p>
          <a:p>
            <a:pPr marL="1397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</a:pPr>
            <a:r>
              <a:rPr lang="en-IN" sz="1800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    Semiconductor industry?</a:t>
            </a:r>
          </a:p>
          <a:p>
            <a:pPr marL="1397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</a:pPr>
            <a:endParaRPr lang="en-IN" sz="1800" dirty="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4826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+mj-lt"/>
              <a:buAutoNum type="alphaUcPeriod"/>
            </a:pPr>
            <a:r>
              <a:rPr lang="en" sz="1800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True</a:t>
            </a:r>
          </a:p>
          <a:p>
            <a:pPr marL="4826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+mj-lt"/>
              <a:buAutoNum type="alphaUcPeriod"/>
            </a:pPr>
            <a:r>
              <a:rPr lang="en-IN" sz="1800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False</a:t>
            </a:r>
          </a:p>
        </p:txBody>
      </p:sp>
      <p:grpSp>
        <p:nvGrpSpPr>
          <p:cNvPr id="1620" name="Google Shape;1620;p39"/>
          <p:cNvGrpSpPr/>
          <p:nvPr/>
        </p:nvGrpSpPr>
        <p:grpSpPr>
          <a:xfrm>
            <a:off x="3605036" y="2804948"/>
            <a:ext cx="1961627" cy="1776134"/>
            <a:chOff x="4915745" y="2720453"/>
            <a:chExt cx="2675797" cy="2422442"/>
          </a:xfrm>
        </p:grpSpPr>
        <p:grpSp>
          <p:nvGrpSpPr>
            <p:cNvPr id="1621" name="Google Shape;1621;p39"/>
            <p:cNvGrpSpPr/>
            <p:nvPr/>
          </p:nvGrpSpPr>
          <p:grpSpPr>
            <a:xfrm>
              <a:off x="5156590" y="3103342"/>
              <a:ext cx="2434952" cy="2039553"/>
              <a:chOff x="4314911" y="2035492"/>
              <a:chExt cx="4506667" cy="3774852"/>
            </a:xfrm>
          </p:grpSpPr>
          <p:sp>
            <p:nvSpPr>
              <p:cNvPr id="1622" name="Google Shape;1622;p39"/>
              <p:cNvSpPr/>
              <p:nvPr/>
            </p:nvSpPr>
            <p:spPr>
              <a:xfrm>
                <a:off x="6196965" y="4433697"/>
                <a:ext cx="2624613" cy="1376552"/>
              </a:xfrm>
              <a:custGeom>
                <a:avLst/>
                <a:gdLst/>
                <a:ahLst/>
                <a:cxnLst/>
                <a:rect l="l" t="t" r="r" b="b"/>
                <a:pathLst>
                  <a:path w="2624613" h="1376552" extrusionOk="0">
                    <a:moveTo>
                      <a:pt x="2624614" y="1376553"/>
                    </a:moveTo>
                    <a:lnTo>
                      <a:pt x="204978" y="1376553"/>
                    </a:lnTo>
                    <a:cubicBezTo>
                      <a:pt x="204978" y="1376553"/>
                      <a:pt x="150590" y="1182624"/>
                      <a:pt x="138398" y="1087279"/>
                    </a:cubicBezTo>
                    <a:cubicBezTo>
                      <a:pt x="136588" y="1073848"/>
                      <a:pt x="135636" y="1062514"/>
                      <a:pt x="135922" y="1053751"/>
                    </a:cubicBezTo>
                    <a:cubicBezTo>
                      <a:pt x="136398" y="1035653"/>
                      <a:pt x="137350" y="1017460"/>
                      <a:pt x="138494" y="1000506"/>
                    </a:cubicBezTo>
                    <a:cubicBezTo>
                      <a:pt x="141732" y="951357"/>
                      <a:pt x="146875" y="912305"/>
                      <a:pt x="146875" y="912305"/>
                    </a:cubicBezTo>
                    <a:cubicBezTo>
                      <a:pt x="146875" y="912305"/>
                      <a:pt x="65151" y="850678"/>
                      <a:pt x="67056" y="803434"/>
                    </a:cubicBezTo>
                    <a:lnTo>
                      <a:pt x="0" y="654653"/>
                    </a:lnTo>
                    <a:cubicBezTo>
                      <a:pt x="0" y="654653"/>
                      <a:pt x="9811" y="640937"/>
                      <a:pt x="27813" y="617506"/>
                    </a:cubicBezTo>
                    <a:cubicBezTo>
                      <a:pt x="114490" y="504634"/>
                      <a:pt x="392811" y="164782"/>
                      <a:pt x="698659" y="27146"/>
                    </a:cubicBezTo>
                    <a:cubicBezTo>
                      <a:pt x="721328" y="16954"/>
                      <a:pt x="744188" y="7810"/>
                      <a:pt x="767144" y="0"/>
                    </a:cubicBezTo>
                    <a:lnTo>
                      <a:pt x="846963" y="92392"/>
                    </a:lnTo>
                    <a:cubicBezTo>
                      <a:pt x="846963" y="92392"/>
                      <a:pt x="973931" y="112395"/>
                      <a:pt x="1028319" y="132302"/>
                    </a:cubicBezTo>
                    <a:cubicBezTo>
                      <a:pt x="1053084" y="141446"/>
                      <a:pt x="1082231" y="163925"/>
                      <a:pt x="1106710" y="185833"/>
                    </a:cubicBezTo>
                    <a:cubicBezTo>
                      <a:pt x="1127474" y="204406"/>
                      <a:pt x="1144810" y="222409"/>
                      <a:pt x="1153382" y="231553"/>
                    </a:cubicBezTo>
                    <a:cubicBezTo>
                      <a:pt x="1156906" y="235363"/>
                      <a:pt x="1158907" y="237554"/>
                      <a:pt x="1158907" y="237554"/>
                    </a:cubicBezTo>
                    <a:cubicBezTo>
                      <a:pt x="1158907" y="237554"/>
                      <a:pt x="1330262" y="263938"/>
                      <a:pt x="1419987" y="317373"/>
                    </a:cubicBezTo>
                    <a:cubicBezTo>
                      <a:pt x="1429988" y="323374"/>
                      <a:pt x="1439989" y="331089"/>
                      <a:pt x="1449896" y="340233"/>
                    </a:cubicBezTo>
                    <a:cubicBezTo>
                      <a:pt x="1464945" y="353949"/>
                      <a:pt x="1479518" y="370808"/>
                      <a:pt x="1493330" y="388906"/>
                    </a:cubicBezTo>
                    <a:cubicBezTo>
                      <a:pt x="1552194" y="465868"/>
                      <a:pt x="1597723" y="567690"/>
                      <a:pt x="1597723" y="567690"/>
                    </a:cubicBezTo>
                    <a:lnTo>
                      <a:pt x="1730597" y="672370"/>
                    </a:lnTo>
                    <a:lnTo>
                      <a:pt x="1783556" y="714089"/>
                    </a:lnTo>
                    <a:lnTo>
                      <a:pt x="1936147" y="834295"/>
                    </a:lnTo>
                    <a:lnTo>
                      <a:pt x="1987867" y="874966"/>
                    </a:lnTo>
                    <a:lnTo>
                      <a:pt x="2227993" y="1064038"/>
                    </a:lnTo>
                    <a:lnTo>
                      <a:pt x="2281143" y="1105948"/>
                    </a:lnTo>
                    <a:lnTo>
                      <a:pt x="2624614" y="1376553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3" name="Google Shape;1623;p39"/>
              <p:cNvSpPr/>
              <p:nvPr/>
            </p:nvSpPr>
            <p:spPr>
              <a:xfrm>
                <a:off x="4450838" y="2651664"/>
                <a:ext cx="2444690" cy="2399728"/>
              </a:xfrm>
              <a:custGeom>
                <a:avLst/>
                <a:gdLst/>
                <a:ahLst/>
                <a:cxnLst/>
                <a:rect l="l" t="t" r="r" b="b"/>
                <a:pathLst>
                  <a:path w="2444690" h="2399728" extrusionOk="0">
                    <a:moveTo>
                      <a:pt x="499590" y="1337977"/>
                    </a:moveTo>
                    <a:lnTo>
                      <a:pt x="524641" y="1412653"/>
                    </a:lnTo>
                    <a:cubicBezTo>
                      <a:pt x="542643" y="1466278"/>
                      <a:pt x="600936" y="1509998"/>
                      <a:pt x="654753" y="1509998"/>
                    </a:cubicBezTo>
                    <a:lnTo>
                      <a:pt x="707330" y="1509998"/>
                    </a:lnTo>
                    <a:lnTo>
                      <a:pt x="707330" y="1509903"/>
                    </a:lnTo>
                    <a:lnTo>
                      <a:pt x="1659259" y="1509903"/>
                    </a:lnTo>
                    <a:cubicBezTo>
                      <a:pt x="1712885" y="1509903"/>
                      <a:pt x="1741841" y="1466278"/>
                      <a:pt x="1723839" y="1412558"/>
                    </a:cubicBezTo>
                    <a:lnTo>
                      <a:pt x="1249113" y="0"/>
                    </a:lnTo>
                    <a:cubicBezTo>
                      <a:pt x="1291023" y="47149"/>
                      <a:pt x="1327884" y="119253"/>
                      <a:pt x="1360269" y="168497"/>
                    </a:cubicBezTo>
                    <a:cubicBezTo>
                      <a:pt x="1394845" y="220790"/>
                      <a:pt x="1450471" y="315849"/>
                      <a:pt x="1496286" y="395573"/>
                    </a:cubicBezTo>
                    <a:cubicBezTo>
                      <a:pt x="1542864" y="476917"/>
                      <a:pt x="1600680" y="550831"/>
                      <a:pt x="1667260" y="616649"/>
                    </a:cubicBezTo>
                    <a:cubicBezTo>
                      <a:pt x="1785656" y="733806"/>
                      <a:pt x="1913672" y="895541"/>
                      <a:pt x="1929293" y="968978"/>
                    </a:cubicBezTo>
                    <a:cubicBezTo>
                      <a:pt x="1949295" y="1062704"/>
                      <a:pt x="2034449" y="1446562"/>
                      <a:pt x="2034449" y="1446562"/>
                    </a:cubicBezTo>
                    <a:lnTo>
                      <a:pt x="2444691" y="1809369"/>
                    </a:lnTo>
                    <a:cubicBezTo>
                      <a:pt x="2138843" y="1947005"/>
                      <a:pt x="1860427" y="2286857"/>
                      <a:pt x="1773845" y="2399729"/>
                    </a:cubicBezTo>
                    <a:lnTo>
                      <a:pt x="1417705" y="2077784"/>
                    </a:lnTo>
                    <a:cubicBezTo>
                      <a:pt x="1417705" y="2077784"/>
                      <a:pt x="1099475" y="1957197"/>
                      <a:pt x="902688" y="1865567"/>
                    </a:cubicBezTo>
                    <a:cubicBezTo>
                      <a:pt x="705807" y="1773936"/>
                      <a:pt x="216126" y="1375791"/>
                      <a:pt x="187932" y="1332357"/>
                    </a:cubicBezTo>
                    <a:cubicBezTo>
                      <a:pt x="159833" y="1288733"/>
                      <a:pt x="167073" y="1207960"/>
                      <a:pt x="187932" y="1151001"/>
                    </a:cubicBezTo>
                    <a:cubicBezTo>
                      <a:pt x="187932" y="1151001"/>
                      <a:pt x="6576" y="1052132"/>
                      <a:pt x="1052" y="993076"/>
                    </a:cubicBezTo>
                    <a:cubicBezTo>
                      <a:pt x="-4282" y="934212"/>
                      <a:pt x="10196" y="837152"/>
                      <a:pt x="55439" y="804482"/>
                    </a:cubicBezTo>
                    <a:cubicBezTo>
                      <a:pt x="64679" y="797814"/>
                      <a:pt x="80585" y="789242"/>
                      <a:pt x="100969" y="779431"/>
                    </a:cubicBezTo>
                    <a:cubicBezTo>
                      <a:pt x="150023" y="756095"/>
                      <a:pt x="224032" y="726948"/>
                      <a:pt x="287849" y="708088"/>
                    </a:cubicBezTo>
                    <a:cubicBezTo>
                      <a:pt x="291850" y="706946"/>
                      <a:pt x="295946" y="705707"/>
                      <a:pt x="299851" y="704659"/>
                    </a:cubicBezTo>
                    <a:cubicBezTo>
                      <a:pt x="312615" y="701040"/>
                      <a:pt x="324902" y="697897"/>
                      <a:pt x="336237" y="695420"/>
                    </a:cubicBezTo>
                    <a:cubicBezTo>
                      <a:pt x="348143" y="692849"/>
                      <a:pt x="359096" y="690848"/>
                      <a:pt x="368717" y="689705"/>
                    </a:cubicBezTo>
                    <a:cubicBezTo>
                      <a:pt x="375670" y="688753"/>
                      <a:pt x="381861" y="688372"/>
                      <a:pt x="387386" y="688372"/>
                    </a:cubicBezTo>
                    <a:cubicBezTo>
                      <a:pt x="394149" y="688372"/>
                      <a:pt x="402435" y="688848"/>
                      <a:pt x="411770" y="690086"/>
                    </a:cubicBezTo>
                    <a:cubicBezTo>
                      <a:pt x="507305" y="700659"/>
                      <a:pt x="721046" y="760952"/>
                      <a:pt x="757432" y="770096"/>
                    </a:cubicBezTo>
                    <a:cubicBezTo>
                      <a:pt x="797246" y="780002"/>
                      <a:pt x="809629" y="932974"/>
                      <a:pt x="713808" y="963454"/>
                    </a:cubicBezTo>
                    <a:cubicBezTo>
                      <a:pt x="675612" y="975741"/>
                      <a:pt x="585029" y="978503"/>
                      <a:pt x="508639" y="978503"/>
                    </a:cubicBezTo>
                    <a:cubicBezTo>
                      <a:pt x="493494" y="978503"/>
                      <a:pt x="478921" y="978408"/>
                      <a:pt x="465491" y="978122"/>
                    </a:cubicBezTo>
                    <a:cubicBezTo>
                      <a:pt x="452918" y="978122"/>
                      <a:pt x="441392" y="977836"/>
                      <a:pt x="431010" y="977646"/>
                    </a:cubicBezTo>
                    <a:cubicBezTo>
                      <a:pt x="403102" y="976979"/>
                      <a:pt x="384909" y="976313"/>
                      <a:pt x="384909" y="976313"/>
                    </a:cubicBezTo>
                    <a:lnTo>
                      <a:pt x="378908" y="980123"/>
                    </a:lnTo>
                    <a:lnTo>
                      <a:pt x="409960" y="1072134"/>
                    </a:lnTo>
                    <a:cubicBezTo>
                      <a:pt x="426629" y="1067467"/>
                      <a:pt x="443107" y="1063085"/>
                      <a:pt x="458347" y="1059561"/>
                    </a:cubicBezTo>
                    <a:lnTo>
                      <a:pt x="458347" y="1059466"/>
                    </a:lnTo>
                    <a:cubicBezTo>
                      <a:pt x="469967" y="1056894"/>
                      <a:pt x="480921" y="1054799"/>
                      <a:pt x="490541" y="1053179"/>
                    </a:cubicBezTo>
                    <a:cubicBezTo>
                      <a:pt x="501400" y="1051655"/>
                      <a:pt x="510639" y="1050798"/>
                      <a:pt x="517783" y="1051179"/>
                    </a:cubicBezTo>
                    <a:cubicBezTo>
                      <a:pt x="522069" y="1051465"/>
                      <a:pt x="527403" y="1052132"/>
                      <a:pt x="533595" y="1052989"/>
                    </a:cubicBezTo>
                    <a:lnTo>
                      <a:pt x="533595" y="1053084"/>
                    </a:lnTo>
                    <a:cubicBezTo>
                      <a:pt x="605127" y="1064705"/>
                      <a:pt x="785721" y="1125284"/>
                      <a:pt x="836966" y="1144334"/>
                    </a:cubicBezTo>
                    <a:cubicBezTo>
                      <a:pt x="892592" y="1164812"/>
                      <a:pt x="897545" y="1269968"/>
                      <a:pt x="836966" y="1325690"/>
                    </a:cubicBezTo>
                    <a:cubicBezTo>
                      <a:pt x="802485" y="1357408"/>
                      <a:pt x="708474" y="1357693"/>
                      <a:pt x="634083" y="1351883"/>
                    </a:cubicBezTo>
                    <a:cubicBezTo>
                      <a:pt x="617986" y="1350740"/>
                      <a:pt x="602937" y="1349311"/>
                      <a:pt x="589601" y="1347692"/>
                    </a:cubicBezTo>
                    <a:cubicBezTo>
                      <a:pt x="575409" y="1346168"/>
                      <a:pt x="563122" y="1344549"/>
                      <a:pt x="553692" y="1343216"/>
                    </a:cubicBezTo>
                    <a:cubicBezTo>
                      <a:pt x="545596" y="1341977"/>
                      <a:pt x="517497" y="1339501"/>
                      <a:pt x="499590" y="1337977"/>
                    </a:cubicBezTo>
                    <a:close/>
                  </a:path>
                </a:pathLst>
              </a:custGeom>
              <a:solidFill>
                <a:srgbClr val="9E9E9E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4" name="Google Shape;1624;p39"/>
              <p:cNvSpPr/>
              <p:nvPr/>
            </p:nvSpPr>
            <p:spPr>
              <a:xfrm>
                <a:off x="4377098" y="2045112"/>
                <a:ext cx="1803018" cy="2116359"/>
              </a:xfrm>
              <a:custGeom>
                <a:avLst/>
                <a:gdLst/>
                <a:ahLst/>
                <a:cxnLst/>
                <a:rect l="l" t="t" r="r" b="b"/>
                <a:pathLst>
                  <a:path w="1803018" h="2116359" extrusionOk="0">
                    <a:moveTo>
                      <a:pt x="1797673" y="2019014"/>
                    </a:moveTo>
                    <a:cubicBezTo>
                      <a:pt x="1815676" y="2072735"/>
                      <a:pt x="1786720" y="2116360"/>
                      <a:pt x="1733094" y="2116360"/>
                    </a:cubicBezTo>
                    <a:lnTo>
                      <a:pt x="781165" y="2116360"/>
                    </a:lnTo>
                    <a:cubicBezTo>
                      <a:pt x="727540" y="2116360"/>
                      <a:pt x="669247" y="2072735"/>
                      <a:pt x="651149" y="2019014"/>
                    </a:cubicBezTo>
                    <a:lnTo>
                      <a:pt x="627813" y="1949768"/>
                    </a:lnTo>
                    <a:cubicBezTo>
                      <a:pt x="637243" y="1951101"/>
                      <a:pt x="649435" y="1952625"/>
                      <a:pt x="663722" y="1954244"/>
                    </a:cubicBezTo>
                    <a:lnTo>
                      <a:pt x="685534" y="2019110"/>
                    </a:lnTo>
                    <a:cubicBezTo>
                      <a:pt x="697250" y="2053780"/>
                      <a:pt x="734969" y="2082165"/>
                      <a:pt x="769735" y="2082165"/>
                    </a:cubicBezTo>
                    <a:lnTo>
                      <a:pt x="1721569" y="2082165"/>
                    </a:lnTo>
                    <a:cubicBezTo>
                      <a:pt x="1756240" y="2082165"/>
                      <a:pt x="1774909" y="2053876"/>
                      <a:pt x="1763288" y="2019110"/>
                    </a:cubicBezTo>
                    <a:lnTo>
                      <a:pt x="1275418" y="567595"/>
                    </a:lnTo>
                    <a:lnTo>
                      <a:pt x="1117398" y="97441"/>
                    </a:lnTo>
                    <a:cubicBezTo>
                      <a:pt x="1105778" y="62770"/>
                      <a:pt x="1068058" y="34576"/>
                      <a:pt x="1033387" y="34576"/>
                    </a:cubicBezTo>
                    <a:lnTo>
                      <a:pt x="81554" y="34576"/>
                    </a:lnTo>
                    <a:cubicBezTo>
                      <a:pt x="46883" y="34576"/>
                      <a:pt x="28024" y="62770"/>
                      <a:pt x="39835" y="97441"/>
                    </a:cubicBezTo>
                    <a:lnTo>
                      <a:pt x="376067" y="1098137"/>
                    </a:lnTo>
                    <a:cubicBezTo>
                      <a:pt x="364161" y="1087660"/>
                      <a:pt x="350064" y="1081088"/>
                      <a:pt x="334729" y="1077373"/>
                    </a:cubicBezTo>
                    <a:lnTo>
                      <a:pt x="5354" y="97346"/>
                    </a:lnTo>
                    <a:cubicBezTo>
                      <a:pt x="-12648" y="43720"/>
                      <a:pt x="16213" y="0"/>
                      <a:pt x="69934" y="0"/>
                    </a:cubicBezTo>
                    <a:lnTo>
                      <a:pt x="1021767" y="0"/>
                    </a:lnTo>
                    <a:cubicBezTo>
                      <a:pt x="1075488" y="0"/>
                      <a:pt x="1133876" y="43720"/>
                      <a:pt x="1151878" y="97346"/>
                    </a:cubicBezTo>
                    <a:lnTo>
                      <a:pt x="1322947" y="606361"/>
                    </a:lnTo>
                    <a:lnTo>
                      <a:pt x="1797673" y="201901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5" name="Google Shape;1625;p39"/>
              <p:cNvSpPr/>
              <p:nvPr/>
            </p:nvSpPr>
            <p:spPr>
              <a:xfrm>
                <a:off x="4413253" y="2079593"/>
                <a:ext cx="1730392" cy="2047589"/>
              </a:xfrm>
              <a:custGeom>
                <a:avLst/>
                <a:gdLst/>
                <a:ahLst/>
                <a:cxnLst/>
                <a:rect l="l" t="t" r="r" b="b"/>
                <a:pathLst>
                  <a:path w="1730392" h="2047589" extrusionOk="0">
                    <a:moveTo>
                      <a:pt x="1685318" y="2047589"/>
                    </a:moveTo>
                    <a:lnTo>
                      <a:pt x="733485" y="2047589"/>
                    </a:lnTo>
                    <a:cubicBezTo>
                      <a:pt x="698814" y="2047589"/>
                      <a:pt x="661095" y="2019300"/>
                      <a:pt x="649284" y="1984534"/>
                    </a:cubicBezTo>
                    <a:lnTo>
                      <a:pt x="627472" y="1919668"/>
                    </a:lnTo>
                    <a:cubicBezTo>
                      <a:pt x="640807" y="1921193"/>
                      <a:pt x="655951" y="1922717"/>
                      <a:pt x="671953" y="1923860"/>
                    </a:cubicBezTo>
                    <a:lnTo>
                      <a:pt x="692337" y="1984534"/>
                    </a:lnTo>
                    <a:cubicBezTo>
                      <a:pt x="695956" y="1995392"/>
                      <a:pt x="708148" y="2004536"/>
                      <a:pt x="718912" y="2004536"/>
                    </a:cubicBezTo>
                    <a:lnTo>
                      <a:pt x="1670745" y="2004536"/>
                    </a:lnTo>
                    <a:cubicBezTo>
                      <a:pt x="1681699" y="2004536"/>
                      <a:pt x="1687604" y="1995487"/>
                      <a:pt x="1683889" y="1984534"/>
                    </a:cubicBezTo>
                    <a:lnTo>
                      <a:pt x="1193733" y="526161"/>
                    </a:lnTo>
                    <a:lnTo>
                      <a:pt x="1038094" y="62865"/>
                    </a:lnTo>
                    <a:cubicBezTo>
                      <a:pt x="1034475" y="51911"/>
                      <a:pt x="1022569" y="43053"/>
                      <a:pt x="1011615" y="43053"/>
                    </a:cubicBezTo>
                    <a:lnTo>
                      <a:pt x="915984" y="43053"/>
                    </a:lnTo>
                    <a:cubicBezTo>
                      <a:pt x="890171" y="43053"/>
                      <a:pt x="873216" y="59626"/>
                      <a:pt x="873216" y="83629"/>
                    </a:cubicBezTo>
                    <a:cubicBezTo>
                      <a:pt x="873216" y="86106"/>
                      <a:pt x="873312" y="88678"/>
                      <a:pt x="873693" y="91440"/>
                    </a:cubicBezTo>
                    <a:cubicBezTo>
                      <a:pt x="877598" y="119539"/>
                      <a:pt x="859882" y="139827"/>
                      <a:pt x="831307" y="139827"/>
                    </a:cubicBezTo>
                    <a:lnTo>
                      <a:pt x="305145" y="139827"/>
                    </a:lnTo>
                    <a:cubicBezTo>
                      <a:pt x="290763" y="139827"/>
                      <a:pt x="275808" y="134779"/>
                      <a:pt x="262474" y="126111"/>
                    </a:cubicBezTo>
                    <a:cubicBezTo>
                      <a:pt x="249139" y="117538"/>
                      <a:pt x="237518" y="105537"/>
                      <a:pt x="230089" y="91440"/>
                    </a:cubicBezTo>
                    <a:cubicBezTo>
                      <a:pt x="215325" y="63246"/>
                      <a:pt x="183892" y="43053"/>
                      <a:pt x="155222" y="43053"/>
                    </a:cubicBezTo>
                    <a:lnTo>
                      <a:pt x="59877" y="43053"/>
                    </a:lnTo>
                    <a:cubicBezTo>
                      <a:pt x="48923" y="43053"/>
                      <a:pt x="43017" y="52197"/>
                      <a:pt x="46542" y="62865"/>
                    </a:cubicBezTo>
                    <a:lnTo>
                      <a:pt x="420779" y="1176528"/>
                    </a:lnTo>
                    <a:lnTo>
                      <a:pt x="449449" y="1261967"/>
                    </a:lnTo>
                    <a:cubicBezTo>
                      <a:pt x="440020" y="1260824"/>
                      <a:pt x="431828" y="1260253"/>
                      <a:pt x="425065" y="1260253"/>
                    </a:cubicBezTo>
                    <a:cubicBezTo>
                      <a:pt x="419541" y="1260253"/>
                      <a:pt x="413349" y="1260634"/>
                      <a:pt x="406396" y="1261586"/>
                    </a:cubicBezTo>
                    <a:lnTo>
                      <a:pt x="384774" y="1197483"/>
                    </a:lnTo>
                    <a:lnTo>
                      <a:pt x="384774" y="1197388"/>
                    </a:lnTo>
                    <a:cubicBezTo>
                      <a:pt x="385727" y="1189387"/>
                      <a:pt x="385918" y="1181100"/>
                      <a:pt x="385251" y="1172337"/>
                    </a:cubicBezTo>
                    <a:cubicBezTo>
                      <a:pt x="383536" y="1148334"/>
                      <a:pt x="376011" y="1121855"/>
                      <a:pt x="362105" y="1093375"/>
                    </a:cubicBezTo>
                    <a:cubicBezTo>
                      <a:pt x="356104" y="1081088"/>
                      <a:pt x="348579" y="1071277"/>
                      <a:pt x="339816" y="1063657"/>
                    </a:cubicBezTo>
                    <a:lnTo>
                      <a:pt x="3489" y="62865"/>
                    </a:lnTo>
                    <a:cubicBezTo>
                      <a:pt x="-8227" y="28194"/>
                      <a:pt x="10537" y="0"/>
                      <a:pt x="45208" y="0"/>
                    </a:cubicBezTo>
                    <a:lnTo>
                      <a:pt x="997041" y="0"/>
                    </a:lnTo>
                    <a:cubicBezTo>
                      <a:pt x="1031712" y="0"/>
                      <a:pt x="1069432" y="28194"/>
                      <a:pt x="1081052" y="62865"/>
                    </a:cubicBezTo>
                    <a:lnTo>
                      <a:pt x="1239072" y="533019"/>
                    </a:lnTo>
                    <a:lnTo>
                      <a:pt x="1726847" y="1984534"/>
                    </a:lnTo>
                    <a:cubicBezTo>
                      <a:pt x="1738658" y="2019300"/>
                      <a:pt x="1719989" y="2047589"/>
                      <a:pt x="1685318" y="204758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6" name="Google Shape;1626;p39"/>
              <p:cNvSpPr/>
              <p:nvPr/>
            </p:nvSpPr>
            <p:spPr>
              <a:xfrm>
                <a:off x="4458967" y="2122741"/>
                <a:ext cx="1639345" cy="1961387"/>
              </a:xfrm>
              <a:custGeom>
                <a:avLst/>
                <a:gdLst/>
                <a:ahLst/>
                <a:cxnLst/>
                <a:rect l="l" t="t" r="r" b="b"/>
                <a:pathLst>
                  <a:path w="1639345" h="1961387" extrusionOk="0">
                    <a:moveTo>
                      <a:pt x="1638271" y="1941385"/>
                    </a:moveTo>
                    <a:cubicBezTo>
                      <a:pt x="1641890" y="1952339"/>
                      <a:pt x="1636080" y="1961388"/>
                      <a:pt x="1625126" y="1961388"/>
                    </a:cubicBezTo>
                    <a:lnTo>
                      <a:pt x="673293" y="1961388"/>
                    </a:lnTo>
                    <a:cubicBezTo>
                      <a:pt x="662434" y="1961388"/>
                      <a:pt x="650338" y="1952244"/>
                      <a:pt x="646718" y="1941385"/>
                    </a:cubicBezTo>
                    <a:lnTo>
                      <a:pt x="626335" y="1880711"/>
                    </a:lnTo>
                    <a:cubicBezTo>
                      <a:pt x="700725" y="1886426"/>
                      <a:pt x="794832" y="1886236"/>
                      <a:pt x="829217" y="1854518"/>
                    </a:cubicBezTo>
                    <a:cubicBezTo>
                      <a:pt x="889796" y="1798796"/>
                      <a:pt x="884843" y="1693640"/>
                      <a:pt x="829217" y="1673161"/>
                    </a:cubicBezTo>
                    <a:cubicBezTo>
                      <a:pt x="777973" y="1654111"/>
                      <a:pt x="597283" y="1593533"/>
                      <a:pt x="525846" y="1581912"/>
                    </a:cubicBezTo>
                    <a:lnTo>
                      <a:pt x="525846" y="1581817"/>
                    </a:lnTo>
                    <a:lnTo>
                      <a:pt x="500795" y="1507331"/>
                    </a:lnTo>
                    <a:cubicBezTo>
                      <a:pt x="577091" y="1507331"/>
                      <a:pt x="667673" y="1504569"/>
                      <a:pt x="705964" y="1492282"/>
                    </a:cubicBezTo>
                    <a:cubicBezTo>
                      <a:pt x="801785" y="1461707"/>
                      <a:pt x="789308" y="1308830"/>
                      <a:pt x="749588" y="1298924"/>
                    </a:cubicBezTo>
                    <a:cubicBezTo>
                      <a:pt x="713203" y="1289780"/>
                      <a:pt x="499462" y="1229487"/>
                      <a:pt x="403926" y="1218914"/>
                    </a:cubicBezTo>
                    <a:lnTo>
                      <a:pt x="375256" y="1133475"/>
                    </a:lnTo>
                    <a:lnTo>
                      <a:pt x="1018" y="19812"/>
                    </a:lnTo>
                    <a:cubicBezTo>
                      <a:pt x="-2506" y="9144"/>
                      <a:pt x="3400" y="0"/>
                      <a:pt x="14353" y="0"/>
                    </a:cubicBezTo>
                    <a:lnTo>
                      <a:pt x="109699" y="0"/>
                    </a:lnTo>
                    <a:cubicBezTo>
                      <a:pt x="138369" y="0"/>
                      <a:pt x="169897" y="20193"/>
                      <a:pt x="184565" y="48387"/>
                    </a:cubicBezTo>
                    <a:cubicBezTo>
                      <a:pt x="191995" y="62484"/>
                      <a:pt x="203615" y="74486"/>
                      <a:pt x="216950" y="83058"/>
                    </a:cubicBezTo>
                    <a:cubicBezTo>
                      <a:pt x="230285" y="91631"/>
                      <a:pt x="245240" y="96774"/>
                      <a:pt x="259622" y="96774"/>
                    </a:cubicBezTo>
                    <a:lnTo>
                      <a:pt x="785783" y="96774"/>
                    </a:lnTo>
                    <a:cubicBezTo>
                      <a:pt x="814358" y="96774"/>
                      <a:pt x="832075" y="76390"/>
                      <a:pt x="828170" y="48387"/>
                    </a:cubicBezTo>
                    <a:cubicBezTo>
                      <a:pt x="827788" y="45625"/>
                      <a:pt x="827693" y="43053"/>
                      <a:pt x="827693" y="40577"/>
                    </a:cubicBezTo>
                    <a:cubicBezTo>
                      <a:pt x="827693" y="16573"/>
                      <a:pt x="844648" y="0"/>
                      <a:pt x="870461" y="0"/>
                    </a:cubicBezTo>
                    <a:lnTo>
                      <a:pt x="966092" y="0"/>
                    </a:lnTo>
                    <a:cubicBezTo>
                      <a:pt x="977045" y="0"/>
                      <a:pt x="988952" y="8858"/>
                      <a:pt x="992571" y="19812"/>
                    </a:cubicBezTo>
                    <a:lnTo>
                      <a:pt x="1148209" y="483108"/>
                    </a:lnTo>
                    <a:lnTo>
                      <a:pt x="1638271" y="194138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7" name="Google Shape;1627;p39"/>
              <p:cNvSpPr/>
              <p:nvPr/>
            </p:nvSpPr>
            <p:spPr>
              <a:xfrm>
                <a:off x="4950428" y="3989546"/>
                <a:ext cx="207740" cy="172021"/>
              </a:xfrm>
              <a:custGeom>
                <a:avLst/>
                <a:gdLst/>
                <a:ahLst/>
                <a:cxnLst/>
                <a:rect l="l" t="t" r="r" b="b"/>
                <a:pathLst>
                  <a:path w="207740" h="172021" extrusionOk="0">
                    <a:moveTo>
                      <a:pt x="207740" y="171926"/>
                    </a:moveTo>
                    <a:lnTo>
                      <a:pt x="207740" y="172021"/>
                    </a:lnTo>
                    <a:lnTo>
                      <a:pt x="155162" y="172021"/>
                    </a:lnTo>
                    <a:cubicBezTo>
                      <a:pt x="101441" y="172021"/>
                      <a:pt x="43053" y="128302"/>
                      <a:pt x="25051" y="74676"/>
                    </a:cubicBezTo>
                    <a:lnTo>
                      <a:pt x="0" y="0"/>
                    </a:lnTo>
                    <a:cubicBezTo>
                      <a:pt x="17907" y="1524"/>
                      <a:pt x="45911" y="4000"/>
                      <a:pt x="54388" y="5239"/>
                    </a:cubicBezTo>
                    <a:lnTo>
                      <a:pt x="77724" y="74486"/>
                    </a:lnTo>
                    <a:cubicBezTo>
                      <a:pt x="95821" y="128397"/>
                      <a:pt x="154115" y="171926"/>
                      <a:pt x="207740" y="17192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8" name="Google Shape;1628;p39"/>
              <p:cNvSpPr/>
              <p:nvPr/>
            </p:nvSpPr>
            <p:spPr>
              <a:xfrm>
                <a:off x="4912357" y="3629596"/>
                <a:ext cx="68199" cy="75057"/>
              </a:xfrm>
              <a:custGeom>
                <a:avLst/>
                <a:gdLst/>
                <a:ahLst/>
                <a:cxnLst/>
                <a:rect l="l" t="t" r="r" b="b"/>
                <a:pathLst>
                  <a:path w="68199" h="75057" extrusionOk="0">
                    <a:moveTo>
                      <a:pt x="43148" y="381"/>
                    </a:moveTo>
                    <a:lnTo>
                      <a:pt x="68199" y="74867"/>
                    </a:lnTo>
                    <a:cubicBezTo>
                      <a:pt x="62103" y="73914"/>
                      <a:pt x="56674" y="73343"/>
                      <a:pt x="52388" y="73057"/>
                    </a:cubicBezTo>
                    <a:cubicBezTo>
                      <a:pt x="45244" y="72676"/>
                      <a:pt x="35909" y="73438"/>
                      <a:pt x="25146" y="75057"/>
                    </a:cubicBezTo>
                    <a:lnTo>
                      <a:pt x="0" y="0"/>
                    </a:lnTo>
                    <a:cubicBezTo>
                      <a:pt x="13335" y="286"/>
                      <a:pt x="28004" y="381"/>
                      <a:pt x="43148" y="38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9" name="Google Shape;1629;p39"/>
              <p:cNvSpPr/>
              <p:nvPr/>
            </p:nvSpPr>
            <p:spPr>
              <a:xfrm>
                <a:off x="4882038" y="3629120"/>
                <a:ext cx="59626" cy="81819"/>
              </a:xfrm>
              <a:custGeom>
                <a:avLst/>
                <a:gdLst/>
                <a:ahLst/>
                <a:cxnLst/>
                <a:rect l="l" t="t" r="r" b="b"/>
                <a:pathLst>
                  <a:path w="59626" h="81819" extrusionOk="0">
                    <a:moveTo>
                      <a:pt x="34480" y="476"/>
                    </a:moveTo>
                    <a:lnTo>
                      <a:pt x="59626" y="75533"/>
                    </a:lnTo>
                    <a:cubicBezTo>
                      <a:pt x="50006" y="77057"/>
                      <a:pt x="39052" y="79153"/>
                      <a:pt x="27432" y="81820"/>
                    </a:cubicBezTo>
                    <a:lnTo>
                      <a:pt x="0" y="0"/>
                    </a:lnTo>
                    <a:cubicBezTo>
                      <a:pt x="10382" y="190"/>
                      <a:pt x="22003" y="476"/>
                      <a:pt x="34480" y="47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0" name="Google Shape;1630;p39"/>
              <p:cNvSpPr/>
              <p:nvPr/>
            </p:nvSpPr>
            <p:spPr>
              <a:xfrm>
                <a:off x="4830032" y="3627786"/>
                <a:ext cx="79438" cy="95821"/>
              </a:xfrm>
              <a:custGeom>
                <a:avLst/>
                <a:gdLst/>
                <a:ahLst/>
                <a:cxnLst/>
                <a:rect l="l" t="t" r="r" b="b"/>
                <a:pathLst>
                  <a:path w="79438" h="95821" extrusionOk="0">
                    <a:moveTo>
                      <a:pt x="79438" y="83153"/>
                    </a:moveTo>
                    <a:lnTo>
                      <a:pt x="79438" y="83248"/>
                    </a:lnTo>
                    <a:cubicBezTo>
                      <a:pt x="64199" y="86773"/>
                      <a:pt x="47720" y="91059"/>
                      <a:pt x="31052" y="95821"/>
                    </a:cubicBezTo>
                    <a:lnTo>
                      <a:pt x="0" y="3810"/>
                    </a:lnTo>
                    <a:lnTo>
                      <a:pt x="6001" y="0"/>
                    </a:lnTo>
                    <a:cubicBezTo>
                      <a:pt x="6001" y="0"/>
                      <a:pt x="24098" y="667"/>
                      <a:pt x="52102" y="1334"/>
                    </a:cubicBezTo>
                    <a:lnTo>
                      <a:pt x="79438" y="83153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1" name="Google Shape;1631;p39"/>
              <p:cNvSpPr/>
              <p:nvPr/>
            </p:nvSpPr>
            <p:spPr>
              <a:xfrm>
                <a:off x="4780216" y="3277171"/>
                <a:ext cx="39433" cy="69818"/>
              </a:xfrm>
              <a:custGeom>
                <a:avLst/>
                <a:gdLst/>
                <a:ahLst/>
                <a:cxnLst/>
                <a:rect l="l" t="t" r="r" b="b"/>
                <a:pathLst>
                  <a:path w="39433" h="69818" extrusionOk="0">
                    <a:moveTo>
                      <a:pt x="17812" y="0"/>
                    </a:moveTo>
                    <a:lnTo>
                      <a:pt x="39433" y="64103"/>
                    </a:lnTo>
                    <a:cubicBezTo>
                      <a:pt x="29813" y="65246"/>
                      <a:pt x="18859" y="67246"/>
                      <a:pt x="6953" y="69818"/>
                    </a:cubicBezTo>
                    <a:lnTo>
                      <a:pt x="0" y="49054"/>
                    </a:lnTo>
                    <a:lnTo>
                      <a:pt x="0" y="48958"/>
                    </a:lnTo>
                    <a:cubicBezTo>
                      <a:pt x="9716" y="34576"/>
                      <a:pt x="15716" y="18098"/>
                      <a:pt x="1781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2" name="Google Shape;1632;p39"/>
              <p:cNvSpPr/>
              <p:nvPr/>
            </p:nvSpPr>
            <p:spPr>
              <a:xfrm>
                <a:off x="4477764" y="3118484"/>
                <a:ext cx="321012" cy="312420"/>
              </a:xfrm>
              <a:custGeom>
                <a:avLst/>
                <a:gdLst/>
                <a:ahLst/>
                <a:cxnLst/>
                <a:rect l="l" t="t" r="r" b="b"/>
                <a:pathLst>
                  <a:path w="321012" h="312420" extrusionOk="0">
                    <a:moveTo>
                      <a:pt x="199391" y="0"/>
                    </a:moveTo>
                    <a:cubicBezTo>
                      <a:pt x="211393" y="95"/>
                      <a:pt x="223013" y="1333"/>
                      <a:pt x="233967" y="4001"/>
                    </a:cubicBezTo>
                    <a:cubicBezTo>
                      <a:pt x="249398" y="7620"/>
                      <a:pt x="263495" y="14288"/>
                      <a:pt x="275306" y="24765"/>
                    </a:cubicBezTo>
                    <a:cubicBezTo>
                      <a:pt x="284069" y="32480"/>
                      <a:pt x="291593" y="42291"/>
                      <a:pt x="297594" y="54483"/>
                    </a:cubicBezTo>
                    <a:cubicBezTo>
                      <a:pt x="311405" y="82963"/>
                      <a:pt x="319025" y="109442"/>
                      <a:pt x="320645" y="133445"/>
                    </a:cubicBezTo>
                    <a:cubicBezTo>
                      <a:pt x="321311" y="142208"/>
                      <a:pt x="321026" y="150495"/>
                      <a:pt x="320168" y="158496"/>
                    </a:cubicBezTo>
                    <a:lnTo>
                      <a:pt x="320168" y="158591"/>
                    </a:lnTo>
                    <a:cubicBezTo>
                      <a:pt x="318073" y="176689"/>
                      <a:pt x="312072" y="193167"/>
                      <a:pt x="302452" y="207550"/>
                    </a:cubicBezTo>
                    <a:lnTo>
                      <a:pt x="302452" y="207645"/>
                    </a:lnTo>
                    <a:cubicBezTo>
                      <a:pt x="294737" y="218980"/>
                      <a:pt x="284926" y="229076"/>
                      <a:pt x="272924" y="237649"/>
                    </a:cubicBezTo>
                    <a:cubicBezTo>
                      <a:pt x="269019" y="238697"/>
                      <a:pt x="264923" y="239840"/>
                      <a:pt x="260923" y="241078"/>
                    </a:cubicBezTo>
                    <a:cubicBezTo>
                      <a:pt x="197105" y="260033"/>
                      <a:pt x="123096" y="289084"/>
                      <a:pt x="74042" y="312420"/>
                    </a:cubicBezTo>
                    <a:cubicBezTo>
                      <a:pt x="74042" y="312420"/>
                      <a:pt x="24322" y="271558"/>
                      <a:pt x="6224" y="203168"/>
                    </a:cubicBezTo>
                    <a:cubicBezTo>
                      <a:pt x="-7111" y="153067"/>
                      <a:pt x="509" y="93536"/>
                      <a:pt x="33656" y="55626"/>
                    </a:cubicBezTo>
                    <a:cubicBezTo>
                      <a:pt x="45658" y="41815"/>
                      <a:pt x="61088" y="30956"/>
                      <a:pt x="79948" y="24289"/>
                    </a:cubicBezTo>
                    <a:cubicBezTo>
                      <a:pt x="109571" y="14002"/>
                      <a:pt x="145480" y="3524"/>
                      <a:pt x="180056" y="667"/>
                    </a:cubicBezTo>
                    <a:cubicBezTo>
                      <a:pt x="186628" y="191"/>
                      <a:pt x="193010" y="0"/>
                      <a:pt x="199391" y="0"/>
                    </a:cubicBezTo>
                    <a:close/>
                  </a:path>
                </a:pathLst>
              </a:custGeom>
              <a:solidFill>
                <a:srgbClr val="9E9E9E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3" name="Google Shape;1633;p39"/>
              <p:cNvSpPr/>
              <p:nvPr/>
            </p:nvSpPr>
            <p:spPr>
              <a:xfrm>
                <a:off x="4750879" y="3326225"/>
                <a:ext cx="36385" cy="30003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0003" extrusionOk="0">
                    <a:moveTo>
                      <a:pt x="29432" y="0"/>
                    </a:moveTo>
                    <a:lnTo>
                      <a:pt x="36386" y="20764"/>
                    </a:lnTo>
                    <a:cubicBezTo>
                      <a:pt x="25051" y="23241"/>
                      <a:pt x="12763" y="26384"/>
                      <a:pt x="0" y="30004"/>
                    </a:cubicBezTo>
                    <a:cubicBezTo>
                      <a:pt x="11906" y="21336"/>
                      <a:pt x="21717" y="11335"/>
                      <a:pt x="2943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4" name="Google Shape;1634;p39"/>
              <p:cNvSpPr/>
              <p:nvPr/>
            </p:nvSpPr>
            <p:spPr>
              <a:xfrm>
                <a:off x="4324339" y="2045112"/>
                <a:ext cx="387487" cy="1077372"/>
              </a:xfrm>
              <a:custGeom>
                <a:avLst/>
                <a:gdLst/>
                <a:ahLst/>
                <a:cxnLst/>
                <a:rect l="l" t="t" r="r" b="b"/>
                <a:pathLst>
                  <a:path w="387487" h="1077372" extrusionOk="0">
                    <a:moveTo>
                      <a:pt x="58113" y="97346"/>
                    </a:moveTo>
                    <a:lnTo>
                      <a:pt x="387488" y="1077373"/>
                    </a:lnTo>
                    <a:cubicBezTo>
                      <a:pt x="376534" y="1074611"/>
                      <a:pt x="364914" y="1073468"/>
                      <a:pt x="352912" y="1073372"/>
                    </a:cubicBezTo>
                    <a:cubicBezTo>
                      <a:pt x="354055" y="1037273"/>
                      <a:pt x="350436" y="946309"/>
                      <a:pt x="286713" y="930878"/>
                    </a:cubicBezTo>
                    <a:cubicBezTo>
                      <a:pt x="286332" y="930783"/>
                      <a:pt x="285761" y="930593"/>
                      <a:pt x="285380" y="930593"/>
                    </a:cubicBezTo>
                    <a:lnTo>
                      <a:pt x="5345" y="97346"/>
                    </a:lnTo>
                    <a:cubicBezTo>
                      <a:pt x="-12657" y="43720"/>
                      <a:pt x="16299" y="0"/>
                      <a:pt x="69924" y="0"/>
                    </a:cubicBezTo>
                    <a:lnTo>
                      <a:pt x="122598" y="0"/>
                    </a:lnTo>
                    <a:cubicBezTo>
                      <a:pt x="68877" y="0"/>
                      <a:pt x="40111" y="43720"/>
                      <a:pt x="58113" y="9734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5" name="Google Shape;1635;p39"/>
              <p:cNvSpPr/>
              <p:nvPr/>
            </p:nvSpPr>
            <p:spPr>
              <a:xfrm>
                <a:off x="4485932" y="2973606"/>
                <a:ext cx="191472" cy="200599"/>
              </a:xfrm>
              <a:custGeom>
                <a:avLst/>
                <a:gdLst/>
                <a:ahLst/>
                <a:cxnLst/>
                <a:rect l="l" t="t" r="r" b="b"/>
                <a:pathLst>
                  <a:path w="191472" h="200599" extrusionOk="0">
                    <a:moveTo>
                      <a:pt x="125120" y="2385"/>
                    </a:moveTo>
                    <a:cubicBezTo>
                      <a:pt x="188842" y="17815"/>
                      <a:pt x="192461" y="108779"/>
                      <a:pt x="191318" y="144878"/>
                    </a:cubicBezTo>
                    <a:cubicBezTo>
                      <a:pt x="184937" y="144878"/>
                      <a:pt x="178555" y="145164"/>
                      <a:pt x="171983" y="145641"/>
                    </a:cubicBezTo>
                    <a:cubicBezTo>
                      <a:pt x="137407" y="148498"/>
                      <a:pt x="101498" y="158976"/>
                      <a:pt x="71875" y="169263"/>
                    </a:cubicBezTo>
                    <a:cubicBezTo>
                      <a:pt x="52920" y="175930"/>
                      <a:pt x="37585" y="186789"/>
                      <a:pt x="25583" y="200600"/>
                    </a:cubicBezTo>
                    <a:lnTo>
                      <a:pt x="25488" y="200600"/>
                    </a:lnTo>
                    <a:cubicBezTo>
                      <a:pt x="-44806" y="84585"/>
                      <a:pt x="44252" y="-15903"/>
                      <a:pt x="123881" y="2099"/>
                    </a:cubicBezTo>
                    <a:cubicBezTo>
                      <a:pt x="124167" y="2099"/>
                      <a:pt x="124739" y="2194"/>
                      <a:pt x="125120" y="2385"/>
                    </a:cubicBezTo>
                    <a:close/>
                  </a:path>
                </a:pathLst>
              </a:custGeom>
              <a:solidFill>
                <a:srgbClr val="9E9E9E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6" name="Google Shape;1636;p39"/>
              <p:cNvSpPr/>
              <p:nvPr/>
            </p:nvSpPr>
            <p:spPr>
              <a:xfrm>
                <a:off x="6332836" y="4619625"/>
                <a:ext cx="1017701" cy="901446"/>
              </a:xfrm>
              <a:custGeom>
                <a:avLst/>
                <a:gdLst/>
                <a:ahLst/>
                <a:cxnLst/>
                <a:rect l="l" t="t" r="r" b="b"/>
                <a:pathLst>
                  <a:path w="1017701" h="901446" extrusionOk="0">
                    <a:moveTo>
                      <a:pt x="1017701" y="45625"/>
                    </a:moveTo>
                    <a:cubicBezTo>
                      <a:pt x="865015" y="169164"/>
                      <a:pt x="713377" y="294132"/>
                      <a:pt x="562882" y="420434"/>
                    </a:cubicBezTo>
                    <a:cubicBezTo>
                      <a:pt x="374192" y="578739"/>
                      <a:pt x="187407" y="739140"/>
                      <a:pt x="2527" y="901446"/>
                    </a:cubicBezTo>
                    <a:cubicBezTo>
                      <a:pt x="717" y="888016"/>
                      <a:pt x="-236" y="876681"/>
                      <a:pt x="50" y="867918"/>
                    </a:cubicBezTo>
                    <a:cubicBezTo>
                      <a:pt x="526" y="849821"/>
                      <a:pt x="1479" y="831628"/>
                      <a:pt x="2622" y="814673"/>
                    </a:cubicBezTo>
                    <a:cubicBezTo>
                      <a:pt x="74440" y="751904"/>
                      <a:pt x="146259" y="689515"/>
                      <a:pt x="218554" y="627412"/>
                    </a:cubicBezTo>
                    <a:cubicBezTo>
                      <a:pt x="445725" y="432149"/>
                      <a:pt x="675563" y="239935"/>
                      <a:pt x="907973" y="51054"/>
                    </a:cubicBezTo>
                    <a:cubicBezTo>
                      <a:pt x="929023" y="34004"/>
                      <a:pt x="949883" y="16954"/>
                      <a:pt x="970838" y="0"/>
                    </a:cubicBezTo>
                    <a:cubicBezTo>
                      <a:pt x="991698" y="18479"/>
                      <a:pt x="1009033" y="36481"/>
                      <a:pt x="1017701" y="4562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7" name="Google Shape;1637;p39"/>
              <p:cNvSpPr/>
              <p:nvPr/>
            </p:nvSpPr>
            <p:spPr>
              <a:xfrm>
                <a:off x="6507480" y="4773834"/>
                <a:ext cx="1182909" cy="1036415"/>
              </a:xfrm>
              <a:custGeom>
                <a:avLst/>
                <a:gdLst/>
                <a:ahLst/>
                <a:cxnLst/>
                <a:rect l="l" t="t" r="r" b="b"/>
                <a:pathLst>
                  <a:path w="1182909" h="1036415" extrusionOk="0">
                    <a:moveTo>
                      <a:pt x="1182910" y="48768"/>
                    </a:moveTo>
                    <a:cubicBezTo>
                      <a:pt x="965359" y="251270"/>
                      <a:pt x="746284" y="452152"/>
                      <a:pt x="526161" y="651605"/>
                    </a:cubicBezTo>
                    <a:cubicBezTo>
                      <a:pt x="383953" y="780574"/>
                      <a:pt x="241173" y="908780"/>
                      <a:pt x="97917" y="1036415"/>
                    </a:cubicBezTo>
                    <a:lnTo>
                      <a:pt x="0" y="1036415"/>
                    </a:lnTo>
                    <a:cubicBezTo>
                      <a:pt x="63246" y="980218"/>
                      <a:pt x="126587" y="923639"/>
                      <a:pt x="189643" y="867156"/>
                    </a:cubicBezTo>
                    <a:cubicBezTo>
                      <a:pt x="412432" y="667512"/>
                      <a:pt x="633889" y="466535"/>
                      <a:pt x="854011" y="264128"/>
                    </a:cubicBezTo>
                    <a:cubicBezTo>
                      <a:pt x="949357" y="176403"/>
                      <a:pt x="1044511" y="88487"/>
                      <a:pt x="1139571" y="0"/>
                    </a:cubicBezTo>
                    <a:cubicBezTo>
                      <a:pt x="1154525" y="13811"/>
                      <a:pt x="1169098" y="30575"/>
                      <a:pt x="1182910" y="4876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8" name="Google Shape;1638;p39"/>
              <p:cNvSpPr/>
              <p:nvPr/>
            </p:nvSpPr>
            <p:spPr>
              <a:xfrm>
                <a:off x="6911435" y="5106066"/>
                <a:ext cx="1069181" cy="704278"/>
              </a:xfrm>
              <a:custGeom>
                <a:avLst/>
                <a:gdLst/>
                <a:ahLst/>
                <a:cxnLst/>
                <a:rect l="l" t="t" r="r" b="b"/>
                <a:pathLst>
                  <a:path w="1069181" h="704278" extrusionOk="0">
                    <a:moveTo>
                      <a:pt x="1069181" y="41720"/>
                    </a:moveTo>
                    <a:cubicBezTo>
                      <a:pt x="862870" y="190976"/>
                      <a:pt x="655034" y="337661"/>
                      <a:pt x="445294" y="481870"/>
                    </a:cubicBezTo>
                    <a:cubicBezTo>
                      <a:pt x="336423" y="556641"/>
                      <a:pt x="227076" y="630746"/>
                      <a:pt x="117348" y="704279"/>
                    </a:cubicBezTo>
                    <a:lnTo>
                      <a:pt x="0" y="704279"/>
                    </a:lnTo>
                    <a:cubicBezTo>
                      <a:pt x="39815" y="677799"/>
                      <a:pt x="79629" y="651129"/>
                      <a:pt x="119253" y="624554"/>
                    </a:cubicBezTo>
                    <a:cubicBezTo>
                      <a:pt x="345186" y="473012"/>
                      <a:pt x="568928" y="318516"/>
                      <a:pt x="790766" y="161258"/>
                    </a:cubicBezTo>
                    <a:cubicBezTo>
                      <a:pt x="866204" y="107728"/>
                      <a:pt x="941261" y="54007"/>
                      <a:pt x="1016127" y="0"/>
                    </a:cubicBezTo>
                    <a:lnTo>
                      <a:pt x="1069181" y="4172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9" name="Google Shape;1639;p39"/>
              <p:cNvSpPr/>
              <p:nvPr/>
            </p:nvSpPr>
            <p:spPr>
              <a:xfrm>
                <a:off x="7570565" y="5267896"/>
                <a:ext cx="614267" cy="542353"/>
              </a:xfrm>
              <a:custGeom>
                <a:avLst/>
                <a:gdLst/>
                <a:ahLst/>
                <a:cxnLst/>
                <a:rect l="l" t="t" r="r" b="b"/>
                <a:pathLst>
                  <a:path w="614267" h="542353" extrusionOk="0">
                    <a:moveTo>
                      <a:pt x="614267" y="40767"/>
                    </a:moveTo>
                    <a:cubicBezTo>
                      <a:pt x="466820" y="182975"/>
                      <a:pt x="319373" y="325088"/>
                      <a:pt x="171926" y="467201"/>
                    </a:cubicBezTo>
                    <a:cubicBezTo>
                      <a:pt x="145923" y="492252"/>
                      <a:pt x="119825" y="517303"/>
                      <a:pt x="93917" y="542354"/>
                    </a:cubicBezTo>
                    <a:lnTo>
                      <a:pt x="0" y="542354"/>
                    </a:lnTo>
                    <a:cubicBezTo>
                      <a:pt x="137255" y="410051"/>
                      <a:pt x="274415" y="277844"/>
                      <a:pt x="411671" y="145542"/>
                    </a:cubicBezTo>
                    <a:lnTo>
                      <a:pt x="562642" y="0"/>
                    </a:lnTo>
                    <a:lnTo>
                      <a:pt x="614267" y="4076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0" name="Google Shape;1640;p39"/>
              <p:cNvSpPr/>
              <p:nvPr/>
            </p:nvSpPr>
            <p:spPr>
              <a:xfrm>
                <a:off x="8019573" y="5497734"/>
                <a:ext cx="458533" cy="312515"/>
              </a:xfrm>
              <a:custGeom>
                <a:avLst/>
                <a:gdLst/>
                <a:ahLst/>
                <a:cxnLst/>
                <a:rect l="l" t="t" r="r" b="b"/>
                <a:pathLst>
                  <a:path w="458533" h="312515" extrusionOk="0">
                    <a:moveTo>
                      <a:pt x="458534" y="41910"/>
                    </a:moveTo>
                    <a:cubicBezTo>
                      <a:pt x="337566" y="128778"/>
                      <a:pt x="218980" y="219075"/>
                      <a:pt x="102965" y="312515"/>
                    </a:cubicBezTo>
                    <a:lnTo>
                      <a:pt x="0" y="312515"/>
                    </a:lnTo>
                    <a:cubicBezTo>
                      <a:pt x="131826" y="204121"/>
                      <a:pt x="267081" y="99917"/>
                      <a:pt x="405479" y="0"/>
                    </a:cubicBezTo>
                    <a:lnTo>
                      <a:pt x="458534" y="4191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1" name="Google Shape;1641;p39"/>
              <p:cNvSpPr/>
              <p:nvPr/>
            </p:nvSpPr>
            <p:spPr>
              <a:xfrm>
                <a:off x="4441447" y="2642097"/>
                <a:ext cx="2463756" cy="2418630"/>
              </a:xfrm>
              <a:custGeom>
                <a:avLst/>
                <a:gdLst/>
                <a:ahLst/>
                <a:cxnLst/>
                <a:rect l="l" t="t" r="r" b="b"/>
                <a:pathLst>
                  <a:path w="2463756" h="2418630" extrusionOk="0">
                    <a:moveTo>
                      <a:pt x="1783236" y="2418631"/>
                    </a:moveTo>
                    <a:cubicBezTo>
                      <a:pt x="1780949" y="2418631"/>
                      <a:pt x="1778663" y="2417869"/>
                      <a:pt x="1776854" y="2416154"/>
                    </a:cubicBezTo>
                    <a:lnTo>
                      <a:pt x="1422047" y="2095448"/>
                    </a:lnTo>
                    <a:cubicBezTo>
                      <a:pt x="1396711" y="2085827"/>
                      <a:pt x="1095530" y="1970860"/>
                      <a:pt x="908079" y="1883612"/>
                    </a:cubicBezTo>
                    <a:cubicBezTo>
                      <a:pt x="713959" y="1793315"/>
                      <a:pt x="218849" y="1392407"/>
                      <a:pt x="189417" y="1346973"/>
                    </a:cubicBezTo>
                    <a:cubicBezTo>
                      <a:pt x="159890" y="1301158"/>
                      <a:pt x="166557" y="1222196"/>
                      <a:pt x="185798" y="1164855"/>
                    </a:cubicBezTo>
                    <a:cubicBezTo>
                      <a:pt x="148555" y="1143995"/>
                      <a:pt x="6442" y="1060747"/>
                      <a:pt x="1108" y="1003406"/>
                    </a:cubicBezTo>
                    <a:cubicBezTo>
                      <a:pt x="-4417" y="942923"/>
                      <a:pt x="10061" y="841767"/>
                      <a:pt x="59401" y="806239"/>
                    </a:cubicBezTo>
                    <a:cubicBezTo>
                      <a:pt x="68735" y="799571"/>
                      <a:pt x="84452" y="790808"/>
                      <a:pt x="106359" y="780331"/>
                    </a:cubicBezTo>
                    <a:cubicBezTo>
                      <a:pt x="160842" y="754423"/>
                      <a:pt x="234756" y="726133"/>
                      <a:pt x="294668" y="708417"/>
                    </a:cubicBezTo>
                    <a:cubicBezTo>
                      <a:pt x="298859" y="707179"/>
                      <a:pt x="302955" y="706036"/>
                      <a:pt x="306956" y="704988"/>
                    </a:cubicBezTo>
                    <a:cubicBezTo>
                      <a:pt x="320005" y="701273"/>
                      <a:pt x="332387" y="698130"/>
                      <a:pt x="343817" y="695654"/>
                    </a:cubicBezTo>
                    <a:cubicBezTo>
                      <a:pt x="356295" y="692891"/>
                      <a:pt x="367535" y="690891"/>
                      <a:pt x="377155" y="689748"/>
                    </a:cubicBezTo>
                    <a:cubicBezTo>
                      <a:pt x="392395" y="687748"/>
                      <a:pt x="405444" y="688033"/>
                      <a:pt x="422589" y="690129"/>
                    </a:cubicBezTo>
                    <a:cubicBezTo>
                      <a:pt x="502599" y="698987"/>
                      <a:pt x="661191" y="741469"/>
                      <a:pt x="737486" y="761852"/>
                    </a:cubicBezTo>
                    <a:cubicBezTo>
                      <a:pt x="752250" y="765758"/>
                      <a:pt x="763298" y="768806"/>
                      <a:pt x="769395" y="770329"/>
                    </a:cubicBezTo>
                    <a:cubicBezTo>
                      <a:pt x="793302" y="776330"/>
                      <a:pt x="805113" y="813383"/>
                      <a:pt x="806256" y="847482"/>
                    </a:cubicBezTo>
                    <a:cubicBezTo>
                      <a:pt x="807875" y="897298"/>
                      <a:pt x="787873" y="962449"/>
                      <a:pt x="726437" y="982070"/>
                    </a:cubicBezTo>
                    <a:cubicBezTo>
                      <a:pt x="694433" y="992357"/>
                      <a:pt x="624424" y="997501"/>
                      <a:pt x="518411" y="997501"/>
                    </a:cubicBezTo>
                    <a:cubicBezTo>
                      <a:pt x="503171" y="997501"/>
                      <a:pt x="488502" y="997406"/>
                      <a:pt x="475072" y="997120"/>
                    </a:cubicBezTo>
                    <a:cubicBezTo>
                      <a:pt x="475072" y="997120"/>
                      <a:pt x="474977" y="997120"/>
                      <a:pt x="474977" y="997120"/>
                    </a:cubicBezTo>
                    <a:cubicBezTo>
                      <a:pt x="462594" y="997120"/>
                      <a:pt x="450974" y="996834"/>
                      <a:pt x="440591" y="996643"/>
                    </a:cubicBezTo>
                    <a:cubicBezTo>
                      <a:pt x="422494" y="996263"/>
                      <a:pt x="408492" y="995786"/>
                      <a:pt x="400872" y="995500"/>
                    </a:cubicBezTo>
                    <a:lnTo>
                      <a:pt x="426018" y="1069986"/>
                    </a:lnTo>
                    <a:cubicBezTo>
                      <a:pt x="440020" y="1066176"/>
                      <a:pt x="452974" y="1062842"/>
                      <a:pt x="464690" y="1060080"/>
                    </a:cubicBezTo>
                    <a:cubicBezTo>
                      <a:pt x="465166" y="1059890"/>
                      <a:pt x="465642" y="1059699"/>
                      <a:pt x="466214" y="1059604"/>
                    </a:cubicBezTo>
                    <a:cubicBezTo>
                      <a:pt x="477358" y="1057127"/>
                      <a:pt x="488407" y="1054937"/>
                      <a:pt x="498980" y="1053222"/>
                    </a:cubicBezTo>
                    <a:cubicBezTo>
                      <a:pt x="511362" y="1051412"/>
                      <a:pt x="520983" y="1050746"/>
                      <a:pt x="528317" y="1051126"/>
                    </a:cubicBezTo>
                    <a:cubicBezTo>
                      <a:pt x="532698" y="1051412"/>
                      <a:pt x="538127" y="1051984"/>
                      <a:pt x="544985" y="1053032"/>
                    </a:cubicBezTo>
                    <a:cubicBezTo>
                      <a:pt x="545557" y="1053127"/>
                      <a:pt x="546129" y="1053222"/>
                      <a:pt x="546605" y="1053413"/>
                    </a:cubicBezTo>
                    <a:cubicBezTo>
                      <a:pt x="619376" y="1065700"/>
                      <a:pt x="795112" y="1124374"/>
                      <a:pt x="850262" y="1144852"/>
                    </a:cubicBezTo>
                    <a:cubicBezTo>
                      <a:pt x="874170" y="1153616"/>
                      <a:pt x="891410" y="1176571"/>
                      <a:pt x="897601" y="1207717"/>
                    </a:cubicBezTo>
                    <a:cubicBezTo>
                      <a:pt x="905412" y="1247151"/>
                      <a:pt x="894743" y="1304110"/>
                      <a:pt x="853405" y="1342115"/>
                    </a:cubicBezTo>
                    <a:cubicBezTo>
                      <a:pt x="823496" y="1369642"/>
                      <a:pt x="752821" y="1379263"/>
                      <a:pt x="643283" y="1370785"/>
                    </a:cubicBezTo>
                    <a:cubicBezTo>
                      <a:pt x="627758" y="1369642"/>
                      <a:pt x="612232" y="1368214"/>
                      <a:pt x="598421" y="1366594"/>
                    </a:cubicBezTo>
                    <a:cubicBezTo>
                      <a:pt x="584133" y="1365071"/>
                      <a:pt x="571846" y="1363451"/>
                      <a:pt x="562321" y="1362118"/>
                    </a:cubicBezTo>
                    <a:cubicBezTo>
                      <a:pt x="556034" y="1361260"/>
                      <a:pt x="537461" y="1359546"/>
                      <a:pt x="522887" y="1358213"/>
                    </a:cubicBezTo>
                    <a:lnTo>
                      <a:pt x="543271" y="1419077"/>
                    </a:lnTo>
                    <a:cubicBezTo>
                      <a:pt x="560130" y="1469179"/>
                      <a:pt x="614423" y="1509946"/>
                      <a:pt x="664334" y="1509946"/>
                    </a:cubicBezTo>
                    <a:lnTo>
                      <a:pt x="715388" y="1509946"/>
                    </a:lnTo>
                    <a:cubicBezTo>
                      <a:pt x="715864" y="1509850"/>
                      <a:pt x="716435" y="1509850"/>
                      <a:pt x="716912" y="1509850"/>
                    </a:cubicBezTo>
                    <a:lnTo>
                      <a:pt x="1668840" y="1509850"/>
                    </a:lnTo>
                    <a:cubicBezTo>
                      <a:pt x="1690653" y="1509850"/>
                      <a:pt x="1708464" y="1501754"/>
                      <a:pt x="1718942" y="1487181"/>
                    </a:cubicBezTo>
                    <a:cubicBezTo>
                      <a:pt x="1730467" y="1471179"/>
                      <a:pt x="1732372" y="1449081"/>
                      <a:pt x="1724371" y="1425078"/>
                    </a:cubicBezTo>
                    <a:lnTo>
                      <a:pt x="1249645" y="12520"/>
                    </a:lnTo>
                    <a:cubicBezTo>
                      <a:pt x="1248216" y="8234"/>
                      <a:pt x="1250026" y="3567"/>
                      <a:pt x="1253931" y="1281"/>
                    </a:cubicBezTo>
                    <a:cubicBezTo>
                      <a:pt x="1257837" y="-1005"/>
                      <a:pt x="1262789" y="-148"/>
                      <a:pt x="1265838" y="3186"/>
                    </a:cubicBezTo>
                    <a:cubicBezTo>
                      <a:pt x="1295079" y="36142"/>
                      <a:pt x="1322226" y="81386"/>
                      <a:pt x="1346133" y="121296"/>
                    </a:cubicBezTo>
                    <a:cubicBezTo>
                      <a:pt x="1357277" y="139870"/>
                      <a:pt x="1367755" y="157491"/>
                      <a:pt x="1377852" y="172826"/>
                    </a:cubicBezTo>
                    <a:cubicBezTo>
                      <a:pt x="1406046" y="215594"/>
                      <a:pt x="1451956" y="292079"/>
                      <a:pt x="1514154" y="400378"/>
                    </a:cubicBezTo>
                    <a:cubicBezTo>
                      <a:pt x="1559398" y="479341"/>
                      <a:pt x="1616357" y="553064"/>
                      <a:pt x="1683509" y="619454"/>
                    </a:cubicBezTo>
                    <a:cubicBezTo>
                      <a:pt x="1799333" y="734135"/>
                      <a:pt x="1931445" y="898250"/>
                      <a:pt x="1948113" y="976546"/>
                    </a:cubicBezTo>
                    <a:cubicBezTo>
                      <a:pt x="1966878" y="1064747"/>
                      <a:pt x="2044506" y="1414696"/>
                      <a:pt x="2052603" y="1451081"/>
                    </a:cubicBezTo>
                    <a:lnTo>
                      <a:pt x="2460558" y="1811793"/>
                    </a:lnTo>
                    <a:cubicBezTo>
                      <a:pt x="2464464" y="1815317"/>
                      <a:pt x="2464845" y="1821318"/>
                      <a:pt x="2461415" y="1825223"/>
                    </a:cubicBezTo>
                    <a:cubicBezTo>
                      <a:pt x="2457891" y="1829224"/>
                      <a:pt x="2451890" y="1829509"/>
                      <a:pt x="2447985" y="1826081"/>
                    </a:cubicBezTo>
                    <a:lnTo>
                      <a:pt x="2037744" y="1463273"/>
                    </a:lnTo>
                    <a:cubicBezTo>
                      <a:pt x="2036220" y="1461940"/>
                      <a:pt x="2035172" y="1460130"/>
                      <a:pt x="2034791" y="1458225"/>
                    </a:cubicBezTo>
                    <a:cubicBezTo>
                      <a:pt x="2033933" y="1454415"/>
                      <a:pt x="1949352" y="1073225"/>
                      <a:pt x="1929635" y="980546"/>
                    </a:cubicBezTo>
                    <a:cubicBezTo>
                      <a:pt x="1914299" y="908537"/>
                      <a:pt x="1785712" y="747279"/>
                      <a:pt x="1670269" y="632979"/>
                    </a:cubicBezTo>
                    <a:cubicBezTo>
                      <a:pt x="1601880" y="565447"/>
                      <a:pt x="1543872" y="490390"/>
                      <a:pt x="1497771" y="409903"/>
                    </a:cubicBezTo>
                    <a:cubicBezTo>
                      <a:pt x="1435763" y="301985"/>
                      <a:pt x="1390139" y="225785"/>
                      <a:pt x="1362135" y="183399"/>
                    </a:cubicBezTo>
                    <a:cubicBezTo>
                      <a:pt x="1351848" y="167683"/>
                      <a:pt x="1341180" y="149966"/>
                      <a:pt x="1329941" y="131202"/>
                    </a:cubicBezTo>
                    <a:cubicBezTo>
                      <a:pt x="1316320" y="108532"/>
                      <a:pt x="1301651" y="84053"/>
                      <a:pt x="1286316" y="61289"/>
                    </a:cubicBezTo>
                    <a:lnTo>
                      <a:pt x="1742659" y="1419173"/>
                    </a:lnTo>
                    <a:cubicBezTo>
                      <a:pt x="1752565" y="1448700"/>
                      <a:pt x="1749612" y="1477656"/>
                      <a:pt x="1734658" y="1498421"/>
                    </a:cubicBezTo>
                    <a:cubicBezTo>
                      <a:pt x="1720466" y="1518137"/>
                      <a:pt x="1697130" y="1528996"/>
                      <a:pt x="1669031" y="1528996"/>
                    </a:cubicBezTo>
                    <a:lnTo>
                      <a:pt x="718626" y="1528996"/>
                    </a:lnTo>
                    <a:cubicBezTo>
                      <a:pt x="718150" y="1529091"/>
                      <a:pt x="717579" y="1529091"/>
                      <a:pt x="717102" y="1529091"/>
                    </a:cubicBezTo>
                    <a:lnTo>
                      <a:pt x="664524" y="1529091"/>
                    </a:lnTo>
                    <a:cubicBezTo>
                      <a:pt x="606993" y="1529091"/>
                      <a:pt x="544604" y="1482514"/>
                      <a:pt x="525364" y="1425268"/>
                    </a:cubicBezTo>
                    <a:lnTo>
                      <a:pt x="500313" y="1350592"/>
                    </a:lnTo>
                    <a:cubicBezTo>
                      <a:pt x="499266" y="1347544"/>
                      <a:pt x="499837" y="1344211"/>
                      <a:pt x="501837" y="1341639"/>
                    </a:cubicBezTo>
                    <a:cubicBezTo>
                      <a:pt x="503837" y="1339163"/>
                      <a:pt x="506885" y="1337734"/>
                      <a:pt x="510124" y="1338019"/>
                    </a:cubicBezTo>
                    <a:cubicBezTo>
                      <a:pt x="531365" y="1339829"/>
                      <a:pt x="556796" y="1342115"/>
                      <a:pt x="564988" y="1343258"/>
                    </a:cubicBezTo>
                    <a:cubicBezTo>
                      <a:pt x="574322" y="1344592"/>
                      <a:pt x="586514" y="1346116"/>
                      <a:pt x="600612" y="1347640"/>
                    </a:cubicBezTo>
                    <a:cubicBezTo>
                      <a:pt x="614232" y="1349259"/>
                      <a:pt x="629472" y="1350688"/>
                      <a:pt x="644808" y="1351831"/>
                    </a:cubicBezTo>
                    <a:cubicBezTo>
                      <a:pt x="745963" y="1359641"/>
                      <a:pt x="815496" y="1351164"/>
                      <a:pt x="840546" y="1328114"/>
                    </a:cubicBezTo>
                    <a:cubicBezTo>
                      <a:pt x="876455" y="1295062"/>
                      <a:pt x="885695" y="1245627"/>
                      <a:pt x="878932" y="1211432"/>
                    </a:cubicBezTo>
                    <a:cubicBezTo>
                      <a:pt x="874074" y="1186953"/>
                      <a:pt x="861216" y="1169141"/>
                      <a:pt x="843689" y="1162664"/>
                    </a:cubicBezTo>
                    <a:cubicBezTo>
                      <a:pt x="795493" y="1144757"/>
                      <a:pt x="613280" y="1083512"/>
                      <a:pt x="542033" y="1071891"/>
                    </a:cubicBezTo>
                    <a:cubicBezTo>
                      <a:pt x="541556" y="1071796"/>
                      <a:pt x="541080" y="1071700"/>
                      <a:pt x="540604" y="1071510"/>
                    </a:cubicBezTo>
                    <a:cubicBezTo>
                      <a:pt x="534984" y="1070653"/>
                      <a:pt x="530603" y="1070176"/>
                      <a:pt x="527174" y="1069986"/>
                    </a:cubicBezTo>
                    <a:cubicBezTo>
                      <a:pt x="521173" y="1069700"/>
                      <a:pt x="512791" y="1070272"/>
                      <a:pt x="501837" y="1071891"/>
                    </a:cubicBezTo>
                    <a:cubicBezTo>
                      <a:pt x="492217" y="1073415"/>
                      <a:pt x="482025" y="1075415"/>
                      <a:pt x="471738" y="1077701"/>
                    </a:cubicBezTo>
                    <a:cubicBezTo>
                      <a:pt x="471262" y="1077892"/>
                      <a:pt x="470786" y="1078082"/>
                      <a:pt x="470309" y="1078177"/>
                    </a:cubicBezTo>
                    <a:cubicBezTo>
                      <a:pt x="456117" y="1081416"/>
                      <a:pt x="440020" y="1085607"/>
                      <a:pt x="422303" y="1090560"/>
                    </a:cubicBezTo>
                    <a:cubicBezTo>
                      <a:pt x="417446" y="1091893"/>
                      <a:pt x="412302" y="1089226"/>
                      <a:pt x="410683" y="1084464"/>
                    </a:cubicBezTo>
                    <a:lnTo>
                      <a:pt x="379631" y="992452"/>
                    </a:lnTo>
                    <a:cubicBezTo>
                      <a:pt x="378203" y="988262"/>
                      <a:pt x="379822" y="983690"/>
                      <a:pt x="383632" y="981308"/>
                    </a:cubicBezTo>
                    <a:lnTo>
                      <a:pt x="389633" y="977498"/>
                    </a:lnTo>
                    <a:cubicBezTo>
                      <a:pt x="391252" y="976450"/>
                      <a:pt x="393157" y="975879"/>
                      <a:pt x="395062" y="976069"/>
                    </a:cubicBezTo>
                    <a:cubicBezTo>
                      <a:pt x="395062" y="976069"/>
                      <a:pt x="413159" y="976736"/>
                      <a:pt x="440972" y="977403"/>
                    </a:cubicBezTo>
                    <a:cubicBezTo>
                      <a:pt x="451259" y="977689"/>
                      <a:pt x="462785" y="977879"/>
                      <a:pt x="475167" y="977879"/>
                    </a:cubicBezTo>
                    <a:cubicBezTo>
                      <a:pt x="488693" y="978165"/>
                      <a:pt x="503266" y="978260"/>
                      <a:pt x="518411" y="978260"/>
                    </a:cubicBezTo>
                    <a:cubicBezTo>
                      <a:pt x="620995" y="978260"/>
                      <a:pt x="690908" y="973212"/>
                      <a:pt x="720626" y="963687"/>
                    </a:cubicBezTo>
                    <a:cubicBezTo>
                      <a:pt x="772062" y="947304"/>
                      <a:pt x="788635" y="891107"/>
                      <a:pt x="787206" y="847863"/>
                    </a:cubicBezTo>
                    <a:cubicBezTo>
                      <a:pt x="786158" y="814430"/>
                      <a:pt x="774729" y="791094"/>
                      <a:pt x="764727" y="788617"/>
                    </a:cubicBezTo>
                    <a:cubicBezTo>
                      <a:pt x="758536" y="787094"/>
                      <a:pt x="747296" y="784045"/>
                      <a:pt x="732437" y="780045"/>
                    </a:cubicBezTo>
                    <a:cubicBezTo>
                      <a:pt x="662619" y="761376"/>
                      <a:pt x="498980" y="717561"/>
                      <a:pt x="420303" y="708798"/>
                    </a:cubicBezTo>
                    <a:cubicBezTo>
                      <a:pt x="404587" y="706798"/>
                      <a:pt x="393347" y="706512"/>
                      <a:pt x="379536" y="708417"/>
                    </a:cubicBezTo>
                    <a:cubicBezTo>
                      <a:pt x="370297" y="709560"/>
                      <a:pt x="359724" y="711370"/>
                      <a:pt x="347818" y="714037"/>
                    </a:cubicBezTo>
                    <a:cubicBezTo>
                      <a:pt x="336864" y="716418"/>
                      <a:pt x="324767" y="719466"/>
                      <a:pt x="312004" y="723181"/>
                    </a:cubicBezTo>
                    <a:cubicBezTo>
                      <a:pt x="308003" y="724229"/>
                      <a:pt x="304003" y="725371"/>
                      <a:pt x="300002" y="726610"/>
                    </a:cubicBezTo>
                    <a:cubicBezTo>
                      <a:pt x="241900" y="743850"/>
                      <a:pt x="167414" y="772330"/>
                      <a:pt x="114551" y="797476"/>
                    </a:cubicBezTo>
                    <a:cubicBezTo>
                      <a:pt x="93691" y="807477"/>
                      <a:pt x="78832" y="815669"/>
                      <a:pt x="70450" y="821669"/>
                    </a:cubicBezTo>
                    <a:cubicBezTo>
                      <a:pt x="27683" y="852530"/>
                      <a:pt x="15014" y="947304"/>
                      <a:pt x="19967" y="1001597"/>
                    </a:cubicBezTo>
                    <a:cubicBezTo>
                      <a:pt x="24063" y="1045792"/>
                      <a:pt x="152651" y="1125136"/>
                      <a:pt x="201895" y="1151996"/>
                    </a:cubicBezTo>
                    <a:cubicBezTo>
                      <a:pt x="205991" y="1154282"/>
                      <a:pt x="207896" y="1159235"/>
                      <a:pt x="206276" y="1163617"/>
                    </a:cubicBezTo>
                    <a:cubicBezTo>
                      <a:pt x="186083" y="1218862"/>
                      <a:pt x="179225" y="1296014"/>
                      <a:pt x="205324" y="1336591"/>
                    </a:cubicBezTo>
                    <a:cubicBezTo>
                      <a:pt x="234375" y="1381263"/>
                      <a:pt x="723770" y="1776836"/>
                      <a:pt x="916079" y="1866276"/>
                    </a:cubicBezTo>
                    <a:cubicBezTo>
                      <a:pt x="1110294" y="1956668"/>
                      <a:pt x="1427286" y="2076969"/>
                      <a:pt x="1430525" y="2078207"/>
                    </a:cubicBezTo>
                    <a:cubicBezTo>
                      <a:pt x="1431668" y="2078588"/>
                      <a:pt x="1432620" y="2079255"/>
                      <a:pt x="1433573" y="2080017"/>
                    </a:cubicBezTo>
                    <a:lnTo>
                      <a:pt x="1789713" y="2401962"/>
                    </a:lnTo>
                    <a:cubicBezTo>
                      <a:pt x="1793618" y="2405486"/>
                      <a:pt x="1793904" y="2411487"/>
                      <a:pt x="1790379" y="2415392"/>
                    </a:cubicBezTo>
                    <a:cubicBezTo>
                      <a:pt x="1788474" y="2417583"/>
                      <a:pt x="1785903" y="2418631"/>
                      <a:pt x="1783236" y="24186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2" name="Google Shape;1642;p39"/>
              <p:cNvSpPr/>
              <p:nvPr/>
            </p:nvSpPr>
            <p:spPr>
              <a:xfrm>
                <a:off x="4358120" y="2035683"/>
                <a:ext cx="1821990" cy="2135314"/>
              </a:xfrm>
              <a:custGeom>
                <a:avLst/>
                <a:gdLst/>
                <a:ahLst/>
                <a:cxnLst/>
                <a:rect l="l" t="t" r="r" b="b"/>
                <a:pathLst>
                  <a:path w="1821990" h="2135314" extrusionOk="0">
                    <a:moveTo>
                      <a:pt x="1742493" y="2135315"/>
                    </a:moveTo>
                    <a:lnTo>
                      <a:pt x="790565" y="2135315"/>
                    </a:lnTo>
                    <a:cubicBezTo>
                      <a:pt x="733129" y="2135315"/>
                      <a:pt x="670740" y="2088737"/>
                      <a:pt x="651595" y="2031492"/>
                    </a:cubicBezTo>
                    <a:lnTo>
                      <a:pt x="628259" y="1962245"/>
                    </a:lnTo>
                    <a:cubicBezTo>
                      <a:pt x="627211" y="1959102"/>
                      <a:pt x="627878" y="1955673"/>
                      <a:pt x="629973" y="1953101"/>
                    </a:cubicBezTo>
                    <a:cubicBezTo>
                      <a:pt x="632069" y="1950530"/>
                      <a:pt x="635307" y="1949291"/>
                      <a:pt x="638641" y="1949768"/>
                    </a:cubicBezTo>
                    <a:cubicBezTo>
                      <a:pt x="647976" y="1951101"/>
                      <a:pt x="660168" y="1952625"/>
                      <a:pt x="674265" y="1954149"/>
                    </a:cubicBezTo>
                    <a:cubicBezTo>
                      <a:pt x="677979" y="1954530"/>
                      <a:pt x="681027" y="1957102"/>
                      <a:pt x="682265" y="1960626"/>
                    </a:cubicBezTo>
                    <a:lnTo>
                      <a:pt x="704078" y="2025491"/>
                    </a:lnTo>
                    <a:cubicBezTo>
                      <a:pt x="714460" y="2056162"/>
                      <a:pt x="748845" y="2082070"/>
                      <a:pt x="779230" y="2082070"/>
                    </a:cubicBezTo>
                    <a:lnTo>
                      <a:pt x="1731063" y="2082070"/>
                    </a:lnTo>
                    <a:cubicBezTo>
                      <a:pt x="1744017" y="2082070"/>
                      <a:pt x="1754590" y="2077307"/>
                      <a:pt x="1760686" y="2068830"/>
                    </a:cubicBezTo>
                    <a:cubicBezTo>
                      <a:pt x="1767544" y="2059305"/>
                      <a:pt x="1768592" y="2046161"/>
                      <a:pt x="1763734" y="2031587"/>
                    </a:cubicBezTo>
                    <a:lnTo>
                      <a:pt x="1117939" y="109919"/>
                    </a:lnTo>
                    <a:cubicBezTo>
                      <a:pt x="1107747" y="79343"/>
                      <a:pt x="1073362" y="53530"/>
                      <a:pt x="1042882" y="53530"/>
                    </a:cubicBezTo>
                    <a:lnTo>
                      <a:pt x="90953" y="53530"/>
                    </a:lnTo>
                    <a:cubicBezTo>
                      <a:pt x="77904" y="53530"/>
                      <a:pt x="67332" y="58293"/>
                      <a:pt x="61140" y="66865"/>
                    </a:cubicBezTo>
                    <a:cubicBezTo>
                      <a:pt x="54378" y="76295"/>
                      <a:pt x="53330" y="89440"/>
                      <a:pt x="58188" y="103823"/>
                    </a:cubicBezTo>
                    <a:lnTo>
                      <a:pt x="394515" y="1104614"/>
                    </a:lnTo>
                    <a:cubicBezTo>
                      <a:pt x="395849" y="1108710"/>
                      <a:pt x="394325" y="1113187"/>
                      <a:pt x="390801" y="1115568"/>
                    </a:cubicBezTo>
                    <a:cubicBezTo>
                      <a:pt x="387181" y="1117949"/>
                      <a:pt x="382514" y="1117664"/>
                      <a:pt x="379275" y="1114806"/>
                    </a:cubicBezTo>
                    <a:cubicBezTo>
                      <a:pt x="369179" y="1105948"/>
                      <a:pt x="356606" y="1099661"/>
                      <a:pt x="342033" y="1096137"/>
                    </a:cubicBezTo>
                    <a:cubicBezTo>
                      <a:pt x="338794" y="1095375"/>
                      <a:pt x="336222" y="1092994"/>
                      <a:pt x="335175" y="1089946"/>
                    </a:cubicBezTo>
                    <a:lnTo>
                      <a:pt x="5800" y="109919"/>
                    </a:lnTo>
                    <a:cubicBezTo>
                      <a:pt x="-4106" y="80391"/>
                      <a:pt x="-1249" y="51530"/>
                      <a:pt x="13801" y="30671"/>
                    </a:cubicBezTo>
                    <a:cubicBezTo>
                      <a:pt x="27993" y="10954"/>
                      <a:pt x="51330" y="0"/>
                      <a:pt x="79428" y="0"/>
                    </a:cubicBezTo>
                    <a:lnTo>
                      <a:pt x="1031262" y="0"/>
                    </a:lnTo>
                    <a:cubicBezTo>
                      <a:pt x="1088793" y="0"/>
                      <a:pt x="1151181" y="46577"/>
                      <a:pt x="1170422" y="103823"/>
                    </a:cubicBezTo>
                    <a:lnTo>
                      <a:pt x="1816217" y="2025491"/>
                    </a:lnTo>
                    <a:cubicBezTo>
                      <a:pt x="1816217" y="2025491"/>
                      <a:pt x="1816217" y="2025491"/>
                      <a:pt x="1816217" y="2025491"/>
                    </a:cubicBezTo>
                    <a:cubicBezTo>
                      <a:pt x="1826123" y="2055019"/>
                      <a:pt x="1823170" y="2083975"/>
                      <a:pt x="1808216" y="2104739"/>
                    </a:cubicBezTo>
                    <a:cubicBezTo>
                      <a:pt x="1793833" y="2124456"/>
                      <a:pt x="1770592" y="2135315"/>
                      <a:pt x="1742493" y="2135315"/>
                    </a:cubicBezTo>
                    <a:close/>
                    <a:moveTo>
                      <a:pt x="651119" y="1970627"/>
                    </a:moveTo>
                    <a:lnTo>
                      <a:pt x="669597" y="2025396"/>
                    </a:lnTo>
                    <a:cubicBezTo>
                      <a:pt x="686361" y="2075498"/>
                      <a:pt x="740654" y="2116265"/>
                      <a:pt x="790565" y="2116265"/>
                    </a:cubicBezTo>
                    <a:lnTo>
                      <a:pt x="1742493" y="2116265"/>
                    </a:lnTo>
                    <a:cubicBezTo>
                      <a:pt x="1764306" y="2116265"/>
                      <a:pt x="1782117" y="2108168"/>
                      <a:pt x="1792595" y="2093595"/>
                    </a:cubicBezTo>
                    <a:cubicBezTo>
                      <a:pt x="1804120" y="2077593"/>
                      <a:pt x="1806025" y="2055495"/>
                      <a:pt x="1798024" y="2031492"/>
                    </a:cubicBezTo>
                    <a:lnTo>
                      <a:pt x="1152229" y="109823"/>
                    </a:lnTo>
                    <a:cubicBezTo>
                      <a:pt x="1135370" y="59722"/>
                      <a:pt x="1081077" y="18955"/>
                      <a:pt x="1031166" y="18955"/>
                    </a:cubicBezTo>
                    <a:lnTo>
                      <a:pt x="79333" y="18955"/>
                    </a:lnTo>
                    <a:cubicBezTo>
                      <a:pt x="57521" y="18955"/>
                      <a:pt x="39709" y="27051"/>
                      <a:pt x="29136" y="41624"/>
                    </a:cubicBezTo>
                    <a:cubicBezTo>
                      <a:pt x="17611" y="57626"/>
                      <a:pt x="15706" y="79724"/>
                      <a:pt x="23707" y="103727"/>
                    </a:cubicBezTo>
                    <a:lnTo>
                      <a:pt x="351462" y="1078897"/>
                    </a:lnTo>
                    <a:cubicBezTo>
                      <a:pt x="357177" y="1080516"/>
                      <a:pt x="362606" y="1082516"/>
                      <a:pt x="367750" y="1084898"/>
                    </a:cubicBezTo>
                    <a:lnTo>
                      <a:pt x="40090" y="109823"/>
                    </a:lnTo>
                    <a:cubicBezTo>
                      <a:pt x="33327" y="89725"/>
                      <a:pt x="35328" y="70009"/>
                      <a:pt x="45614" y="55626"/>
                    </a:cubicBezTo>
                    <a:cubicBezTo>
                      <a:pt x="55425" y="41910"/>
                      <a:pt x="71522" y="34385"/>
                      <a:pt x="90858" y="34385"/>
                    </a:cubicBezTo>
                    <a:lnTo>
                      <a:pt x="1042692" y="34385"/>
                    </a:lnTo>
                    <a:cubicBezTo>
                      <a:pt x="1081173" y="34385"/>
                      <a:pt x="1122987" y="65532"/>
                      <a:pt x="1135751" y="103823"/>
                    </a:cubicBezTo>
                    <a:lnTo>
                      <a:pt x="1781546" y="2025491"/>
                    </a:lnTo>
                    <a:cubicBezTo>
                      <a:pt x="1788308" y="2045684"/>
                      <a:pt x="1786213" y="2065496"/>
                      <a:pt x="1775831" y="2079879"/>
                    </a:cubicBezTo>
                    <a:cubicBezTo>
                      <a:pt x="1766020" y="2093500"/>
                      <a:pt x="1750018" y="2101024"/>
                      <a:pt x="1730682" y="2101024"/>
                    </a:cubicBezTo>
                    <a:lnTo>
                      <a:pt x="778849" y="2101024"/>
                    </a:lnTo>
                    <a:cubicBezTo>
                      <a:pt x="740463" y="2101024"/>
                      <a:pt x="698648" y="2069878"/>
                      <a:pt x="685694" y="2031492"/>
                    </a:cubicBezTo>
                    <a:lnTo>
                      <a:pt x="665787" y="1972342"/>
                    </a:lnTo>
                    <a:cubicBezTo>
                      <a:pt x="660644" y="1971770"/>
                      <a:pt x="655691" y="1971199"/>
                      <a:pt x="651119" y="197062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3" name="Google Shape;1643;p39"/>
              <p:cNvSpPr/>
              <p:nvPr/>
            </p:nvSpPr>
            <p:spPr>
              <a:xfrm>
                <a:off x="4974271" y="3980080"/>
                <a:ext cx="226735" cy="191107"/>
              </a:xfrm>
              <a:custGeom>
                <a:avLst/>
                <a:gdLst/>
                <a:ahLst/>
                <a:cxnLst/>
                <a:rect l="l" t="t" r="r" b="b"/>
                <a:pathLst>
                  <a:path w="226735" h="191107" extrusionOk="0">
                    <a:moveTo>
                      <a:pt x="217304" y="191108"/>
                    </a:moveTo>
                    <a:lnTo>
                      <a:pt x="164726" y="191108"/>
                    </a:lnTo>
                    <a:cubicBezTo>
                      <a:pt x="107195" y="191108"/>
                      <a:pt x="44806" y="144530"/>
                      <a:pt x="25566" y="87285"/>
                    </a:cubicBezTo>
                    <a:lnTo>
                      <a:pt x="515" y="12609"/>
                    </a:lnTo>
                    <a:cubicBezTo>
                      <a:pt x="-533" y="9561"/>
                      <a:pt x="39" y="6228"/>
                      <a:pt x="2039" y="3656"/>
                    </a:cubicBezTo>
                    <a:cubicBezTo>
                      <a:pt x="4039" y="1179"/>
                      <a:pt x="7183" y="-250"/>
                      <a:pt x="10326" y="36"/>
                    </a:cubicBezTo>
                    <a:cubicBezTo>
                      <a:pt x="31567" y="1846"/>
                      <a:pt x="56998" y="4132"/>
                      <a:pt x="65190" y="5275"/>
                    </a:cubicBezTo>
                    <a:cubicBezTo>
                      <a:pt x="68809" y="5751"/>
                      <a:pt x="71762" y="8228"/>
                      <a:pt x="72905" y="11657"/>
                    </a:cubicBezTo>
                    <a:lnTo>
                      <a:pt x="96241" y="80904"/>
                    </a:lnTo>
                    <a:cubicBezTo>
                      <a:pt x="113005" y="131005"/>
                      <a:pt x="167298" y="171772"/>
                      <a:pt x="217209" y="171772"/>
                    </a:cubicBezTo>
                    <a:cubicBezTo>
                      <a:pt x="222448" y="171772"/>
                      <a:pt x="226734" y="176058"/>
                      <a:pt x="226734" y="181297"/>
                    </a:cubicBezTo>
                    <a:lnTo>
                      <a:pt x="226734" y="181392"/>
                    </a:lnTo>
                    <a:cubicBezTo>
                      <a:pt x="226829" y="186822"/>
                      <a:pt x="222638" y="191108"/>
                      <a:pt x="217304" y="191108"/>
                    </a:cubicBezTo>
                    <a:close/>
                    <a:moveTo>
                      <a:pt x="23280" y="20324"/>
                    </a:moveTo>
                    <a:lnTo>
                      <a:pt x="43663" y="81189"/>
                    </a:lnTo>
                    <a:cubicBezTo>
                      <a:pt x="58713" y="125957"/>
                      <a:pt x="103671" y="163295"/>
                      <a:pt x="148819" y="170724"/>
                    </a:cubicBezTo>
                    <a:cubicBezTo>
                      <a:pt x="116720" y="151770"/>
                      <a:pt x="89860" y="121385"/>
                      <a:pt x="78334" y="87095"/>
                    </a:cubicBezTo>
                    <a:lnTo>
                      <a:pt x="56903" y="23563"/>
                    </a:lnTo>
                    <a:cubicBezTo>
                      <a:pt x="48426" y="22611"/>
                      <a:pt x="34615" y="21372"/>
                      <a:pt x="23280" y="2032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4" name="Google Shape;1644;p39"/>
              <p:cNvSpPr/>
              <p:nvPr/>
            </p:nvSpPr>
            <p:spPr>
              <a:xfrm>
                <a:off x="4872542" y="3628639"/>
                <a:ext cx="87360" cy="94122"/>
              </a:xfrm>
              <a:custGeom>
                <a:avLst/>
                <a:gdLst/>
                <a:ahLst/>
                <a:cxnLst/>
                <a:rect l="l" t="t" r="r" b="b"/>
                <a:pathLst>
                  <a:path w="87360" h="94122" extrusionOk="0">
                    <a:moveTo>
                      <a:pt x="34675" y="94122"/>
                    </a:moveTo>
                    <a:cubicBezTo>
                      <a:pt x="30674" y="94122"/>
                      <a:pt x="26959" y="91551"/>
                      <a:pt x="25626" y="87645"/>
                    </a:cubicBezTo>
                    <a:lnTo>
                      <a:pt x="480" y="12588"/>
                    </a:lnTo>
                    <a:cubicBezTo>
                      <a:pt x="-473" y="9636"/>
                      <a:pt x="4" y="6397"/>
                      <a:pt x="1813" y="3920"/>
                    </a:cubicBezTo>
                    <a:cubicBezTo>
                      <a:pt x="3623" y="1444"/>
                      <a:pt x="6195" y="-175"/>
                      <a:pt x="9719" y="15"/>
                    </a:cubicBezTo>
                    <a:cubicBezTo>
                      <a:pt x="23054" y="301"/>
                      <a:pt x="37627" y="396"/>
                      <a:pt x="52772" y="396"/>
                    </a:cubicBezTo>
                    <a:cubicBezTo>
                      <a:pt x="56868" y="396"/>
                      <a:pt x="60487" y="2968"/>
                      <a:pt x="61821" y="6873"/>
                    </a:cubicBezTo>
                    <a:lnTo>
                      <a:pt x="86872" y="81359"/>
                    </a:lnTo>
                    <a:cubicBezTo>
                      <a:pt x="87919" y="84502"/>
                      <a:pt x="87253" y="87931"/>
                      <a:pt x="85157" y="90503"/>
                    </a:cubicBezTo>
                    <a:cubicBezTo>
                      <a:pt x="83062" y="93074"/>
                      <a:pt x="79728" y="94313"/>
                      <a:pt x="76489" y="93836"/>
                    </a:cubicBezTo>
                    <a:cubicBezTo>
                      <a:pt x="70203" y="92884"/>
                      <a:pt x="65250" y="92312"/>
                      <a:pt x="61535" y="92122"/>
                    </a:cubicBezTo>
                    <a:cubicBezTo>
                      <a:pt x="55534" y="91836"/>
                      <a:pt x="47152" y="92408"/>
                      <a:pt x="36199" y="94027"/>
                    </a:cubicBezTo>
                    <a:cubicBezTo>
                      <a:pt x="35627" y="94122"/>
                      <a:pt x="35151" y="94122"/>
                      <a:pt x="34675" y="94122"/>
                    </a:cubicBezTo>
                    <a:close/>
                    <a:moveTo>
                      <a:pt x="22864" y="19256"/>
                    </a:moveTo>
                    <a:lnTo>
                      <a:pt x="41247" y="74120"/>
                    </a:lnTo>
                    <a:cubicBezTo>
                      <a:pt x="49819" y="73167"/>
                      <a:pt x="56773" y="72786"/>
                      <a:pt x="62488" y="73072"/>
                    </a:cubicBezTo>
                    <a:cubicBezTo>
                      <a:pt x="62964" y="73072"/>
                      <a:pt x="63440" y="73167"/>
                      <a:pt x="63916" y="73167"/>
                    </a:cubicBezTo>
                    <a:lnTo>
                      <a:pt x="45819" y="19446"/>
                    </a:lnTo>
                    <a:cubicBezTo>
                      <a:pt x="38008" y="19446"/>
                      <a:pt x="30293" y="19351"/>
                      <a:pt x="22864" y="1925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5" name="Google Shape;1645;p39"/>
              <p:cNvSpPr/>
              <p:nvPr/>
            </p:nvSpPr>
            <p:spPr>
              <a:xfrm>
                <a:off x="4863071" y="3619595"/>
                <a:ext cx="78590" cy="100869"/>
              </a:xfrm>
              <a:custGeom>
                <a:avLst/>
                <a:gdLst/>
                <a:ahLst/>
                <a:cxnLst/>
                <a:rect l="l" t="t" r="r" b="b"/>
                <a:pathLst>
                  <a:path w="78590" h="100869" extrusionOk="0">
                    <a:moveTo>
                      <a:pt x="36960" y="100870"/>
                    </a:moveTo>
                    <a:cubicBezTo>
                      <a:pt x="32960" y="100870"/>
                      <a:pt x="29245" y="98298"/>
                      <a:pt x="27912" y="94393"/>
                    </a:cubicBezTo>
                    <a:lnTo>
                      <a:pt x="480" y="12573"/>
                    </a:lnTo>
                    <a:cubicBezTo>
                      <a:pt x="-473" y="9620"/>
                      <a:pt x="4" y="6382"/>
                      <a:pt x="1813" y="3905"/>
                    </a:cubicBezTo>
                    <a:cubicBezTo>
                      <a:pt x="3623" y="1429"/>
                      <a:pt x="6481" y="95"/>
                      <a:pt x="9719" y="0"/>
                    </a:cubicBezTo>
                    <a:cubicBezTo>
                      <a:pt x="19911" y="286"/>
                      <a:pt x="31531" y="476"/>
                      <a:pt x="43914" y="476"/>
                    </a:cubicBezTo>
                    <a:cubicBezTo>
                      <a:pt x="48010" y="476"/>
                      <a:pt x="51629" y="3048"/>
                      <a:pt x="52963" y="6953"/>
                    </a:cubicBezTo>
                    <a:lnTo>
                      <a:pt x="78109" y="82010"/>
                    </a:lnTo>
                    <a:cubicBezTo>
                      <a:pt x="78966" y="84677"/>
                      <a:pt x="78680" y="87535"/>
                      <a:pt x="77251" y="89916"/>
                    </a:cubicBezTo>
                    <a:cubicBezTo>
                      <a:pt x="75823" y="92297"/>
                      <a:pt x="73346" y="93916"/>
                      <a:pt x="70584" y="94393"/>
                    </a:cubicBezTo>
                    <a:cubicBezTo>
                      <a:pt x="60297" y="96012"/>
                      <a:pt x="49724" y="98107"/>
                      <a:pt x="38961" y="100584"/>
                    </a:cubicBezTo>
                    <a:cubicBezTo>
                      <a:pt x="38389" y="100774"/>
                      <a:pt x="37627" y="100870"/>
                      <a:pt x="36960" y="100870"/>
                    </a:cubicBezTo>
                    <a:close/>
                    <a:moveTo>
                      <a:pt x="22864" y="19336"/>
                    </a:moveTo>
                    <a:lnTo>
                      <a:pt x="43247" y="80200"/>
                    </a:lnTo>
                    <a:cubicBezTo>
                      <a:pt x="47724" y="79248"/>
                      <a:pt x="52201" y="78391"/>
                      <a:pt x="56582" y="77533"/>
                    </a:cubicBezTo>
                    <a:lnTo>
                      <a:pt x="37056" y="19526"/>
                    </a:lnTo>
                    <a:cubicBezTo>
                      <a:pt x="32198" y="19431"/>
                      <a:pt x="27435" y="19431"/>
                      <a:pt x="22864" y="1933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6" name="Google Shape;1646;p39"/>
              <p:cNvSpPr/>
              <p:nvPr/>
            </p:nvSpPr>
            <p:spPr>
              <a:xfrm>
                <a:off x="4839625" y="3618130"/>
                <a:ext cx="98526" cy="114908"/>
              </a:xfrm>
              <a:custGeom>
                <a:avLst/>
                <a:gdLst/>
                <a:ahLst/>
                <a:cxnLst/>
                <a:rect l="l" t="t" r="r" b="b"/>
                <a:pathLst>
                  <a:path w="98526" h="114908" extrusionOk="0">
                    <a:moveTo>
                      <a:pt x="40614" y="114908"/>
                    </a:moveTo>
                    <a:cubicBezTo>
                      <a:pt x="36614" y="114908"/>
                      <a:pt x="32899" y="112431"/>
                      <a:pt x="31565" y="108431"/>
                    </a:cubicBezTo>
                    <a:lnTo>
                      <a:pt x="514" y="16419"/>
                    </a:lnTo>
                    <a:cubicBezTo>
                      <a:pt x="-915" y="12229"/>
                      <a:pt x="704" y="7656"/>
                      <a:pt x="4514" y="5275"/>
                    </a:cubicBezTo>
                    <a:lnTo>
                      <a:pt x="10515" y="1465"/>
                    </a:lnTo>
                    <a:cubicBezTo>
                      <a:pt x="12134" y="417"/>
                      <a:pt x="14039" y="-154"/>
                      <a:pt x="15944" y="36"/>
                    </a:cubicBezTo>
                    <a:cubicBezTo>
                      <a:pt x="15944" y="36"/>
                      <a:pt x="34042" y="703"/>
                      <a:pt x="61855" y="1370"/>
                    </a:cubicBezTo>
                    <a:cubicBezTo>
                      <a:pt x="65855" y="1465"/>
                      <a:pt x="69380" y="4037"/>
                      <a:pt x="70618" y="7847"/>
                    </a:cubicBezTo>
                    <a:lnTo>
                      <a:pt x="98050" y="89667"/>
                    </a:lnTo>
                    <a:cubicBezTo>
                      <a:pt x="98336" y="90619"/>
                      <a:pt x="98526" y="91667"/>
                      <a:pt x="98526" y="92715"/>
                    </a:cubicBezTo>
                    <a:lnTo>
                      <a:pt x="98526" y="92810"/>
                    </a:lnTo>
                    <a:cubicBezTo>
                      <a:pt x="98526" y="97287"/>
                      <a:pt x="95478" y="101097"/>
                      <a:pt x="91097" y="102049"/>
                    </a:cubicBezTo>
                    <a:cubicBezTo>
                      <a:pt x="76904" y="105288"/>
                      <a:pt x="60807" y="109479"/>
                      <a:pt x="43091" y="114432"/>
                    </a:cubicBezTo>
                    <a:cubicBezTo>
                      <a:pt x="42329" y="114813"/>
                      <a:pt x="41471" y="114908"/>
                      <a:pt x="40614" y="114908"/>
                    </a:cubicBezTo>
                    <a:close/>
                    <a:moveTo>
                      <a:pt x="21564" y="19372"/>
                    </a:moveTo>
                    <a:lnTo>
                      <a:pt x="46710" y="93858"/>
                    </a:lnTo>
                    <a:cubicBezTo>
                      <a:pt x="57283" y="90905"/>
                      <a:pt x="67379" y="88333"/>
                      <a:pt x="76714" y="86047"/>
                    </a:cubicBezTo>
                    <a:lnTo>
                      <a:pt x="54711" y="20325"/>
                    </a:lnTo>
                    <a:cubicBezTo>
                      <a:pt x="39757" y="19944"/>
                      <a:pt x="28232" y="19563"/>
                      <a:pt x="21564" y="1937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7" name="Google Shape;1647;p39"/>
              <p:cNvSpPr/>
              <p:nvPr/>
            </p:nvSpPr>
            <p:spPr>
              <a:xfrm>
                <a:off x="4772658" y="3267686"/>
                <a:ext cx="58431" cy="88827"/>
              </a:xfrm>
              <a:custGeom>
                <a:avLst/>
                <a:gdLst/>
                <a:ahLst/>
                <a:cxnLst/>
                <a:rect l="l" t="t" r="r" b="b"/>
                <a:pathLst>
                  <a:path w="58431" h="88827" extrusionOk="0">
                    <a:moveTo>
                      <a:pt x="16478" y="88828"/>
                    </a:moveTo>
                    <a:cubicBezTo>
                      <a:pt x="12478" y="88828"/>
                      <a:pt x="8763" y="86256"/>
                      <a:pt x="7429" y="82351"/>
                    </a:cubicBezTo>
                    <a:lnTo>
                      <a:pt x="476" y="61586"/>
                    </a:lnTo>
                    <a:cubicBezTo>
                      <a:pt x="191" y="60634"/>
                      <a:pt x="0" y="59586"/>
                      <a:pt x="0" y="58538"/>
                    </a:cubicBezTo>
                    <a:cubicBezTo>
                      <a:pt x="0" y="56633"/>
                      <a:pt x="571" y="54633"/>
                      <a:pt x="1619" y="53109"/>
                    </a:cubicBezTo>
                    <a:cubicBezTo>
                      <a:pt x="10478" y="39964"/>
                      <a:pt x="15907" y="24915"/>
                      <a:pt x="17812" y="8437"/>
                    </a:cubicBezTo>
                    <a:cubicBezTo>
                      <a:pt x="18288" y="4055"/>
                      <a:pt x="21812" y="531"/>
                      <a:pt x="26289" y="55"/>
                    </a:cubicBezTo>
                    <a:cubicBezTo>
                      <a:pt x="30766" y="-421"/>
                      <a:pt x="34862" y="2246"/>
                      <a:pt x="36290" y="6437"/>
                    </a:cubicBezTo>
                    <a:lnTo>
                      <a:pt x="57912" y="70540"/>
                    </a:lnTo>
                    <a:cubicBezTo>
                      <a:pt x="58864" y="73302"/>
                      <a:pt x="58483" y="76255"/>
                      <a:pt x="56959" y="78636"/>
                    </a:cubicBezTo>
                    <a:cubicBezTo>
                      <a:pt x="55435" y="81017"/>
                      <a:pt x="52864" y="82637"/>
                      <a:pt x="50006" y="83018"/>
                    </a:cubicBezTo>
                    <a:cubicBezTo>
                      <a:pt x="40862" y="84160"/>
                      <a:pt x="30289" y="85970"/>
                      <a:pt x="18383" y="88637"/>
                    </a:cubicBezTo>
                    <a:cubicBezTo>
                      <a:pt x="17907" y="88733"/>
                      <a:pt x="17145" y="88828"/>
                      <a:pt x="16478" y="88828"/>
                    </a:cubicBezTo>
                    <a:close/>
                    <a:moveTo>
                      <a:pt x="20098" y="59776"/>
                    </a:moveTo>
                    <a:lnTo>
                      <a:pt x="22955" y="68254"/>
                    </a:lnTo>
                    <a:cubicBezTo>
                      <a:pt x="27622" y="67301"/>
                      <a:pt x="32099" y="66444"/>
                      <a:pt x="36385" y="65777"/>
                    </a:cubicBezTo>
                    <a:lnTo>
                      <a:pt x="28670" y="42917"/>
                    </a:lnTo>
                    <a:cubicBezTo>
                      <a:pt x="26194" y="48727"/>
                      <a:pt x="23336" y="54347"/>
                      <a:pt x="20098" y="5977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8" name="Google Shape;1648;p39"/>
              <p:cNvSpPr/>
              <p:nvPr/>
            </p:nvSpPr>
            <p:spPr>
              <a:xfrm>
                <a:off x="4468272" y="3108959"/>
                <a:ext cx="340056" cy="331565"/>
              </a:xfrm>
              <a:custGeom>
                <a:avLst/>
                <a:gdLst/>
                <a:ahLst/>
                <a:cxnLst/>
                <a:rect l="l" t="t" r="r" b="b"/>
                <a:pathLst>
                  <a:path w="340056" h="331565" extrusionOk="0">
                    <a:moveTo>
                      <a:pt x="83630" y="331565"/>
                    </a:moveTo>
                    <a:cubicBezTo>
                      <a:pt x="81439" y="331565"/>
                      <a:pt x="79344" y="330803"/>
                      <a:pt x="77629" y="329375"/>
                    </a:cubicBezTo>
                    <a:cubicBezTo>
                      <a:pt x="75534" y="327660"/>
                      <a:pt x="25337" y="285750"/>
                      <a:pt x="6573" y="215265"/>
                    </a:cubicBezTo>
                    <a:cubicBezTo>
                      <a:pt x="-8572" y="158210"/>
                      <a:pt x="2953" y="96774"/>
                      <a:pt x="36005" y="58960"/>
                    </a:cubicBezTo>
                    <a:cubicBezTo>
                      <a:pt x="49531" y="43339"/>
                      <a:pt x="66485" y="31909"/>
                      <a:pt x="86297" y="24956"/>
                    </a:cubicBezTo>
                    <a:cubicBezTo>
                      <a:pt x="125921" y="11144"/>
                      <a:pt x="159449" y="3239"/>
                      <a:pt x="188786" y="857"/>
                    </a:cubicBezTo>
                    <a:cubicBezTo>
                      <a:pt x="195644" y="286"/>
                      <a:pt x="202216" y="0"/>
                      <a:pt x="208884" y="0"/>
                    </a:cubicBezTo>
                    <a:cubicBezTo>
                      <a:pt x="208884" y="0"/>
                      <a:pt x="208979" y="0"/>
                      <a:pt x="208979" y="0"/>
                    </a:cubicBezTo>
                    <a:cubicBezTo>
                      <a:pt x="222695" y="191"/>
                      <a:pt x="234697" y="1524"/>
                      <a:pt x="245746" y="4286"/>
                    </a:cubicBezTo>
                    <a:cubicBezTo>
                      <a:pt x="263272" y="8477"/>
                      <a:pt x="278607" y="16193"/>
                      <a:pt x="291085" y="27146"/>
                    </a:cubicBezTo>
                    <a:cubicBezTo>
                      <a:pt x="301086" y="35909"/>
                      <a:pt x="309373" y="46958"/>
                      <a:pt x="315659" y="59817"/>
                    </a:cubicBezTo>
                    <a:cubicBezTo>
                      <a:pt x="329851" y="88868"/>
                      <a:pt x="337852" y="116681"/>
                      <a:pt x="339662" y="142304"/>
                    </a:cubicBezTo>
                    <a:cubicBezTo>
                      <a:pt x="340329" y="150971"/>
                      <a:pt x="340138" y="159925"/>
                      <a:pt x="339186" y="168783"/>
                    </a:cubicBezTo>
                    <a:cubicBezTo>
                      <a:pt x="339186" y="168974"/>
                      <a:pt x="339186" y="169164"/>
                      <a:pt x="339186" y="169259"/>
                    </a:cubicBezTo>
                    <a:cubicBezTo>
                      <a:pt x="336995" y="188500"/>
                      <a:pt x="330709" y="206026"/>
                      <a:pt x="320422" y="221552"/>
                    </a:cubicBezTo>
                    <a:cubicBezTo>
                      <a:pt x="320231" y="221933"/>
                      <a:pt x="320041" y="222314"/>
                      <a:pt x="319850" y="222599"/>
                    </a:cubicBezTo>
                    <a:cubicBezTo>
                      <a:pt x="311468" y="234982"/>
                      <a:pt x="300705" y="245840"/>
                      <a:pt x="288037" y="254984"/>
                    </a:cubicBezTo>
                    <a:cubicBezTo>
                      <a:pt x="287084" y="255651"/>
                      <a:pt x="286036" y="256127"/>
                      <a:pt x="284989" y="256413"/>
                    </a:cubicBezTo>
                    <a:cubicBezTo>
                      <a:pt x="281179" y="257461"/>
                      <a:pt x="277178" y="258604"/>
                      <a:pt x="273178" y="259747"/>
                    </a:cubicBezTo>
                    <a:cubicBezTo>
                      <a:pt x="215075" y="276987"/>
                      <a:pt x="140590" y="305467"/>
                      <a:pt x="87726" y="330613"/>
                    </a:cubicBezTo>
                    <a:cubicBezTo>
                      <a:pt x="86488" y="331280"/>
                      <a:pt x="85059" y="331565"/>
                      <a:pt x="83630" y="331565"/>
                    </a:cubicBezTo>
                    <a:close/>
                    <a:moveTo>
                      <a:pt x="208884" y="19050"/>
                    </a:moveTo>
                    <a:cubicBezTo>
                      <a:pt x="202693" y="19050"/>
                      <a:pt x="196692" y="19336"/>
                      <a:pt x="190405" y="19812"/>
                    </a:cubicBezTo>
                    <a:cubicBezTo>
                      <a:pt x="162783" y="22098"/>
                      <a:pt x="130779" y="29718"/>
                      <a:pt x="92679" y="42958"/>
                    </a:cubicBezTo>
                    <a:cubicBezTo>
                      <a:pt x="76010" y="48863"/>
                      <a:pt x="61818" y="58483"/>
                      <a:pt x="50388" y="71533"/>
                    </a:cubicBezTo>
                    <a:cubicBezTo>
                      <a:pt x="21337" y="104775"/>
                      <a:pt x="11431" y="159258"/>
                      <a:pt x="24956" y="210407"/>
                    </a:cubicBezTo>
                    <a:cubicBezTo>
                      <a:pt x="38958" y="263176"/>
                      <a:pt x="73153" y="299180"/>
                      <a:pt x="85249" y="310801"/>
                    </a:cubicBezTo>
                    <a:cubicBezTo>
                      <a:pt x="139066" y="285655"/>
                      <a:pt x="209932" y="258794"/>
                      <a:pt x="267748" y="241649"/>
                    </a:cubicBezTo>
                    <a:cubicBezTo>
                      <a:pt x="271273" y="240602"/>
                      <a:pt x="274797" y="239554"/>
                      <a:pt x="278321" y="238697"/>
                    </a:cubicBezTo>
                    <a:cubicBezTo>
                      <a:pt x="288322" y="231267"/>
                      <a:pt x="296800" y="222599"/>
                      <a:pt x="303562" y="212884"/>
                    </a:cubicBezTo>
                    <a:cubicBezTo>
                      <a:pt x="303753" y="212598"/>
                      <a:pt x="303943" y="212312"/>
                      <a:pt x="304134" y="212027"/>
                    </a:cubicBezTo>
                    <a:cubicBezTo>
                      <a:pt x="312897" y="198977"/>
                      <a:pt x="318326" y="184023"/>
                      <a:pt x="320326" y="167640"/>
                    </a:cubicBezTo>
                    <a:cubicBezTo>
                      <a:pt x="320326" y="167450"/>
                      <a:pt x="320326" y="167354"/>
                      <a:pt x="320326" y="167164"/>
                    </a:cubicBezTo>
                    <a:cubicBezTo>
                      <a:pt x="321184" y="159353"/>
                      <a:pt x="321374" y="151543"/>
                      <a:pt x="320803" y="143923"/>
                    </a:cubicBezTo>
                    <a:cubicBezTo>
                      <a:pt x="319183" y="120682"/>
                      <a:pt x="311659" y="95345"/>
                      <a:pt x="298609" y="68390"/>
                    </a:cubicBezTo>
                    <a:cubicBezTo>
                      <a:pt x="293371" y="57722"/>
                      <a:pt x="286703" y="48768"/>
                      <a:pt x="278607" y="41624"/>
                    </a:cubicBezTo>
                    <a:cubicBezTo>
                      <a:pt x="268510" y="32766"/>
                      <a:pt x="255937" y="26479"/>
                      <a:pt x="241364" y="22955"/>
                    </a:cubicBezTo>
                    <a:cubicBezTo>
                      <a:pt x="231649" y="20383"/>
                      <a:pt x="221076" y="19145"/>
                      <a:pt x="208884" y="1905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9" name="Google Shape;1649;p39"/>
              <p:cNvSpPr/>
              <p:nvPr/>
            </p:nvSpPr>
            <p:spPr>
              <a:xfrm>
                <a:off x="4741264" y="3316713"/>
                <a:ext cx="55441" cy="49040"/>
              </a:xfrm>
              <a:custGeom>
                <a:avLst/>
                <a:gdLst/>
                <a:ahLst/>
                <a:cxnLst/>
                <a:rect l="l" t="t" r="r" b="b"/>
                <a:pathLst>
                  <a:path w="55441" h="49040" extrusionOk="0">
                    <a:moveTo>
                      <a:pt x="9520" y="49041"/>
                    </a:moveTo>
                    <a:cubicBezTo>
                      <a:pt x="5900" y="49041"/>
                      <a:pt x="2566" y="47041"/>
                      <a:pt x="947" y="43707"/>
                    </a:cubicBezTo>
                    <a:cubicBezTo>
                      <a:pt x="-1053" y="39516"/>
                      <a:pt x="185" y="34563"/>
                      <a:pt x="3995" y="31801"/>
                    </a:cubicBezTo>
                    <a:cubicBezTo>
                      <a:pt x="14854" y="23990"/>
                      <a:pt x="23998" y="14656"/>
                      <a:pt x="31141" y="4178"/>
                    </a:cubicBezTo>
                    <a:cubicBezTo>
                      <a:pt x="33142" y="1225"/>
                      <a:pt x="36761" y="-394"/>
                      <a:pt x="40285" y="82"/>
                    </a:cubicBezTo>
                    <a:cubicBezTo>
                      <a:pt x="43905" y="559"/>
                      <a:pt x="46858" y="3035"/>
                      <a:pt x="48001" y="6464"/>
                    </a:cubicBezTo>
                    <a:lnTo>
                      <a:pt x="54954" y="27229"/>
                    </a:lnTo>
                    <a:cubicBezTo>
                      <a:pt x="55811" y="29800"/>
                      <a:pt x="55526" y="32563"/>
                      <a:pt x="54192" y="34944"/>
                    </a:cubicBezTo>
                    <a:cubicBezTo>
                      <a:pt x="52859" y="37325"/>
                      <a:pt x="50573" y="38944"/>
                      <a:pt x="47906" y="39516"/>
                    </a:cubicBezTo>
                    <a:cubicBezTo>
                      <a:pt x="36952" y="41897"/>
                      <a:pt x="24855" y="44945"/>
                      <a:pt x="12091" y="48660"/>
                    </a:cubicBezTo>
                    <a:cubicBezTo>
                      <a:pt x="11234" y="48946"/>
                      <a:pt x="10377" y="49041"/>
                      <a:pt x="9520" y="4904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0" name="Google Shape;1650;p39"/>
              <p:cNvSpPr/>
              <p:nvPr/>
            </p:nvSpPr>
            <p:spPr>
              <a:xfrm>
                <a:off x="4314911" y="2035492"/>
                <a:ext cx="406327" cy="1096518"/>
              </a:xfrm>
              <a:custGeom>
                <a:avLst/>
                <a:gdLst/>
                <a:ahLst/>
                <a:cxnLst/>
                <a:rect l="l" t="t" r="r" b="b"/>
                <a:pathLst>
                  <a:path w="406327" h="1096518" extrusionOk="0">
                    <a:moveTo>
                      <a:pt x="396870" y="1096518"/>
                    </a:moveTo>
                    <a:cubicBezTo>
                      <a:pt x="396108" y="1096518"/>
                      <a:pt x="395346" y="1096423"/>
                      <a:pt x="394584" y="1096232"/>
                    </a:cubicBezTo>
                    <a:cubicBezTo>
                      <a:pt x="384964" y="1093851"/>
                      <a:pt x="374391" y="1092613"/>
                      <a:pt x="362199" y="1092422"/>
                    </a:cubicBezTo>
                    <a:cubicBezTo>
                      <a:pt x="359627" y="1092422"/>
                      <a:pt x="357151" y="1091375"/>
                      <a:pt x="355436" y="1089470"/>
                    </a:cubicBezTo>
                    <a:cubicBezTo>
                      <a:pt x="353626" y="1087660"/>
                      <a:pt x="352674" y="1085088"/>
                      <a:pt x="352769" y="1082612"/>
                    </a:cubicBezTo>
                    <a:cubicBezTo>
                      <a:pt x="353912" y="1047179"/>
                      <a:pt x="350483" y="963359"/>
                      <a:pt x="293905" y="949643"/>
                    </a:cubicBezTo>
                    <a:cubicBezTo>
                      <a:pt x="293619" y="949547"/>
                      <a:pt x="293905" y="949643"/>
                      <a:pt x="294286" y="949643"/>
                    </a:cubicBezTo>
                    <a:cubicBezTo>
                      <a:pt x="290380" y="949452"/>
                      <a:pt x="287047" y="946880"/>
                      <a:pt x="285808" y="943166"/>
                    </a:cubicBezTo>
                    <a:lnTo>
                      <a:pt x="5773" y="109919"/>
                    </a:lnTo>
                    <a:cubicBezTo>
                      <a:pt x="-4133" y="80391"/>
                      <a:pt x="-1180" y="51530"/>
                      <a:pt x="13774" y="30671"/>
                    </a:cubicBezTo>
                    <a:cubicBezTo>
                      <a:pt x="27967" y="10858"/>
                      <a:pt x="51303" y="0"/>
                      <a:pt x="79402" y="0"/>
                    </a:cubicBezTo>
                    <a:lnTo>
                      <a:pt x="132075" y="0"/>
                    </a:lnTo>
                    <a:cubicBezTo>
                      <a:pt x="137314" y="0"/>
                      <a:pt x="141600" y="4286"/>
                      <a:pt x="141600" y="9525"/>
                    </a:cubicBezTo>
                    <a:cubicBezTo>
                      <a:pt x="141600" y="14764"/>
                      <a:pt x="137314" y="19050"/>
                      <a:pt x="132075" y="19050"/>
                    </a:cubicBezTo>
                    <a:cubicBezTo>
                      <a:pt x="110263" y="19050"/>
                      <a:pt x="92451" y="27146"/>
                      <a:pt x="81878" y="41720"/>
                    </a:cubicBezTo>
                    <a:cubicBezTo>
                      <a:pt x="70353" y="57722"/>
                      <a:pt x="68448" y="79820"/>
                      <a:pt x="76449" y="103823"/>
                    </a:cubicBezTo>
                    <a:lnTo>
                      <a:pt x="405823" y="1083850"/>
                    </a:lnTo>
                    <a:cubicBezTo>
                      <a:pt x="406966" y="1087184"/>
                      <a:pt x="406109" y="1090803"/>
                      <a:pt x="403823" y="1093375"/>
                    </a:cubicBezTo>
                    <a:cubicBezTo>
                      <a:pt x="402013" y="1095470"/>
                      <a:pt x="399442" y="1096518"/>
                      <a:pt x="396870" y="1096518"/>
                    </a:cubicBezTo>
                    <a:close/>
                    <a:moveTo>
                      <a:pt x="371914" y="1073753"/>
                    </a:moveTo>
                    <a:cubicBezTo>
                      <a:pt x="375629" y="1073944"/>
                      <a:pt x="379154" y="1074325"/>
                      <a:pt x="382582" y="1074706"/>
                    </a:cubicBezTo>
                    <a:lnTo>
                      <a:pt x="369819" y="1036606"/>
                    </a:lnTo>
                    <a:cubicBezTo>
                      <a:pt x="371533" y="1050322"/>
                      <a:pt x="372010" y="1063181"/>
                      <a:pt x="371914" y="1073753"/>
                    </a:cubicBezTo>
                    <a:close/>
                    <a:moveTo>
                      <a:pt x="302191" y="932212"/>
                    </a:moveTo>
                    <a:cubicBezTo>
                      <a:pt x="321146" y="937546"/>
                      <a:pt x="335148" y="948976"/>
                      <a:pt x="345340" y="963454"/>
                    </a:cubicBezTo>
                    <a:lnTo>
                      <a:pt x="58542" y="110014"/>
                    </a:lnTo>
                    <a:lnTo>
                      <a:pt x="58542" y="110014"/>
                    </a:lnTo>
                    <a:cubicBezTo>
                      <a:pt x="48636" y="80486"/>
                      <a:pt x="51493" y="51626"/>
                      <a:pt x="66543" y="30766"/>
                    </a:cubicBezTo>
                    <a:cubicBezTo>
                      <a:pt x="69591" y="26480"/>
                      <a:pt x="73115" y="22670"/>
                      <a:pt x="77020" y="19241"/>
                    </a:cubicBezTo>
                    <a:cubicBezTo>
                      <a:pt x="56351" y="19812"/>
                      <a:pt x="39492" y="27813"/>
                      <a:pt x="29395" y="41910"/>
                    </a:cubicBezTo>
                    <a:cubicBezTo>
                      <a:pt x="17870" y="58007"/>
                      <a:pt x="15965" y="80010"/>
                      <a:pt x="23966" y="104013"/>
                    </a:cubicBezTo>
                    <a:lnTo>
                      <a:pt x="302191" y="932212"/>
                    </a:lnTo>
                    <a:close/>
                    <a:moveTo>
                      <a:pt x="294762" y="949738"/>
                    </a:moveTo>
                    <a:cubicBezTo>
                      <a:pt x="294762" y="949738"/>
                      <a:pt x="294762" y="949738"/>
                      <a:pt x="294762" y="949738"/>
                    </a:cubicBezTo>
                    <a:cubicBezTo>
                      <a:pt x="294762" y="949738"/>
                      <a:pt x="294762" y="949738"/>
                      <a:pt x="294762" y="94973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1" name="Google Shape;1651;p39"/>
              <p:cNvSpPr/>
              <p:nvPr/>
            </p:nvSpPr>
            <p:spPr>
              <a:xfrm>
                <a:off x="4476329" y="2964103"/>
                <a:ext cx="210508" cy="219627"/>
              </a:xfrm>
              <a:custGeom>
                <a:avLst/>
                <a:gdLst/>
                <a:ahLst/>
                <a:cxnLst/>
                <a:rect l="l" t="t" r="r" b="b"/>
                <a:pathLst>
                  <a:path w="210508" h="219627" extrusionOk="0">
                    <a:moveTo>
                      <a:pt x="35187" y="219628"/>
                    </a:moveTo>
                    <a:cubicBezTo>
                      <a:pt x="31853" y="219628"/>
                      <a:pt x="28615" y="217913"/>
                      <a:pt x="26900" y="215056"/>
                    </a:cubicBezTo>
                    <a:cubicBezTo>
                      <a:pt x="-8056" y="157429"/>
                      <a:pt x="-9009" y="95231"/>
                      <a:pt x="24424" y="48844"/>
                    </a:cubicBezTo>
                    <a:cubicBezTo>
                      <a:pt x="51189" y="11602"/>
                      <a:pt x="94528" y="-6591"/>
                      <a:pt x="134819" y="2172"/>
                    </a:cubicBezTo>
                    <a:cubicBezTo>
                      <a:pt x="135581" y="2267"/>
                      <a:pt x="136438" y="2458"/>
                      <a:pt x="137200" y="2648"/>
                    </a:cubicBezTo>
                    <a:cubicBezTo>
                      <a:pt x="207113" y="19793"/>
                      <a:pt x="211590" y="114662"/>
                      <a:pt x="210352" y="154667"/>
                    </a:cubicBezTo>
                    <a:cubicBezTo>
                      <a:pt x="210161" y="159811"/>
                      <a:pt x="205970" y="163906"/>
                      <a:pt x="200827" y="163906"/>
                    </a:cubicBezTo>
                    <a:cubicBezTo>
                      <a:pt x="194636" y="163906"/>
                      <a:pt x="188540" y="164192"/>
                      <a:pt x="182253" y="164668"/>
                    </a:cubicBezTo>
                    <a:cubicBezTo>
                      <a:pt x="154631" y="166954"/>
                      <a:pt x="122627" y="174574"/>
                      <a:pt x="84527" y="187814"/>
                    </a:cubicBezTo>
                    <a:cubicBezTo>
                      <a:pt x="67858" y="193720"/>
                      <a:pt x="53666" y="203340"/>
                      <a:pt x="42236" y="216389"/>
                    </a:cubicBezTo>
                    <a:cubicBezTo>
                      <a:pt x="40521" y="218389"/>
                      <a:pt x="37949" y="219628"/>
                      <a:pt x="35187" y="219628"/>
                    </a:cubicBezTo>
                    <a:close/>
                    <a:moveTo>
                      <a:pt x="114435" y="19031"/>
                    </a:moveTo>
                    <a:cubicBezTo>
                      <a:pt x="86527" y="19031"/>
                      <a:pt x="58523" y="33985"/>
                      <a:pt x="39854" y="59893"/>
                    </a:cubicBezTo>
                    <a:cubicBezTo>
                      <a:pt x="13089" y="97136"/>
                      <a:pt x="12232" y="146666"/>
                      <a:pt x="37092" y="194386"/>
                    </a:cubicBezTo>
                    <a:cubicBezTo>
                      <a:pt x="48903" y="183528"/>
                      <a:pt x="62714" y="175241"/>
                      <a:pt x="78335" y="169812"/>
                    </a:cubicBezTo>
                    <a:cubicBezTo>
                      <a:pt x="117959" y="156001"/>
                      <a:pt x="151487" y="148095"/>
                      <a:pt x="180824" y="145714"/>
                    </a:cubicBezTo>
                    <a:cubicBezTo>
                      <a:pt x="184444" y="145428"/>
                      <a:pt x="188063" y="145237"/>
                      <a:pt x="191588" y="145047"/>
                    </a:cubicBezTo>
                    <a:cubicBezTo>
                      <a:pt x="191683" y="106090"/>
                      <a:pt x="184730" y="33795"/>
                      <a:pt x="132533" y="21127"/>
                    </a:cubicBezTo>
                    <a:cubicBezTo>
                      <a:pt x="132437" y="21127"/>
                      <a:pt x="132342" y="21127"/>
                      <a:pt x="132247" y="21031"/>
                    </a:cubicBezTo>
                    <a:cubicBezTo>
                      <a:pt x="131961" y="21031"/>
                      <a:pt x="131675" y="20936"/>
                      <a:pt x="131390" y="20841"/>
                    </a:cubicBezTo>
                    <a:cubicBezTo>
                      <a:pt x="125770" y="19603"/>
                      <a:pt x="120055" y="19031"/>
                      <a:pt x="114435" y="190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2" name="Google Shape;1652;p39"/>
              <p:cNvSpPr/>
              <p:nvPr/>
            </p:nvSpPr>
            <p:spPr>
              <a:xfrm>
                <a:off x="4629381" y="3713991"/>
                <a:ext cx="241281" cy="98008"/>
              </a:xfrm>
              <a:custGeom>
                <a:avLst/>
                <a:gdLst/>
                <a:ahLst/>
                <a:cxnLst/>
                <a:rect l="l" t="t" r="r" b="b"/>
                <a:pathLst>
                  <a:path w="241281" h="98008" extrusionOk="0">
                    <a:moveTo>
                      <a:pt x="9484" y="98009"/>
                    </a:moveTo>
                    <a:cubicBezTo>
                      <a:pt x="5579" y="98009"/>
                      <a:pt x="1864" y="95533"/>
                      <a:pt x="531" y="91722"/>
                    </a:cubicBezTo>
                    <a:cubicBezTo>
                      <a:pt x="-1184" y="86769"/>
                      <a:pt x="1388" y="81340"/>
                      <a:pt x="6341" y="79530"/>
                    </a:cubicBezTo>
                    <a:lnTo>
                      <a:pt x="228559" y="568"/>
                    </a:lnTo>
                    <a:cubicBezTo>
                      <a:pt x="233512" y="-1241"/>
                      <a:pt x="238941" y="1426"/>
                      <a:pt x="240751" y="6378"/>
                    </a:cubicBezTo>
                    <a:cubicBezTo>
                      <a:pt x="242466" y="11331"/>
                      <a:pt x="239894" y="16761"/>
                      <a:pt x="234941" y="18570"/>
                    </a:cubicBezTo>
                    <a:lnTo>
                      <a:pt x="12723" y="97533"/>
                    </a:lnTo>
                    <a:cubicBezTo>
                      <a:pt x="11580" y="97818"/>
                      <a:pt x="10532" y="98009"/>
                      <a:pt x="9484" y="9800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3" name="Google Shape;1653;p39"/>
              <p:cNvSpPr/>
              <p:nvPr/>
            </p:nvSpPr>
            <p:spPr>
              <a:xfrm>
                <a:off x="4667850" y="3622005"/>
                <a:ext cx="171772" cy="128939"/>
              </a:xfrm>
              <a:custGeom>
                <a:avLst/>
                <a:gdLst/>
                <a:ahLst/>
                <a:cxnLst/>
                <a:rect l="l" t="t" r="r" b="b"/>
                <a:pathLst>
                  <a:path w="171772" h="128939" extrusionOk="0">
                    <a:moveTo>
                      <a:pt x="9496" y="128939"/>
                    </a:moveTo>
                    <a:cubicBezTo>
                      <a:pt x="6543" y="128939"/>
                      <a:pt x="3590" y="127606"/>
                      <a:pt x="1780" y="124939"/>
                    </a:cubicBezTo>
                    <a:cubicBezTo>
                      <a:pt x="-1268" y="120652"/>
                      <a:pt x="-315" y="114747"/>
                      <a:pt x="3971" y="111604"/>
                    </a:cubicBezTo>
                    <a:lnTo>
                      <a:pt x="156657" y="1780"/>
                    </a:lnTo>
                    <a:cubicBezTo>
                      <a:pt x="160943" y="-1268"/>
                      <a:pt x="166849" y="-315"/>
                      <a:pt x="169992" y="3971"/>
                    </a:cubicBezTo>
                    <a:cubicBezTo>
                      <a:pt x="173040" y="8257"/>
                      <a:pt x="172088" y="14163"/>
                      <a:pt x="167801" y="17306"/>
                    </a:cubicBezTo>
                    <a:lnTo>
                      <a:pt x="15115" y="127129"/>
                    </a:lnTo>
                    <a:cubicBezTo>
                      <a:pt x="13401" y="128272"/>
                      <a:pt x="11401" y="128939"/>
                      <a:pt x="9496" y="12893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4" name="Google Shape;1654;p39"/>
              <p:cNvSpPr/>
              <p:nvPr/>
            </p:nvSpPr>
            <p:spPr>
              <a:xfrm>
                <a:off x="4872468" y="3980071"/>
                <a:ext cx="87529" cy="113582"/>
              </a:xfrm>
              <a:custGeom>
                <a:avLst/>
                <a:gdLst/>
                <a:ahLst/>
                <a:cxnLst/>
                <a:rect l="l" t="t" r="r" b="b"/>
                <a:pathLst>
                  <a:path w="87529" h="113582" extrusionOk="0">
                    <a:moveTo>
                      <a:pt x="9570" y="113583"/>
                    </a:moveTo>
                    <a:cubicBezTo>
                      <a:pt x="7665" y="113583"/>
                      <a:pt x="5665" y="113012"/>
                      <a:pt x="3950" y="111773"/>
                    </a:cubicBezTo>
                    <a:cubicBezTo>
                      <a:pt x="-336" y="108725"/>
                      <a:pt x="-1288" y="102725"/>
                      <a:pt x="1855" y="98438"/>
                    </a:cubicBezTo>
                    <a:lnTo>
                      <a:pt x="70244" y="3950"/>
                    </a:lnTo>
                    <a:cubicBezTo>
                      <a:pt x="73292" y="-336"/>
                      <a:pt x="79293" y="-1288"/>
                      <a:pt x="83579" y="1855"/>
                    </a:cubicBezTo>
                    <a:cubicBezTo>
                      <a:pt x="87866" y="4903"/>
                      <a:pt x="88818" y="10903"/>
                      <a:pt x="85675" y="15190"/>
                    </a:cubicBezTo>
                    <a:lnTo>
                      <a:pt x="17285" y="109678"/>
                    </a:lnTo>
                    <a:cubicBezTo>
                      <a:pt x="15475" y="112154"/>
                      <a:pt x="12523" y="113583"/>
                      <a:pt x="9570" y="11358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5" name="Google Shape;1655;p39"/>
              <p:cNvSpPr/>
              <p:nvPr/>
            </p:nvSpPr>
            <p:spPr>
              <a:xfrm>
                <a:off x="4902785" y="3731867"/>
                <a:ext cx="37002" cy="199195"/>
              </a:xfrm>
              <a:custGeom>
                <a:avLst/>
                <a:gdLst/>
                <a:ahLst/>
                <a:cxnLst/>
                <a:rect l="l" t="t" r="r" b="b"/>
                <a:pathLst>
                  <a:path w="37002" h="199195" extrusionOk="0">
                    <a:moveTo>
                      <a:pt x="13734" y="199195"/>
                    </a:moveTo>
                    <a:cubicBezTo>
                      <a:pt x="9353" y="199195"/>
                      <a:pt x="5447" y="196243"/>
                      <a:pt x="4495" y="191766"/>
                    </a:cubicBezTo>
                    <a:cubicBezTo>
                      <a:pt x="3828" y="188908"/>
                      <a:pt x="-11412" y="119376"/>
                      <a:pt x="18306" y="7076"/>
                    </a:cubicBezTo>
                    <a:cubicBezTo>
                      <a:pt x="19640" y="2028"/>
                      <a:pt x="24878" y="-1020"/>
                      <a:pt x="29927" y="313"/>
                    </a:cubicBezTo>
                    <a:cubicBezTo>
                      <a:pt x="34975" y="1647"/>
                      <a:pt x="38023" y="6886"/>
                      <a:pt x="36689" y="11934"/>
                    </a:cubicBezTo>
                    <a:cubicBezTo>
                      <a:pt x="8305" y="119376"/>
                      <a:pt x="22878" y="186908"/>
                      <a:pt x="22973" y="187575"/>
                    </a:cubicBezTo>
                    <a:cubicBezTo>
                      <a:pt x="24116" y="192718"/>
                      <a:pt x="20878" y="197767"/>
                      <a:pt x="15830" y="199005"/>
                    </a:cubicBezTo>
                    <a:cubicBezTo>
                      <a:pt x="15163" y="199100"/>
                      <a:pt x="14401" y="199195"/>
                      <a:pt x="13734" y="19919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6" name="Google Shape;1656;p39"/>
              <p:cNvSpPr/>
              <p:nvPr/>
            </p:nvSpPr>
            <p:spPr>
              <a:xfrm>
                <a:off x="4784801" y="3369146"/>
                <a:ext cx="34159" cy="205204"/>
              </a:xfrm>
              <a:custGeom>
                <a:avLst/>
                <a:gdLst/>
                <a:ahLst/>
                <a:cxnLst/>
                <a:rect l="l" t="t" r="r" b="b"/>
                <a:pathLst>
                  <a:path w="34159" h="205204" extrusionOk="0">
                    <a:moveTo>
                      <a:pt x="24561" y="205205"/>
                    </a:moveTo>
                    <a:cubicBezTo>
                      <a:pt x="20561" y="205205"/>
                      <a:pt x="16751" y="202633"/>
                      <a:pt x="15513" y="198537"/>
                    </a:cubicBezTo>
                    <a:cubicBezTo>
                      <a:pt x="-11824" y="111955"/>
                      <a:pt x="5130" y="12038"/>
                      <a:pt x="5892" y="7846"/>
                    </a:cubicBezTo>
                    <a:cubicBezTo>
                      <a:pt x="6845" y="2703"/>
                      <a:pt x="11703" y="-726"/>
                      <a:pt x="16941" y="131"/>
                    </a:cubicBezTo>
                    <a:cubicBezTo>
                      <a:pt x="22085" y="989"/>
                      <a:pt x="25609" y="5942"/>
                      <a:pt x="24656" y="11180"/>
                    </a:cubicBezTo>
                    <a:cubicBezTo>
                      <a:pt x="24466" y="12133"/>
                      <a:pt x="7797" y="110812"/>
                      <a:pt x="33705" y="192917"/>
                    </a:cubicBezTo>
                    <a:cubicBezTo>
                      <a:pt x="35325" y="197966"/>
                      <a:pt x="32467" y="203300"/>
                      <a:pt x="27514" y="204824"/>
                    </a:cubicBezTo>
                    <a:cubicBezTo>
                      <a:pt x="26466" y="205109"/>
                      <a:pt x="25514" y="205205"/>
                      <a:pt x="24561" y="20520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7" name="Google Shape;1657;p39"/>
              <p:cNvSpPr/>
              <p:nvPr/>
            </p:nvSpPr>
            <p:spPr>
              <a:xfrm>
                <a:off x="4556064" y="3141837"/>
                <a:ext cx="185386" cy="205723"/>
              </a:xfrm>
              <a:custGeom>
                <a:avLst/>
                <a:gdLst/>
                <a:ahLst/>
                <a:cxnLst/>
                <a:rect l="l" t="t" r="r" b="b"/>
                <a:pathLst>
                  <a:path w="185386" h="205723" extrusionOk="0">
                    <a:moveTo>
                      <a:pt x="96517" y="205724"/>
                    </a:moveTo>
                    <a:cubicBezTo>
                      <a:pt x="72514" y="205724"/>
                      <a:pt x="47844" y="201723"/>
                      <a:pt x="29461" y="189246"/>
                    </a:cubicBezTo>
                    <a:cubicBezTo>
                      <a:pt x="12221" y="177530"/>
                      <a:pt x="2600" y="160004"/>
                      <a:pt x="695" y="137239"/>
                    </a:cubicBezTo>
                    <a:cubicBezTo>
                      <a:pt x="-7782" y="34750"/>
                      <a:pt x="64037" y="16176"/>
                      <a:pt x="64799" y="15986"/>
                    </a:cubicBezTo>
                    <a:cubicBezTo>
                      <a:pt x="69942" y="14748"/>
                      <a:pt x="75086" y="17891"/>
                      <a:pt x="76324" y="23034"/>
                    </a:cubicBezTo>
                    <a:cubicBezTo>
                      <a:pt x="77562" y="28178"/>
                      <a:pt x="74419" y="33321"/>
                      <a:pt x="69275" y="34560"/>
                    </a:cubicBezTo>
                    <a:cubicBezTo>
                      <a:pt x="66989" y="35131"/>
                      <a:pt x="12602" y="50085"/>
                      <a:pt x="19650" y="135810"/>
                    </a:cubicBezTo>
                    <a:cubicBezTo>
                      <a:pt x="21079" y="152860"/>
                      <a:pt x="27746" y="165243"/>
                      <a:pt x="40129" y="173625"/>
                    </a:cubicBezTo>
                    <a:cubicBezTo>
                      <a:pt x="73466" y="196389"/>
                      <a:pt x="137284" y="184197"/>
                      <a:pt x="162430" y="178197"/>
                    </a:cubicBezTo>
                    <a:cubicBezTo>
                      <a:pt x="126140" y="93424"/>
                      <a:pt x="145475" y="10938"/>
                      <a:pt x="146333" y="7318"/>
                    </a:cubicBezTo>
                    <a:cubicBezTo>
                      <a:pt x="147571" y="2175"/>
                      <a:pt x="152714" y="-969"/>
                      <a:pt x="157858" y="270"/>
                    </a:cubicBezTo>
                    <a:cubicBezTo>
                      <a:pt x="163001" y="1508"/>
                      <a:pt x="166145" y="6651"/>
                      <a:pt x="164906" y="11795"/>
                    </a:cubicBezTo>
                    <a:cubicBezTo>
                      <a:pt x="164716" y="12652"/>
                      <a:pt x="144713" y="98282"/>
                      <a:pt x="184433" y="180292"/>
                    </a:cubicBezTo>
                    <a:cubicBezTo>
                      <a:pt x="185671" y="182769"/>
                      <a:pt x="185671" y="185721"/>
                      <a:pt x="184623" y="188293"/>
                    </a:cubicBezTo>
                    <a:cubicBezTo>
                      <a:pt x="183480" y="190865"/>
                      <a:pt x="181289" y="192770"/>
                      <a:pt x="178622" y="193532"/>
                    </a:cubicBezTo>
                    <a:cubicBezTo>
                      <a:pt x="176146" y="194294"/>
                      <a:pt x="137284" y="205724"/>
                      <a:pt x="96517" y="20572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8" name="Google Shape;1658;p39"/>
              <p:cNvSpPr/>
              <p:nvPr/>
            </p:nvSpPr>
            <p:spPr>
              <a:xfrm>
                <a:off x="4963143" y="3390856"/>
                <a:ext cx="237867" cy="195687"/>
              </a:xfrm>
              <a:custGeom>
                <a:avLst/>
                <a:gdLst/>
                <a:ahLst/>
                <a:cxnLst/>
                <a:rect l="l" t="t" r="r" b="b"/>
                <a:pathLst>
                  <a:path w="237867" h="195687" extrusionOk="0">
                    <a:moveTo>
                      <a:pt x="196358" y="195687"/>
                    </a:moveTo>
                    <a:cubicBezTo>
                      <a:pt x="161783" y="195687"/>
                      <a:pt x="11955" y="191020"/>
                      <a:pt x="1191" y="109962"/>
                    </a:cubicBezTo>
                    <a:cubicBezTo>
                      <a:pt x="-10715" y="20142"/>
                      <a:pt x="70533" y="425"/>
                      <a:pt x="71390" y="234"/>
                    </a:cubicBezTo>
                    <a:cubicBezTo>
                      <a:pt x="76534" y="-909"/>
                      <a:pt x="81582" y="2235"/>
                      <a:pt x="82820" y="7378"/>
                    </a:cubicBezTo>
                    <a:cubicBezTo>
                      <a:pt x="83963" y="12522"/>
                      <a:pt x="80820" y="17665"/>
                      <a:pt x="75677" y="18808"/>
                    </a:cubicBezTo>
                    <a:cubicBezTo>
                      <a:pt x="73010" y="19475"/>
                      <a:pt x="10526" y="35096"/>
                      <a:pt x="20146" y="107390"/>
                    </a:cubicBezTo>
                    <a:cubicBezTo>
                      <a:pt x="27671" y="164064"/>
                      <a:pt x="139304" y="176352"/>
                      <a:pt x="192834" y="176637"/>
                    </a:cubicBezTo>
                    <a:cubicBezTo>
                      <a:pt x="190072" y="106248"/>
                      <a:pt x="218552" y="48812"/>
                      <a:pt x="219885" y="46335"/>
                    </a:cubicBezTo>
                    <a:cubicBezTo>
                      <a:pt x="222266" y="41668"/>
                      <a:pt x="227981" y="39763"/>
                      <a:pt x="232649" y="42144"/>
                    </a:cubicBezTo>
                    <a:cubicBezTo>
                      <a:pt x="237316" y="44526"/>
                      <a:pt x="239221" y="50241"/>
                      <a:pt x="236840" y="54908"/>
                    </a:cubicBezTo>
                    <a:cubicBezTo>
                      <a:pt x="236554" y="55479"/>
                      <a:pt x="206645" y="115773"/>
                      <a:pt x="212456" y="185305"/>
                    </a:cubicBezTo>
                    <a:cubicBezTo>
                      <a:pt x="212646" y="187877"/>
                      <a:pt x="211789" y="190448"/>
                      <a:pt x="210074" y="192449"/>
                    </a:cubicBezTo>
                    <a:cubicBezTo>
                      <a:pt x="208360" y="194354"/>
                      <a:pt x="205883" y="195497"/>
                      <a:pt x="203216" y="195592"/>
                    </a:cubicBezTo>
                    <a:cubicBezTo>
                      <a:pt x="202455" y="195592"/>
                      <a:pt x="200073" y="195687"/>
                      <a:pt x="196358" y="19568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9" name="Google Shape;1659;p39"/>
              <p:cNvSpPr/>
              <p:nvPr/>
            </p:nvSpPr>
            <p:spPr>
              <a:xfrm>
                <a:off x="5100125" y="3810474"/>
                <a:ext cx="199926" cy="144782"/>
              </a:xfrm>
              <a:custGeom>
                <a:avLst/>
                <a:gdLst/>
                <a:ahLst/>
                <a:cxnLst/>
                <a:rect l="l" t="t" r="r" b="b"/>
                <a:pathLst>
                  <a:path w="199926" h="144782" extrusionOk="0">
                    <a:moveTo>
                      <a:pt x="171105" y="144782"/>
                    </a:moveTo>
                    <a:cubicBezTo>
                      <a:pt x="170819" y="144782"/>
                      <a:pt x="170533" y="144782"/>
                      <a:pt x="170247" y="144782"/>
                    </a:cubicBezTo>
                    <a:cubicBezTo>
                      <a:pt x="165771" y="144401"/>
                      <a:pt x="58995" y="134590"/>
                      <a:pt x="16895" y="78202"/>
                    </a:cubicBezTo>
                    <a:cubicBezTo>
                      <a:pt x="1655" y="57914"/>
                      <a:pt x="-3298" y="34102"/>
                      <a:pt x="2131" y="7622"/>
                    </a:cubicBezTo>
                    <a:cubicBezTo>
                      <a:pt x="3179" y="2479"/>
                      <a:pt x="8132" y="-855"/>
                      <a:pt x="13371" y="193"/>
                    </a:cubicBezTo>
                    <a:cubicBezTo>
                      <a:pt x="18514" y="1240"/>
                      <a:pt x="21848" y="6288"/>
                      <a:pt x="20800" y="11432"/>
                    </a:cubicBezTo>
                    <a:cubicBezTo>
                      <a:pt x="16514" y="32673"/>
                      <a:pt x="20229" y="50770"/>
                      <a:pt x="32135" y="66868"/>
                    </a:cubicBezTo>
                    <a:cubicBezTo>
                      <a:pt x="61853" y="106587"/>
                      <a:pt x="132909" y="120398"/>
                      <a:pt x="160532" y="124494"/>
                    </a:cubicBezTo>
                    <a:cubicBezTo>
                      <a:pt x="158341" y="73726"/>
                      <a:pt x="180534" y="19909"/>
                      <a:pt x="181582" y="17433"/>
                    </a:cubicBezTo>
                    <a:cubicBezTo>
                      <a:pt x="183582" y="12575"/>
                      <a:pt x="189202" y="10289"/>
                      <a:pt x="194060" y="12289"/>
                    </a:cubicBezTo>
                    <a:cubicBezTo>
                      <a:pt x="198918" y="14289"/>
                      <a:pt x="201204" y="19909"/>
                      <a:pt x="199203" y="24767"/>
                    </a:cubicBezTo>
                    <a:cubicBezTo>
                      <a:pt x="198918" y="25338"/>
                      <a:pt x="174248" y="85346"/>
                      <a:pt x="180534" y="134209"/>
                    </a:cubicBezTo>
                    <a:cubicBezTo>
                      <a:pt x="180915" y="137067"/>
                      <a:pt x="179963" y="139924"/>
                      <a:pt x="177963" y="142020"/>
                    </a:cubicBezTo>
                    <a:cubicBezTo>
                      <a:pt x="176248" y="143734"/>
                      <a:pt x="173772" y="144782"/>
                      <a:pt x="171105" y="14478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0" name="Google Shape;1660;p39"/>
              <p:cNvSpPr/>
              <p:nvPr/>
            </p:nvSpPr>
            <p:spPr>
              <a:xfrm>
                <a:off x="6106920" y="4251831"/>
                <a:ext cx="224571" cy="309215"/>
              </a:xfrm>
              <a:custGeom>
                <a:avLst/>
                <a:gdLst/>
                <a:ahLst/>
                <a:cxnLst/>
                <a:rect l="l" t="t" r="r" b="b"/>
                <a:pathLst>
                  <a:path w="224571" h="309215" extrusionOk="0">
                    <a:moveTo>
                      <a:pt x="9559" y="309215"/>
                    </a:moveTo>
                    <a:cubicBezTo>
                      <a:pt x="7654" y="309215"/>
                      <a:pt x="5749" y="308644"/>
                      <a:pt x="4034" y="307501"/>
                    </a:cubicBezTo>
                    <a:cubicBezTo>
                      <a:pt x="-252" y="304453"/>
                      <a:pt x="-1300" y="298547"/>
                      <a:pt x="1748" y="294261"/>
                    </a:cubicBezTo>
                    <a:lnTo>
                      <a:pt x="207298" y="4034"/>
                    </a:lnTo>
                    <a:cubicBezTo>
                      <a:pt x="210346" y="-252"/>
                      <a:pt x="216251" y="-1300"/>
                      <a:pt x="220537" y="1748"/>
                    </a:cubicBezTo>
                    <a:cubicBezTo>
                      <a:pt x="224824" y="4796"/>
                      <a:pt x="225871" y="10702"/>
                      <a:pt x="222824" y="14988"/>
                    </a:cubicBezTo>
                    <a:lnTo>
                      <a:pt x="17274" y="305215"/>
                    </a:lnTo>
                    <a:cubicBezTo>
                      <a:pt x="15464" y="307882"/>
                      <a:pt x="12607" y="309215"/>
                      <a:pt x="9559" y="30921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1" name="Google Shape;1661;p39"/>
              <p:cNvSpPr/>
              <p:nvPr/>
            </p:nvSpPr>
            <p:spPr>
              <a:xfrm>
                <a:off x="6312532" y="4585513"/>
                <a:ext cx="690163" cy="630661"/>
              </a:xfrm>
              <a:custGeom>
                <a:avLst/>
                <a:gdLst/>
                <a:ahLst/>
                <a:cxnLst/>
                <a:rect l="l" t="t" r="r" b="b"/>
                <a:pathLst>
                  <a:path w="690163" h="630661" extrusionOk="0">
                    <a:moveTo>
                      <a:pt x="9496" y="630662"/>
                    </a:moveTo>
                    <a:cubicBezTo>
                      <a:pt x="7591" y="630662"/>
                      <a:pt x="5590" y="630091"/>
                      <a:pt x="3971" y="628852"/>
                    </a:cubicBezTo>
                    <a:cubicBezTo>
                      <a:pt x="-315" y="625804"/>
                      <a:pt x="-1268" y="619803"/>
                      <a:pt x="1780" y="615517"/>
                    </a:cubicBezTo>
                    <a:cubicBezTo>
                      <a:pt x="5019" y="610945"/>
                      <a:pt x="333727" y="157936"/>
                      <a:pt x="676627" y="869"/>
                    </a:cubicBezTo>
                    <a:cubicBezTo>
                      <a:pt x="681389" y="-1322"/>
                      <a:pt x="687104" y="774"/>
                      <a:pt x="689295" y="5536"/>
                    </a:cubicBezTo>
                    <a:cubicBezTo>
                      <a:pt x="691486" y="10299"/>
                      <a:pt x="689390" y="16014"/>
                      <a:pt x="684628" y="18204"/>
                    </a:cubicBezTo>
                    <a:cubicBezTo>
                      <a:pt x="346300" y="173081"/>
                      <a:pt x="20545" y="622090"/>
                      <a:pt x="17306" y="626661"/>
                    </a:cubicBezTo>
                    <a:cubicBezTo>
                      <a:pt x="15401" y="629233"/>
                      <a:pt x="12448" y="630662"/>
                      <a:pt x="9496" y="63066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62" name="Google Shape;1662;p39"/>
            <p:cNvGrpSpPr/>
            <p:nvPr/>
          </p:nvGrpSpPr>
          <p:grpSpPr>
            <a:xfrm>
              <a:off x="5280671" y="2720453"/>
              <a:ext cx="1178983" cy="2217153"/>
              <a:chOff x="4544564" y="1326832"/>
              <a:chExt cx="2182089" cy="4103560"/>
            </a:xfrm>
          </p:grpSpPr>
          <p:sp>
            <p:nvSpPr>
              <p:cNvPr id="1663" name="Google Shape;1663;p39"/>
              <p:cNvSpPr/>
              <p:nvPr/>
            </p:nvSpPr>
            <p:spPr>
              <a:xfrm>
                <a:off x="4899755" y="2365248"/>
                <a:ext cx="1114139" cy="963263"/>
              </a:xfrm>
              <a:custGeom>
                <a:avLst/>
                <a:gdLst/>
                <a:ahLst/>
                <a:cxnLst/>
                <a:rect l="l" t="t" r="r" b="b"/>
                <a:pathLst>
                  <a:path w="1114139" h="963263" extrusionOk="0">
                    <a:moveTo>
                      <a:pt x="1114139" y="963263"/>
                    </a:moveTo>
                    <a:lnTo>
                      <a:pt x="323755" y="963263"/>
                    </a:lnTo>
                    <a:lnTo>
                      <a:pt x="279178" y="830389"/>
                    </a:lnTo>
                    <a:lnTo>
                      <a:pt x="247840" y="737330"/>
                    </a:lnTo>
                    <a:lnTo>
                      <a:pt x="185261" y="551307"/>
                    </a:lnTo>
                    <a:lnTo>
                      <a:pt x="0" y="0"/>
                    </a:lnTo>
                    <a:lnTo>
                      <a:pt x="790384" y="0"/>
                    </a:lnTo>
                    <a:lnTo>
                      <a:pt x="959167" y="501967"/>
                    </a:lnTo>
                    <a:lnTo>
                      <a:pt x="1021652" y="687895"/>
                    </a:lnTo>
                    <a:lnTo>
                      <a:pt x="1062704" y="810197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4" name="Google Shape;1664;p39"/>
              <p:cNvSpPr/>
              <p:nvPr/>
            </p:nvSpPr>
            <p:spPr>
              <a:xfrm>
                <a:off x="5602890" y="4457509"/>
                <a:ext cx="1114139" cy="963358"/>
              </a:xfrm>
              <a:custGeom>
                <a:avLst/>
                <a:gdLst/>
                <a:ahLst/>
                <a:cxnLst/>
                <a:rect l="l" t="t" r="r" b="b"/>
                <a:pathLst>
                  <a:path w="1114139" h="963358" extrusionOk="0">
                    <a:moveTo>
                      <a:pt x="1114139" y="963358"/>
                    </a:moveTo>
                    <a:lnTo>
                      <a:pt x="323755" y="963358"/>
                    </a:lnTo>
                    <a:lnTo>
                      <a:pt x="240887" y="716851"/>
                    </a:lnTo>
                    <a:lnTo>
                      <a:pt x="0" y="0"/>
                    </a:lnTo>
                    <a:lnTo>
                      <a:pt x="790480" y="0"/>
                    </a:lnTo>
                    <a:lnTo>
                      <a:pt x="1014698" y="66741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5" name="Google Shape;1665;p39"/>
              <p:cNvSpPr/>
              <p:nvPr/>
            </p:nvSpPr>
            <p:spPr>
              <a:xfrm>
                <a:off x="6029706" y="4490656"/>
                <a:ext cx="376046" cy="281463"/>
              </a:xfrm>
              <a:custGeom>
                <a:avLst/>
                <a:gdLst/>
                <a:ahLst/>
                <a:cxnLst/>
                <a:rect l="l" t="t" r="r" b="b"/>
                <a:pathLst>
                  <a:path w="376046" h="281463" extrusionOk="0">
                    <a:moveTo>
                      <a:pt x="376047" y="281464"/>
                    </a:moveTo>
                    <a:lnTo>
                      <a:pt x="94583" y="281464"/>
                    </a:lnTo>
                    <a:lnTo>
                      <a:pt x="48292" y="143828"/>
                    </a:lnTo>
                    <a:lnTo>
                      <a:pt x="0" y="0"/>
                    </a:lnTo>
                    <a:lnTo>
                      <a:pt x="281464" y="0"/>
                    </a:lnTo>
                    <a:lnTo>
                      <a:pt x="325946" y="13239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6" name="Google Shape;1666;p39"/>
              <p:cNvSpPr/>
              <p:nvPr/>
            </p:nvSpPr>
            <p:spPr>
              <a:xfrm>
                <a:off x="4953952" y="2415920"/>
                <a:ext cx="583501" cy="436625"/>
              </a:xfrm>
              <a:custGeom>
                <a:avLst/>
                <a:gdLst/>
                <a:ahLst/>
                <a:cxnLst/>
                <a:rect l="l" t="t" r="r" b="b"/>
                <a:pathLst>
                  <a:path w="583501" h="436625" extrusionOk="0">
                    <a:moveTo>
                      <a:pt x="583501" y="436626"/>
                    </a:moveTo>
                    <a:lnTo>
                      <a:pt x="146875" y="436626"/>
                    </a:lnTo>
                    <a:lnTo>
                      <a:pt x="78676" y="233839"/>
                    </a:lnTo>
                    <a:lnTo>
                      <a:pt x="0" y="0"/>
                    </a:lnTo>
                    <a:lnTo>
                      <a:pt x="436626" y="0"/>
                    </a:lnTo>
                    <a:lnTo>
                      <a:pt x="511302" y="222123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7" name="Google Shape;1667;p39"/>
              <p:cNvSpPr/>
              <p:nvPr/>
            </p:nvSpPr>
            <p:spPr>
              <a:xfrm>
                <a:off x="5252084" y="3413759"/>
                <a:ext cx="1114139" cy="963263"/>
              </a:xfrm>
              <a:custGeom>
                <a:avLst/>
                <a:gdLst/>
                <a:ahLst/>
                <a:cxnLst/>
                <a:rect l="l" t="t" r="r" b="b"/>
                <a:pathLst>
                  <a:path w="1114139" h="963263" extrusionOk="0">
                    <a:moveTo>
                      <a:pt x="1114139" y="963263"/>
                    </a:moveTo>
                    <a:lnTo>
                      <a:pt x="323755" y="963263"/>
                    </a:lnTo>
                    <a:lnTo>
                      <a:pt x="240887" y="716756"/>
                    </a:lnTo>
                    <a:lnTo>
                      <a:pt x="200692" y="597218"/>
                    </a:lnTo>
                    <a:lnTo>
                      <a:pt x="0" y="0"/>
                    </a:lnTo>
                    <a:lnTo>
                      <a:pt x="790385" y="0"/>
                    </a:lnTo>
                    <a:lnTo>
                      <a:pt x="984313" y="577120"/>
                    </a:lnTo>
                    <a:lnTo>
                      <a:pt x="1024509" y="69665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8" name="Google Shape;1668;p39"/>
              <p:cNvSpPr/>
              <p:nvPr/>
            </p:nvSpPr>
            <p:spPr>
              <a:xfrm>
                <a:off x="4554093" y="1336357"/>
                <a:ext cx="1114043" cy="963167"/>
              </a:xfrm>
              <a:custGeom>
                <a:avLst/>
                <a:gdLst/>
                <a:ahLst/>
                <a:cxnLst/>
                <a:rect l="l" t="t" r="r" b="b"/>
                <a:pathLst>
                  <a:path w="1114043" h="963167" extrusionOk="0">
                    <a:moveTo>
                      <a:pt x="1114044" y="963168"/>
                    </a:moveTo>
                    <a:lnTo>
                      <a:pt x="323660" y="963168"/>
                    </a:lnTo>
                    <a:lnTo>
                      <a:pt x="240887" y="716852"/>
                    </a:lnTo>
                    <a:lnTo>
                      <a:pt x="25146" y="74962"/>
                    </a:lnTo>
                    <a:lnTo>
                      <a:pt x="0" y="0"/>
                    </a:lnTo>
                    <a:lnTo>
                      <a:pt x="790385" y="0"/>
                    </a:lnTo>
                    <a:lnTo>
                      <a:pt x="984314" y="577215"/>
                    </a:lnTo>
                    <a:lnTo>
                      <a:pt x="1014603" y="66741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9" name="Google Shape;1669;p39"/>
              <p:cNvSpPr/>
              <p:nvPr/>
            </p:nvSpPr>
            <p:spPr>
              <a:xfrm>
                <a:off x="5815298" y="4804219"/>
                <a:ext cx="376047" cy="281558"/>
              </a:xfrm>
              <a:custGeom>
                <a:avLst/>
                <a:gdLst/>
                <a:ahLst/>
                <a:cxnLst/>
                <a:rect l="l" t="t" r="r" b="b"/>
                <a:pathLst>
                  <a:path w="376047" h="281558" extrusionOk="0">
                    <a:moveTo>
                      <a:pt x="49244" y="146590"/>
                    </a:moveTo>
                    <a:lnTo>
                      <a:pt x="0" y="0"/>
                    </a:lnTo>
                    <a:lnTo>
                      <a:pt x="281464" y="0"/>
                    </a:lnTo>
                    <a:lnTo>
                      <a:pt x="326898" y="135064"/>
                    </a:lnTo>
                    <a:lnTo>
                      <a:pt x="376047" y="281559"/>
                    </a:lnTo>
                    <a:lnTo>
                      <a:pt x="94583" y="28155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0" name="Google Shape;1670;p39"/>
              <p:cNvSpPr/>
              <p:nvPr/>
            </p:nvSpPr>
            <p:spPr>
              <a:xfrm>
                <a:off x="5926455" y="5321046"/>
                <a:ext cx="610266" cy="29241"/>
              </a:xfrm>
              <a:custGeom>
                <a:avLst/>
                <a:gdLst/>
                <a:ahLst/>
                <a:cxnLst/>
                <a:rect l="l" t="t" r="r" b="b"/>
                <a:pathLst>
                  <a:path w="610266" h="29241" extrusionOk="0">
                    <a:moveTo>
                      <a:pt x="600456" y="0"/>
                    </a:moveTo>
                    <a:lnTo>
                      <a:pt x="610267" y="29242"/>
                    </a:lnTo>
                    <a:lnTo>
                      <a:pt x="9811" y="292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1" name="Google Shape;1671;p39"/>
              <p:cNvSpPr/>
              <p:nvPr/>
            </p:nvSpPr>
            <p:spPr>
              <a:xfrm>
                <a:off x="5575744" y="4277201"/>
                <a:ext cx="610171" cy="29241"/>
              </a:xfrm>
              <a:custGeom>
                <a:avLst/>
                <a:gdLst/>
                <a:ahLst/>
                <a:cxnLst/>
                <a:rect l="l" t="t" r="r" b="b"/>
                <a:pathLst>
                  <a:path w="610171" h="29241" extrusionOk="0">
                    <a:moveTo>
                      <a:pt x="610172" y="29242"/>
                    </a:moveTo>
                    <a:lnTo>
                      <a:pt x="9715" y="29242"/>
                    </a:lnTo>
                    <a:lnTo>
                      <a:pt x="0" y="0"/>
                    </a:lnTo>
                    <a:lnTo>
                      <a:pt x="60036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2" name="Google Shape;1672;p39"/>
              <p:cNvSpPr/>
              <p:nvPr/>
            </p:nvSpPr>
            <p:spPr>
              <a:xfrm>
                <a:off x="4815078" y="2013775"/>
                <a:ext cx="733520" cy="29337"/>
              </a:xfrm>
              <a:custGeom>
                <a:avLst/>
                <a:gdLst/>
                <a:ahLst/>
                <a:cxnLst/>
                <a:rect l="l" t="t" r="r" b="b"/>
                <a:pathLst>
                  <a:path w="733520" h="29337" extrusionOk="0">
                    <a:moveTo>
                      <a:pt x="733520" y="29337"/>
                    </a:moveTo>
                    <a:lnTo>
                      <a:pt x="9811" y="29337"/>
                    </a:lnTo>
                    <a:lnTo>
                      <a:pt x="0" y="0"/>
                    </a:lnTo>
                    <a:lnTo>
                      <a:pt x="72370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3" name="Google Shape;1673;p39"/>
              <p:cNvSpPr/>
              <p:nvPr/>
            </p:nvSpPr>
            <p:spPr>
              <a:xfrm>
                <a:off x="4846224" y="2106834"/>
                <a:ext cx="610362" cy="29336"/>
              </a:xfrm>
              <a:custGeom>
                <a:avLst/>
                <a:gdLst/>
                <a:ahLst/>
                <a:cxnLst/>
                <a:rect l="l" t="t" r="r" b="b"/>
                <a:pathLst>
                  <a:path w="610362" h="29336" extrusionOk="0">
                    <a:moveTo>
                      <a:pt x="610362" y="29337"/>
                    </a:moveTo>
                    <a:lnTo>
                      <a:pt x="9906" y="29337"/>
                    </a:lnTo>
                    <a:lnTo>
                      <a:pt x="0" y="0"/>
                    </a:lnTo>
                    <a:lnTo>
                      <a:pt x="60045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4" name="Google Shape;1674;p39"/>
              <p:cNvSpPr/>
              <p:nvPr/>
            </p:nvSpPr>
            <p:spPr>
              <a:xfrm>
                <a:off x="5544407" y="4184141"/>
                <a:ext cx="610362" cy="29336"/>
              </a:xfrm>
              <a:custGeom>
                <a:avLst/>
                <a:gdLst/>
                <a:ahLst/>
                <a:cxnLst/>
                <a:rect l="l" t="t" r="r" b="b"/>
                <a:pathLst>
                  <a:path w="610362" h="29336" extrusionOk="0">
                    <a:moveTo>
                      <a:pt x="610362" y="29337"/>
                    </a:moveTo>
                    <a:lnTo>
                      <a:pt x="9906" y="29337"/>
                    </a:lnTo>
                    <a:lnTo>
                      <a:pt x="0" y="0"/>
                    </a:lnTo>
                    <a:lnTo>
                      <a:pt x="60036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5" name="Google Shape;1675;p39"/>
              <p:cNvSpPr/>
              <p:nvPr/>
            </p:nvSpPr>
            <p:spPr>
              <a:xfrm>
                <a:off x="5513260" y="4091082"/>
                <a:ext cx="733425" cy="29432"/>
              </a:xfrm>
              <a:custGeom>
                <a:avLst/>
                <a:gdLst/>
                <a:ahLst/>
                <a:cxnLst/>
                <a:rect l="l" t="t" r="r" b="b"/>
                <a:pathLst>
                  <a:path w="733425" h="29432" extrusionOk="0">
                    <a:moveTo>
                      <a:pt x="733425" y="29432"/>
                    </a:moveTo>
                    <a:lnTo>
                      <a:pt x="9715" y="29432"/>
                    </a:lnTo>
                    <a:lnTo>
                      <a:pt x="0" y="0"/>
                    </a:lnTo>
                    <a:lnTo>
                      <a:pt x="72351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6" name="Google Shape;1676;p39"/>
              <p:cNvSpPr/>
              <p:nvPr/>
            </p:nvSpPr>
            <p:spPr>
              <a:xfrm>
                <a:off x="5895213" y="5227986"/>
                <a:ext cx="610266" cy="29337"/>
              </a:xfrm>
              <a:custGeom>
                <a:avLst/>
                <a:gdLst/>
                <a:ahLst/>
                <a:cxnLst/>
                <a:rect l="l" t="t" r="r" b="b"/>
                <a:pathLst>
                  <a:path w="610266" h="29337" extrusionOk="0">
                    <a:moveTo>
                      <a:pt x="610267" y="29337"/>
                    </a:moveTo>
                    <a:lnTo>
                      <a:pt x="9906" y="29337"/>
                    </a:lnTo>
                    <a:lnTo>
                      <a:pt x="0" y="0"/>
                    </a:lnTo>
                    <a:lnTo>
                      <a:pt x="60036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7" name="Google Shape;1677;p39"/>
              <p:cNvSpPr/>
              <p:nvPr/>
            </p:nvSpPr>
            <p:spPr>
              <a:xfrm>
                <a:off x="4877562" y="2199893"/>
                <a:ext cx="610171" cy="29241"/>
              </a:xfrm>
              <a:custGeom>
                <a:avLst/>
                <a:gdLst/>
                <a:ahLst/>
                <a:cxnLst/>
                <a:rect l="l" t="t" r="r" b="b"/>
                <a:pathLst>
                  <a:path w="610171" h="29241" extrusionOk="0">
                    <a:moveTo>
                      <a:pt x="610172" y="29242"/>
                    </a:moveTo>
                    <a:lnTo>
                      <a:pt x="9811" y="29242"/>
                    </a:lnTo>
                    <a:lnTo>
                      <a:pt x="0" y="0"/>
                    </a:lnTo>
                    <a:lnTo>
                      <a:pt x="60045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8" name="Google Shape;1678;p39"/>
              <p:cNvSpPr/>
              <p:nvPr/>
            </p:nvSpPr>
            <p:spPr>
              <a:xfrm>
                <a:off x="5863971" y="5134927"/>
                <a:ext cx="733520" cy="29336"/>
              </a:xfrm>
              <a:custGeom>
                <a:avLst/>
                <a:gdLst/>
                <a:ahLst/>
                <a:cxnLst/>
                <a:rect l="l" t="t" r="r" b="b"/>
                <a:pathLst>
                  <a:path w="733520" h="29336" extrusionOk="0">
                    <a:moveTo>
                      <a:pt x="733520" y="29337"/>
                    </a:moveTo>
                    <a:lnTo>
                      <a:pt x="9811" y="29337"/>
                    </a:lnTo>
                    <a:lnTo>
                      <a:pt x="0" y="0"/>
                    </a:lnTo>
                    <a:lnTo>
                      <a:pt x="72370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9" name="Google Shape;1679;p39"/>
              <p:cNvSpPr/>
              <p:nvPr/>
            </p:nvSpPr>
            <p:spPr>
              <a:xfrm>
                <a:off x="5252084" y="3413759"/>
                <a:ext cx="984313" cy="571785"/>
              </a:xfrm>
              <a:custGeom>
                <a:avLst/>
                <a:gdLst/>
                <a:ahLst/>
                <a:cxnLst/>
                <a:rect l="l" t="t" r="r" b="b"/>
                <a:pathLst>
                  <a:path w="984313" h="571785" extrusionOk="0">
                    <a:moveTo>
                      <a:pt x="984313" y="571786"/>
                    </a:moveTo>
                    <a:lnTo>
                      <a:pt x="192119" y="571786"/>
                    </a:lnTo>
                    <a:lnTo>
                      <a:pt x="94107" y="280226"/>
                    </a:lnTo>
                    <a:lnTo>
                      <a:pt x="0" y="0"/>
                    </a:lnTo>
                    <a:lnTo>
                      <a:pt x="792194" y="0"/>
                    </a:lnTo>
                    <a:lnTo>
                      <a:pt x="877443" y="25365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0" name="Google Shape;1680;p39"/>
              <p:cNvSpPr/>
              <p:nvPr/>
            </p:nvSpPr>
            <p:spPr>
              <a:xfrm>
                <a:off x="6135147" y="4804219"/>
                <a:ext cx="376047" cy="281558"/>
              </a:xfrm>
              <a:custGeom>
                <a:avLst/>
                <a:gdLst/>
                <a:ahLst/>
                <a:cxnLst/>
                <a:rect l="l" t="t" r="r" b="b"/>
                <a:pathLst>
                  <a:path w="376047" h="281558" extrusionOk="0">
                    <a:moveTo>
                      <a:pt x="281464" y="0"/>
                    </a:moveTo>
                    <a:lnTo>
                      <a:pt x="376047" y="281559"/>
                    </a:lnTo>
                    <a:lnTo>
                      <a:pt x="94583" y="28155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1" name="Google Shape;1681;p39"/>
              <p:cNvSpPr/>
              <p:nvPr/>
            </p:nvSpPr>
            <p:spPr>
              <a:xfrm>
                <a:off x="6091795" y="4569523"/>
                <a:ext cx="250154" cy="118491"/>
              </a:xfrm>
              <a:custGeom>
                <a:avLst/>
                <a:gdLst/>
                <a:ahLst/>
                <a:cxnLst/>
                <a:rect l="l" t="t" r="r" b="b"/>
                <a:pathLst>
                  <a:path w="250154" h="118491" extrusionOk="0">
                    <a:moveTo>
                      <a:pt x="246902" y="59246"/>
                    </a:moveTo>
                    <a:cubicBezTo>
                      <a:pt x="257856" y="91916"/>
                      <a:pt x="240234" y="118396"/>
                      <a:pt x="207659" y="118396"/>
                    </a:cubicBezTo>
                    <a:cubicBezTo>
                      <a:pt x="205182" y="118396"/>
                      <a:pt x="202706" y="118301"/>
                      <a:pt x="200134" y="117920"/>
                    </a:cubicBezTo>
                    <a:cubicBezTo>
                      <a:pt x="200039" y="117920"/>
                      <a:pt x="199848" y="117920"/>
                      <a:pt x="199753" y="117920"/>
                    </a:cubicBezTo>
                    <a:cubicBezTo>
                      <a:pt x="193467" y="116967"/>
                      <a:pt x="186799" y="115157"/>
                      <a:pt x="180036" y="112586"/>
                    </a:cubicBezTo>
                    <a:cubicBezTo>
                      <a:pt x="168321" y="107918"/>
                      <a:pt x="151461" y="98870"/>
                      <a:pt x="132411" y="80963"/>
                    </a:cubicBezTo>
                    <a:cubicBezTo>
                      <a:pt x="123648" y="103823"/>
                      <a:pt x="108694" y="112967"/>
                      <a:pt x="96502" y="116491"/>
                    </a:cubicBezTo>
                    <a:cubicBezTo>
                      <a:pt x="91930" y="117824"/>
                      <a:pt x="87263" y="118491"/>
                      <a:pt x="82310" y="118491"/>
                    </a:cubicBezTo>
                    <a:cubicBezTo>
                      <a:pt x="49544" y="118491"/>
                      <a:pt x="14206" y="92012"/>
                      <a:pt x="3252" y="59341"/>
                    </a:cubicBezTo>
                    <a:cubicBezTo>
                      <a:pt x="-7701" y="26765"/>
                      <a:pt x="9920" y="95"/>
                      <a:pt x="42495" y="95"/>
                    </a:cubicBezTo>
                    <a:cubicBezTo>
                      <a:pt x="44972" y="95"/>
                      <a:pt x="47544" y="191"/>
                      <a:pt x="50020" y="571"/>
                    </a:cubicBezTo>
                    <a:cubicBezTo>
                      <a:pt x="50115" y="571"/>
                      <a:pt x="50306" y="571"/>
                      <a:pt x="50401" y="571"/>
                    </a:cubicBezTo>
                    <a:cubicBezTo>
                      <a:pt x="56688" y="1524"/>
                      <a:pt x="63355" y="3334"/>
                      <a:pt x="70118" y="5905"/>
                    </a:cubicBezTo>
                    <a:cubicBezTo>
                      <a:pt x="81834" y="10573"/>
                      <a:pt x="98693" y="19717"/>
                      <a:pt x="117743" y="37529"/>
                    </a:cubicBezTo>
                    <a:cubicBezTo>
                      <a:pt x="126506" y="14669"/>
                      <a:pt x="141460" y="5525"/>
                      <a:pt x="153652" y="2000"/>
                    </a:cubicBezTo>
                    <a:cubicBezTo>
                      <a:pt x="158224" y="667"/>
                      <a:pt x="162891" y="0"/>
                      <a:pt x="167844" y="0"/>
                    </a:cubicBezTo>
                    <a:cubicBezTo>
                      <a:pt x="200515" y="0"/>
                      <a:pt x="235948" y="26575"/>
                      <a:pt x="246902" y="59246"/>
                    </a:cubicBezTo>
                    <a:close/>
                    <a:moveTo>
                      <a:pt x="195372" y="95155"/>
                    </a:moveTo>
                    <a:cubicBezTo>
                      <a:pt x="218232" y="97917"/>
                      <a:pt x="231090" y="80677"/>
                      <a:pt x="223947" y="59246"/>
                    </a:cubicBezTo>
                    <a:cubicBezTo>
                      <a:pt x="217279" y="39243"/>
                      <a:pt x="195467" y="22955"/>
                      <a:pt x="175655" y="22955"/>
                    </a:cubicBezTo>
                    <a:cubicBezTo>
                      <a:pt x="172512" y="22955"/>
                      <a:pt x="169654" y="23336"/>
                      <a:pt x="166892" y="24098"/>
                    </a:cubicBezTo>
                    <a:cubicBezTo>
                      <a:pt x="157081" y="26956"/>
                      <a:pt x="144318" y="35433"/>
                      <a:pt x="138031" y="59055"/>
                    </a:cubicBezTo>
                    <a:cubicBezTo>
                      <a:pt x="156414" y="78486"/>
                      <a:pt x="172131" y="87535"/>
                      <a:pt x="182418" y="91535"/>
                    </a:cubicBezTo>
                    <a:cubicBezTo>
                      <a:pt x="188228" y="93821"/>
                      <a:pt x="192609" y="94679"/>
                      <a:pt x="195372" y="95155"/>
                    </a:cubicBezTo>
                    <a:close/>
                    <a:moveTo>
                      <a:pt x="83167" y="94202"/>
                    </a:moveTo>
                    <a:cubicBezTo>
                      <a:pt x="92978" y="91345"/>
                      <a:pt x="105741" y="82868"/>
                      <a:pt x="112028" y="59246"/>
                    </a:cubicBezTo>
                    <a:cubicBezTo>
                      <a:pt x="93645" y="39815"/>
                      <a:pt x="77928" y="30956"/>
                      <a:pt x="67641" y="26861"/>
                    </a:cubicBezTo>
                    <a:cubicBezTo>
                      <a:pt x="61926" y="24479"/>
                      <a:pt x="57450" y="23622"/>
                      <a:pt x="54687" y="23241"/>
                    </a:cubicBezTo>
                    <a:cubicBezTo>
                      <a:pt x="54687" y="23241"/>
                      <a:pt x="54687" y="23241"/>
                      <a:pt x="54592" y="23241"/>
                    </a:cubicBezTo>
                    <a:cubicBezTo>
                      <a:pt x="53164" y="23146"/>
                      <a:pt x="51544" y="22955"/>
                      <a:pt x="50115" y="22955"/>
                    </a:cubicBezTo>
                    <a:cubicBezTo>
                      <a:pt x="30113" y="22955"/>
                      <a:pt x="19350" y="39243"/>
                      <a:pt x="26112" y="59246"/>
                    </a:cubicBezTo>
                    <a:cubicBezTo>
                      <a:pt x="32780" y="79248"/>
                      <a:pt x="54402" y="95441"/>
                      <a:pt x="74404" y="95441"/>
                    </a:cubicBezTo>
                    <a:cubicBezTo>
                      <a:pt x="77547" y="95345"/>
                      <a:pt x="80405" y="94964"/>
                      <a:pt x="83167" y="9420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2" name="Google Shape;1682;p39"/>
              <p:cNvSpPr/>
              <p:nvPr/>
            </p:nvSpPr>
            <p:spPr>
              <a:xfrm>
                <a:off x="5878339" y="4885753"/>
                <a:ext cx="250154" cy="118491"/>
              </a:xfrm>
              <a:custGeom>
                <a:avLst/>
                <a:gdLst/>
                <a:ahLst/>
                <a:cxnLst/>
                <a:rect l="l" t="t" r="r" b="b"/>
                <a:pathLst>
                  <a:path w="250154" h="118491" extrusionOk="0">
                    <a:moveTo>
                      <a:pt x="246902" y="59341"/>
                    </a:moveTo>
                    <a:cubicBezTo>
                      <a:pt x="257856" y="92012"/>
                      <a:pt x="240234" y="118491"/>
                      <a:pt x="207659" y="118491"/>
                    </a:cubicBezTo>
                    <a:cubicBezTo>
                      <a:pt x="205182" y="118491"/>
                      <a:pt x="202706" y="118396"/>
                      <a:pt x="200134" y="118015"/>
                    </a:cubicBezTo>
                    <a:cubicBezTo>
                      <a:pt x="200039" y="118015"/>
                      <a:pt x="199848" y="118015"/>
                      <a:pt x="199753" y="118015"/>
                    </a:cubicBezTo>
                    <a:cubicBezTo>
                      <a:pt x="193467" y="117062"/>
                      <a:pt x="186990" y="115253"/>
                      <a:pt x="180036" y="112681"/>
                    </a:cubicBezTo>
                    <a:cubicBezTo>
                      <a:pt x="168321" y="108013"/>
                      <a:pt x="151461" y="98965"/>
                      <a:pt x="132507" y="81058"/>
                    </a:cubicBezTo>
                    <a:cubicBezTo>
                      <a:pt x="123648" y="103918"/>
                      <a:pt x="108599" y="113062"/>
                      <a:pt x="96502" y="116681"/>
                    </a:cubicBezTo>
                    <a:cubicBezTo>
                      <a:pt x="91930" y="117824"/>
                      <a:pt x="87263" y="118491"/>
                      <a:pt x="82310" y="118491"/>
                    </a:cubicBezTo>
                    <a:cubicBezTo>
                      <a:pt x="49639" y="118491"/>
                      <a:pt x="14206" y="92012"/>
                      <a:pt x="3252" y="59341"/>
                    </a:cubicBezTo>
                    <a:cubicBezTo>
                      <a:pt x="-7701" y="26670"/>
                      <a:pt x="9920" y="95"/>
                      <a:pt x="42495" y="95"/>
                    </a:cubicBezTo>
                    <a:cubicBezTo>
                      <a:pt x="44972" y="95"/>
                      <a:pt x="47544" y="381"/>
                      <a:pt x="50211" y="571"/>
                    </a:cubicBezTo>
                    <a:cubicBezTo>
                      <a:pt x="50306" y="571"/>
                      <a:pt x="50497" y="571"/>
                      <a:pt x="50497" y="667"/>
                    </a:cubicBezTo>
                    <a:cubicBezTo>
                      <a:pt x="56783" y="1429"/>
                      <a:pt x="63450" y="3238"/>
                      <a:pt x="70213" y="5905"/>
                    </a:cubicBezTo>
                    <a:cubicBezTo>
                      <a:pt x="81929" y="10573"/>
                      <a:pt x="98788" y="19717"/>
                      <a:pt x="117838" y="37529"/>
                    </a:cubicBezTo>
                    <a:cubicBezTo>
                      <a:pt x="126601" y="14669"/>
                      <a:pt x="141746" y="5524"/>
                      <a:pt x="153748" y="2000"/>
                    </a:cubicBezTo>
                    <a:cubicBezTo>
                      <a:pt x="158319" y="667"/>
                      <a:pt x="162987" y="0"/>
                      <a:pt x="168130" y="0"/>
                    </a:cubicBezTo>
                    <a:cubicBezTo>
                      <a:pt x="200610" y="95"/>
                      <a:pt x="235948" y="26670"/>
                      <a:pt x="246902" y="59341"/>
                    </a:cubicBezTo>
                    <a:close/>
                    <a:moveTo>
                      <a:pt x="195467" y="95155"/>
                    </a:moveTo>
                    <a:cubicBezTo>
                      <a:pt x="218136" y="97917"/>
                      <a:pt x="231186" y="80677"/>
                      <a:pt x="224042" y="59246"/>
                    </a:cubicBezTo>
                    <a:cubicBezTo>
                      <a:pt x="217279" y="39243"/>
                      <a:pt x="195562" y="22955"/>
                      <a:pt x="175655" y="22955"/>
                    </a:cubicBezTo>
                    <a:cubicBezTo>
                      <a:pt x="172512" y="22955"/>
                      <a:pt x="169654" y="23336"/>
                      <a:pt x="166892" y="24098"/>
                    </a:cubicBezTo>
                    <a:cubicBezTo>
                      <a:pt x="157081" y="26956"/>
                      <a:pt x="144318" y="35433"/>
                      <a:pt x="138222" y="59055"/>
                    </a:cubicBezTo>
                    <a:cubicBezTo>
                      <a:pt x="156510" y="78486"/>
                      <a:pt x="172131" y="87535"/>
                      <a:pt x="182418" y="91535"/>
                    </a:cubicBezTo>
                    <a:cubicBezTo>
                      <a:pt x="188133" y="93726"/>
                      <a:pt x="192609" y="94679"/>
                      <a:pt x="195372" y="95060"/>
                    </a:cubicBezTo>
                    <a:lnTo>
                      <a:pt x="195467" y="95060"/>
                    </a:lnTo>
                    <a:close/>
                    <a:moveTo>
                      <a:pt x="83167" y="94297"/>
                    </a:moveTo>
                    <a:cubicBezTo>
                      <a:pt x="92978" y="91440"/>
                      <a:pt x="105741" y="82963"/>
                      <a:pt x="112028" y="59341"/>
                    </a:cubicBezTo>
                    <a:cubicBezTo>
                      <a:pt x="93645" y="39910"/>
                      <a:pt x="77928" y="31052"/>
                      <a:pt x="67832" y="26956"/>
                    </a:cubicBezTo>
                    <a:cubicBezTo>
                      <a:pt x="62117" y="24574"/>
                      <a:pt x="57545" y="23717"/>
                      <a:pt x="54783" y="23336"/>
                    </a:cubicBezTo>
                    <a:cubicBezTo>
                      <a:pt x="54783" y="23336"/>
                      <a:pt x="54783" y="23336"/>
                      <a:pt x="54688" y="23336"/>
                    </a:cubicBezTo>
                    <a:cubicBezTo>
                      <a:pt x="53259" y="23241"/>
                      <a:pt x="51639" y="23050"/>
                      <a:pt x="50211" y="23050"/>
                    </a:cubicBezTo>
                    <a:cubicBezTo>
                      <a:pt x="30208" y="23050"/>
                      <a:pt x="19445" y="39338"/>
                      <a:pt x="26208" y="59341"/>
                    </a:cubicBezTo>
                    <a:cubicBezTo>
                      <a:pt x="32875" y="79343"/>
                      <a:pt x="54497" y="95440"/>
                      <a:pt x="74595" y="95440"/>
                    </a:cubicBezTo>
                    <a:cubicBezTo>
                      <a:pt x="77547" y="95440"/>
                      <a:pt x="80405" y="95060"/>
                      <a:pt x="83167" y="9429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3" name="Google Shape;1683;p39"/>
              <p:cNvSpPr/>
              <p:nvPr/>
            </p:nvSpPr>
            <p:spPr>
              <a:xfrm>
                <a:off x="5709856" y="4490656"/>
                <a:ext cx="376142" cy="281463"/>
              </a:xfrm>
              <a:custGeom>
                <a:avLst/>
                <a:gdLst/>
                <a:ahLst/>
                <a:cxnLst/>
                <a:rect l="l" t="t" r="r" b="b"/>
                <a:pathLst>
                  <a:path w="376142" h="281463" extrusionOk="0">
                    <a:moveTo>
                      <a:pt x="281464" y="0"/>
                    </a:moveTo>
                    <a:lnTo>
                      <a:pt x="376142" y="281464"/>
                    </a:lnTo>
                    <a:lnTo>
                      <a:pt x="94583" y="2814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4" name="Google Shape;1684;p39"/>
              <p:cNvSpPr/>
              <p:nvPr/>
            </p:nvSpPr>
            <p:spPr>
              <a:xfrm>
                <a:off x="5376285" y="3509676"/>
                <a:ext cx="723160" cy="341852"/>
              </a:xfrm>
              <a:custGeom>
                <a:avLst/>
                <a:gdLst/>
                <a:ahLst/>
                <a:cxnLst/>
                <a:rect l="l" t="t" r="r" b="b"/>
                <a:pathLst>
                  <a:path w="723160" h="341852" extrusionOk="0">
                    <a:moveTo>
                      <a:pt x="713809" y="170974"/>
                    </a:moveTo>
                    <a:cubicBezTo>
                      <a:pt x="745337" y="265271"/>
                      <a:pt x="694568" y="341852"/>
                      <a:pt x="600271" y="341852"/>
                    </a:cubicBezTo>
                    <a:cubicBezTo>
                      <a:pt x="593127" y="341852"/>
                      <a:pt x="585697" y="341376"/>
                      <a:pt x="578268" y="340614"/>
                    </a:cubicBezTo>
                    <a:cubicBezTo>
                      <a:pt x="577887" y="340519"/>
                      <a:pt x="577411" y="340519"/>
                      <a:pt x="577125" y="340328"/>
                    </a:cubicBezTo>
                    <a:cubicBezTo>
                      <a:pt x="559313" y="337852"/>
                      <a:pt x="539978" y="332804"/>
                      <a:pt x="520261" y="324898"/>
                    </a:cubicBezTo>
                    <a:cubicBezTo>
                      <a:pt x="486256" y="311658"/>
                      <a:pt x="437679" y="285179"/>
                      <a:pt x="382815" y="233744"/>
                    </a:cubicBezTo>
                    <a:cubicBezTo>
                      <a:pt x="357383" y="299752"/>
                      <a:pt x="313854" y="326136"/>
                      <a:pt x="278802" y="336423"/>
                    </a:cubicBezTo>
                    <a:cubicBezTo>
                      <a:pt x="265848" y="339947"/>
                      <a:pt x="252132" y="341852"/>
                      <a:pt x="237654" y="341852"/>
                    </a:cubicBezTo>
                    <a:cubicBezTo>
                      <a:pt x="143357" y="341852"/>
                      <a:pt x="40963" y="265271"/>
                      <a:pt x="9435" y="170974"/>
                    </a:cubicBezTo>
                    <a:cubicBezTo>
                      <a:pt x="-22283" y="76676"/>
                      <a:pt x="28580" y="0"/>
                      <a:pt x="122878" y="0"/>
                    </a:cubicBezTo>
                    <a:cubicBezTo>
                      <a:pt x="130021" y="0"/>
                      <a:pt x="137546" y="571"/>
                      <a:pt x="144976" y="1429"/>
                    </a:cubicBezTo>
                    <a:cubicBezTo>
                      <a:pt x="145261" y="1429"/>
                      <a:pt x="145738" y="1619"/>
                      <a:pt x="146024" y="1714"/>
                    </a:cubicBezTo>
                    <a:cubicBezTo>
                      <a:pt x="164026" y="4096"/>
                      <a:pt x="183171" y="9239"/>
                      <a:pt x="202983" y="17145"/>
                    </a:cubicBezTo>
                    <a:cubicBezTo>
                      <a:pt x="236797" y="30385"/>
                      <a:pt x="285374" y="56674"/>
                      <a:pt x="340238" y="108299"/>
                    </a:cubicBezTo>
                    <a:cubicBezTo>
                      <a:pt x="365670" y="42291"/>
                      <a:pt x="409199" y="15716"/>
                      <a:pt x="444251" y="5620"/>
                    </a:cubicBezTo>
                    <a:cubicBezTo>
                      <a:pt x="457110" y="1905"/>
                      <a:pt x="470921" y="95"/>
                      <a:pt x="485399" y="95"/>
                    </a:cubicBezTo>
                    <a:cubicBezTo>
                      <a:pt x="579602" y="0"/>
                      <a:pt x="682186" y="76771"/>
                      <a:pt x="713809" y="170974"/>
                    </a:cubicBezTo>
                    <a:close/>
                    <a:moveTo>
                      <a:pt x="565028" y="274701"/>
                    </a:moveTo>
                    <a:cubicBezTo>
                      <a:pt x="630751" y="282702"/>
                      <a:pt x="668279" y="232886"/>
                      <a:pt x="647420" y="170974"/>
                    </a:cubicBezTo>
                    <a:cubicBezTo>
                      <a:pt x="628179" y="113252"/>
                      <a:pt x="565314" y="66294"/>
                      <a:pt x="507688" y="66294"/>
                    </a:cubicBezTo>
                    <a:cubicBezTo>
                      <a:pt x="498829" y="66294"/>
                      <a:pt x="490447" y="67437"/>
                      <a:pt x="482732" y="69723"/>
                    </a:cubicBezTo>
                    <a:cubicBezTo>
                      <a:pt x="454348" y="78105"/>
                      <a:pt x="417486" y="102584"/>
                      <a:pt x="399484" y="170688"/>
                    </a:cubicBezTo>
                    <a:cubicBezTo>
                      <a:pt x="452347" y="226981"/>
                      <a:pt x="497591" y="252794"/>
                      <a:pt x="527309" y="264414"/>
                    </a:cubicBezTo>
                    <a:cubicBezTo>
                      <a:pt x="543883" y="270986"/>
                      <a:pt x="556837" y="273653"/>
                      <a:pt x="564838" y="274701"/>
                    </a:cubicBezTo>
                    <a:lnTo>
                      <a:pt x="565028" y="274701"/>
                    </a:lnTo>
                    <a:close/>
                    <a:moveTo>
                      <a:pt x="240607" y="272320"/>
                    </a:moveTo>
                    <a:cubicBezTo>
                      <a:pt x="268896" y="263938"/>
                      <a:pt x="305758" y="239458"/>
                      <a:pt x="323760" y="171355"/>
                    </a:cubicBezTo>
                    <a:cubicBezTo>
                      <a:pt x="270896" y="114967"/>
                      <a:pt x="225462" y="89249"/>
                      <a:pt x="195934" y="77629"/>
                    </a:cubicBezTo>
                    <a:cubicBezTo>
                      <a:pt x="179361" y="71056"/>
                      <a:pt x="166407" y="68389"/>
                      <a:pt x="158406" y="67246"/>
                    </a:cubicBezTo>
                    <a:cubicBezTo>
                      <a:pt x="158311" y="67246"/>
                      <a:pt x="158311" y="67246"/>
                      <a:pt x="158311" y="67246"/>
                    </a:cubicBezTo>
                    <a:cubicBezTo>
                      <a:pt x="153929" y="66675"/>
                      <a:pt x="149453" y="66389"/>
                      <a:pt x="145357" y="66389"/>
                    </a:cubicBezTo>
                    <a:cubicBezTo>
                      <a:pt x="87635" y="66389"/>
                      <a:pt x="56488" y="113347"/>
                      <a:pt x="75920" y="171069"/>
                    </a:cubicBezTo>
                    <a:cubicBezTo>
                      <a:pt x="95160" y="228790"/>
                      <a:pt x="157930" y="275654"/>
                      <a:pt x="215651" y="275654"/>
                    </a:cubicBezTo>
                    <a:cubicBezTo>
                      <a:pt x="224319" y="275558"/>
                      <a:pt x="232796" y="274415"/>
                      <a:pt x="240607" y="27232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5" name="Google Shape;1685;p39"/>
              <p:cNvSpPr/>
              <p:nvPr/>
            </p:nvSpPr>
            <p:spPr>
              <a:xfrm>
                <a:off x="5201983" y="3155251"/>
                <a:ext cx="733520" cy="29337"/>
              </a:xfrm>
              <a:custGeom>
                <a:avLst/>
                <a:gdLst/>
                <a:ahLst/>
                <a:cxnLst/>
                <a:rect l="l" t="t" r="r" b="b"/>
                <a:pathLst>
                  <a:path w="733520" h="29337" extrusionOk="0">
                    <a:moveTo>
                      <a:pt x="723614" y="0"/>
                    </a:moveTo>
                    <a:lnTo>
                      <a:pt x="733520" y="29337"/>
                    </a:lnTo>
                    <a:lnTo>
                      <a:pt x="9811" y="2933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6" name="Google Shape;1686;p39"/>
              <p:cNvSpPr/>
              <p:nvPr/>
            </p:nvSpPr>
            <p:spPr>
              <a:xfrm>
                <a:off x="5170646" y="3062192"/>
                <a:ext cx="733520" cy="29337"/>
              </a:xfrm>
              <a:custGeom>
                <a:avLst/>
                <a:gdLst/>
                <a:ahLst/>
                <a:cxnLst/>
                <a:rect l="l" t="t" r="r" b="b"/>
                <a:pathLst>
                  <a:path w="733520" h="29337" extrusionOk="0">
                    <a:moveTo>
                      <a:pt x="723709" y="0"/>
                    </a:moveTo>
                    <a:lnTo>
                      <a:pt x="733520" y="29337"/>
                    </a:lnTo>
                    <a:lnTo>
                      <a:pt x="9811" y="2933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7" name="Google Shape;1687;p39"/>
              <p:cNvSpPr/>
              <p:nvPr/>
            </p:nvSpPr>
            <p:spPr>
              <a:xfrm>
                <a:off x="5108162" y="2876264"/>
                <a:ext cx="733520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733520" h="29146" extrusionOk="0">
                    <a:moveTo>
                      <a:pt x="723709" y="0"/>
                    </a:moveTo>
                    <a:lnTo>
                      <a:pt x="733520" y="29146"/>
                    </a:lnTo>
                    <a:lnTo>
                      <a:pt x="9811" y="2914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8" name="Google Shape;1688;p39"/>
              <p:cNvSpPr/>
              <p:nvPr/>
            </p:nvSpPr>
            <p:spPr>
              <a:xfrm>
                <a:off x="5139308" y="2969228"/>
                <a:ext cx="610362" cy="29241"/>
              </a:xfrm>
              <a:custGeom>
                <a:avLst/>
                <a:gdLst/>
                <a:ahLst/>
                <a:cxnLst/>
                <a:rect l="l" t="t" r="r" b="b"/>
                <a:pathLst>
                  <a:path w="610362" h="29241" extrusionOk="0">
                    <a:moveTo>
                      <a:pt x="600456" y="0"/>
                    </a:moveTo>
                    <a:lnTo>
                      <a:pt x="610362" y="29242"/>
                    </a:lnTo>
                    <a:lnTo>
                      <a:pt x="10001" y="292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9" name="Google Shape;1689;p39"/>
              <p:cNvSpPr/>
              <p:nvPr/>
            </p:nvSpPr>
            <p:spPr>
              <a:xfrm>
                <a:off x="5233130" y="3248215"/>
                <a:ext cx="380523" cy="29432"/>
              </a:xfrm>
              <a:custGeom>
                <a:avLst/>
                <a:gdLst/>
                <a:ahLst/>
                <a:cxnLst/>
                <a:rect l="l" t="t" r="r" b="b"/>
                <a:pathLst>
                  <a:path w="380523" h="29432" extrusionOk="0">
                    <a:moveTo>
                      <a:pt x="370618" y="0"/>
                    </a:moveTo>
                    <a:lnTo>
                      <a:pt x="380524" y="29432"/>
                    </a:lnTo>
                    <a:lnTo>
                      <a:pt x="10001" y="294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0" name="Google Shape;1690;p39"/>
              <p:cNvSpPr/>
              <p:nvPr/>
            </p:nvSpPr>
            <p:spPr>
              <a:xfrm>
                <a:off x="5044927" y="2547745"/>
                <a:ext cx="408027" cy="192787"/>
              </a:xfrm>
              <a:custGeom>
                <a:avLst/>
                <a:gdLst/>
                <a:ahLst/>
                <a:cxnLst/>
                <a:rect l="l" t="t" r="r" b="b"/>
                <a:pathLst>
                  <a:path w="408027" h="192787" extrusionOk="0">
                    <a:moveTo>
                      <a:pt x="402706" y="96204"/>
                    </a:moveTo>
                    <a:cubicBezTo>
                      <a:pt x="420613" y="149449"/>
                      <a:pt x="391847" y="192597"/>
                      <a:pt x="338603" y="192597"/>
                    </a:cubicBezTo>
                    <a:cubicBezTo>
                      <a:pt x="334697" y="192597"/>
                      <a:pt x="330411" y="192311"/>
                      <a:pt x="326220" y="191835"/>
                    </a:cubicBezTo>
                    <a:cubicBezTo>
                      <a:pt x="325934" y="191835"/>
                      <a:pt x="325839" y="191835"/>
                      <a:pt x="325553" y="191740"/>
                    </a:cubicBezTo>
                    <a:cubicBezTo>
                      <a:pt x="315552" y="190406"/>
                      <a:pt x="304694" y="187453"/>
                      <a:pt x="293454" y="183167"/>
                    </a:cubicBezTo>
                    <a:cubicBezTo>
                      <a:pt x="274309" y="175642"/>
                      <a:pt x="246972" y="160688"/>
                      <a:pt x="215921" y="131637"/>
                    </a:cubicBezTo>
                    <a:cubicBezTo>
                      <a:pt x="201538" y="168975"/>
                      <a:pt x="177059" y="183834"/>
                      <a:pt x="157342" y="189739"/>
                    </a:cubicBezTo>
                    <a:cubicBezTo>
                      <a:pt x="150008" y="191740"/>
                      <a:pt x="142197" y="192787"/>
                      <a:pt x="134101" y="192787"/>
                    </a:cubicBezTo>
                    <a:cubicBezTo>
                      <a:pt x="80856" y="192787"/>
                      <a:pt x="23135" y="149639"/>
                      <a:pt x="5323" y="96395"/>
                    </a:cubicBezTo>
                    <a:cubicBezTo>
                      <a:pt x="-12584" y="43245"/>
                      <a:pt x="16181" y="1"/>
                      <a:pt x="69236" y="1"/>
                    </a:cubicBezTo>
                    <a:cubicBezTo>
                      <a:pt x="73236" y="1"/>
                      <a:pt x="77618" y="287"/>
                      <a:pt x="81809" y="763"/>
                    </a:cubicBezTo>
                    <a:cubicBezTo>
                      <a:pt x="81904" y="763"/>
                      <a:pt x="82190" y="859"/>
                      <a:pt x="82475" y="859"/>
                    </a:cubicBezTo>
                    <a:cubicBezTo>
                      <a:pt x="92477" y="2287"/>
                      <a:pt x="103335" y="5145"/>
                      <a:pt x="114575" y="9622"/>
                    </a:cubicBezTo>
                    <a:cubicBezTo>
                      <a:pt x="133625" y="17146"/>
                      <a:pt x="161057" y="31910"/>
                      <a:pt x="191918" y="61057"/>
                    </a:cubicBezTo>
                    <a:cubicBezTo>
                      <a:pt x="206396" y="23909"/>
                      <a:pt x="230780" y="8860"/>
                      <a:pt x="250687" y="3145"/>
                    </a:cubicBezTo>
                    <a:cubicBezTo>
                      <a:pt x="258021" y="1049"/>
                      <a:pt x="265736" y="1"/>
                      <a:pt x="273928" y="1"/>
                    </a:cubicBezTo>
                    <a:cubicBezTo>
                      <a:pt x="326982" y="-284"/>
                      <a:pt x="384799" y="43054"/>
                      <a:pt x="402706" y="96204"/>
                    </a:cubicBezTo>
                    <a:close/>
                    <a:moveTo>
                      <a:pt x="318791" y="154783"/>
                    </a:moveTo>
                    <a:cubicBezTo>
                      <a:pt x="355843" y="159259"/>
                      <a:pt x="376988" y="131161"/>
                      <a:pt x="365273" y="96204"/>
                    </a:cubicBezTo>
                    <a:cubicBezTo>
                      <a:pt x="354414" y="63724"/>
                      <a:pt x="318981" y="37244"/>
                      <a:pt x="286501" y="37244"/>
                    </a:cubicBezTo>
                    <a:cubicBezTo>
                      <a:pt x="281548" y="37244"/>
                      <a:pt x="276690" y="37911"/>
                      <a:pt x="272404" y="39054"/>
                    </a:cubicBezTo>
                    <a:cubicBezTo>
                      <a:pt x="256307" y="43912"/>
                      <a:pt x="235637" y="57723"/>
                      <a:pt x="225446" y="96109"/>
                    </a:cubicBezTo>
                    <a:cubicBezTo>
                      <a:pt x="255354" y="127922"/>
                      <a:pt x="280786" y="142400"/>
                      <a:pt x="297645" y="148972"/>
                    </a:cubicBezTo>
                    <a:cubicBezTo>
                      <a:pt x="306884" y="152782"/>
                      <a:pt x="314219" y="154211"/>
                      <a:pt x="318791" y="154878"/>
                    </a:cubicBezTo>
                    <a:lnTo>
                      <a:pt x="318791" y="154878"/>
                    </a:lnTo>
                    <a:close/>
                    <a:moveTo>
                      <a:pt x="135720" y="153354"/>
                    </a:moveTo>
                    <a:cubicBezTo>
                      <a:pt x="151817" y="148687"/>
                      <a:pt x="172487" y="134780"/>
                      <a:pt x="182678" y="96299"/>
                    </a:cubicBezTo>
                    <a:cubicBezTo>
                      <a:pt x="152770" y="64486"/>
                      <a:pt x="127243" y="50008"/>
                      <a:pt x="110479" y="43435"/>
                    </a:cubicBezTo>
                    <a:cubicBezTo>
                      <a:pt x="101049" y="39816"/>
                      <a:pt x="93810" y="38197"/>
                      <a:pt x="89333" y="37720"/>
                    </a:cubicBezTo>
                    <a:cubicBezTo>
                      <a:pt x="89238" y="37720"/>
                      <a:pt x="89238" y="37720"/>
                      <a:pt x="89238" y="37720"/>
                    </a:cubicBezTo>
                    <a:cubicBezTo>
                      <a:pt x="86762" y="37339"/>
                      <a:pt x="84285" y="37244"/>
                      <a:pt x="81904" y="37244"/>
                    </a:cubicBezTo>
                    <a:cubicBezTo>
                      <a:pt x="49233" y="37244"/>
                      <a:pt x="31802" y="63724"/>
                      <a:pt x="42661" y="96204"/>
                    </a:cubicBezTo>
                    <a:cubicBezTo>
                      <a:pt x="53615" y="128875"/>
                      <a:pt x="88952" y="155354"/>
                      <a:pt x="121623" y="155354"/>
                    </a:cubicBezTo>
                    <a:cubicBezTo>
                      <a:pt x="126576" y="155259"/>
                      <a:pt x="131243" y="154687"/>
                      <a:pt x="135720" y="15335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1" name="Google Shape;1691;p39"/>
              <p:cNvSpPr/>
              <p:nvPr/>
            </p:nvSpPr>
            <p:spPr>
              <a:xfrm>
                <a:off x="4558760" y="1340167"/>
                <a:ext cx="966596" cy="561403"/>
              </a:xfrm>
              <a:custGeom>
                <a:avLst/>
                <a:gdLst/>
                <a:ahLst/>
                <a:cxnLst/>
                <a:rect l="l" t="t" r="r" b="b"/>
                <a:pathLst>
                  <a:path w="966596" h="561403" extrusionOk="0">
                    <a:moveTo>
                      <a:pt x="966597" y="561404"/>
                    </a:moveTo>
                    <a:lnTo>
                      <a:pt x="188785" y="561404"/>
                    </a:lnTo>
                    <a:lnTo>
                      <a:pt x="0" y="0"/>
                    </a:lnTo>
                    <a:lnTo>
                      <a:pt x="7778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2" name="Google Shape;1692;p39"/>
              <p:cNvSpPr/>
              <p:nvPr/>
            </p:nvSpPr>
            <p:spPr>
              <a:xfrm>
                <a:off x="4730188" y="1507045"/>
                <a:ext cx="657345" cy="310705"/>
              </a:xfrm>
              <a:custGeom>
                <a:avLst/>
                <a:gdLst/>
                <a:ahLst/>
                <a:cxnLst/>
                <a:rect l="l" t="t" r="r" b="b"/>
                <a:pathLst>
                  <a:path w="657345" h="310705" extrusionOk="0">
                    <a:moveTo>
                      <a:pt x="648770" y="155448"/>
                    </a:moveTo>
                    <a:cubicBezTo>
                      <a:pt x="677631" y="241078"/>
                      <a:pt x="631244" y="310705"/>
                      <a:pt x="545709" y="310705"/>
                    </a:cubicBezTo>
                    <a:cubicBezTo>
                      <a:pt x="539232" y="310705"/>
                      <a:pt x="532374" y="310325"/>
                      <a:pt x="525612" y="309372"/>
                    </a:cubicBezTo>
                    <a:cubicBezTo>
                      <a:pt x="525231" y="309372"/>
                      <a:pt x="524945" y="309372"/>
                      <a:pt x="524564" y="309277"/>
                    </a:cubicBezTo>
                    <a:cubicBezTo>
                      <a:pt x="508371" y="307086"/>
                      <a:pt x="490941" y="302323"/>
                      <a:pt x="472843" y="295275"/>
                    </a:cubicBezTo>
                    <a:cubicBezTo>
                      <a:pt x="442077" y="283178"/>
                      <a:pt x="397977" y="259175"/>
                      <a:pt x="347970" y="212312"/>
                    </a:cubicBezTo>
                    <a:cubicBezTo>
                      <a:pt x="324825" y="272320"/>
                      <a:pt x="285296" y="296323"/>
                      <a:pt x="253482" y="305753"/>
                    </a:cubicBezTo>
                    <a:cubicBezTo>
                      <a:pt x="241767" y="308991"/>
                      <a:pt x="229194" y="310705"/>
                      <a:pt x="216049" y="310705"/>
                    </a:cubicBezTo>
                    <a:cubicBezTo>
                      <a:pt x="130324" y="310705"/>
                      <a:pt x="37265" y="240982"/>
                      <a:pt x="8595" y="155448"/>
                    </a:cubicBezTo>
                    <a:cubicBezTo>
                      <a:pt x="-20266" y="69723"/>
                      <a:pt x="25930" y="0"/>
                      <a:pt x="111655" y="0"/>
                    </a:cubicBezTo>
                    <a:cubicBezTo>
                      <a:pt x="118227" y="0"/>
                      <a:pt x="124990" y="381"/>
                      <a:pt x="131753" y="1333"/>
                    </a:cubicBezTo>
                    <a:cubicBezTo>
                      <a:pt x="132134" y="1333"/>
                      <a:pt x="132420" y="1333"/>
                      <a:pt x="132801" y="1429"/>
                    </a:cubicBezTo>
                    <a:cubicBezTo>
                      <a:pt x="149088" y="3619"/>
                      <a:pt x="166424" y="8477"/>
                      <a:pt x="184521" y="15526"/>
                    </a:cubicBezTo>
                    <a:cubicBezTo>
                      <a:pt x="215287" y="27622"/>
                      <a:pt x="259388" y="51530"/>
                      <a:pt x="309394" y="98393"/>
                    </a:cubicBezTo>
                    <a:cubicBezTo>
                      <a:pt x="332445" y="38386"/>
                      <a:pt x="372069" y="14192"/>
                      <a:pt x="403882" y="4953"/>
                    </a:cubicBezTo>
                    <a:cubicBezTo>
                      <a:pt x="415598" y="1524"/>
                      <a:pt x="428171" y="0"/>
                      <a:pt x="441220" y="0"/>
                    </a:cubicBezTo>
                    <a:cubicBezTo>
                      <a:pt x="526850" y="0"/>
                      <a:pt x="620004" y="69723"/>
                      <a:pt x="648770" y="155448"/>
                    </a:cubicBezTo>
                    <a:close/>
                    <a:moveTo>
                      <a:pt x="513515" y="249841"/>
                    </a:moveTo>
                    <a:cubicBezTo>
                      <a:pt x="573141" y="256984"/>
                      <a:pt x="607336" y="211646"/>
                      <a:pt x="588572" y="155448"/>
                    </a:cubicBezTo>
                    <a:cubicBezTo>
                      <a:pt x="570951" y="102965"/>
                      <a:pt x="513801" y="60293"/>
                      <a:pt x="461508" y="60293"/>
                    </a:cubicBezTo>
                    <a:cubicBezTo>
                      <a:pt x="453412" y="60293"/>
                      <a:pt x="445887" y="61341"/>
                      <a:pt x="438648" y="63341"/>
                    </a:cubicBezTo>
                    <a:cubicBezTo>
                      <a:pt x="412836" y="70866"/>
                      <a:pt x="379403" y="93250"/>
                      <a:pt x="363115" y="155162"/>
                    </a:cubicBezTo>
                    <a:cubicBezTo>
                      <a:pt x="411121" y="206311"/>
                      <a:pt x="452269" y="229838"/>
                      <a:pt x="479225" y="240411"/>
                    </a:cubicBezTo>
                    <a:cubicBezTo>
                      <a:pt x="494370" y="246317"/>
                      <a:pt x="506085" y="248793"/>
                      <a:pt x="513420" y="249841"/>
                    </a:cubicBezTo>
                    <a:lnTo>
                      <a:pt x="513515" y="249841"/>
                    </a:lnTo>
                    <a:close/>
                    <a:moveTo>
                      <a:pt x="218621" y="247459"/>
                    </a:moveTo>
                    <a:cubicBezTo>
                      <a:pt x="244434" y="239935"/>
                      <a:pt x="277866" y="217551"/>
                      <a:pt x="294154" y="155734"/>
                    </a:cubicBezTo>
                    <a:cubicBezTo>
                      <a:pt x="246148" y="104299"/>
                      <a:pt x="204905" y="81058"/>
                      <a:pt x="178044" y="70485"/>
                    </a:cubicBezTo>
                    <a:cubicBezTo>
                      <a:pt x="162900" y="64484"/>
                      <a:pt x="150993" y="62103"/>
                      <a:pt x="143850" y="61055"/>
                    </a:cubicBezTo>
                    <a:cubicBezTo>
                      <a:pt x="143754" y="61055"/>
                      <a:pt x="143754" y="61055"/>
                      <a:pt x="143754" y="61055"/>
                    </a:cubicBezTo>
                    <a:cubicBezTo>
                      <a:pt x="139754" y="60579"/>
                      <a:pt x="135658" y="60293"/>
                      <a:pt x="131848" y="60293"/>
                    </a:cubicBezTo>
                    <a:cubicBezTo>
                      <a:pt x="79365" y="60293"/>
                      <a:pt x="51076" y="102965"/>
                      <a:pt x="68697" y="155448"/>
                    </a:cubicBezTo>
                    <a:cubicBezTo>
                      <a:pt x="86319" y="207740"/>
                      <a:pt x="143373" y="250603"/>
                      <a:pt x="195761" y="250603"/>
                    </a:cubicBezTo>
                    <a:cubicBezTo>
                      <a:pt x="203857" y="250603"/>
                      <a:pt x="211477" y="249555"/>
                      <a:pt x="218621" y="24745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3" name="Google Shape;1693;p39"/>
              <p:cNvSpPr/>
              <p:nvPr/>
            </p:nvSpPr>
            <p:spPr>
              <a:xfrm>
                <a:off x="5242556" y="3404234"/>
                <a:ext cx="1133196" cy="982313"/>
              </a:xfrm>
              <a:custGeom>
                <a:avLst/>
                <a:gdLst/>
                <a:ahLst/>
                <a:cxnLst/>
                <a:rect l="l" t="t" r="r" b="b"/>
                <a:pathLst>
                  <a:path w="1133196" h="982313" extrusionOk="0">
                    <a:moveTo>
                      <a:pt x="1123668" y="982313"/>
                    </a:moveTo>
                    <a:lnTo>
                      <a:pt x="333283" y="982313"/>
                    </a:lnTo>
                    <a:cubicBezTo>
                      <a:pt x="329188" y="982313"/>
                      <a:pt x="325568" y="979742"/>
                      <a:pt x="324235" y="975836"/>
                    </a:cubicBezTo>
                    <a:lnTo>
                      <a:pt x="480" y="12573"/>
                    </a:lnTo>
                    <a:cubicBezTo>
                      <a:pt x="-473" y="9716"/>
                      <a:pt x="4" y="6477"/>
                      <a:pt x="1813" y="4001"/>
                    </a:cubicBezTo>
                    <a:cubicBezTo>
                      <a:pt x="3623" y="1524"/>
                      <a:pt x="6481" y="0"/>
                      <a:pt x="9529" y="0"/>
                    </a:cubicBezTo>
                    <a:lnTo>
                      <a:pt x="799913" y="0"/>
                    </a:lnTo>
                    <a:cubicBezTo>
                      <a:pt x="804009" y="0"/>
                      <a:pt x="807628" y="2572"/>
                      <a:pt x="808962" y="6477"/>
                    </a:cubicBezTo>
                    <a:lnTo>
                      <a:pt x="1132717" y="969740"/>
                    </a:lnTo>
                    <a:cubicBezTo>
                      <a:pt x="1133669" y="972598"/>
                      <a:pt x="1133193" y="975836"/>
                      <a:pt x="1131383" y="978313"/>
                    </a:cubicBezTo>
                    <a:cubicBezTo>
                      <a:pt x="1129669" y="980885"/>
                      <a:pt x="1126811" y="982313"/>
                      <a:pt x="1123668" y="982313"/>
                    </a:cubicBezTo>
                    <a:close/>
                    <a:moveTo>
                      <a:pt x="340141" y="963263"/>
                    </a:moveTo>
                    <a:lnTo>
                      <a:pt x="1110428" y="963263"/>
                    </a:lnTo>
                    <a:lnTo>
                      <a:pt x="793055" y="19050"/>
                    </a:lnTo>
                    <a:lnTo>
                      <a:pt x="22768" y="19050"/>
                    </a:lnTo>
                    <a:lnTo>
                      <a:pt x="340141" y="96326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4" name="Google Shape;1694;p39"/>
              <p:cNvSpPr/>
              <p:nvPr/>
            </p:nvSpPr>
            <p:spPr>
              <a:xfrm>
                <a:off x="5593362" y="4447984"/>
                <a:ext cx="1133291" cy="982408"/>
              </a:xfrm>
              <a:custGeom>
                <a:avLst/>
                <a:gdLst/>
                <a:ahLst/>
                <a:cxnLst/>
                <a:rect l="l" t="t" r="r" b="b"/>
                <a:pathLst>
                  <a:path w="1133291" h="982408" extrusionOk="0">
                    <a:moveTo>
                      <a:pt x="1123668" y="982408"/>
                    </a:moveTo>
                    <a:lnTo>
                      <a:pt x="333283" y="982408"/>
                    </a:lnTo>
                    <a:cubicBezTo>
                      <a:pt x="329188" y="982408"/>
                      <a:pt x="325568" y="979837"/>
                      <a:pt x="324235" y="975931"/>
                    </a:cubicBezTo>
                    <a:lnTo>
                      <a:pt x="480" y="12573"/>
                    </a:lnTo>
                    <a:cubicBezTo>
                      <a:pt x="-473" y="9715"/>
                      <a:pt x="4" y="6477"/>
                      <a:pt x="1813" y="4000"/>
                    </a:cubicBezTo>
                    <a:cubicBezTo>
                      <a:pt x="3623" y="1524"/>
                      <a:pt x="6481" y="0"/>
                      <a:pt x="9529" y="0"/>
                    </a:cubicBezTo>
                    <a:lnTo>
                      <a:pt x="800104" y="0"/>
                    </a:lnTo>
                    <a:cubicBezTo>
                      <a:pt x="804199" y="0"/>
                      <a:pt x="807819" y="2572"/>
                      <a:pt x="809152" y="6477"/>
                    </a:cubicBezTo>
                    <a:lnTo>
                      <a:pt x="1132812" y="969740"/>
                    </a:lnTo>
                    <a:cubicBezTo>
                      <a:pt x="1133765" y="972598"/>
                      <a:pt x="1133288" y="975836"/>
                      <a:pt x="1131478" y="978313"/>
                    </a:cubicBezTo>
                    <a:cubicBezTo>
                      <a:pt x="1129574" y="980884"/>
                      <a:pt x="1126716" y="982408"/>
                      <a:pt x="1123668" y="982408"/>
                    </a:cubicBezTo>
                    <a:close/>
                    <a:moveTo>
                      <a:pt x="340141" y="963358"/>
                    </a:moveTo>
                    <a:lnTo>
                      <a:pt x="1110428" y="963358"/>
                    </a:lnTo>
                    <a:lnTo>
                      <a:pt x="793246" y="19145"/>
                    </a:lnTo>
                    <a:lnTo>
                      <a:pt x="22768" y="19145"/>
                    </a:lnTo>
                    <a:lnTo>
                      <a:pt x="340141" y="96335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5" name="Google Shape;1695;p39"/>
              <p:cNvSpPr/>
              <p:nvPr/>
            </p:nvSpPr>
            <p:spPr>
              <a:xfrm>
                <a:off x="4890226" y="2355723"/>
                <a:ext cx="1133196" cy="982313"/>
              </a:xfrm>
              <a:custGeom>
                <a:avLst/>
                <a:gdLst/>
                <a:ahLst/>
                <a:cxnLst/>
                <a:rect l="l" t="t" r="r" b="b"/>
                <a:pathLst>
                  <a:path w="1133196" h="982313" extrusionOk="0">
                    <a:moveTo>
                      <a:pt x="1123668" y="982313"/>
                    </a:moveTo>
                    <a:lnTo>
                      <a:pt x="333283" y="982313"/>
                    </a:lnTo>
                    <a:cubicBezTo>
                      <a:pt x="329188" y="982313"/>
                      <a:pt x="325568" y="979741"/>
                      <a:pt x="324235" y="975836"/>
                    </a:cubicBezTo>
                    <a:lnTo>
                      <a:pt x="480" y="12573"/>
                    </a:lnTo>
                    <a:cubicBezTo>
                      <a:pt x="-473" y="9715"/>
                      <a:pt x="4" y="6477"/>
                      <a:pt x="1813" y="4000"/>
                    </a:cubicBezTo>
                    <a:cubicBezTo>
                      <a:pt x="3623" y="1524"/>
                      <a:pt x="6481" y="0"/>
                      <a:pt x="9529" y="0"/>
                    </a:cubicBezTo>
                    <a:lnTo>
                      <a:pt x="799913" y="0"/>
                    </a:lnTo>
                    <a:cubicBezTo>
                      <a:pt x="804009" y="0"/>
                      <a:pt x="807628" y="2572"/>
                      <a:pt x="808962" y="6477"/>
                    </a:cubicBezTo>
                    <a:lnTo>
                      <a:pt x="1132716" y="969740"/>
                    </a:lnTo>
                    <a:cubicBezTo>
                      <a:pt x="1133669" y="972598"/>
                      <a:pt x="1133193" y="975836"/>
                      <a:pt x="1131383" y="978313"/>
                    </a:cubicBezTo>
                    <a:cubicBezTo>
                      <a:pt x="1129669" y="980789"/>
                      <a:pt x="1126716" y="982313"/>
                      <a:pt x="1123668" y="982313"/>
                    </a:cubicBezTo>
                    <a:close/>
                    <a:moveTo>
                      <a:pt x="340141" y="963263"/>
                    </a:moveTo>
                    <a:lnTo>
                      <a:pt x="1110428" y="963263"/>
                    </a:lnTo>
                    <a:lnTo>
                      <a:pt x="793055" y="19050"/>
                    </a:lnTo>
                    <a:lnTo>
                      <a:pt x="22768" y="19050"/>
                    </a:lnTo>
                    <a:lnTo>
                      <a:pt x="340141" y="96326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6" name="Google Shape;1696;p39"/>
              <p:cNvSpPr/>
              <p:nvPr/>
            </p:nvSpPr>
            <p:spPr>
              <a:xfrm>
                <a:off x="4544564" y="1326832"/>
                <a:ext cx="1133101" cy="982217"/>
              </a:xfrm>
              <a:custGeom>
                <a:avLst/>
                <a:gdLst/>
                <a:ahLst/>
                <a:cxnLst/>
                <a:rect l="l" t="t" r="r" b="b"/>
                <a:pathLst>
                  <a:path w="1133101" h="982217" extrusionOk="0">
                    <a:moveTo>
                      <a:pt x="1123573" y="982218"/>
                    </a:moveTo>
                    <a:lnTo>
                      <a:pt x="333188" y="982218"/>
                    </a:lnTo>
                    <a:cubicBezTo>
                      <a:pt x="329092" y="982218"/>
                      <a:pt x="325473" y="979646"/>
                      <a:pt x="324139" y="975741"/>
                    </a:cubicBezTo>
                    <a:lnTo>
                      <a:pt x="480" y="12573"/>
                    </a:lnTo>
                    <a:cubicBezTo>
                      <a:pt x="-473" y="9620"/>
                      <a:pt x="4" y="6477"/>
                      <a:pt x="1813" y="4001"/>
                    </a:cubicBezTo>
                    <a:cubicBezTo>
                      <a:pt x="3623" y="1524"/>
                      <a:pt x="6481" y="0"/>
                      <a:pt x="9529" y="0"/>
                    </a:cubicBezTo>
                    <a:lnTo>
                      <a:pt x="799913" y="0"/>
                    </a:lnTo>
                    <a:cubicBezTo>
                      <a:pt x="804009" y="0"/>
                      <a:pt x="807628" y="2572"/>
                      <a:pt x="808962" y="6477"/>
                    </a:cubicBezTo>
                    <a:lnTo>
                      <a:pt x="1132621" y="969645"/>
                    </a:lnTo>
                    <a:cubicBezTo>
                      <a:pt x="1133574" y="972502"/>
                      <a:pt x="1133098" y="975741"/>
                      <a:pt x="1131288" y="978218"/>
                    </a:cubicBezTo>
                    <a:cubicBezTo>
                      <a:pt x="1129478" y="980789"/>
                      <a:pt x="1126621" y="982218"/>
                      <a:pt x="1123573" y="982218"/>
                    </a:cubicBezTo>
                    <a:close/>
                    <a:moveTo>
                      <a:pt x="339951" y="963168"/>
                    </a:moveTo>
                    <a:lnTo>
                      <a:pt x="1110238" y="963168"/>
                    </a:lnTo>
                    <a:lnTo>
                      <a:pt x="793055" y="19050"/>
                    </a:lnTo>
                    <a:lnTo>
                      <a:pt x="22768" y="19050"/>
                    </a:lnTo>
                    <a:lnTo>
                      <a:pt x="339951" y="96316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97" name="Google Shape;1697;p39"/>
            <p:cNvGrpSpPr/>
            <p:nvPr/>
          </p:nvGrpSpPr>
          <p:grpSpPr>
            <a:xfrm>
              <a:off x="6071411" y="3216253"/>
              <a:ext cx="537485" cy="367913"/>
              <a:chOff x="6008084" y="2244470"/>
              <a:chExt cx="994790" cy="680942"/>
            </a:xfrm>
          </p:grpSpPr>
          <p:sp>
            <p:nvSpPr>
              <p:cNvPr id="1698" name="Google Shape;1698;p39"/>
              <p:cNvSpPr/>
              <p:nvPr/>
            </p:nvSpPr>
            <p:spPr>
              <a:xfrm>
                <a:off x="6675500" y="2490120"/>
                <a:ext cx="327374" cy="435292"/>
              </a:xfrm>
              <a:custGeom>
                <a:avLst/>
                <a:gdLst/>
                <a:ahLst/>
                <a:cxnLst/>
                <a:rect l="l" t="t" r="r" b="b"/>
                <a:pathLst>
                  <a:path w="327374" h="435292" extrusionOk="0">
                    <a:moveTo>
                      <a:pt x="327374" y="232315"/>
                    </a:moveTo>
                    <a:lnTo>
                      <a:pt x="163639" y="435293"/>
                    </a:lnTo>
                    <a:lnTo>
                      <a:pt x="0" y="232315"/>
                    </a:lnTo>
                    <a:lnTo>
                      <a:pt x="70390" y="232315"/>
                    </a:lnTo>
                    <a:lnTo>
                      <a:pt x="70390" y="0"/>
                    </a:lnTo>
                    <a:lnTo>
                      <a:pt x="256889" y="0"/>
                    </a:lnTo>
                    <a:lnTo>
                      <a:pt x="256889" y="232315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9" name="Google Shape;1699;p39"/>
              <p:cNvSpPr/>
              <p:nvPr/>
            </p:nvSpPr>
            <p:spPr>
              <a:xfrm>
                <a:off x="6008084" y="2490120"/>
                <a:ext cx="327374" cy="435292"/>
              </a:xfrm>
              <a:custGeom>
                <a:avLst/>
                <a:gdLst/>
                <a:ahLst/>
                <a:cxnLst/>
                <a:rect l="l" t="t" r="r" b="b"/>
                <a:pathLst>
                  <a:path w="327374" h="435292" extrusionOk="0">
                    <a:moveTo>
                      <a:pt x="327375" y="232315"/>
                    </a:moveTo>
                    <a:lnTo>
                      <a:pt x="163640" y="435293"/>
                    </a:lnTo>
                    <a:lnTo>
                      <a:pt x="0" y="232315"/>
                    </a:lnTo>
                    <a:lnTo>
                      <a:pt x="70390" y="232315"/>
                    </a:lnTo>
                    <a:lnTo>
                      <a:pt x="70390" y="0"/>
                    </a:lnTo>
                    <a:lnTo>
                      <a:pt x="256889" y="0"/>
                    </a:lnTo>
                    <a:lnTo>
                      <a:pt x="256889" y="232315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0" name="Google Shape;1700;p39"/>
              <p:cNvSpPr/>
              <p:nvPr/>
            </p:nvSpPr>
            <p:spPr>
              <a:xfrm>
                <a:off x="6342411" y="2244470"/>
                <a:ext cx="327469" cy="435292"/>
              </a:xfrm>
              <a:custGeom>
                <a:avLst/>
                <a:gdLst/>
                <a:ahLst/>
                <a:cxnLst/>
                <a:rect l="l" t="t" r="r" b="b"/>
                <a:pathLst>
                  <a:path w="327469" h="435292" extrusionOk="0">
                    <a:moveTo>
                      <a:pt x="327470" y="232410"/>
                    </a:moveTo>
                    <a:lnTo>
                      <a:pt x="163639" y="435292"/>
                    </a:lnTo>
                    <a:lnTo>
                      <a:pt x="0" y="232410"/>
                    </a:lnTo>
                    <a:lnTo>
                      <a:pt x="70485" y="232410"/>
                    </a:lnTo>
                    <a:lnTo>
                      <a:pt x="70485" y="0"/>
                    </a:lnTo>
                    <a:lnTo>
                      <a:pt x="256889" y="0"/>
                    </a:lnTo>
                    <a:lnTo>
                      <a:pt x="256889" y="23241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01" name="Google Shape;1701;p39"/>
            <p:cNvGrpSpPr/>
            <p:nvPr/>
          </p:nvGrpSpPr>
          <p:grpSpPr>
            <a:xfrm>
              <a:off x="5628894" y="4504198"/>
              <a:ext cx="189953" cy="303874"/>
              <a:chOff x="5189062" y="4628230"/>
              <a:chExt cx="351570" cy="562418"/>
            </a:xfrm>
          </p:grpSpPr>
          <p:sp>
            <p:nvSpPr>
              <p:cNvPr id="1702" name="Google Shape;1702;p39"/>
              <p:cNvSpPr/>
              <p:nvPr/>
            </p:nvSpPr>
            <p:spPr>
              <a:xfrm>
                <a:off x="5189157" y="4628230"/>
                <a:ext cx="351475" cy="167416"/>
              </a:xfrm>
              <a:custGeom>
                <a:avLst/>
                <a:gdLst/>
                <a:ahLst/>
                <a:cxnLst/>
                <a:rect l="l" t="t" r="r" b="b"/>
                <a:pathLst>
                  <a:path w="351475" h="167416" extrusionOk="0">
                    <a:moveTo>
                      <a:pt x="175703" y="167417"/>
                    </a:moveTo>
                    <a:cubicBezTo>
                      <a:pt x="168940" y="167417"/>
                      <a:pt x="162178" y="165416"/>
                      <a:pt x="156367" y="161321"/>
                    </a:cubicBezTo>
                    <a:lnTo>
                      <a:pt x="14159" y="60832"/>
                    </a:lnTo>
                    <a:cubicBezTo>
                      <a:pt x="-986" y="50164"/>
                      <a:pt x="-4510" y="29209"/>
                      <a:pt x="6158" y="14159"/>
                    </a:cubicBezTo>
                    <a:cubicBezTo>
                      <a:pt x="16826" y="-986"/>
                      <a:pt x="37781" y="-4510"/>
                      <a:pt x="52831" y="6158"/>
                    </a:cubicBezTo>
                    <a:lnTo>
                      <a:pt x="175703" y="93026"/>
                    </a:lnTo>
                    <a:lnTo>
                      <a:pt x="298671" y="6158"/>
                    </a:lnTo>
                    <a:cubicBezTo>
                      <a:pt x="313816" y="-4510"/>
                      <a:pt x="334675" y="-890"/>
                      <a:pt x="345343" y="14159"/>
                    </a:cubicBezTo>
                    <a:cubicBezTo>
                      <a:pt x="356011" y="29304"/>
                      <a:pt x="352392" y="50164"/>
                      <a:pt x="337342" y="60832"/>
                    </a:cubicBezTo>
                    <a:lnTo>
                      <a:pt x="195039" y="161321"/>
                    </a:lnTo>
                    <a:cubicBezTo>
                      <a:pt x="189229" y="165321"/>
                      <a:pt x="182466" y="167417"/>
                      <a:pt x="175703" y="1674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3" name="Google Shape;1703;p39"/>
              <p:cNvSpPr/>
              <p:nvPr/>
            </p:nvSpPr>
            <p:spPr>
              <a:xfrm>
                <a:off x="5189062" y="4813872"/>
                <a:ext cx="351475" cy="167416"/>
              </a:xfrm>
              <a:custGeom>
                <a:avLst/>
                <a:gdLst/>
                <a:ahLst/>
                <a:cxnLst/>
                <a:rect l="l" t="t" r="r" b="b"/>
                <a:pathLst>
                  <a:path w="351475" h="167416" extrusionOk="0">
                    <a:moveTo>
                      <a:pt x="175703" y="167416"/>
                    </a:moveTo>
                    <a:cubicBezTo>
                      <a:pt x="168941" y="167416"/>
                      <a:pt x="162178" y="165416"/>
                      <a:pt x="156367" y="161320"/>
                    </a:cubicBezTo>
                    <a:lnTo>
                      <a:pt x="14159" y="60832"/>
                    </a:lnTo>
                    <a:cubicBezTo>
                      <a:pt x="-986" y="50164"/>
                      <a:pt x="-4510" y="29209"/>
                      <a:pt x="6158" y="14159"/>
                    </a:cubicBezTo>
                    <a:cubicBezTo>
                      <a:pt x="16826" y="-986"/>
                      <a:pt x="37781" y="-4510"/>
                      <a:pt x="52831" y="6158"/>
                    </a:cubicBezTo>
                    <a:lnTo>
                      <a:pt x="175703" y="93026"/>
                    </a:lnTo>
                    <a:lnTo>
                      <a:pt x="298671" y="6158"/>
                    </a:lnTo>
                    <a:cubicBezTo>
                      <a:pt x="313816" y="-4510"/>
                      <a:pt x="334675" y="-891"/>
                      <a:pt x="345343" y="14159"/>
                    </a:cubicBezTo>
                    <a:cubicBezTo>
                      <a:pt x="356012" y="29304"/>
                      <a:pt x="352392" y="50164"/>
                      <a:pt x="337342" y="60832"/>
                    </a:cubicBezTo>
                    <a:lnTo>
                      <a:pt x="195039" y="161320"/>
                    </a:lnTo>
                    <a:cubicBezTo>
                      <a:pt x="189229" y="165416"/>
                      <a:pt x="182466" y="167416"/>
                      <a:pt x="175703" y="16741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4" name="Google Shape;1704;p39"/>
              <p:cNvSpPr/>
              <p:nvPr/>
            </p:nvSpPr>
            <p:spPr>
              <a:xfrm>
                <a:off x="5189062" y="5023137"/>
                <a:ext cx="351475" cy="167511"/>
              </a:xfrm>
              <a:custGeom>
                <a:avLst/>
                <a:gdLst/>
                <a:ahLst/>
                <a:cxnLst/>
                <a:rect l="l" t="t" r="r" b="b"/>
                <a:pathLst>
                  <a:path w="351475" h="167511" extrusionOk="0">
                    <a:moveTo>
                      <a:pt x="175703" y="167512"/>
                    </a:moveTo>
                    <a:cubicBezTo>
                      <a:pt x="168941" y="167512"/>
                      <a:pt x="162178" y="165511"/>
                      <a:pt x="156367" y="161320"/>
                    </a:cubicBezTo>
                    <a:lnTo>
                      <a:pt x="14159" y="60832"/>
                    </a:lnTo>
                    <a:cubicBezTo>
                      <a:pt x="-986" y="50164"/>
                      <a:pt x="-4510" y="29209"/>
                      <a:pt x="6158" y="14159"/>
                    </a:cubicBezTo>
                    <a:cubicBezTo>
                      <a:pt x="16826" y="-986"/>
                      <a:pt x="37781" y="-4510"/>
                      <a:pt x="52831" y="6158"/>
                    </a:cubicBezTo>
                    <a:lnTo>
                      <a:pt x="175703" y="93026"/>
                    </a:lnTo>
                    <a:lnTo>
                      <a:pt x="298671" y="6158"/>
                    </a:lnTo>
                    <a:cubicBezTo>
                      <a:pt x="313816" y="-4510"/>
                      <a:pt x="334675" y="-891"/>
                      <a:pt x="345343" y="14159"/>
                    </a:cubicBezTo>
                    <a:cubicBezTo>
                      <a:pt x="356012" y="29304"/>
                      <a:pt x="352392" y="50164"/>
                      <a:pt x="337342" y="60832"/>
                    </a:cubicBezTo>
                    <a:lnTo>
                      <a:pt x="195039" y="161320"/>
                    </a:lnTo>
                    <a:cubicBezTo>
                      <a:pt x="189229" y="165511"/>
                      <a:pt x="182466" y="167512"/>
                      <a:pt x="175703" y="16751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05" name="Google Shape;1705;p39"/>
            <p:cNvGrpSpPr/>
            <p:nvPr/>
          </p:nvGrpSpPr>
          <p:grpSpPr>
            <a:xfrm>
              <a:off x="5193082" y="4387101"/>
              <a:ext cx="355870" cy="147340"/>
              <a:chOff x="4382452" y="4411503"/>
              <a:chExt cx="658653" cy="272701"/>
            </a:xfrm>
          </p:grpSpPr>
          <p:sp>
            <p:nvSpPr>
              <p:cNvPr id="1706" name="Google Shape;1706;p39"/>
              <p:cNvSpPr/>
              <p:nvPr/>
            </p:nvSpPr>
            <p:spPr>
              <a:xfrm>
                <a:off x="4382452" y="4604385"/>
                <a:ext cx="79819" cy="79819"/>
              </a:xfrm>
              <a:custGeom>
                <a:avLst/>
                <a:gdLst/>
                <a:ahLst/>
                <a:cxnLst/>
                <a:rect l="l" t="t" r="r" b="b"/>
                <a:pathLst>
                  <a:path w="79819" h="79819" extrusionOk="0">
                    <a:moveTo>
                      <a:pt x="79820" y="39910"/>
                    </a:moveTo>
                    <a:cubicBezTo>
                      <a:pt x="79820" y="61951"/>
                      <a:pt x="61951" y="79819"/>
                      <a:pt x="39910" y="79819"/>
                    </a:cubicBezTo>
                    <a:cubicBezTo>
                      <a:pt x="17868" y="79819"/>
                      <a:pt x="0" y="61951"/>
                      <a:pt x="0" y="39910"/>
                    </a:cubicBezTo>
                    <a:cubicBezTo>
                      <a:pt x="0" y="17868"/>
                      <a:pt x="17868" y="0"/>
                      <a:pt x="39910" y="0"/>
                    </a:cubicBezTo>
                    <a:cubicBezTo>
                      <a:pt x="61951" y="0"/>
                      <a:pt x="79820" y="17868"/>
                      <a:pt x="79820" y="3991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7" name="Google Shape;1707;p39"/>
              <p:cNvSpPr/>
              <p:nvPr/>
            </p:nvSpPr>
            <p:spPr>
              <a:xfrm>
                <a:off x="4575429" y="4604385"/>
                <a:ext cx="79819" cy="79819"/>
              </a:xfrm>
              <a:custGeom>
                <a:avLst/>
                <a:gdLst/>
                <a:ahLst/>
                <a:cxnLst/>
                <a:rect l="l" t="t" r="r" b="b"/>
                <a:pathLst>
                  <a:path w="79819" h="79819" extrusionOk="0">
                    <a:moveTo>
                      <a:pt x="79820" y="39910"/>
                    </a:moveTo>
                    <a:cubicBezTo>
                      <a:pt x="79820" y="61951"/>
                      <a:pt x="61951" y="79819"/>
                      <a:pt x="39910" y="79819"/>
                    </a:cubicBezTo>
                    <a:cubicBezTo>
                      <a:pt x="17868" y="79819"/>
                      <a:pt x="0" y="61951"/>
                      <a:pt x="0" y="39910"/>
                    </a:cubicBezTo>
                    <a:cubicBezTo>
                      <a:pt x="0" y="17868"/>
                      <a:pt x="17868" y="0"/>
                      <a:pt x="39910" y="0"/>
                    </a:cubicBezTo>
                    <a:cubicBezTo>
                      <a:pt x="61951" y="0"/>
                      <a:pt x="79820" y="17868"/>
                      <a:pt x="79820" y="3991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8" name="Google Shape;1708;p39"/>
              <p:cNvSpPr/>
              <p:nvPr/>
            </p:nvSpPr>
            <p:spPr>
              <a:xfrm>
                <a:off x="4768310" y="4604385"/>
                <a:ext cx="79819" cy="79819"/>
              </a:xfrm>
              <a:custGeom>
                <a:avLst/>
                <a:gdLst/>
                <a:ahLst/>
                <a:cxnLst/>
                <a:rect l="l" t="t" r="r" b="b"/>
                <a:pathLst>
                  <a:path w="79819" h="79819" extrusionOk="0">
                    <a:moveTo>
                      <a:pt x="79820" y="39910"/>
                    </a:moveTo>
                    <a:cubicBezTo>
                      <a:pt x="79820" y="61951"/>
                      <a:pt x="61951" y="79819"/>
                      <a:pt x="39910" y="79819"/>
                    </a:cubicBezTo>
                    <a:cubicBezTo>
                      <a:pt x="17868" y="79819"/>
                      <a:pt x="0" y="61951"/>
                      <a:pt x="0" y="39910"/>
                    </a:cubicBezTo>
                    <a:cubicBezTo>
                      <a:pt x="0" y="17868"/>
                      <a:pt x="17868" y="0"/>
                      <a:pt x="39910" y="0"/>
                    </a:cubicBezTo>
                    <a:cubicBezTo>
                      <a:pt x="61951" y="0"/>
                      <a:pt x="79820" y="17868"/>
                      <a:pt x="79820" y="3991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9" name="Google Shape;1709;p39"/>
              <p:cNvSpPr/>
              <p:nvPr/>
            </p:nvSpPr>
            <p:spPr>
              <a:xfrm>
                <a:off x="4382452" y="4411503"/>
                <a:ext cx="79819" cy="79819"/>
              </a:xfrm>
              <a:custGeom>
                <a:avLst/>
                <a:gdLst/>
                <a:ahLst/>
                <a:cxnLst/>
                <a:rect l="l" t="t" r="r" b="b"/>
                <a:pathLst>
                  <a:path w="79819" h="79819" extrusionOk="0">
                    <a:moveTo>
                      <a:pt x="79820" y="39910"/>
                    </a:moveTo>
                    <a:cubicBezTo>
                      <a:pt x="79820" y="61951"/>
                      <a:pt x="61951" y="79819"/>
                      <a:pt x="39910" y="79819"/>
                    </a:cubicBezTo>
                    <a:cubicBezTo>
                      <a:pt x="17868" y="79819"/>
                      <a:pt x="0" y="61951"/>
                      <a:pt x="0" y="39910"/>
                    </a:cubicBezTo>
                    <a:cubicBezTo>
                      <a:pt x="0" y="17868"/>
                      <a:pt x="17868" y="0"/>
                      <a:pt x="39910" y="0"/>
                    </a:cubicBezTo>
                    <a:cubicBezTo>
                      <a:pt x="61951" y="0"/>
                      <a:pt x="79820" y="17868"/>
                      <a:pt x="79820" y="3991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0" name="Google Shape;1710;p39"/>
              <p:cNvSpPr/>
              <p:nvPr/>
            </p:nvSpPr>
            <p:spPr>
              <a:xfrm>
                <a:off x="4575429" y="4411503"/>
                <a:ext cx="79819" cy="79819"/>
              </a:xfrm>
              <a:custGeom>
                <a:avLst/>
                <a:gdLst/>
                <a:ahLst/>
                <a:cxnLst/>
                <a:rect l="l" t="t" r="r" b="b"/>
                <a:pathLst>
                  <a:path w="79819" h="79819" extrusionOk="0">
                    <a:moveTo>
                      <a:pt x="79820" y="39910"/>
                    </a:moveTo>
                    <a:cubicBezTo>
                      <a:pt x="79820" y="61951"/>
                      <a:pt x="61951" y="79819"/>
                      <a:pt x="39910" y="79819"/>
                    </a:cubicBezTo>
                    <a:cubicBezTo>
                      <a:pt x="17868" y="79819"/>
                      <a:pt x="0" y="61951"/>
                      <a:pt x="0" y="39910"/>
                    </a:cubicBezTo>
                    <a:cubicBezTo>
                      <a:pt x="0" y="17868"/>
                      <a:pt x="17868" y="0"/>
                      <a:pt x="39910" y="0"/>
                    </a:cubicBezTo>
                    <a:cubicBezTo>
                      <a:pt x="61951" y="0"/>
                      <a:pt x="79820" y="17868"/>
                      <a:pt x="79820" y="3991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1" name="Google Shape;1711;p39"/>
              <p:cNvSpPr/>
              <p:nvPr/>
            </p:nvSpPr>
            <p:spPr>
              <a:xfrm>
                <a:off x="4768310" y="4411503"/>
                <a:ext cx="79819" cy="79819"/>
              </a:xfrm>
              <a:custGeom>
                <a:avLst/>
                <a:gdLst/>
                <a:ahLst/>
                <a:cxnLst/>
                <a:rect l="l" t="t" r="r" b="b"/>
                <a:pathLst>
                  <a:path w="79819" h="79819" extrusionOk="0">
                    <a:moveTo>
                      <a:pt x="79820" y="39910"/>
                    </a:moveTo>
                    <a:cubicBezTo>
                      <a:pt x="79820" y="61951"/>
                      <a:pt x="61951" y="79819"/>
                      <a:pt x="39910" y="79819"/>
                    </a:cubicBezTo>
                    <a:cubicBezTo>
                      <a:pt x="17868" y="79819"/>
                      <a:pt x="0" y="61951"/>
                      <a:pt x="0" y="39910"/>
                    </a:cubicBezTo>
                    <a:cubicBezTo>
                      <a:pt x="0" y="17868"/>
                      <a:pt x="17868" y="0"/>
                      <a:pt x="39910" y="0"/>
                    </a:cubicBezTo>
                    <a:cubicBezTo>
                      <a:pt x="61951" y="0"/>
                      <a:pt x="79820" y="17868"/>
                      <a:pt x="79820" y="3991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2" name="Google Shape;1712;p39"/>
              <p:cNvSpPr/>
              <p:nvPr/>
            </p:nvSpPr>
            <p:spPr>
              <a:xfrm>
                <a:off x="4961286" y="4604385"/>
                <a:ext cx="79819" cy="79819"/>
              </a:xfrm>
              <a:custGeom>
                <a:avLst/>
                <a:gdLst/>
                <a:ahLst/>
                <a:cxnLst/>
                <a:rect l="l" t="t" r="r" b="b"/>
                <a:pathLst>
                  <a:path w="79819" h="79819" extrusionOk="0">
                    <a:moveTo>
                      <a:pt x="79820" y="39910"/>
                    </a:moveTo>
                    <a:cubicBezTo>
                      <a:pt x="79820" y="61951"/>
                      <a:pt x="61951" y="79819"/>
                      <a:pt x="39910" y="79819"/>
                    </a:cubicBezTo>
                    <a:cubicBezTo>
                      <a:pt x="17868" y="79819"/>
                      <a:pt x="0" y="61951"/>
                      <a:pt x="0" y="39910"/>
                    </a:cubicBezTo>
                    <a:cubicBezTo>
                      <a:pt x="0" y="17868"/>
                      <a:pt x="17868" y="0"/>
                      <a:pt x="39910" y="0"/>
                    </a:cubicBezTo>
                    <a:cubicBezTo>
                      <a:pt x="61951" y="0"/>
                      <a:pt x="79820" y="17868"/>
                      <a:pt x="79820" y="3991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3" name="Google Shape;1713;p39"/>
              <p:cNvSpPr/>
              <p:nvPr/>
            </p:nvSpPr>
            <p:spPr>
              <a:xfrm>
                <a:off x="4961286" y="4411503"/>
                <a:ext cx="79819" cy="79819"/>
              </a:xfrm>
              <a:custGeom>
                <a:avLst/>
                <a:gdLst/>
                <a:ahLst/>
                <a:cxnLst/>
                <a:rect l="l" t="t" r="r" b="b"/>
                <a:pathLst>
                  <a:path w="79819" h="79819" extrusionOk="0">
                    <a:moveTo>
                      <a:pt x="79820" y="39910"/>
                    </a:moveTo>
                    <a:cubicBezTo>
                      <a:pt x="79820" y="61951"/>
                      <a:pt x="61951" y="79819"/>
                      <a:pt x="39910" y="79819"/>
                    </a:cubicBezTo>
                    <a:cubicBezTo>
                      <a:pt x="17868" y="79819"/>
                      <a:pt x="0" y="61951"/>
                      <a:pt x="0" y="39910"/>
                    </a:cubicBezTo>
                    <a:cubicBezTo>
                      <a:pt x="0" y="17868"/>
                      <a:pt x="17868" y="0"/>
                      <a:pt x="39910" y="0"/>
                    </a:cubicBezTo>
                    <a:cubicBezTo>
                      <a:pt x="61951" y="0"/>
                      <a:pt x="79820" y="17868"/>
                      <a:pt x="79820" y="3991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14" name="Google Shape;1714;p39"/>
            <p:cNvGrpSpPr/>
            <p:nvPr/>
          </p:nvGrpSpPr>
          <p:grpSpPr>
            <a:xfrm>
              <a:off x="5863447" y="2796928"/>
              <a:ext cx="260251" cy="377589"/>
              <a:chOff x="5623179" y="1468373"/>
              <a:chExt cx="481678" cy="698850"/>
            </a:xfrm>
          </p:grpSpPr>
          <p:sp>
            <p:nvSpPr>
              <p:cNvPr id="1715" name="Google Shape;1715;p39"/>
              <p:cNvSpPr/>
              <p:nvPr/>
            </p:nvSpPr>
            <p:spPr>
              <a:xfrm>
                <a:off x="6022181" y="1884997"/>
                <a:ext cx="82676" cy="82677"/>
              </a:xfrm>
              <a:custGeom>
                <a:avLst/>
                <a:gdLst/>
                <a:ahLst/>
                <a:cxnLst/>
                <a:rect l="l" t="t" r="r" b="b"/>
                <a:pathLst>
                  <a:path w="82676" h="82677" extrusionOk="0">
                    <a:moveTo>
                      <a:pt x="0" y="41338"/>
                    </a:moveTo>
                    <a:cubicBezTo>
                      <a:pt x="0" y="18574"/>
                      <a:pt x="18479" y="0"/>
                      <a:pt x="41338" y="0"/>
                    </a:cubicBezTo>
                    <a:cubicBezTo>
                      <a:pt x="64103" y="0"/>
                      <a:pt x="82677" y="18478"/>
                      <a:pt x="82677" y="41338"/>
                    </a:cubicBezTo>
                    <a:cubicBezTo>
                      <a:pt x="82677" y="64103"/>
                      <a:pt x="64198" y="82677"/>
                      <a:pt x="41338" y="82677"/>
                    </a:cubicBezTo>
                    <a:cubicBezTo>
                      <a:pt x="18479" y="82677"/>
                      <a:pt x="0" y="64198"/>
                      <a:pt x="0" y="4133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6" name="Google Shape;1716;p39"/>
              <p:cNvSpPr/>
              <p:nvPr/>
            </p:nvSpPr>
            <p:spPr>
              <a:xfrm>
                <a:off x="6022181" y="2084546"/>
                <a:ext cx="82676" cy="82677"/>
              </a:xfrm>
              <a:custGeom>
                <a:avLst/>
                <a:gdLst/>
                <a:ahLst/>
                <a:cxnLst/>
                <a:rect l="l" t="t" r="r" b="b"/>
                <a:pathLst>
                  <a:path w="82676" h="82677" extrusionOk="0">
                    <a:moveTo>
                      <a:pt x="0" y="41339"/>
                    </a:moveTo>
                    <a:cubicBezTo>
                      <a:pt x="0" y="18574"/>
                      <a:pt x="18479" y="0"/>
                      <a:pt x="41338" y="0"/>
                    </a:cubicBezTo>
                    <a:cubicBezTo>
                      <a:pt x="64103" y="0"/>
                      <a:pt x="82677" y="18479"/>
                      <a:pt x="82677" y="41339"/>
                    </a:cubicBezTo>
                    <a:cubicBezTo>
                      <a:pt x="82677" y="64198"/>
                      <a:pt x="64198" y="82677"/>
                      <a:pt x="41338" y="82677"/>
                    </a:cubicBezTo>
                    <a:cubicBezTo>
                      <a:pt x="18479" y="82582"/>
                      <a:pt x="0" y="64103"/>
                      <a:pt x="0" y="4133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7" name="Google Shape;1717;p39"/>
              <p:cNvSpPr/>
              <p:nvPr/>
            </p:nvSpPr>
            <p:spPr>
              <a:xfrm>
                <a:off x="5822632" y="1885092"/>
                <a:ext cx="82677" cy="82676"/>
              </a:xfrm>
              <a:custGeom>
                <a:avLst/>
                <a:gdLst/>
                <a:ahLst/>
                <a:cxnLst/>
                <a:rect l="l" t="t" r="r" b="b"/>
                <a:pathLst>
                  <a:path w="82677" h="82676" extrusionOk="0">
                    <a:moveTo>
                      <a:pt x="41339" y="0"/>
                    </a:moveTo>
                    <a:cubicBezTo>
                      <a:pt x="64103" y="0"/>
                      <a:pt x="82677" y="18478"/>
                      <a:pt x="82677" y="41338"/>
                    </a:cubicBezTo>
                    <a:cubicBezTo>
                      <a:pt x="82677" y="64103"/>
                      <a:pt x="64199" y="82677"/>
                      <a:pt x="41339" y="82677"/>
                    </a:cubicBezTo>
                    <a:cubicBezTo>
                      <a:pt x="18574" y="82677"/>
                      <a:pt x="0" y="64198"/>
                      <a:pt x="0" y="41338"/>
                    </a:cubicBezTo>
                    <a:cubicBezTo>
                      <a:pt x="95" y="18478"/>
                      <a:pt x="18574" y="0"/>
                      <a:pt x="4133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8" name="Google Shape;1718;p39"/>
              <p:cNvSpPr/>
              <p:nvPr/>
            </p:nvSpPr>
            <p:spPr>
              <a:xfrm>
                <a:off x="6022181" y="1468373"/>
                <a:ext cx="82676" cy="82677"/>
              </a:xfrm>
              <a:custGeom>
                <a:avLst/>
                <a:gdLst/>
                <a:ahLst/>
                <a:cxnLst/>
                <a:rect l="l" t="t" r="r" b="b"/>
                <a:pathLst>
                  <a:path w="82676" h="82677" extrusionOk="0">
                    <a:moveTo>
                      <a:pt x="41338" y="0"/>
                    </a:moveTo>
                    <a:cubicBezTo>
                      <a:pt x="64103" y="0"/>
                      <a:pt x="82677" y="18478"/>
                      <a:pt x="82677" y="41339"/>
                    </a:cubicBezTo>
                    <a:cubicBezTo>
                      <a:pt x="82677" y="64199"/>
                      <a:pt x="64198" y="82677"/>
                      <a:pt x="41338" y="82677"/>
                    </a:cubicBezTo>
                    <a:cubicBezTo>
                      <a:pt x="18574" y="82677"/>
                      <a:pt x="0" y="64199"/>
                      <a:pt x="0" y="41339"/>
                    </a:cubicBezTo>
                    <a:cubicBezTo>
                      <a:pt x="0" y="18478"/>
                      <a:pt x="18479" y="0"/>
                      <a:pt x="4133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9" name="Google Shape;1719;p39"/>
              <p:cNvSpPr/>
              <p:nvPr/>
            </p:nvSpPr>
            <p:spPr>
              <a:xfrm>
                <a:off x="5822632" y="1468373"/>
                <a:ext cx="82677" cy="82677"/>
              </a:xfrm>
              <a:custGeom>
                <a:avLst/>
                <a:gdLst/>
                <a:ahLst/>
                <a:cxnLst/>
                <a:rect l="l" t="t" r="r" b="b"/>
                <a:pathLst>
                  <a:path w="82677" h="82677" extrusionOk="0">
                    <a:moveTo>
                      <a:pt x="41339" y="0"/>
                    </a:moveTo>
                    <a:cubicBezTo>
                      <a:pt x="64103" y="0"/>
                      <a:pt x="82677" y="18478"/>
                      <a:pt x="82677" y="41339"/>
                    </a:cubicBezTo>
                    <a:cubicBezTo>
                      <a:pt x="82677" y="64199"/>
                      <a:pt x="64199" y="82677"/>
                      <a:pt x="41339" y="82677"/>
                    </a:cubicBezTo>
                    <a:cubicBezTo>
                      <a:pt x="18574" y="82677"/>
                      <a:pt x="0" y="64199"/>
                      <a:pt x="0" y="41339"/>
                    </a:cubicBezTo>
                    <a:cubicBezTo>
                      <a:pt x="0" y="18478"/>
                      <a:pt x="18574" y="0"/>
                      <a:pt x="4133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0" name="Google Shape;1720;p39"/>
              <p:cNvSpPr/>
              <p:nvPr/>
            </p:nvSpPr>
            <p:spPr>
              <a:xfrm>
                <a:off x="5822727" y="2084546"/>
                <a:ext cx="82676" cy="82677"/>
              </a:xfrm>
              <a:custGeom>
                <a:avLst/>
                <a:gdLst/>
                <a:ahLst/>
                <a:cxnLst/>
                <a:rect l="l" t="t" r="r" b="b"/>
                <a:pathLst>
                  <a:path w="82676" h="82677" extrusionOk="0">
                    <a:moveTo>
                      <a:pt x="0" y="41339"/>
                    </a:moveTo>
                    <a:cubicBezTo>
                      <a:pt x="0" y="18574"/>
                      <a:pt x="18479" y="0"/>
                      <a:pt x="41338" y="0"/>
                    </a:cubicBezTo>
                    <a:cubicBezTo>
                      <a:pt x="64103" y="0"/>
                      <a:pt x="82677" y="18479"/>
                      <a:pt x="82677" y="41339"/>
                    </a:cubicBezTo>
                    <a:cubicBezTo>
                      <a:pt x="82677" y="64198"/>
                      <a:pt x="64198" y="82677"/>
                      <a:pt x="41338" y="82677"/>
                    </a:cubicBezTo>
                    <a:cubicBezTo>
                      <a:pt x="18479" y="82582"/>
                      <a:pt x="0" y="64103"/>
                      <a:pt x="0" y="4133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1" name="Google Shape;1721;p39"/>
              <p:cNvSpPr/>
              <p:nvPr/>
            </p:nvSpPr>
            <p:spPr>
              <a:xfrm>
                <a:off x="6022181" y="1667922"/>
                <a:ext cx="82676" cy="82677"/>
              </a:xfrm>
              <a:custGeom>
                <a:avLst/>
                <a:gdLst/>
                <a:ahLst/>
                <a:cxnLst/>
                <a:rect l="l" t="t" r="r" b="b"/>
                <a:pathLst>
                  <a:path w="82676" h="82677" extrusionOk="0">
                    <a:moveTo>
                      <a:pt x="41338" y="0"/>
                    </a:moveTo>
                    <a:cubicBezTo>
                      <a:pt x="64103" y="0"/>
                      <a:pt x="82677" y="18479"/>
                      <a:pt x="82677" y="41338"/>
                    </a:cubicBezTo>
                    <a:cubicBezTo>
                      <a:pt x="82677" y="64198"/>
                      <a:pt x="64198" y="82677"/>
                      <a:pt x="41338" y="82677"/>
                    </a:cubicBezTo>
                    <a:cubicBezTo>
                      <a:pt x="18574" y="82677"/>
                      <a:pt x="0" y="64198"/>
                      <a:pt x="0" y="41338"/>
                    </a:cubicBezTo>
                    <a:cubicBezTo>
                      <a:pt x="0" y="18479"/>
                      <a:pt x="18479" y="0"/>
                      <a:pt x="4133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2" name="Google Shape;1722;p39"/>
              <p:cNvSpPr/>
              <p:nvPr/>
            </p:nvSpPr>
            <p:spPr>
              <a:xfrm>
                <a:off x="5822632" y="1667922"/>
                <a:ext cx="82677" cy="82677"/>
              </a:xfrm>
              <a:custGeom>
                <a:avLst/>
                <a:gdLst/>
                <a:ahLst/>
                <a:cxnLst/>
                <a:rect l="l" t="t" r="r" b="b"/>
                <a:pathLst>
                  <a:path w="82677" h="82677" extrusionOk="0">
                    <a:moveTo>
                      <a:pt x="41339" y="0"/>
                    </a:moveTo>
                    <a:cubicBezTo>
                      <a:pt x="64103" y="0"/>
                      <a:pt x="82677" y="18479"/>
                      <a:pt x="82677" y="41338"/>
                    </a:cubicBezTo>
                    <a:cubicBezTo>
                      <a:pt x="82677" y="64198"/>
                      <a:pt x="64199" y="82677"/>
                      <a:pt x="41339" y="82677"/>
                    </a:cubicBezTo>
                    <a:cubicBezTo>
                      <a:pt x="18574" y="82677"/>
                      <a:pt x="0" y="64198"/>
                      <a:pt x="0" y="41338"/>
                    </a:cubicBezTo>
                    <a:cubicBezTo>
                      <a:pt x="0" y="18479"/>
                      <a:pt x="18574" y="0"/>
                      <a:pt x="4133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3" name="Google Shape;1723;p39"/>
              <p:cNvSpPr/>
              <p:nvPr/>
            </p:nvSpPr>
            <p:spPr>
              <a:xfrm>
                <a:off x="5623179" y="1468373"/>
                <a:ext cx="82676" cy="82677"/>
              </a:xfrm>
              <a:custGeom>
                <a:avLst/>
                <a:gdLst/>
                <a:ahLst/>
                <a:cxnLst/>
                <a:rect l="l" t="t" r="r" b="b"/>
                <a:pathLst>
                  <a:path w="82676" h="82677" extrusionOk="0">
                    <a:moveTo>
                      <a:pt x="41338" y="0"/>
                    </a:moveTo>
                    <a:cubicBezTo>
                      <a:pt x="64103" y="0"/>
                      <a:pt x="82677" y="18478"/>
                      <a:pt x="82677" y="41339"/>
                    </a:cubicBezTo>
                    <a:cubicBezTo>
                      <a:pt x="82677" y="64199"/>
                      <a:pt x="64199" y="82677"/>
                      <a:pt x="41338" y="82677"/>
                    </a:cubicBezTo>
                    <a:cubicBezTo>
                      <a:pt x="18479" y="82677"/>
                      <a:pt x="0" y="64199"/>
                      <a:pt x="0" y="41339"/>
                    </a:cubicBezTo>
                    <a:cubicBezTo>
                      <a:pt x="0" y="18478"/>
                      <a:pt x="18479" y="0"/>
                      <a:pt x="4133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4" name="Google Shape;1724;p39"/>
              <p:cNvSpPr/>
              <p:nvPr/>
            </p:nvSpPr>
            <p:spPr>
              <a:xfrm>
                <a:off x="5623179" y="1667827"/>
                <a:ext cx="82677" cy="82677"/>
              </a:xfrm>
              <a:custGeom>
                <a:avLst/>
                <a:gdLst/>
                <a:ahLst/>
                <a:cxnLst/>
                <a:rect l="l" t="t" r="r" b="b"/>
                <a:pathLst>
                  <a:path w="82677" h="82677" extrusionOk="0">
                    <a:moveTo>
                      <a:pt x="82677" y="41339"/>
                    </a:moveTo>
                    <a:cubicBezTo>
                      <a:pt x="82677" y="64169"/>
                      <a:pt x="64169" y="82677"/>
                      <a:pt x="41338" y="82677"/>
                    </a:cubicBezTo>
                    <a:cubicBezTo>
                      <a:pt x="18508" y="82677"/>
                      <a:pt x="0" y="64169"/>
                      <a:pt x="0" y="41339"/>
                    </a:cubicBezTo>
                    <a:cubicBezTo>
                      <a:pt x="0" y="18508"/>
                      <a:pt x="18508" y="0"/>
                      <a:pt x="41338" y="0"/>
                    </a:cubicBezTo>
                    <a:cubicBezTo>
                      <a:pt x="64169" y="0"/>
                      <a:pt x="82677" y="18508"/>
                      <a:pt x="82677" y="4133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25" name="Google Shape;1725;p39"/>
            <p:cNvGrpSpPr/>
            <p:nvPr/>
          </p:nvGrpSpPr>
          <p:grpSpPr>
            <a:xfrm>
              <a:off x="6275361" y="3655855"/>
              <a:ext cx="358238" cy="304510"/>
              <a:chOff x="6385559" y="3058096"/>
              <a:chExt cx="663036" cy="563594"/>
            </a:xfrm>
          </p:grpSpPr>
          <p:grpSp>
            <p:nvGrpSpPr>
              <p:cNvPr id="1726" name="Google Shape;1726;p39"/>
              <p:cNvGrpSpPr/>
              <p:nvPr/>
            </p:nvGrpSpPr>
            <p:grpSpPr>
              <a:xfrm>
                <a:off x="6875621" y="3058096"/>
                <a:ext cx="172974" cy="267652"/>
                <a:chOff x="6875621" y="3058096"/>
                <a:chExt cx="172974" cy="267652"/>
              </a:xfrm>
            </p:grpSpPr>
            <p:sp>
              <p:nvSpPr>
                <p:cNvPr id="1727" name="Google Shape;1727;p39"/>
                <p:cNvSpPr/>
                <p:nvPr/>
              </p:nvSpPr>
              <p:spPr>
                <a:xfrm>
                  <a:off x="6885146" y="3067621"/>
                  <a:ext cx="153924" cy="2486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924" h="248602" extrusionOk="0">
                      <a:moveTo>
                        <a:pt x="153924" y="124301"/>
                      </a:moveTo>
                      <a:cubicBezTo>
                        <a:pt x="78962" y="151162"/>
                        <a:pt x="76962" y="240221"/>
                        <a:pt x="76962" y="248603"/>
                      </a:cubicBezTo>
                      <a:cubicBezTo>
                        <a:pt x="76962" y="240792"/>
                        <a:pt x="75247" y="151257"/>
                        <a:pt x="0" y="124301"/>
                      </a:cubicBezTo>
                      <a:cubicBezTo>
                        <a:pt x="75247" y="97155"/>
                        <a:pt x="76962" y="7715"/>
                        <a:pt x="76962" y="0"/>
                      </a:cubicBezTo>
                      <a:cubicBezTo>
                        <a:pt x="76962" y="8287"/>
                        <a:pt x="78962" y="97250"/>
                        <a:pt x="153924" y="12430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28" name="Google Shape;1728;p39"/>
                <p:cNvSpPr/>
                <p:nvPr/>
              </p:nvSpPr>
              <p:spPr>
                <a:xfrm>
                  <a:off x="6875621" y="3058096"/>
                  <a:ext cx="172974" cy="2676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974" h="267652" extrusionOk="0">
                      <a:moveTo>
                        <a:pt x="86487" y="267653"/>
                      </a:moveTo>
                      <a:cubicBezTo>
                        <a:pt x="81248" y="267653"/>
                        <a:pt x="76962" y="263366"/>
                        <a:pt x="76962" y="258128"/>
                      </a:cubicBezTo>
                      <a:cubicBezTo>
                        <a:pt x="76962" y="248888"/>
                        <a:pt x="74962" y="167354"/>
                        <a:pt x="6287" y="142780"/>
                      </a:cubicBezTo>
                      <a:cubicBezTo>
                        <a:pt x="2476" y="141446"/>
                        <a:pt x="0" y="137827"/>
                        <a:pt x="0" y="133826"/>
                      </a:cubicBezTo>
                      <a:cubicBezTo>
                        <a:pt x="0" y="129826"/>
                        <a:pt x="2476" y="126206"/>
                        <a:pt x="6287" y="124873"/>
                      </a:cubicBezTo>
                      <a:cubicBezTo>
                        <a:pt x="74962" y="100108"/>
                        <a:pt x="76962" y="18669"/>
                        <a:pt x="76962" y="9525"/>
                      </a:cubicBezTo>
                      <a:cubicBezTo>
                        <a:pt x="76962" y="4286"/>
                        <a:pt x="81248" y="0"/>
                        <a:pt x="86487" y="0"/>
                      </a:cubicBezTo>
                      <a:cubicBezTo>
                        <a:pt x="91726" y="0"/>
                        <a:pt x="96012" y="4286"/>
                        <a:pt x="96012" y="9525"/>
                      </a:cubicBezTo>
                      <a:cubicBezTo>
                        <a:pt x="96012" y="18764"/>
                        <a:pt x="98012" y="100203"/>
                        <a:pt x="166688" y="124873"/>
                      </a:cubicBezTo>
                      <a:cubicBezTo>
                        <a:pt x="170497" y="126206"/>
                        <a:pt x="172974" y="129826"/>
                        <a:pt x="172974" y="133826"/>
                      </a:cubicBezTo>
                      <a:cubicBezTo>
                        <a:pt x="172974" y="137827"/>
                        <a:pt x="170402" y="141446"/>
                        <a:pt x="166688" y="142780"/>
                      </a:cubicBezTo>
                      <a:cubicBezTo>
                        <a:pt x="98012" y="167354"/>
                        <a:pt x="96107" y="248888"/>
                        <a:pt x="96107" y="258128"/>
                      </a:cubicBezTo>
                      <a:cubicBezTo>
                        <a:pt x="96012" y="263366"/>
                        <a:pt x="91726" y="267653"/>
                        <a:pt x="86487" y="267653"/>
                      </a:cubicBezTo>
                      <a:close/>
                      <a:moveTo>
                        <a:pt x="32195" y="133731"/>
                      </a:moveTo>
                      <a:cubicBezTo>
                        <a:pt x="62103" y="151067"/>
                        <a:pt x="78105" y="178403"/>
                        <a:pt x="86487" y="203263"/>
                      </a:cubicBezTo>
                      <a:cubicBezTo>
                        <a:pt x="94964" y="178499"/>
                        <a:pt x="110871" y="151067"/>
                        <a:pt x="140779" y="133731"/>
                      </a:cubicBezTo>
                      <a:cubicBezTo>
                        <a:pt x="110871" y="116396"/>
                        <a:pt x="94869" y="88963"/>
                        <a:pt x="86487" y="64199"/>
                      </a:cubicBezTo>
                      <a:cubicBezTo>
                        <a:pt x="78010" y="89059"/>
                        <a:pt x="62103" y="116396"/>
                        <a:pt x="32195" y="13373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729" name="Google Shape;1729;p39"/>
              <p:cNvGrpSpPr/>
              <p:nvPr/>
            </p:nvGrpSpPr>
            <p:grpSpPr>
              <a:xfrm>
                <a:off x="6657593" y="3354038"/>
                <a:ext cx="172974" cy="267652"/>
                <a:chOff x="6657593" y="3354038"/>
                <a:chExt cx="172974" cy="267652"/>
              </a:xfrm>
            </p:grpSpPr>
            <p:sp>
              <p:nvSpPr>
                <p:cNvPr id="1730" name="Google Shape;1730;p39"/>
                <p:cNvSpPr/>
                <p:nvPr/>
              </p:nvSpPr>
              <p:spPr>
                <a:xfrm>
                  <a:off x="6667118" y="3363467"/>
                  <a:ext cx="153924" cy="2486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924" h="248602" extrusionOk="0">
                      <a:moveTo>
                        <a:pt x="153924" y="124301"/>
                      </a:moveTo>
                      <a:cubicBezTo>
                        <a:pt x="78962" y="151162"/>
                        <a:pt x="76962" y="240221"/>
                        <a:pt x="76962" y="248603"/>
                      </a:cubicBezTo>
                      <a:cubicBezTo>
                        <a:pt x="76962" y="240792"/>
                        <a:pt x="75247" y="151257"/>
                        <a:pt x="0" y="124301"/>
                      </a:cubicBezTo>
                      <a:cubicBezTo>
                        <a:pt x="75247" y="97155"/>
                        <a:pt x="76962" y="7715"/>
                        <a:pt x="76962" y="0"/>
                      </a:cubicBezTo>
                      <a:cubicBezTo>
                        <a:pt x="76962" y="8382"/>
                        <a:pt x="78962" y="97346"/>
                        <a:pt x="153924" y="12430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31" name="Google Shape;1731;p39"/>
                <p:cNvSpPr/>
                <p:nvPr/>
              </p:nvSpPr>
              <p:spPr>
                <a:xfrm>
                  <a:off x="6657593" y="3354038"/>
                  <a:ext cx="172974" cy="2676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974" h="267652" extrusionOk="0">
                      <a:moveTo>
                        <a:pt x="86487" y="267653"/>
                      </a:moveTo>
                      <a:cubicBezTo>
                        <a:pt x="81248" y="267653"/>
                        <a:pt x="76962" y="263366"/>
                        <a:pt x="76962" y="258128"/>
                      </a:cubicBezTo>
                      <a:cubicBezTo>
                        <a:pt x="76962" y="248888"/>
                        <a:pt x="74962" y="167354"/>
                        <a:pt x="6287" y="142780"/>
                      </a:cubicBezTo>
                      <a:cubicBezTo>
                        <a:pt x="2477" y="141446"/>
                        <a:pt x="0" y="137827"/>
                        <a:pt x="0" y="133826"/>
                      </a:cubicBezTo>
                      <a:cubicBezTo>
                        <a:pt x="0" y="129826"/>
                        <a:pt x="2477" y="126206"/>
                        <a:pt x="6287" y="124873"/>
                      </a:cubicBezTo>
                      <a:cubicBezTo>
                        <a:pt x="74962" y="100108"/>
                        <a:pt x="76962" y="18669"/>
                        <a:pt x="76962" y="9525"/>
                      </a:cubicBezTo>
                      <a:cubicBezTo>
                        <a:pt x="76962" y="4286"/>
                        <a:pt x="81248" y="0"/>
                        <a:pt x="86487" y="0"/>
                      </a:cubicBezTo>
                      <a:cubicBezTo>
                        <a:pt x="91726" y="0"/>
                        <a:pt x="96012" y="4286"/>
                        <a:pt x="96012" y="9525"/>
                      </a:cubicBezTo>
                      <a:cubicBezTo>
                        <a:pt x="96012" y="18764"/>
                        <a:pt x="98012" y="100203"/>
                        <a:pt x="166688" y="124873"/>
                      </a:cubicBezTo>
                      <a:cubicBezTo>
                        <a:pt x="170497" y="126206"/>
                        <a:pt x="172974" y="129826"/>
                        <a:pt x="172974" y="133826"/>
                      </a:cubicBezTo>
                      <a:cubicBezTo>
                        <a:pt x="172974" y="137827"/>
                        <a:pt x="170402" y="141446"/>
                        <a:pt x="166688" y="142780"/>
                      </a:cubicBezTo>
                      <a:cubicBezTo>
                        <a:pt x="98012" y="167354"/>
                        <a:pt x="96012" y="248888"/>
                        <a:pt x="96012" y="258128"/>
                      </a:cubicBezTo>
                      <a:cubicBezTo>
                        <a:pt x="96012" y="263366"/>
                        <a:pt x="91726" y="267653"/>
                        <a:pt x="86487" y="267653"/>
                      </a:cubicBezTo>
                      <a:close/>
                      <a:moveTo>
                        <a:pt x="32195" y="133731"/>
                      </a:moveTo>
                      <a:cubicBezTo>
                        <a:pt x="62103" y="151066"/>
                        <a:pt x="78105" y="178403"/>
                        <a:pt x="86487" y="203263"/>
                      </a:cubicBezTo>
                      <a:cubicBezTo>
                        <a:pt x="94964" y="178498"/>
                        <a:pt x="110871" y="151066"/>
                        <a:pt x="140779" y="133731"/>
                      </a:cubicBezTo>
                      <a:cubicBezTo>
                        <a:pt x="110871" y="116396"/>
                        <a:pt x="94869" y="88963"/>
                        <a:pt x="86487" y="64198"/>
                      </a:cubicBezTo>
                      <a:cubicBezTo>
                        <a:pt x="78010" y="88963"/>
                        <a:pt x="62103" y="116396"/>
                        <a:pt x="32195" y="13373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732" name="Google Shape;1732;p39"/>
              <p:cNvGrpSpPr/>
              <p:nvPr/>
            </p:nvGrpSpPr>
            <p:grpSpPr>
              <a:xfrm>
                <a:off x="6385559" y="3058096"/>
                <a:ext cx="172974" cy="267652"/>
                <a:chOff x="6385559" y="3058096"/>
                <a:chExt cx="172974" cy="267652"/>
              </a:xfrm>
            </p:grpSpPr>
            <p:sp>
              <p:nvSpPr>
                <p:cNvPr id="1733" name="Google Shape;1733;p39"/>
                <p:cNvSpPr/>
                <p:nvPr/>
              </p:nvSpPr>
              <p:spPr>
                <a:xfrm>
                  <a:off x="6394989" y="3067621"/>
                  <a:ext cx="153923" cy="2486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923" h="248602" extrusionOk="0">
                      <a:moveTo>
                        <a:pt x="153924" y="124301"/>
                      </a:moveTo>
                      <a:cubicBezTo>
                        <a:pt x="78962" y="151162"/>
                        <a:pt x="76962" y="240221"/>
                        <a:pt x="76962" y="248603"/>
                      </a:cubicBezTo>
                      <a:cubicBezTo>
                        <a:pt x="76962" y="240792"/>
                        <a:pt x="75247" y="151257"/>
                        <a:pt x="0" y="124301"/>
                      </a:cubicBezTo>
                      <a:cubicBezTo>
                        <a:pt x="75247" y="97155"/>
                        <a:pt x="76962" y="7715"/>
                        <a:pt x="76962" y="0"/>
                      </a:cubicBezTo>
                      <a:cubicBezTo>
                        <a:pt x="76962" y="8287"/>
                        <a:pt x="78962" y="97250"/>
                        <a:pt x="153924" y="12430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34" name="Google Shape;1734;p39"/>
                <p:cNvSpPr/>
                <p:nvPr/>
              </p:nvSpPr>
              <p:spPr>
                <a:xfrm>
                  <a:off x="6385559" y="3058096"/>
                  <a:ext cx="172974" cy="2676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974" h="267652" extrusionOk="0">
                      <a:moveTo>
                        <a:pt x="86392" y="267653"/>
                      </a:moveTo>
                      <a:cubicBezTo>
                        <a:pt x="81153" y="267653"/>
                        <a:pt x="76867" y="263366"/>
                        <a:pt x="76867" y="258128"/>
                      </a:cubicBezTo>
                      <a:cubicBezTo>
                        <a:pt x="76867" y="248888"/>
                        <a:pt x="74867" y="167354"/>
                        <a:pt x="6287" y="142780"/>
                      </a:cubicBezTo>
                      <a:cubicBezTo>
                        <a:pt x="2477" y="141446"/>
                        <a:pt x="0" y="137827"/>
                        <a:pt x="0" y="133826"/>
                      </a:cubicBezTo>
                      <a:cubicBezTo>
                        <a:pt x="0" y="129826"/>
                        <a:pt x="2477" y="126206"/>
                        <a:pt x="6287" y="124873"/>
                      </a:cubicBezTo>
                      <a:cubicBezTo>
                        <a:pt x="74962" y="100108"/>
                        <a:pt x="76962" y="18669"/>
                        <a:pt x="76962" y="9525"/>
                      </a:cubicBezTo>
                      <a:cubicBezTo>
                        <a:pt x="76962" y="4286"/>
                        <a:pt x="81248" y="0"/>
                        <a:pt x="86487" y="0"/>
                      </a:cubicBezTo>
                      <a:cubicBezTo>
                        <a:pt x="91726" y="0"/>
                        <a:pt x="96012" y="4286"/>
                        <a:pt x="96012" y="9525"/>
                      </a:cubicBezTo>
                      <a:cubicBezTo>
                        <a:pt x="96012" y="18764"/>
                        <a:pt x="98012" y="100203"/>
                        <a:pt x="166688" y="124873"/>
                      </a:cubicBezTo>
                      <a:cubicBezTo>
                        <a:pt x="170497" y="126206"/>
                        <a:pt x="172974" y="129826"/>
                        <a:pt x="172974" y="133826"/>
                      </a:cubicBezTo>
                      <a:cubicBezTo>
                        <a:pt x="172974" y="137827"/>
                        <a:pt x="170402" y="141446"/>
                        <a:pt x="166688" y="142780"/>
                      </a:cubicBezTo>
                      <a:cubicBezTo>
                        <a:pt x="98012" y="167354"/>
                        <a:pt x="96012" y="248888"/>
                        <a:pt x="96012" y="258128"/>
                      </a:cubicBezTo>
                      <a:cubicBezTo>
                        <a:pt x="95917" y="263366"/>
                        <a:pt x="91630" y="267653"/>
                        <a:pt x="86392" y="267653"/>
                      </a:cubicBezTo>
                      <a:close/>
                      <a:moveTo>
                        <a:pt x="32099" y="133731"/>
                      </a:moveTo>
                      <a:cubicBezTo>
                        <a:pt x="62008" y="151067"/>
                        <a:pt x="78010" y="178403"/>
                        <a:pt x="86392" y="203263"/>
                      </a:cubicBezTo>
                      <a:cubicBezTo>
                        <a:pt x="94869" y="178499"/>
                        <a:pt x="110776" y="151067"/>
                        <a:pt x="140684" y="133731"/>
                      </a:cubicBezTo>
                      <a:cubicBezTo>
                        <a:pt x="110680" y="116396"/>
                        <a:pt x="94774" y="88963"/>
                        <a:pt x="86392" y="64199"/>
                      </a:cubicBezTo>
                      <a:cubicBezTo>
                        <a:pt x="77914" y="89059"/>
                        <a:pt x="62008" y="116396"/>
                        <a:pt x="32099" y="13373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735" name="Google Shape;1735;p39"/>
            <p:cNvGrpSpPr/>
            <p:nvPr/>
          </p:nvGrpSpPr>
          <p:grpSpPr>
            <a:xfrm>
              <a:off x="4915745" y="2726268"/>
              <a:ext cx="358289" cy="304510"/>
              <a:chOff x="3869150" y="1337595"/>
              <a:chExt cx="663130" cy="563594"/>
            </a:xfrm>
          </p:grpSpPr>
          <p:grpSp>
            <p:nvGrpSpPr>
              <p:cNvPr id="1736" name="Google Shape;1736;p39"/>
              <p:cNvGrpSpPr/>
              <p:nvPr/>
            </p:nvGrpSpPr>
            <p:grpSpPr>
              <a:xfrm>
                <a:off x="3869150" y="1633537"/>
                <a:ext cx="172878" cy="267652"/>
                <a:chOff x="3869150" y="1633537"/>
                <a:chExt cx="172878" cy="267652"/>
              </a:xfrm>
            </p:grpSpPr>
            <p:sp>
              <p:nvSpPr>
                <p:cNvPr id="1737" name="Google Shape;1737;p39"/>
                <p:cNvSpPr/>
                <p:nvPr/>
              </p:nvSpPr>
              <p:spPr>
                <a:xfrm>
                  <a:off x="3878675" y="1643062"/>
                  <a:ext cx="153924" cy="2486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924" h="248602" extrusionOk="0">
                      <a:moveTo>
                        <a:pt x="0" y="124301"/>
                      </a:moveTo>
                      <a:cubicBezTo>
                        <a:pt x="74962" y="97441"/>
                        <a:pt x="76962" y="8382"/>
                        <a:pt x="76962" y="0"/>
                      </a:cubicBezTo>
                      <a:cubicBezTo>
                        <a:pt x="76962" y="7810"/>
                        <a:pt x="78677" y="97346"/>
                        <a:pt x="153924" y="124301"/>
                      </a:cubicBezTo>
                      <a:cubicBezTo>
                        <a:pt x="78677" y="151448"/>
                        <a:pt x="76962" y="240887"/>
                        <a:pt x="76962" y="248602"/>
                      </a:cubicBezTo>
                      <a:cubicBezTo>
                        <a:pt x="76962" y="240221"/>
                        <a:pt x="74962" y="151257"/>
                        <a:pt x="0" y="12430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38" name="Google Shape;1738;p39"/>
                <p:cNvSpPr/>
                <p:nvPr/>
              </p:nvSpPr>
              <p:spPr>
                <a:xfrm>
                  <a:off x="3869150" y="1633537"/>
                  <a:ext cx="172878" cy="2676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878" h="267652" extrusionOk="0">
                      <a:moveTo>
                        <a:pt x="86487" y="267653"/>
                      </a:moveTo>
                      <a:cubicBezTo>
                        <a:pt x="81248" y="267653"/>
                        <a:pt x="76962" y="263366"/>
                        <a:pt x="76962" y="258127"/>
                      </a:cubicBezTo>
                      <a:cubicBezTo>
                        <a:pt x="76962" y="248888"/>
                        <a:pt x="74962" y="167450"/>
                        <a:pt x="6286" y="142780"/>
                      </a:cubicBezTo>
                      <a:cubicBezTo>
                        <a:pt x="2477" y="141446"/>
                        <a:pt x="0" y="137827"/>
                        <a:pt x="0" y="133826"/>
                      </a:cubicBezTo>
                      <a:cubicBezTo>
                        <a:pt x="0" y="129826"/>
                        <a:pt x="2572" y="126206"/>
                        <a:pt x="6286" y="124873"/>
                      </a:cubicBezTo>
                      <a:cubicBezTo>
                        <a:pt x="74962" y="100298"/>
                        <a:pt x="76867" y="18764"/>
                        <a:pt x="76867" y="9525"/>
                      </a:cubicBezTo>
                      <a:cubicBezTo>
                        <a:pt x="76867" y="4286"/>
                        <a:pt x="81153" y="0"/>
                        <a:pt x="86392" y="0"/>
                      </a:cubicBezTo>
                      <a:cubicBezTo>
                        <a:pt x="91631" y="0"/>
                        <a:pt x="95917" y="4286"/>
                        <a:pt x="95917" y="9525"/>
                      </a:cubicBezTo>
                      <a:cubicBezTo>
                        <a:pt x="95917" y="18764"/>
                        <a:pt x="97917" y="100298"/>
                        <a:pt x="166592" y="124873"/>
                      </a:cubicBezTo>
                      <a:cubicBezTo>
                        <a:pt x="170402" y="126206"/>
                        <a:pt x="172879" y="129826"/>
                        <a:pt x="172879" y="133826"/>
                      </a:cubicBezTo>
                      <a:cubicBezTo>
                        <a:pt x="172879" y="137827"/>
                        <a:pt x="170402" y="141446"/>
                        <a:pt x="166592" y="142780"/>
                      </a:cubicBezTo>
                      <a:cubicBezTo>
                        <a:pt x="97917" y="167545"/>
                        <a:pt x="95917" y="248984"/>
                        <a:pt x="95917" y="258127"/>
                      </a:cubicBezTo>
                      <a:cubicBezTo>
                        <a:pt x="96012" y="263366"/>
                        <a:pt x="91726" y="267653"/>
                        <a:pt x="86487" y="267653"/>
                      </a:cubicBezTo>
                      <a:close/>
                      <a:moveTo>
                        <a:pt x="32099" y="133826"/>
                      </a:moveTo>
                      <a:cubicBezTo>
                        <a:pt x="62103" y="151162"/>
                        <a:pt x="78010" y="178594"/>
                        <a:pt x="86392" y="203359"/>
                      </a:cubicBezTo>
                      <a:cubicBezTo>
                        <a:pt x="94869" y="178594"/>
                        <a:pt x="110776" y="151162"/>
                        <a:pt x="140684" y="133826"/>
                      </a:cubicBezTo>
                      <a:cubicBezTo>
                        <a:pt x="110681" y="116491"/>
                        <a:pt x="94774" y="89154"/>
                        <a:pt x="86392" y="64294"/>
                      </a:cubicBezTo>
                      <a:cubicBezTo>
                        <a:pt x="78010" y="89059"/>
                        <a:pt x="62103" y="116491"/>
                        <a:pt x="32099" y="133826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739" name="Google Shape;1739;p39"/>
              <p:cNvGrpSpPr/>
              <p:nvPr/>
            </p:nvGrpSpPr>
            <p:grpSpPr>
              <a:xfrm>
                <a:off x="4087082" y="1337595"/>
                <a:ext cx="172878" cy="267652"/>
                <a:chOff x="4087082" y="1337595"/>
                <a:chExt cx="172878" cy="267652"/>
              </a:xfrm>
            </p:grpSpPr>
            <p:sp>
              <p:nvSpPr>
                <p:cNvPr id="1740" name="Google Shape;1740;p39"/>
                <p:cNvSpPr/>
                <p:nvPr/>
              </p:nvSpPr>
              <p:spPr>
                <a:xfrm>
                  <a:off x="4096702" y="1347120"/>
                  <a:ext cx="153924" cy="2486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924" h="248602" extrusionOk="0">
                      <a:moveTo>
                        <a:pt x="0" y="124301"/>
                      </a:moveTo>
                      <a:cubicBezTo>
                        <a:pt x="74962" y="97441"/>
                        <a:pt x="76962" y="8382"/>
                        <a:pt x="76962" y="0"/>
                      </a:cubicBezTo>
                      <a:cubicBezTo>
                        <a:pt x="76962" y="7810"/>
                        <a:pt x="78677" y="97346"/>
                        <a:pt x="153924" y="124301"/>
                      </a:cubicBezTo>
                      <a:cubicBezTo>
                        <a:pt x="78677" y="151448"/>
                        <a:pt x="76962" y="240887"/>
                        <a:pt x="76962" y="248602"/>
                      </a:cubicBezTo>
                      <a:cubicBezTo>
                        <a:pt x="76867" y="240221"/>
                        <a:pt x="74962" y="151257"/>
                        <a:pt x="0" y="12430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41" name="Google Shape;1741;p39"/>
                <p:cNvSpPr/>
                <p:nvPr/>
              </p:nvSpPr>
              <p:spPr>
                <a:xfrm>
                  <a:off x="4087082" y="1337595"/>
                  <a:ext cx="172878" cy="2676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878" h="267652" extrusionOk="0">
                      <a:moveTo>
                        <a:pt x="86487" y="267653"/>
                      </a:moveTo>
                      <a:cubicBezTo>
                        <a:pt x="81248" y="267653"/>
                        <a:pt x="76962" y="263366"/>
                        <a:pt x="76962" y="258127"/>
                      </a:cubicBezTo>
                      <a:cubicBezTo>
                        <a:pt x="76962" y="248888"/>
                        <a:pt x="74962" y="167449"/>
                        <a:pt x="6287" y="142780"/>
                      </a:cubicBezTo>
                      <a:cubicBezTo>
                        <a:pt x="2477" y="141446"/>
                        <a:pt x="0" y="137827"/>
                        <a:pt x="0" y="133826"/>
                      </a:cubicBezTo>
                      <a:cubicBezTo>
                        <a:pt x="0" y="129826"/>
                        <a:pt x="2572" y="126206"/>
                        <a:pt x="6287" y="124873"/>
                      </a:cubicBezTo>
                      <a:cubicBezTo>
                        <a:pt x="74962" y="100298"/>
                        <a:pt x="76867" y="18764"/>
                        <a:pt x="76867" y="9525"/>
                      </a:cubicBezTo>
                      <a:cubicBezTo>
                        <a:pt x="76867" y="4286"/>
                        <a:pt x="81153" y="0"/>
                        <a:pt x="86392" y="0"/>
                      </a:cubicBezTo>
                      <a:cubicBezTo>
                        <a:pt x="91631" y="0"/>
                        <a:pt x="95917" y="4286"/>
                        <a:pt x="95917" y="9525"/>
                      </a:cubicBezTo>
                      <a:cubicBezTo>
                        <a:pt x="95917" y="18764"/>
                        <a:pt x="97917" y="100298"/>
                        <a:pt x="166592" y="124873"/>
                      </a:cubicBezTo>
                      <a:cubicBezTo>
                        <a:pt x="170402" y="126206"/>
                        <a:pt x="172879" y="129826"/>
                        <a:pt x="172879" y="133826"/>
                      </a:cubicBezTo>
                      <a:cubicBezTo>
                        <a:pt x="172879" y="137827"/>
                        <a:pt x="170402" y="141446"/>
                        <a:pt x="166592" y="142780"/>
                      </a:cubicBezTo>
                      <a:cubicBezTo>
                        <a:pt x="97917" y="167545"/>
                        <a:pt x="95917" y="248984"/>
                        <a:pt x="95917" y="258127"/>
                      </a:cubicBezTo>
                      <a:cubicBezTo>
                        <a:pt x="96012" y="263366"/>
                        <a:pt x="91821" y="267653"/>
                        <a:pt x="86487" y="267653"/>
                      </a:cubicBezTo>
                      <a:close/>
                      <a:moveTo>
                        <a:pt x="32195" y="133826"/>
                      </a:moveTo>
                      <a:cubicBezTo>
                        <a:pt x="62103" y="151162"/>
                        <a:pt x="78105" y="178594"/>
                        <a:pt x="86487" y="203359"/>
                      </a:cubicBezTo>
                      <a:cubicBezTo>
                        <a:pt x="94964" y="178594"/>
                        <a:pt x="110871" y="151162"/>
                        <a:pt x="140780" y="133826"/>
                      </a:cubicBezTo>
                      <a:cubicBezTo>
                        <a:pt x="110776" y="116491"/>
                        <a:pt x="94869" y="89154"/>
                        <a:pt x="86487" y="64294"/>
                      </a:cubicBezTo>
                      <a:cubicBezTo>
                        <a:pt x="78105" y="89154"/>
                        <a:pt x="62198" y="116586"/>
                        <a:pt x="32195" y="133826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742" name="Google Shape;1742;p39"/>
              <p:cNvGrpSpPr/>
              <p:nvPr/>
            </p:nvGrpSpPr>
            <p:grpSpPr>
              <a:xfrm>
                <a:off x="4359306" y="1633537"/>
                <a:ext cx="172974" cy="267652"/>
                <a:chOff x="4359306" y="1633537"/>
                <a:chExt cx="172974" cy="267652"/>
              </a:xfrm>
            </p:grpSpPr>
            <p:sp>
              <p:nvSpPr>
                <p:cNvPr id="1743" name="Google Shape;1743;p39"/>
                <p:cNvSpPr/>
                <p:nvPr/>
              </p:nvSpPr>
              <p:spPr>
                <a:xfrm>
                  <a:off x="4368831" y="1643062"/>
                  <a:ext cx="153924" cy="2486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924" h="248602" extrusionOk="0">
                      <a:moveTo>
                        <a:pt x="0" y="124301"/>
                      </a:moveTo>
                      <a:cubicBezTo>
                        <a:pt x="74962" y="97441"/>
                        <a:pt x="76962" y="8382"/>
                        <a:pt x="76962" y="0"/>
                      </a:cubicBezTo>
                      <a:cubicBezTo>
                        <a:pt x="76962" y="7810"/>
                        <a:pt x="78677" y="97346"/>
                        <a:pt x="153924" y="124301"/>
                      </a:cubicBezTo>
                      <a:cubicBezTo>
                        <a:pt x="78677" y="151448"/>
                        <a:pt x="76962" y="240887"/>
                        <a:pt x="76962" y="248602"/>
                      </a:cubicBezTo>
                      <a:cubicBezTo>
                        <a:pt x="76962" y="240221"/>
                        <a:pt x="74962" y="151257"/>
                        <a:pt x="0" y="12430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44" name="Google Shape;1744;p39"/>
                <p:cNvSpPr/>
                <p:nvPr/>
              </p:nvSpPr>
              <p:spPr>
                <a:xfrm>
                  <a:off x="4359306" y="1633537"/>
                  <a:ext cx="172974" cy="2676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974" h="267652" extrusionOk="0">
                      <a:moveTo>
                        <a:pt x="86487" y="267653"/>
                      </a:moveTo>
                      <a:cubicBezTo>
                        <a:pt x="81248" y="267653"/>
                        <a:pt x="76962" y="263366"/>
                        <a:pt x="76962" y="258127"/>
                      </a:cubicBezTo>
                      <a:cubicBezTo>
                        <a:pt x="76962" y="248888"/>
                        <a:pt x="74962" y="167450"/>
                        <a:pt x="6287" y="142780"/>
                      </a:cubicBezTo>
                      <a:cubicBezTo>
                        <a:pt x="2477" y="141446"/>
                        <a:pt x="0" y="137827"/>
                        <a:pt x="0" y="133826"/>
                      </a:cubicBezTo>
                      <a:cubicBezTo>
                        <a:pt x="0" y="129826"/>
                        <a:pt x="2572" y="126206"/>
                        <a:pt x="6287" y="124873"/>
                      </a:cubicBezTo>
                      <a:cubicBezTo>
                        <a:pt x="74962" y="100298"/>
                        <a:pt x="76962" y="18764"/>
                        <a:pt x="76962" y="9525"/>
                      </a:cubicBezTo>
                      <a:cubicBezTo>
                        <a:pt x="76962" y="4286"/>
                        <a:pt x="81248" y="0"/>
                        <a:pt x="86487" y="0"/>
                      </a:cubicBezTo>
                      <a:cubicBezTo>
                        <a:pt x="91726" y="0"/>
                        <a:pt x="96012" y="4286"/>
                        <a:pt x="96012" y="9525"/>
                      </a:cubicBezTo>
                      <a:cubicBezTo>
                        <a:pt x="96012" y="18764"/>
                        <a:pt x="98012" y="100298"/>
                        <a:pt x="166688" y="124873"/>
                      </a:cubicBezTo>
                      <a:cubicBezTo>
                        <a:pt x="170498" y="126206"/>
                        <a:pt x="172974" y="129826"/>
                        <a:pt x="172974" y="133826"/>
                      </a:cubicBezTo>
                      <a:cubicBezTo>
                        <a:pt x="172974" y="137827"/>
                        <a:pt x="170498" y="141446"/>
                        <a:pt x="166688" y="142780"/>
                      </a:cubicBezTo>
                      <a:cubicBezTo>
                        <a:pt x="98012" y="167545"/>
                        <a:pt x="96012" y="248984"/>
                        <a:pt x="96012" y="258127"/>
                      </a:cubicBezTo>
                      <a:cubicBezTo>
                        <a:pt x="96012" y="263366"/>
                        <a:pt x="91726" y="267653"/>
                        <a:pt x="86487" y="267653"/>
                      </a:cubicBezTo>
                      <a:close/>
                      <a:moveTo>
                        <a:pt x="32099" y="133826"/>
                      </a:moveTo>
                      <a:cubicBezTo>
                        <a:pt x="62103" y="151162"/>
                        <a:pt x="78010" y="178594"/>
                        <a:pt x="86392" y="203359"/>
                      </a:cubicBezTo>
                      <a:cubicBezTo>
                        <a:pt x="94869" y="178594"/>
                        <a:pt x="110776" y="151162"/>
                        <a:pt x="140684" y="133826"/>
                      </a:cubicBezTo>
                      <a:cubicBezTo>
                        <a:pt x="110681" y="116491"/>
                        <a:pt x="94774" y="89154"/>
                        <a:pt x="86392" y="64294"/>
                      </a:cubicBezTo>
                      <a:cubicBezTo>
                        <a:pt x="78010" y="89059"/>
                        <a:pt x="62103" y="116491"/>
                        <a:pt x="32099" y="133826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4" name="Google Shape;1874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Q&amp;A: 2</a:t>
            </a:r>
            <a:endParaRPr dirty="0"/>
          </a:p>
        </p:txBody>
      </p:sp>
      <p:sp>
        <p:nvSpPr>
          <p:cNvPr id="1875" name="Google Shape;1875;p40"/>
          <p:cNvSpPr txBox="1"/>
          <p:nvPr/>
        </p:nvSpPr>
        <p:spPr>
          <a:xfrm>
            <a:off x="719875" y="1183999"/>
            <a:ext cx="7704000" cy="311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Question</a:t>
            </a:r>
            <a:endParaRPr sz="1800" dirty="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Work Sans"/>
              <a:buChar char="●"/>
            </a:pPr>
            <a:r>
              <a:rPr lang="en" sz="1800" u="sng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Which year was the chips act signed into law?</a:t>
            </a:r>
            <a:r>
              <a:rPr lang="en" u="sng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endParaRPr dirty="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1397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</a:pPr>
            <a:r>
              <a:rPr lang="en-IN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          </a:t>
            </a:r>
          </a:p>
          <a:p>
            <a:pPr marL="139700" lvl="1" algn="just">
              <a:lnSpc>
                <a:spcPct val="115000"/>
              </a:lnSpc>
              <a:buClr>
                <a:schemeClr val="lt2"/>
              </a:buClr>
              <a:buSzPts val="1400"/>
            </a:pPr>
            <a:endParaRPr lang="en-IN" u="sng" dirty="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482600" lvl="1" indent="-342900" algn="just">
              <a:lnSpc>
                <a:spcPct val="115000"/>
              </a:lnSpc>
              <a:buClr>
                <a:schemeClr val="lt2"/>
              </a:buClr>
              <a:buSzPts val="1400"/>
              <a:buFont typeface="+mj-lt"/>
              <a:buAutoNum type="alphaUcPeriod"/>
            </a:pPr>
            <a:r>
              <a:rPr lang="en-IN" sz="1800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2019</a:t>
            </a:r>
          </a:p>
          <a:p>
            <a:pPr marL="482600" lvl="1" indent="-342900" algn="just">
              <a:lnSpc>
                <a:spcPct val="115000"/>
              </a:lnSpc>
              <a:buClr>
                <a:schemeClr val="lt2"/>
              </a:buClr>
              <a:buSzPts val="1400"/>
              <a:buFont typeface="+mj-lt"/>
              <a:buAutoNum type="alphaUcPeriod"/>
            </a:pPr>
            <a:r>
              <a:rPr lang="en-IN" sz="1800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2020</a:t>
            </a:r>
          </a:p>
          <a:p>
            <a:pPr marL="482600" lvl="1" indent="-342900" algn="just">
              <a:lnSpc>
                <a:spcPct val="115000"/>
              </a:lnSpc>
              <a:buClr>
                <a:schemeClr val="lt2"/>
              </a:buClr>
              <a:buSzPts val="1400"/>
              <a:buFont typeface="+mj-lt"/>
              <a:buAutoNum type="alphaUcPeriod"/>
            </a:pPr>
            <a:r>
              <a:rPr lang="en-IN" sz="1800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2021</a:t>
            </a:r>
          </a:p>
          <a:p>
            <a:pPr marL="482600" lvl="1" indent="-342900" algn="just">
              <a:lnSpc>
                <a:spcPct val="115000"/>
              </a:lnSpc>
              <a:buClr>
                <a:schemeClr val="lt2"/>
              </a:buClr>
              <a:buSzPts val="1400"/>
              <a:buFont typeface="+mj-lt"/>
              <a:buAutoNum type="alphaUcPeriod"/>
            </a:pPr>
            <a:r>
              <a:rPr lang="en-IN" sz="1800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2022</a:t>
            </a:r>
          </a:p>
          <a:p>
            <a:pPr marL="1397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</a:pPr>
            <a:endParaRPr lang="en-IN" dirty="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Work Sans"/>
              <a:buChar char="●"/>
            </a:pPr>
            <a:endParaRPr dirty="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2" name="Google Shape;1745;p39">
            <a:extLst>
              <a:ext uri="{FF2B5EF4-FFF2-40B4-BE49-F238E27FC236}">
                <a16:creationId xmlns:a16="http://schemas.microsoft.com/office/drawing/2014/main" id="{99EF7B42-A419-CF00-B81A-7A01B3819957}"/>
              </a:ext>
            </a:extLst>
          </p:cNvPr>
          <p:cNvGrpSpPr/>
          <p:nvPr/>
        </p:nvGrpSpPr>
        <p:grpSpPr>
          <a:xfrm>
            <a:off x="6752030" y="3134460"/>
            <a:ext cx="1728563" cy="1776015"/>
            <a:chOff x="6647952" y="2762752"/>
            <a:chExt cx="1728563" cy="1776015"/>
          </a:xfrm>
        </p:grpSpPr>
        <p:grpSp>
          <p:nvGrpSpPr>
            <p:cNvPr id="3" name="Google Shape;1746;p39">
              <a:extLst>
                <a:ext uri="{FF2B5EF4-FFF2-40B4-BE49-F238E27FC236}">
                  <a16:creationId xmlns:a16="http://schemas.microsoft.com/office/drawing/2014/main" id="{B86FBF5E-45C1-B35F-0A0F-E7001BF83F43}"/>
                </a:ext>
              </a:extLst>
            </p:cNvPr>
            <p:cNvGrpSpPr/>
            <p:nvPr/>
          </p:nvGrpSpPr>
          <p:grpSpPr>
            <a:xfrm>
              <a:off x="7987258" y="2788926"/>
              <a:ext cx="284904" cy="345166"/>
              <a:chOff x="9991927" y="1484376"/>
              <a:chExt cx="702945" cy="851630"/>
            </a:xfrm>
          </p:grpSpPr>
          <p:sp>
            <p:nvSpPr>
              <p:cNvPr id="1914" name="Google Shape;1747;p39">
                <a:extLst>
                  <a:ext uri="{FF2B5EF4-FFF2-40B4-BE49-F238E27FC236}">
                    <a16:creationId xmlns:a16="http://schemas.microsoft.com/office/drawing/2014/main" id="{7FA0F0A8-8798-76C3-FA03-BECB31A21598}"/>
                  </a:ext>
                </a:extLst>
              </p:cNvPr>
              <p:cNvSpPr/>
              <p:nvPr/>
            </p:nvSpPr>
            <p:spPr>
              <a:xfrm>
                <a:off x="10001452" y="1493901"/>
                <a:ext cx="683895" cy="832580"/>
              </a:xfrm>
              <a:custGeom>
                <a:avLst/>
                <a:gdLst/>
                <a:ahLst/>
                <a:cxnLst/>
                <a:rect l="l" t="t" r="r" b="b"/>
                <a:pathLst>
                  <a:path w="683895" h="832580" extrusionOk="0">
                    <a:moveTo>
                      <a:pt x="683895" y="832580"/>
                    </a:moveTo>
                    <a:lnTo>
                      <a:pt x="667" y="832580"/>
                    </a:lnTo>
                    <a:lnTo>
                      <a:pt x="571" y="619601"/>
                    </a:lnTo>
                    <a:lnTo>
                      <a:pt x="95" y="64675"/>
                    </a:lnTo>
                    <a:lnTo>
                      <a:pt x="0" y="0"/>
                    </a:lnTo>
                    <a:lnTo>
                      <a:pt x="683228" y="0"/>
                    </a:lnTo>
                    <a:lnTo>
                      <a:pt x="683609" y="498920"/>
                    </a:lnTo>
                    <a:lnTo>
                      <a:pt x="683705" y="576834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5" name="Google Shape;1748;p39">
                <a:extLst>
                  <a:ext uri="{FF2B5EF4-FFF2-40B4-BE49-F238E27FC236}">
                    <a16:creationId xmlns:a16="http://schemas.microsoft.com/office/drawing/2014/main" id="{25111E7D-1B42-3490-058D-78C77C9EA0A3}"/>
                  </a:ext>
                </a:extLst>
              </p:cNvPr>
              <p:cNvSpPr/>
              <p:nvPr/>
            </p:nvSpPr>
            <p:spPr>
              <a:xfrm>
                <a:off x="10030694" y="2079402"/>
                <a:ext cx="625697" cy="25431"/>
              </a:xfrm>
              <a:custGeom>
                <a:avLst/>
                <a:gdLst/>
                <a:ahLst/>
                <a:cxnLst/>
                <a:rect l="l" t="t" r="r" b="b"/>
                <a:pathLst>
                  <a:path w="625697" h="25431" extrusionOk="0">
                    <a:moveTo>
                      <a:pt x="625697" y="25432"/>
                    </a:moveTo>
                    <a:lnTo>
                      <a:pt x="0" y="25432"/>
                    </a:lnTo>
                    <a:lnTo>
                      <a:pt x="95" y="0"/>
                    </a:lnTo>
                    <a:lnTo>
                      <a:pt x="62569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6" name="Google Shape;1749;p39">
                <a:extLst>
                  <a:ext uri="{FF2B5EF4-FFF2-40B4-BE49-F238E27FC236}">
                    <a16:creationId xmlns:a16="http://schemas.microsoft.com/office/drawing/2014/main" id="{9F1EA0AE-A814-7DC6-66F4-3F3CD13BC716}"/>
                  </a:ext>
                </a:extLst>
              </p:cNvPr>
              <p:cNvSpPr/>
              <p:nvPr/>
            </p:nvSpPr>
            <p:spPr>
              <a:xfrm>
                <a:off x="10030789" y="2159889"/>
                <a:ext cx="519112" cy="25336"/>
              </a:xfrm>
              <a:custGeom>
                <a:avLst/>
                <a:gdLst/>
                <a:ahLst/>
                <a:cxnLst/>
                <a:rect l="l" t="t" r="r" b="b"/>
                <a:pathLst>
                  <a:path w="519112" h="25336" extrusionOk="0">
                    <a:moveTo>
                      <a:pt x="519113" y="25336"/>
                    </a:moveTo>
                    <a:lnTo>
                      <a:pt x="95" y="25336"/>
                    </a:lnTo>
                    <a:lnTo>
                      <a:pt x="0" y="0"/>
                    </a:lnTo>
                    <a:lnTo>
                      <a:pt x="51901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7" name="Google Shape;1750;p39">
                <a:extLst>
                  <a:ext uri="{FF2B5EF4-FFF2-40B4-BE49-F238E27FC236}">
                    <a16:creationId xmlns:a16="http://schemas.microsoft.com/office/drawing/2014/main" id="{C3AACCA8-BFF4-92B7-8A2D-2160DB862FFF}"/>
                  </a:ext>
                </a:extLst>
              </p:cNvPr>
              <p:cNvSpPr/>
              <p:nvPr/>
            </p:nvSpPr>
            <p:spPr>
              <a:xfrm>
                <a:off x="10030884" y="2240280"/>
                <a:ext cx="519017" cy="25241"/>
              </a:xfrm>
              <a:custGeom>
                <a:avLst/>
                <a:gdLst/>
                <a:ahLst/>
                <a:cxnLst/>
                <a:rect l="l" t="t" r="r" b="b"/>
                <a:pathLst>
                  <a:path w="519017" h="25241" extrusionOk="0">
                    <a:moveTo>
                      <a:pt x="0" y="0"/>
                    </a:moveTo>
                    <a:lnTo>
                      <a:pt x="519017" y="0"/>
                    </a:lnTo>
                    <a:lnTo>
                      <a:pt x="519017" y="25241"/>
                    </a:lnTo>
                    <a:lnTo>
                      <a:pt x="0" y="2524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8" name="Google Shape;1751;p39">
                <a:extLst>
                  <a:ext uri="{FF2B5EF4-FFF2-40B4-BE49-F238E27FC236}">
                    <a16:creationId xmlns:a16="http://schemas.microsoft.com/office/drawing/2014/main" id="{786245FD-4E39-5D94-6AA4-02C90400BBB9}"/>
                  </a:ext>
                </a:extLst>
              </p:cNvPr>
              <p:cNvSpPr/>
              <p:nvPr/>
            </p:nvSpPr>
            <p:spPr>
              <a:xfrm>
                <a:off x="10001738" y="1493901"/>
                <a:ext cx="683133" cy="532257"/>
              </a:xfrm>
              <a:custGeom>
                <a:avLst/>
                <a:gdLst/>
                <a:ahLst/>
                <a:cxnLst/>
                <a:rect l="l" t="t" r="r" b="b"/>
                <a:pathLst>
                  <a:path w="683133" h="532257" extrusionOk="0">
                    <a:moveTo>
                      <a:pt x="0" y="0"/>
                    </a:moveTo>
                    <a:lnTo>
                      <a:pt x="683133" y="0"/>
                    </a:lnTo>
                    <a:lnTo>
                      <a:pt x="683133" y="532257"/>
                    </a:lnTo>
                    <a:lnTo>
                      <a:pt x="0" y="53225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9" name="Google Shape;1752;p39">
                <a:extLst>
                  <a:ext uri="{FF2B5EF4-FFF2-40B4-BE49-F238E27FC236}">
                    <a16:creationId xmlns:a16="http://schemas.microsoft.com/office/drawing/2014/main" id="{4A44DAA1-4B7A-5DCC-4D38-6CE05D22E91A}"/>
                  </a:ext>
                </a:extLst>
              </p:cNvPr>
              <p:cNvSpPr/>
              <p:nvPr/>
            </p:nvSpPr>
            <p:spPr>
              <a:xfrm>
                <a:off x="10066508" y="1576577"/>
                <a:ext cx="553497" cy="268509"/>
              </a:xfrm>
              <a:custGeom>
                <a:avLst/>
                <a:gdLst/>
                <a:ahLst/>
                <a:cxnLst/>
                <a:rect l="l" t="t" r="r" b="b"/>
                <a:pathLst>
                  <a:path w="553497" h="268509" extrusionOk="0">
                    <a:moveTo>
                      <a:pt x="553498" y="134303"/>
                    </a:moveTo>
                    <a:cubicBezTo>
                      <a:pt x="553593" y="208312"/>
                      <a:pt x="493395" y="268510"/>
                      <a:pt x="419386" y="268510"/>
                    </a:cubicBezTo>
                    <a:cubicBezTo>
                      <a:pt x="413766" y="268510"/>
                      <a:pt x="407956" y="268129"/>
                      <a:pt x="402431" y="267367"/>
                    </a:cubicBezTo>
                    <a:cubicBezTo>
                      <a:pt x="402050" y="267367"/>
                      <a:pt x="401860" y="267367"/>
                      <a:pt x="401574" y="267272"/>
                    </a:cubicBezTo>
                    <a:cubicBezTo>
                      <a:pt x="388239" y="265367"/>
                      <a:pt x="374428" y="261271"/>
                      <a:pt x="360902" y="255175"/>
                    </a:cubicBezTo>
                    <a:cubicBezTo>
                      <a:pt x="337757" y="244697"/>
                      <a:pt x="306610" y="223933"/>
                      <a:pt x="276987" y="183452"/>
                    </a:cubicBezTo>
                    <a:cubicBezTo>
                      <a:pt x="239649" y="235363"/>
                      <a:pt x="198501" y="256127"/>
                      <a:pt x="168212" y="264224"/>
                    </a:cubicBezTo>
                    <a:cubicBezTo>
                      <a:pt x="157067" y="267081"/>
                      <a:pt x="145828" y="268510"/>
                      <a:pt x="134398" y="268510"/>
                    </a:cubicBezTo>
                    <a:cubicBezTo>
                      <a:pt x="60293" y="268510"/>
                      <a:pt x="95" y="208312"/>
                      <a:pt x="0" y="134303"/>
                    </a:cubicBezTo>
                    <a:cubicBezTo>
                      <a:pt x="-95" y="60198"/>
                      <a:pt x="60007" y="0"/>
                      <a:pt x="134112" y="0"/>
                    </a:cubicBezTo>
                    <a:cubicBezTo>
                      <a:pt x="139732" y="0"/>
                      <a:pt x="145542" y="381"/>
                      <a:pt x="151066" y="1143"/>
                    </a:cubicBezTo>
                    <a:cubicBezTo>
                      <a:pt x="151448" y="1143"/>
                      <a:pt x="151638" y="1143"/>
                      <a:pt x="151924" y="1238"/>
                    </a:cubicBezTo>
                    <a:cubicBezTo>
                      <a:pt x="165354" y="3143"/>
                      <a:pt x="178975" y="7334"/>
                      <a:pt x="192500" y="13430"/>
                    </a:cubicBezTo>
                    <a:cubicBezTo>
                      <a:pt x="215646" y="23908"/>
                      <a:pt x="246793" y="44577"/>
                      <a:pt x="276416" y="85058"/>
                    </a:cubicBezTo>
                    <a:cubicBezTo>
                      <a:pt x="313754" y="33147"/>
                      <a:pt x="354997" y="12287"/>
                      <a:pt x="385191" y="4286"/>
                    </a:cubicBezTo>
                    <a:cubicBezTo>
                      <a:pt x="396335" y="1334"/>
                      <a:pt x="407575" y="0"/>
                      <a:pt x="418909" y="0"/>
                    </a:cubicBezTo>
                    <a:cubicBezTo>
                      <a:pt x="493205" y="-95"/>
                      <a:pt x="553498" y="60198"/>
                      <a:pt x="553498" y="134303"/>
                    </a:cubicBezTo>
                    <a:close/>
                    <a:moveTo>
                      <a:pt x="409289" y="215837"/>
                    </a:moveTo>
                    <a:cubicBezTo>
                      <a:pt x="458724" y="222028"/>
                      <a:pt x="501491" y="182785"/>
                      <a:pt x="501491" y="134303"/>
                    </a:cubicBezTo>
                    <a:cubicBezTo>
                      <a:pt x="501491" y="88964"/>
                      <a:pt x="464439" y="52102"/>
                      <a:pt x="419195" y="52102"/>
                    </a:cubicBezTo>
                    <a:cubicBezTo>
                      <a:pt x="412242" y="52102"/>
                      <a:pt x="405384" y="52959"/>
                      <a:pt x="398621" y="54674"/>
                    </a:cubicBezTo>
                    <a:cubicBezTo>
                      <a:pt x="374047" y="61246"/>
                      <a:pt x="338709" y="80486"/>
                      <a:pt x="306705" y="134112"/>
                    </a:cubicBezTo>
                    <a:cubicBezTo>
                      <a:pt x="333375" y="178308"/>
                      <a:pt x="362141" y="198596"/>
                      <a:pt x="382429" y="207740"/>
                    </a:cubicBezTo>
                    <a:cubicBezTo>
                      <a:pt x="393859" y="212789"/>
                      <a:pt x="403289" y="214979"/>
                      <a:pt x="409289" y="215837"/>
                    </a:cubicBezTo>
                    <a:lnTo>
                      <a:pt x="409289" y="215837"/>
                    </a:lnTo>
                    <a:close/>
                    <a:moveTo>
                      <a:pt x="155067" y="213836"/>
                    </a:moveTo>
                    <a:cubicBezTo>
                      <a:pt x="179641" y="207264"/>
                      <a:pt x="214979" y="188024"/>
                      <a:pt x="246983" y="134493"/>
                    </a:cubicBezTo>
                    <a:cubicBezTo>
                      <a:pt x="220408" y="90011"/>
                      <a:pt x="191453" y="70009"/>
                      <a:pt x="171259" y="60865"/>
                    </a:cubicBezTo>
                    <a:cubicBezTo>
                      <a:pt x="159925" y="55721"/>
                      <a:pt x="150305" y="53626"/>
                      <a:pt x="144399" y="52769"/>
                    </a:cubicBezTo>
                    <a:cubicBezTo>
                      <a:pt x="144304" y="52769"/>
                      <a:pt x="144304" y="52769"/>
                      <a:pt x="144304" y="52769"/>
                    </a:cubicBezTo>
                    <a:cubicBezTo>
                      <a:pt x="140970" y="52292"/>
                      <a:pt x="137541" y="52102"/>
                      <a:pt x="134303" y="52102"/>
                    </a:cubicBezTo>
                    <a:cubicBezTo>
                      <a:pt x="88964" y="52102"/>
                      <a:pt x="52102" y="88964"/>
                      <a:pt x="52102" y="134303"/>
                    </a:cubicBezTo>
                    <a:cubicBezTo>
                      <a:pt x="52197" y="179546"/>
                      <a:pt x="89059" y="216503"/>
                      <a:pt x="134398" y="216503"/>
                    </a:cubicBezTo>
                    <a:cubicBezTo>
                      <a:pt x="141351" y="216503"/>
                      <a:pt x="148209" y="215646"/>
                      <a:pt x="155067" y="21383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0" name="Google Shape;1753;p39">
                <a:extLst>
                  <a:ext uri="{FF2B5EF4-FFF2-40B4-BE49-F238E27FC236}">
                    <a16:creationId xmlns:a16="http://schemas.microsoft.com/office/drawing/2014/main" id="{4AB431C0-8734-F9C6-D4BD-9930B6EFCC47}"/>
                  </a:ext>
                </a:extLst>
              </p:cNvPr>
              <p:cNvSpPr/>
              <p:nvPr/>
            </p:nvSpPr>
            <p:spPr>
              <a:xfrm>
                <a:off x="9991927" y="1484376"/>
                <a:ext cx="702945" cy="851630"/>
              </a:xfrm>
              <a:custGeom>
                <a:avLst/>
                <a:gdLst/>
                <a:ahLst/>
                <a:cxnLst/>
                <a:rect l="l" t="t" r="r" b="b"/>
                <a:pathLst>
                  <a:path w="702945" h="851630" extrusionOk="0">
                    <a:moveTo>
                      <a:pt x="693420" y="851630"/>
                    </a:moveTo>
                    <a:lnTo>
                      <a:pt x="10192" y="851630"/>
                    </a:lnTo>
                    <a:cubicBezTo>
                      <a:pt x="4953" y="851630"/>
                      <a:pt x="667" y="847344"/>
                      <a:pt x="667" y="842105"/>
                    </a:cubicBezTo>
                    <a:lnTo>
                      <a:pt x="0" y="9525"/>
                    </a:lnTo>
                    <a:cubicBezTo>
                      <a:pt x="0" y="6953"/>
                      <a:pt x="953" y="4572"/>
                      <a:pt x="2762" y="2762"/>
                    </a:cubicBezTo>
                    <a:cubicBezTo>
                      <a:pt x="4572" y="952"/>
                      <a:pt x="6953" y="0"/>
                      <a:pt x="9525" y="0"/>
                    </a:cubicBezTo>
                    <a:lnTo>
                      <a:pt x="692753" y="0"/>
                    </a:lnTo>
                    <a:cubicBezTo>
                      <a:pt x="697992" y="0"/>
                      <a:pt x="702278" y="4286"/>
                      <a:pt x="702278" y="9525"/>
                    </a:cubicBezTo>
                    <a:lnTo>
                      <a:pt x="702945" y="842105"/>
                    </a:lnTo>
                    <a:cubicBezTo>
                      <a:pt x="702945" y="844677"/>
                      <a:pt x="701897" y="847058"/>
                      <a:pt x="700183" y="848868"/>
                    </a:cubicBezTo>
                    <a:cubicBezTo>
                      <a:pt x="698373" y="850583"/>
                      <a:pt x="695992" y="851630"/>
                      <a:pt x="693420" y="851630"/>
                    </a:cubicBezTo>
                    <a:close/>
                    <a:moveTo>
                      <a:pt x="19717" y="832580"/>
                    </a:moveTo>
                    <a:lnTo>
                      <a:pt x="683895" y="832580"/>
                    </a:lnTo>
                    <a:lnTo>
                      <a:pt x="683228" y="19050"/>
                    </a:lnTo>
                    <a:lnTo>
                      <a:pt x="19050" y="19050"/>
                    </a:lnTo>
                    <a:lnTo>
                      <a:pt x="19717" y="83258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" name="Google Shape;1754;p39">
              <a:extLst>
                <a:ext uri="{FF2B5EF4-FFF2-40B4-BE49-F238E27FC236}">
                  <a16:creationId xmlns:a16="http://schemas.microsoft.com/office/drawing/2014/main" id="{D3CF7BFF-2E60-A01E-CB41-20DA9268086D}"/>
                </a:ext>
              </a:extLst>
            </p:cNvPr>
            <p:cNvSpPr/>
            <p:nvPr/>
          </p:nvSpPr>
          <p:spPr>
            <a:xfrm>
              <a:off x="6672957" y="3818825"/>
              <a:ext cx="17333" cy="25634"/>
            </a:xfrm>
            <a:custGeom>
              <a:avLst/>
              <a:gdLst/>
              <a:ahLst/>
              <a:cxnLst/>
              <a:rect l="l" t="t" r="r" b="b"/>
              <a:pathLst>
                <a:path w="42767" h="63246" extrusionOk="0">
                  <a:moveTo>
                    <a:pt x="5239" y="0"/>
                  </a:moveTo>
                  <a:cubicBezTo>
                    <a:pt x="16764" y="0"/>
                    <a:pt x="29337" y="0"/>
                    <a:pt x="42767" y="95"/>
                  </a:cubicBezTo>
                  <a:cubicBezTo>
                    <a:pt x="16574" y="29337"/>
                    <a:pt x="1048" y="51435"/>
                    <a:pt x="0" y="63246"/>
                  </a:cubicBezTo>
                  <a:lnTo>
                    <a:pt x="52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755;p39">
              <a:extLst>
                <a:ext uri="{FF2B5EF4-FFF2-40B4-BE49-F238E27FC236}">
                  <a16:creationId xmlns:a16="http://schemas.microsoft.com/office/drawing/2014/main" id="{A6554A7C-7802-126D-0EFB-E0BFC21B88CD}"/>
                </a:ext>
              </a:extLst>
            </p:cNvPr>
            <p:cNvSpPr/>
            <p:nvPr/>
          </p:nvSpPr>
          <p:spPr>
            <a:xfrm>
              <a:off x="6669157" y="3814926"/>
              <a:ext cx="25091" cy="33393"/>
            </a:xfrm>
            <a:custGeom>
              <a:avLst/>
              <a:gdLst/>
              <a:ahLst/>
              <a:cxnLst/>
              <a:rect l="l" t="t" r="r" b="b"/>
              <a:pathLst>
                <a:path w="61906" h="82391" extrusionOk="0">
                  <a:moveTo>
                    <a:pt x="9469" y="82391"/>
                  </a:moveTo>
                  <a:cubicBezTo>
                    <a:pt x="9183" y="82391"/>
                    <a:pt x="8898" y="82391"/>
                    <a:pt x="8707" y="82391"/>
                  </a:cubicBezTo>
                  <a:cubicBezTo>
                    <a:pt x="3468" y="81915"/>
                    <a:pt x="-437" y="77343"/>
                    <a:pt x="39" y="72104"/>
                  </a:cubicBezTo>
                  <a:lnTo>
                    <a:pt x="5278" y="8763"/>
                  </a:lnTo>
                  <a:cubicBezTo>
                    <a:pt x="5659" y="3810"/>
                    <a:pt x="9850" y="0"/>
                    <a:pt x="14803" y="0"/>
                  </a:cubicBezTo>
                  <a:cubicBezTo>
                    <a:pt x="26328" y="0"/>
                    <a:pt x="38901" y="0"/>
                    <a:pt x="52427" y="95"/>
                  </a:cubicBezTo>
                  <a:cubicBezTo>
                    <a:pt x="56142" y="95"/>
                    <a:pt x="59571" y="2381"/>
                    <a:pt x="61095" y="5810"/>
                  </a:cubicBezTo>
                  <a:cubicBezTo>
                    <a:pt x="62619" y="9239"/>
                    <a:pt x="61952" y="13240"/>
                    <a:pt x="59475" y="16002"/>
                  </a:cubicBezTo>
                  <a:cubicBezTo>
                    <a:pt x="24138" y="55436"/>
                    <a:pt x="19470" y="69437"/>
                    <a:pt x="19185" y="73628"/>
                  </a:cubicBezTo>
                  <a:cubicBezTo>
                    <a:pt x="18518" y="78677"/>
                    <a:pt x="14327" y="82391"/>
                    <a:pt x="9469" y="82391"/>
                  </a:cubicBezTo>
                  <a:close/>
                  <a:moveTo>
                    <a:pt x="23471" y="19145"/>
                  </a:moveTo>
                  <a:lnTo>
                    <a:pt x="22518" y="30194"/>
                  </a:lnTo>
                  <a:cubicBezTo>
                    <a:pt x="25185" y="26766"/>
                    <a:pt x="28138" y="23146"/>
                    <a:pt x="31377" y="19145"/>
                  </a:cubicBezTo>
                  <a:cubicBezTo>
                    <a:pt x="28710" y="19145"/>
                    <a:pt x="26043" y="19145"/>
                    <a:pt x="23471" y="1914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" name="Google Shape;1756;p39">
              <a:extLst>
                <a:ext uri="{FF2B5EF4-FFF2-40B4-BE49-F238E27FC236}">
                  <a16:creationId xmlns:a16="http://schemas.microsoft.com/office/drawing/2014/main" id="{19D35970-4111-D8E6-B1D0-05A9A75E8665}"/>
                </a:ext>
              </a:extLst>
            </p:cNvPr>
            <p:cNvGrpSpPr/>
            <p:nvPr/>
          </p:nvGrpSpPr>
          <p:grpSpPr>
            <a:xfrm>
              <a:off x="6647952" y="2765725"/>
              <a:ext cx="1052820" cy="1773042"/>
              <a:chOff x="6687447" y="1427131"/>
              <a:chExt cx="2597632" cy="4374641"/>
            </a:xfrm>
          </p:grpSpPr>
          <p:sp>
            <p:nvSpPr>
              <p:cNvPr id="60" name="Google Shape;1757;p39">
                <a:extLst>
                  <a:ext uri="{FF2B5EF4-FFF2-40B4-BE49-F238E27FC236}">
                    <a16:creationId xmlns:a16="http://schemas.microsoft.com/office/drawing/2014/main" id="{CBC1232E-188D-EAED-427B-46BCCBC0449E}"/>
                  </a:ext>
                </a:extLst>
              </p:cNvPr>
              <p:cNvSpPr/>
              <p:nvPr/>
            </p:nvSpPr>
            <p:spPr>
              <a:xfrm>
                <a:off x="8522479" y="2735356"/>
                <a:ext cx="753170" cy="1729037"/>
              </a:xfrm>
              <a:custGeom>
                <a:avLst/>
                <a:gdLst/>
                <a:ahLst/>
                <a:cxnLst/>
                <a:rect l="l" t="t" r="r" b="b"/>
                <a:pathLst>
                  <a:path w="753170" h="1729037" extrusionOk="0">
                    <a:moveTo>
                      <a:pt x="473418" y="563627"/>
                    </a:moveTo>
                    <a:cubicBezTo>
                      <a:pt x="473418" y="563627"/>
                      <a:pt x="754215" y="1370109"/>
                      <a:pt x="753168" y="1460216"/>
                    </a:cubicBezTo>
                    <a:cubicBezTo>
                      <a:pt x="752025" y="1550322"/>
                      <a:pt x="650488" y="1718915"/>
                      <a:pt x="568764" y="1728344"/>
                    </a:cubicBezTo>
                    <a:cubicBezTo>
                      <a:pt x="487039" y="1737869"/>
                      <a:pt x="327781" y="1647763"/>
                      <a:pt x="302635" y="1546131"/>
                    </a:cubicBezTo>
                    <a:cubicBezTo>
                      <a:pt x="291015" y="1498982"/>
                      <a:pt x="269964" y="1308101"/>
                      <a:pt x="250724" y="1116268"/>
                    </a:cubicBezTo>
                    <a:cubicBezTo>
                      <a:pt x="228340" y="893859"/>
                      <a:pt x="208338" y="670498"/>
                      <a:pt x="208338" y="670498"/>
                    </a:cubicBezTo>
                    <a:cubicBezTo>
                      <a:pt x="197289" y="648114"/>
                      <a:pt x="190145" y="623730"/>
                      <a:pt x="185573" y="600013"/>
                    </a:cubicBezTo>
                    <a:cubicBezTo>
                      <a:pt x="184430" y="594393"/>
                      <a:pt x="183573" y="588868"/>
                      <a:pt x="182715" y="583249"/>
                    </a:cubicBezTo>
                    <a:cubicBezTo>
                      <a:pt x="174333" y="526289"/>
                      <a:pt x="179763" y="477807"/>
                      <a:pt x="179763" y="477807"/>
                    </a:cubicBezTo>
                    <a:lnTo>
                      <a:pt x="123660" y="395035"/>
                    </a:lnTo>
                    <a:cubicBezTo>
                      <a:pt x="123660" y="395035"/>
                      <a:pt x="44889" y="345314"/>
                      <a:pt x="12313" y="309119"/>
                    </a:cubicBezTo>
                    <a:cubicBezTo>
                      <a:pt x="-6070" y="288545"/>
                      <a:pt x="-546" y="264256"/>
                      <a:pt x="7551" y="247207"/>
                    </a:cubicBezTo>
                    <a:cubicBezTo>
                      <a:pt x="11742" y="238539"/>
                      <a:pt x="20409" y="233681"/>
                      <a:pt x="29363" y="233681"/>
                    </a:cubicBezTo>
                    <a:cubicBezTo>
                      <a:pt x="33554" y="233681"/>
                      <a:pt x="37840" y="234824"/>
                      <a:pt x="41650" y="236920"/>
                    </a:cubicBezTo>
                    <a:cubicBezTo>
                      <a:pt x="21743" y="205011"/>
                      <a:pt x="19362" y="182532"/>
                      <a:pt x="22505" y="167482"/>
                    </a:cubicBezTo>
                    <a:cubicBezTo>
                      <a:pt x="25553" y="152528"/>
                      <a:pt x="42126" y="144622"/>
                      <a:pt x="56223" y="150718"/>
                    </a:cubicBezTo>
                    <a:lnTo>
                      <a:pt x="68892" y="156243"/>
                    </a:lnTo>
                    <a:cubicBezTo>
                      <a:pt x="42603" y="121667"/>
                      <a:pt x="43650" y="94330"/>
                      <a:pt x="49746" y="76900"/>
                    </a:cubicBezTo>
                    <a:cubicBezTo>
                      <a:pt x="54223" y="64136"/>
                      <a:pt x="68606" y="57945"/>
                      <a:pt x="81274" y="62612"/>
                    </a:cubicBezTo>
                    <a:lnTo>
                      <a:pt x="115945" y="75471"/>
                    </a:lnTo>
                    <a:cubicBezTo>
                      <a:pt x="97562" y="50420"/>
                      <a:pt x="107563" y="-1491"/>
                      <a:pt x="133662" y="33"/>
                    </a:cubicBezTo>
                    <a:cubicBezTo>
                      <a:pt x="156617" y="1366"/>
                      <a:pt x="413411" y="118048"/>
                      <a:pt x="477705" y="147385"/>
                    </a:cubicBezTo>
                    <a:cubicBezTo>
                      <a:pt x="477800" y="147385"/>
                      <a:pt x="477800" y="147385"/>
                      <a:pt x="477800" y="147385"/>
                    </a:cubicBezTo>
                    <a:cubicBezTo>
                      <a:pt x="487039" y="151671"/>
                      <a:pt x="492278" y="154052"/>
                      <a:pt x="492278" y="154052"/>
                    </a:cubicBezTo>
                    <a:lnTo>
                      <a:pt x="521520" y="17273"/>
                    </a:lnTo>
                    <a:cubicBezTo>
                      <a:pt x="522377" y="25560"/>
                      <a:pt x="545904" y="233776"/>
                      <a:pt x="549428" y="268066"/>
                    </a:cubicBezTo>
                    <a:cubicBezTo>
                      <a:pt x="553524" y="303309"/>
                      <a:pt x="473418" y="563627"/>
                      <a:pt x="473418" y="563627"/>
                    </a:cubicBezTo>
                    <a:close/>
                  </a:path>
                </a:pathLst>
              </a:custGeom>
              <a:solidFill>
                <a:srgbClr val="7C7C7C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" name="Google Shape;1758;p39">
                <a:extLst>
                  <a:ext uri="{FF2B5EF4-FFF2-40B4-BE49-F238E27FC236}">
                    <a16:creationId xmlns:a16="http://schemas.microsoft.com/office/drawing/2014/main" id="{B3829E42-EBF1-877A-F958-A31D00D8C107}"/>
                  </a:ext>
                </a:extLst>
              </p:cNvPr>
              <p:cNvSpPr/>
              <p:nvPr/>
            </p:nvSpPr>
            <p:spPr>
              <a:xfrm>
                <a:off x="8395450" y="2296474"/>
                <a:ext cx="737664" cy="1042902"/>
              </a:xfrm>
              <a:custGeom>
                <a:avLst/>
                <a:gdLst/>
                <a:ahLst/>
                <a:cxnLst/>
                <a:rect l="l" t="t" r="r" b="b"/>
                <a:pathLst>
                  <a:path w="737664" h="1042902" extrusionOk="0">
                    <a:moveTo>
                      <a:pt x="736560" y="47152"/>
                    </a:moveTo>
                    <a:lnTo>
                      <a:pt x="668170" y="366620"/>
                    </a:lnTo>
                    <a:lnTo>
                      <a:pt x="649025" y="456060"/>
                    </a:lnTo>
                    <a:lnTo>
                      <a:pt x="649025" y="456250"/>
                    </a:lnTo>
                    <a:lnTo>
                      <a:pt x="647025" y="465871"/>
                    </a:lnTo>
                    <a:lnTo>
                      <a:pt x="619783" y="593029"/>
                    </a:lnTo>
                    <a:cubicBezTo>
                      <a:pt x="619783" y="593029"/>
                      <a:pt x="614545" y="590648"/>
                      <a:pt x="605305" y="586362"/>
                    </a:cubicBezTo>
                    <a:lnTo>
                      <a:pt x="633213" y="455393"/>
                    </a:lnTo>
                    <a:lnTo>
                      <a:pt x="633785" y="453012"/>
                    </a:lnTo>
                    <a:lnTo>
                      <a:pt x="633785" y="452821"/>
                    </a:lnTo>
                    <a:lnTo>
                      <a:pt x="654930" y="354047"/>
                    </a:lnTo>
                    <a:lnTo>
                      <a:pt x="720463" y="47342"/>
                    </a:lnTo>
                    <a:cubicBezTo>
                      <a:pt x="720939" y="45056"/>
                      <a:pt x="721129" y="42865"/>
                      <a:pt x="721129" y="40675"/>
                    </a:cubicBezTo>
                    <a:lnTo>
                      <a:pt x="721129" y="40579"/>
                    </a:lnTo>
                    <a:cubicBezTo>
                      <a:pt x="721129" y="38865"/>
                      <a:pt x="721034" y="37341"/>
                      <a:pt x="720653" y="35817"/>
                    </a:cubicBezTo>
                    <a:lnTo>
                      <a:pt x="720653" y="35722"/>
                    </a:lnTo>
                    <a:cubicBezTo>
                      <a:pt x="720463" y="34102"/>
                      <a:pt x="719986" y="32674"/>
                      <a:pt x="719415" y="31340"/>
                    </a:cubicBezTo>
                    <a:cubicBezTo>
                      <a:pt x="719415" y="31340"/>
                      <a:pt x="719415" y="31340"/>
                      <a:pt x="719415" y="31245"/>
                    </a:cubicBezTo>
                    <a:cubicBezTo>
                      <a:pt x="718938" y="29911"/>
                      <a:pt x="718272" y="28578"/>
                      <a:pt x="717510" y="27244"/>
                    </a:cubicBezTo>
                    <a:cubicBezTo>
                      <a:pt x="716748" y="26006"/>
                      <a:pt x="715795" y="24863"/>
                      <a:pt x="714843" y="23815"/>
                    </a:cubicBezTo>
                    <a:cubicBezTo>
                      <a:pt x="714367" y="23244"/>
                      <a:pt x="713795" y="22768"/>
                      <a:pt x="713224" y="22196"/>
                    </a:cubicBezTo>
                    <a:cubicBezTo>
                      <a:pt x="712176" y="21434"/>
                      <a:pt x="711223" y="20577"/>
                      <a:pt x="710080" y="20005"/>
                    </a:cubicBezTo>
                    <a:cubicBezTo>
                      <a:pt x="709318" y="19529"/>
                      <a:pt x="708461" y="19148"/>
                      <a:pt x="707604" y="18767"/>
                    </a:cubicBezTo>
                    <a:cubicBezTo>
                      <a:pt x="707032" y="18577"/>
                      <a:pt x="706556" y="18291"/>
                      <a:pt x="706175" y="18196"/>
                    </a:cubicBezTo>
                    <a:cubicBezTo>
                      <a:pt x="705127" y="17815"/>
                      <a:pt x="704270" y="17624"/>
                      <a:pt x="703127" y="17433"/>
                    </a:cubicBezTo>
                    <a:cubicBezTo>
                      <a:pt x="702746" y="17338"/>
                      <a:pt x="702555" y="17338"/>
                      <a:pt x="702079" y="17338"/>
                    </a:cubicBezTo>
                    <a:cubicBezTo>
                      <a:pt x="700841" y="17148"/>
                      <a:pt x="699603" y="16957"/>
                      <a:pt x="698269" y="16957"/>
                    </a:cubicBezTo>
                    <a:lnTo>
                      <a:pt x="697698" y="16957"/>
                    </a:lnTo>
                    <a:lnTo>
                      <a:pt x="539678" y="19339"/>
                    </a:lnTo>
                    <a:lnTo>
                      <a:pt x="455096" y="20672"/>
                    </a:lnTo>
                    <a:lnTo>
                      <a:pt x="254119" y="23720"/>
                    </a:lnTo>
                    <a:cubicBezTo>
                      <a:pt x="253071" y="23720"/>
                      <a:pt x="252118" y="23815"/>
                      <a:pt x="251071" y="23911"/>
                    </a:cubicBezTo>
                    <a:cubicBezTo>
                      <a:pt x="250023" y="24101"/>
                      <a:pt x="249070" y="24291"/>
                      <a:pt x="248118" y="24482"/>
                    </a:cubicBezTo>
                    <a:cubicBezTo>
                      <a:pt x="246118" y="24958"/>
                      <a:pt x="244117" y="25625"/>
                      <a:pt x="242212" y="26387"/>
                    </a:cubicBezTo>
                    <a:cubicBezTo>
                      <a:pt x="241165" y="26863"/>
                      <a:pt x="240307" y="27340"/>
                      <a:pt x="239355" y="27721"/>
                    </a:cubicBezTo>
                    <a:cubicBezTo>
                      <a:pt x="238307" y="28197"/>
                      <a:pt x="237450" y="28768"/>
                      <a:pt x="236497" y="29340"/>
                    </a:cubicBezTo>
                    <a:cubicBezTo>
                      <a:pt x="232116" y="32197"/>
                      <a:pt x="228020" y="35912"/>
                      <a:pt x="224877" y="40294"/>
                    </a:cubicBezTo>
                    <a:cubicBezTo>
                      <a:pt x="224020" y="41532"/>
                      <a:pt x="223162" y="42770"/>
                      <a:pt x="222496" y="44008"/>
                    </a:cubicBezTo>
                    <a:cubicBezTo>
                      <a:pt x="222305" y="44199"/>
                      <a:pt x="222115" y="44485"/>
                      <a:pt x="222019" y="44675"/>
                    </a:cubicBezTo>
                    <a:cubicBezTo>
                      <a:pt x="221353" y="46008"/>
                      <a:pt x="220686" y="47342"/>
                      <a:pt x="220114" y="48771"/>
                    </a:cubicBezTo>
                    <a:cubicBezTo>
                      <a:pt x="219924" y="49247"/>
                      <a:pt x="219733" y="49723"/>
                      <a:pt x="219543" y="50104"/>
                    </a:cubicBezTo>
                    <a:cubicBezTo>
                      <a:pt x="218971" y="51724"/>
                      <a:pt x="218495" y="53248"/>
                      <a:pt x="218209" y="54962"/>
                    </a:cubicBezTo>
                    <a:lnTo>
                      <a:pt x="49331" y="844870"/>
                    </a:lnTo>
                    <a:lnTo>
                      <a:pt x="49331" y="844966"/>
                    </a:lnTo>
                    <a:lnTo>
                      <a:pt x="23423" y="966028"/>
                    </a:lnTo>
                    <a:lnTo>
                      <a:pt x="17137" y="995651"/>
                    </a:lnTo>
                    <a:cubicBezTo>
                      <a:pt x="16089" y="1000318"/>
                      <a:pt x="16279" y="1004700"/>
                      <a:pt x="17041" y="1008605"/>
                    </a:cubicBezTo>
                    <a:cubicBezTo>
                      <a:pt x="17232" y="1009558"/>
                      <a:pt x="17518" y="1010320"/>
                      <a:pt x="17803" y="1011082"/>
                    </a:cubicBezTo>
                    <a:cubicBezTo>
                      <a:pt x="18280" y="1012415"/>
                      <a:pt x="18851" y="1013749"/>
                      <a:pt x="19518" y="1015082"/>
                    </a:cubicBezTo>
                    <a:cubicBezTo>
                      <a:pt x="20089" y="1015939"/>
                      <a:pt x="20661" y="1016892"/>
                      <a:pt x="21328" y="1017654"/>
                    </a:cubicBezTo>
                    <a:cubicBezTo>
                      <a:pt x="22280" y="1018797"/>
                      <a:pt x="23137" y="1019940"/>
                      <a:pt x="24280" y="1020797"/>
                    </a:cubicBezTo>
                    <a:cubicBezTo>
                      <a:pt x="25328" y="1021559"/>
                      <a:pt x="26281" y="1022416"/>
                      <a:pt x="27424" y="1022988"/>
                    </a:cubicBezTo>
                    <a:cubicBezTo>
                      <a:pt x="29805" y="1024321"/>
                      <a:pt x="32662" y="1025369"/>
                      <a:pt x="35710" y="1025655"/>
                    </a:cubicBezTo>
                    <a:cubicBezTo>
                      <a:pt x="36853" y="1025845"/>
                      <a:pt x="38092" y="1026036"/>
                      <a:pt x="39235" y="1026036"/>
                    </a:cubicBezTo>
                    <a:lnTo>
                      <a:pt x="39901" y="1026036"/>
                    </a:lnTo>
                    <a:lnTo>
                      <a:pt x="309935" y="1021845"/>
                    </a:lnTo>
                    <a:cubicBezTo>
                      <a:pt x="310697" y="1027369"/>
                      <a:pt x="311650" y="1032894"/>
                      <a:pt x="312793" y="1038609"/>
                    </a:cubicBezTo>
                    <a:lnTo>
                      <a:pt x="36282" y="1042895"/>
                    </a:lnTo>
                    <a:cubicBezTo>
                      <a:pt x="11326" y="1043371"/>
                      <a:pt x="-4485" y="1022226"/>
                      <a:pt x="1135" y="996032"/>
                    </a:cubicBezTo>
                    <a:lnTo>
                      <a:pt x="7897" y="964123"/>
                    </a:lnTo>
                    <a:lnTo>
                      <a:pt x="40187" y="812962"/>
                    </a:lnTo>
                    <a:lnTo>
                      <a:pt x="40187" y="812866"/>
                    </a:lnTo>
                    <a:lnTo>
                      <a:pt x="53617" y="749906"/>
                    </a:lnTo>
                    <a:lnTo>
                      <a:pt x="78382" y="634177"/>
                    </a:lnTo>
                    <a:lnTo>
                      <a:pt x="202112" y="55248"/>
                    </a:lnTo>
                    <a:cubicBezTo>
                      <a:pt x="207637" y="29054"/>
                      <a:pt x="232592" y="7337"/>
                      <a:pt x="257643" y="6861"/>
                    </a:cubicBezTo>
                    <a:lnTo>
                      <a:pt x="451858" y="3813"/>
                    </a:lnTo>
                    <a:lnTo>
                      <a:pt x="543298" y="2479"/>
                    </a:lnTo>
                    <a:lnTo>
                      <a:pt x="701222" y="3"/>
                    </a:lnTo>
                    <a:cubicBezTo>
                      <a:pt x="726368" y="-283"/>
                      <a:pt x="742084" y="20862"/>
                      <a:pt x="736560" y="4715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" name="Google Shape;1759;p39">
                <a:extLst>
                  <a:ext uri="{FF2B5EF4-FFF2-40B4-BE49-F238E27FC236}">
                    <a16:creationId xmlns:a16="http://schemas.microsoft.com/office/drawing/2014/main" id="{C28FC763-95F9-4EC6-A0B6-D897121C3D38}"/>
                  </a:ext>
                </a:extLst>
              </p:cNvPr>
              <p:cNvSpPr/>
              <p:nvPr/>
            </p:nvSpPr>
            <p:spPr>
              <a:xfrm>
                <a:off x="8426208" y="2287142"/>
                <a:ext cx="716552" cy="831913"/>
              </a:xfrm>
              <a:custGeom>
                <a:avLst/>
                <a:gdLst/>
                <a:ahLst/>
                <a:cxnLst/>
                <a:rect l="l" t="t" r="r" b="b"/>
                <a:pathLst>
                  <a:path w="716552" h="831913" extrusionOk="0">
                    <a:moveTo>
                      <a:pt x="9525" y="831914"/>
                    </a:moveTo>
                    <a:cubicBezTo>
                      <a:pt x="4286" y="831914"/>
                      <a:pt x="0" y="827723"/>
                      <a:pt x="0" y="822484"/>
                    </a:cubicBezTo>
                    <a:lnTo>
                      <a:pt x="0" y="822389"/>
                    </a:lnTo>
                    <a:cubicBezTo>
                      <a:pt x="0" y="821722"/>
                      <a:pt x="95" y="821055"/>
                      <a:pt x="191" y="820388"/>
                    </a:cubicBezTo>
                    <a:lnTo>
                      <a:pt x="162211" y="62770"/>
                    </a:lnTo>
                    <a:cubicBezTo>
                      <a:pt x="168592" y="32480"/>
                      <a:pt x="197644" y="7429"/>
                      <a:pt x="226885" y="6858"/>
                    </a:cubicBezTo>
                    <a:lnTo>
                      <a:pt x="670465" y="0"/>
                    </a:lnTo>
                    <a:cubicBezTo>
                      <a:pt x="670751" y="0"/>
                      <a:pt x="670941" y="0"/>
                      <a:pt x="671227" y="0"/>
                    </a:cubicBezTo>
                    <a:cubicBezTo>
                      <a:pt x="685419" y="0"/>
                      <a:pt x="697801" y="5620"/>
                      <a:pt x="706184" y="15812"/>
                    </a:cubicBezTo>
                    <a:cubicBezTo>
                      <a:pt x="715327" y="26956"/>
                      <a:pt x="718661" y="42482"/>
                      <a:pt x="715232" y="58483"/>
                    </a:cubicBezTo>
                    <a:lnTo>
                      <a:pt x="627698" y="467487"/>
                    </a:lnTo>
                    <a:cubicBezTo>
                      <a:pt x="626650" y="472631"/>
                      <a:pt x="621506" y="475869"/>
                      <a:pt x="616363" y="474821"/>
                    </a:cubicBezTo>
                    <a:cubicBezTo>
                      <a:pt x="611219" y="473678"/>
                      <a:pt x="607981" y="468630"/>
                      <a:pt x="609028" y="463487"/>
                    </a:cubicBezTo>
                    <a:lnTo>
                      <a:pt x="696468" y="54483"/>
                    </a:lnTo>
                    <a:cubicBezTo>
                      <a:pt x="698659" y="44196"/>
                      <a:pt x="696754" y="34481"/>
                      <a:pt x="691325" y="27813"/>
                    </a:cubicBezTo>
                    <a:cubicBezTo>
                      <a:pt x="686562" y="22003"/>
                      <a:pt x="679133" y="18574"/>
                      <a:pt x="670655" y="18955"/>
                    </a:cubicBezTo>
                    <a:lnTo>
                      <a:pt x="227171" y="25813"/>
                    </a:lnTo>
                    <a:cubicBezTo>
                      <a:pt x="206692" y="26194"/>
                      <a:pt x="185452" y="44863"/>
                      <a:pt x="180880" y="66675"/>
                    </a:cubicBezTo>
                    <a:lnTo>
                      <a:pt x="18955" y="824198"/>
                    </a:lnTo>
                    <a:cubicBezTo>
                      <a:pt x="18002" y="828580"/>
                      <a:pt x="14097" y="831914"/>
                      <a:pt x="9525" y="83191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" name="Google Shape;1760;p39">
                <a:extLst>
                  <a:ext uri="{FF2B5EF4-FFF2-40B4-BE49-F238E27FC236}">
                    <a16:creationId xmlns:a16="http://schemas.microsoft.com/office/drawing/2014/main" id="{35D4C8E6-BA59-6516-DDDB-890140D89F88}"/>
                  </a:ext>
                </a:extLst>
              </p:cNvPr>
              <p:cNvSpPr/>
              <p:nvPr/>
            </p:nvSpPr>
            <p:spPr>
              <a:xfrm>
                <a:off x="8385874" y="3100190"/>
                <a:ext cx="331895" cy="248894"/>
              </a:xfrm>
              <a:custGeom>
                <a:avLst/>
                <a:gdLst/>
                <a:ahLst/>
                <a:cxnLst/>
                <a:rect l="l" t="t" r="r" b="b"/>
                <a:pathLst>
                  <a:path w="331895" h="248894" extrusionOk="0">
                    <a:moveTo>
                      <a:pt x="45001" y="248894"/>
                    </a:moveTo>
                    <a:cubicBezTo>
                      <a:pt x="30999" y="248894"/>
                      <a:pt x="18712" y="243370"/>
                      <a:pt x="10330" y="233178"/>
                    </a:cubicBezTo>
                    <a:cubicBezTo>
                      <a:pt x="1186" y="222034"/>
                      <a:pt x="-2148" y="206508"/>
                      <a:pt x="1377" y="190506"/>
                    </a:cubicBezTo>
                    <a:lnTo>
                      <a:pt x="40524" y="7531"/>
                    </a:lnTo>
                    <a:cubicBezTo>
                      <a:pt x="41667" y="2387"/>
                      <a:pt x="46716" y="-851"/>
                      <a:pt x="51859" y="197"/>
                    </a:cubicBezTo>
                    <a:cubicBezTo>
                      <a:pt x="57003" y="1340"/>
                      <a:pt x="60241" y="6388"/>
                      <a:pt x="59193" y="11531"/>
                    </a:cubicBezTo>
                    <a:lnTo>
                      <a:pt x="20046" y="194507"/>
                    </a:lnTo>
                    <a:cubicBezTo>
                      <a:pt x="17855" y="204794"/>
                      <a:pt x="19665" y="214509"/>
                      <a:pt x="25094" y="221081"/>
                    </a:cubicBezTo>
                    <a:cubicBezTo>
                      <a:pt x="29856" y="226892"/>
                      <a:pt x="37095" y="230321"/>
                      <a:pt x="45668" y="229844"/>
                    </a:cubicBezTo>
                    <a:lnTo>
                      <a:pt x="322179" y="225558"/>
                    </a:lnTo>
                    <a:cubicBezTo>
                      <a:pt x="322274" y="225558"/>
                      <a:pt x="322274" y="225558"/>
                      <a:pt x="322369" y="225558"/>
                    </a:cubicBezTo>
                    <a:cubicBezTo>
                      <a:pt x="327513" y="225558"/>
                      <a:pt x="331799" y="229749"/>
                      <a:pt x="331894" y="234893"/>
                    </a:cubicBezTo>
                    <a:cubicBezTo>
                      <a:pt x="331989" y="240131"/>
                      <a:pt x="327798" y="244513"/>
                      <a:pt x="322560" y="244608"/>
                    </a:cubicBezTo>
                    <a:lnTo>
                      <a:pt x="46049" y="248894"/>
                    </a:lnTo>
                    <a:cubicBezTo>
                      <a:pt x="45668" y="248894"/>
                      <a:pt x="45382" y="248894"/>
                      <a:pt x="45001" y="24889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6" name="Google Shape;1761;p39">
                <a:extLst>
                  <a:ext uri="{FF2B5EF4-FFF2-40B4-BE49-F238E27FC236}">
                    <a16:creationId xmlns:a16="http://schemas.microsoft.com/office/drawing/2014/main" id="{445C93E9-C5C9-B114-FD29-3F47EAB86146}"/>
                  </a:ext>
                </a:extLst>
              </p:cNvPr>
              <p:cNvSpPr/>
              <p:nvPr/>
            </p:nvSpPr>
            <p:spPr>
              <a:xfrm>
                <a:off x="9005702" y="2743104"/>
                <a:ext cx="48297" cy="155924"/>
              </a:xfrm>
              <a:custGeom>
                <a:avLst/>
                <a:gdLst/>
                <a:ahLst/>
                <a:cxnLst/>
                <a:rect l="l" t="t" r="r" b="b"/>
                <a:pathLst>
                  <a:path w="48297" h="155924" extrusionOk="0">
                    <a:moveTo>
                      <a:pt x="9531" y="155924"/>
                    </a:moveTo>
                    <a:cubicBezTo>
                      <a:pt x="8864" y="155924"/>
                      <a:pt x="8198" y="155829"/>
                      <a:pt x="7531" y="155734"/>
                    </a:cubicBezTo>
                    <a:cubicBezTo>
                      <a:pt x="2388" y="154591"/>
                      <a:pt x="-851" y="149542"/>
                      <a:pt x="197" y="144399"/>
                    </a:cubicBezTo>
                    <a:lnTo>
                      <a:pt x="29439" y="7906"/>
                    </a:lnTo>
                    <a:cubicBezTo>
                      <a:pt x="30296" y="3429"/>
                      <a:pt x="34106" y="0"/>
                      <a:pt x="38773" y="0"/>
                    </a:cubicBezTo>
                    <a:cubicBezTo>
                      <a:pt x="44012" y="0"/>
                      <a:pt x="48298" y="4191"/>
                      <a:pt x="48298" y="9430"/>
                    </a:cubicBezTo>
                    <a:lnTo>
                      <a:pt x="48298" y="9620"/>
                    </a:lnTo>
                    <a:cubicBezTo>
                      <a:pt x="48298" y="10287"/>
                      <a:pt x="48203" y="10954"/>
                      <a:pt x="48107" y="11621"/>
                    </a:cubicBezTo>
                    <a:lnTo>
                      <a:pt x="18771" y="148400"/>
                    </a:lnTo>
                    <a:cubicBezTo>
                      <a:pt x="17818" y="152876"/>
                      <a:pt x="13913" y="155924"/>
                      <a:pt x="9531" y="155924"/>
                    </a:cubicBezTo>
                    <a:close/>
                  </a:path>
                </a:pathLst>
              </a:custGeom>
              <a:solidFill>
                <a:srgbClr val="292953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7" name="Google Shape;1762;p39">
                <a:extLst>
                  <a:ext uri="{FF2B5EF4-FFF2-40B4-BE49-F238E27FC236}">
                    <a16:creationId xmlns:a16="http://schemas.microsoft.com/office/drawing/2014/main" id="{E533ED29-0030-1EAB-2052-B64186DFED44}"/>
                  </a:ext>
                </a:extLst>
              </p:cNvPr>
              <p:cNvSpPr/>
              <p:nvPr/>
            </p:nvSpPr>
            <p:spPr>
              <a:xfrm>
                <a:off x="8413441" y="2313812"/>
                <a:ext cx="704433" cy="1009078"/>
              </a:xfrm>
              <a:custGeom>
                <a:avLst/>
                <a:gdLst/>
                <a:ahLst/>
                <a:cxnLst/>
                <a:rect l="l" t="t" r="r" b="b"/>
                <a:pathLst>
                  <a:path w="704433" h="1009078" extrusionOk="0">
                    <a:moveTo>
                      <a:pt x="704434" y="23241"/>
                    </a:moveTo>
                    <a:lnTo>
                      <a:pt x="704434" y="23336"/>
                    </a:lnTo>
                    <a:cubicBezTo>
                      <a:pt x="704434" y="25527"/>
                      <a:pt x="704243" y="27623"/>
                      <a:pt x="703672" y="30004"/>
                    </a:cubicBezTo>
                    <a:lnTo>
                      <a:pt x="617090" y="435483"/>
                    </a:lnTo>
                    <a:lnTo>
                      <a:pt x="617090" y="435674"/>
                    </a:lnTo>
                    <a:lnTo>
                      <a:pt x="588515" y="569024"/>
                    </a:lnTo>
                    <a:cubicBezTo>
                      <a:pt x="524221" y="539591"/>
                      <a:pt x="267427" y="423005"/>
                      <a:pt x="244472" y="421672"/>
                    </a:cubicBezTo>
                    <a:cubicBezTo>
                      <a:pt x="218373" y="420053"/>
                      <a:pt x="208277" y="471964"/>
                      <a:pt x="226755" y="497110"/>
                    </a:cubicBezTo>
                    <a:lnTo>
                      <a:pt x="192084" y="484251"/>
                    </a:lnTo>
                    <a:cubicBezTo>
                      <a:pt x="179416" y="479488"/>
                      <a:pt x="165033" y="485680"/>
                      <a:pt x="160556" y="498538"/>
                    </a:cubicBezTo>
                    <a:cubicBezTo>
                      <a:pt x="154460" y="515969"/>
                      <a:pt x="153317" y="543306"/>
                      <a:pt x="179702" y="577882"/>
                    </a:cubicBezTo>
                    <a:lnTo>
                      <a:pt x="167033" y="572357"/>
                    </a:lnTo>
                    <a:cubicBezTo>
                      <a:pt x="153031" y="566261"/>
                      <a:pt x="136363" y="574167"/>
                      <a:pt x="133315" y="589121"/>
                    </a:cubicBezTo>
                    <a:cubicBezTo>
                      <a:pt x="130172" y="604171"/>
                      <a:pt x="132553" y="626650"/>
                      <a:pt x="152460" y="658559"/>
                    </a:cubicBezTo>
                    <a:cubicBezTo>
                      <a:pt x="148650" y="656368"/>
                      <a:pt x="144364" y="655320"/>
                      <a:pt x="140173" y="655320"/>
                    </a:cubicBezTo>
                    <a:cubicBezTo>
                      <a:pt x="131219" y="655320"/>
                      <a:pt x="122552" y="660178"/>
                      <a:pt x="118360" y="668846"/>
                    </a:cubicBezTo>
                    <a:cubicBezTo>
                      <a:pt x="110264" y="685895"/>
                      <a:pt x="104644" y="710184"/>
                      <a:pt x="123123" y="730758"/>
                    </a:cubicBezTo>
                    <a:cubicBezTo>
                      <a:pt x="155698" y="766953"/>
                      <a:pt x="234470" y="816674"/>
                      <a:pt x="234470" y="816674"/>
                    </a:cubicBezTo>
                    <a:lnTo>
                      <a:pt x="290573" y="899446"/>
                    </a:lnTo>
                    <a:cubicBezTo>
                      <a:pt x="290573" y="899446"/>
                      <a:pt x="285143" y="947928"/>
                      <a:pt x="293525" y="1004888"/>
                    </a:cubicBezTo>
                    <a:lnTo>
                      <a:pt x="23492" y="1009079"/>
                    </a:lnTo>
                    <a:lnTo>
                      <a:pt x="22825" y="1009079"/>
                    </a:lnTo>
                    <a:cubicBezTo>
                      <a:pt x="21682" y="1009079"/>
                      <a:pt x="20443" y="1008983"/>
                      <a:pt x="19301" y="1008698"/>
                    </a:cubicBezTo>
                    <a:cubicBezTo>
                      <a:pt x="16252" y="1008317"/>
                      <a:pt x="13395" y="1007364"/>
                      <a:pt x="11014" y="1006030"/>
                    </a:cubicBezTo>
                    <a:cubicBezTo>
                      <a:pt x="9871" y="1005459"/>
                      <a:pt x="8823" y="1004697"/>
                      <a:pt x="7870" y="1003840"/>
                    </a:cubicBezTo>
                    <a:cubicBezTo>
                      <a:pt x="6727" y="1002983"/>
                      <a:pt x="5870" y="1001840"/>
                      <a:pt x="4918" y="1000697"/>
                    </a:cubicBezTo>
                    <a:cubicBezTo>
                      <a:pt x="4251" y="999934"/>
                      <a:pt x="3680" y="998982"/>
                      <a:pt x="3108" y="998125"/>
                    </a:cubicBezTo>
                    <a:cubicBezTo>
                      <a:pt x="2441" y="996887"/>
                      <a:pt x="1870" y="995553"/>
                      <a:pt x="1393" y="994124"/>
                    </a:cubicBezTo>
                    <a:cubicBezTo>
                      <a:pt x="1013" y="993362"/>
                      <a:pt x="822" y="992505"/>
                      <a:pt x="631" y="991648"/>
                    </a:cubicBezTo>
                    <a:cubicBezTo>
                      <a:pt x="-131" y="987647"/>
                      <a:pt x="-321" y="983266"/>
                      <a:pt x="727" y="978694"/>
                    </a:cubicBezTo>
                    <a:lnTo>
                      <a:pt x="7013" y="949071"/>
                    </a:lnTo>
                    <a:lnTo>
                      <a:pt x="32921" y="828008"/>
                    </a:lnTo>
                    <a:lnTo>
                      <a:pt x="32921" y="827913"/>
                    </a:lnTo>
                    <a:lnTo>
                      <a:pt x="201799" y="38005"/>
                    </a:lnTo>
                    <a:cubicBezTo>
                      <a:pt x="202181" y="36290"/>
                      <a:pt x="202561" y="34766"/>
                      <a:pt x="203133" y="33147"/>
                    </a:cubicBezTo>
                    <a:cubicBezTo>
                      <a:pt x="203323" y="32671"/>
                      <a:pt x="203514" y="32290"/>
                      <a:pt x="203705" y="31813"/>
                    </a:cubicBezTo>
                    <a:cubicBezTo>
                      <a:pt x="204276" y="30480"/>
                      <a:pt x="204943" y="29146"/>
                      <a:pt x="205610" y="27718"/>
                    </a:cubicBezTo>
                    <a:cubicBezTo>
                      <a:pt x="205705" y="27527"/>
                      <a:pt x="205800" y="27242"/>
                      <a:pt x="206086" y="27051"/>
                    </a:cubicBezTo>
                    <a:cubicBezTo>
                      <a:pt x="206752" y="25813"/>
                      <a:pt x="207514" y="24575"/>
                      <a:pt x="208467" y="23336"/>
                    </a:cubicBezTo>
                    <a:cubicBezTo>
                      <a:pt x="211610" y="18955"/>
                      <a:pt x="215706" y="15240"/>
                      <a:pt x="220088" y="12383"/>
                    </a:cubicBezTo>
                    <a:cubicBezTo>
                      <a:pt x="220945" y="11811"/>
                      <a:pt x="221897" y="11240"/>
                      <a:pt x="222945" y="10763"/>
                    </a:cubicBezTo>
                    <a:cubicBezTo>
                      <a:pt x="223898" y="10287"/>
                      <a:pt x="224755" y="9811"/>
                      <a:pt x="225802" y="9430"/>
                    </a:cubicBezTo>
                    <a:cubicBezTo>
                      <a:pt x="227707" y="8668"/>
                      <a:pt x="229613" y="8001"/>
                      <a:pt x="231708" y="7525"/>
                    </a:cubicBezTo>
                    <a:cubicBezTo>
                      <a:pt x="232565" y="7334"/>
                      <a:pt x="233613" y="7144"/>
                      <a:pt x="234661" y="6953"/>
                    </a:cubicBezTo>
                    <a:cubicBezTo>
                      <a:pt x="235709" y="6953"/>
                      <a:pt x="236661" y="6858"/>
                      <a:pt x="237709" y="6858"/>
                    </a:cubicBezTo>
                    <a:lnTo>
                      <a:pt x="681288" y="0"/>
                    </a:lnTo>
                    <a:lnTo>
                      <a:pt x="681860" y="0"/>
                    </a:lnTo>
                    <a:cubicBezTo>
                      <a:pt x="683193" y="0"/>
                      <a:pt x="684431" y="95"/>
                      <a:pt x="685669" y="381"/>
                    </a:cubicBezTo>
                    <a:cubicBezTo>
                      <a:pt x="686146" y="381"/>
                      <a:pt x="686336" y="381"/>
                      <a:pt x="686717" y="476"/>
                    </a:cubicBezTo>
                    <a:cubicBezTo>
                      <a:pt x="687860" y="667"/>
                      <a:pt x="688908" y="953"/>
                      <a:pt x="689765" y="1238"/>
                    </a:cubicBezTo>
                    <a:cubicBezTo>
                      <a:pt x="690242" y="1333"/>
                      <a:pt x="690622" y="1619"/>
                      <a:pt x="691194" y="1810"/>
                    </a:cubicBezTo>
                    <a:cubicBezTo>
                      <a:pt x="692146" y="2191"/>
                      <a:pt x="692909" y="2572"/>
                      <a:pt x="693670" y="3048"/>
                    </a:cubicBezTo>
                    <a:cubicBezTo>
                      <a:pt x="694813" y="3620"/>
                      <a:pt x="695861" y="4382"/>
                      <a:pt x="696814" y="5239"/>
                    </a:cubicBezTo>
                    <a:cubicBezTo>
                      <a:pt x="697385" y="5810"/>
                      <a:pt x="697957" y="6287"/>
                      <a:pt x="698433" y="6858"/>
                    </a:cubicBezTo>
                    <a:cubicBezTo>
                      <a:pt x="699481" y="7906"/>
                      <a:pt x="700338" y="9049"/>
                      <a:pt x="701100" y="10287"/>
                    </a:cubicBezTo>
                    <a:cubicBezTo>
                      <a:pt x="701862" y="11525"/>
                      <a:pt x="702434" y="12859"/>
                      <a:pt x="703005" y="14288"/>
                    </a:cubicBezTo>
                    <a:cubicBezTo>
                      <a:pt x="703005" y="14383"/>
                      <a:pt x="703005" y="14383"/>
                      <a:pt x="703005" y="14383"/>
                    </a:cubicBezTo>
                    <a:cubicBezTo>
                      <a:pt x="703577" y="15716"/>
                      <a:pt x="704053" y="17240"/>
                      <a:pt x="704243" y="18764"/>
                    </a:cubicBezTo>
                    <a:lnTo>
                      <a:pt x="704243" y="18859"/>
                    </a:lnTo>
                    <a:cubicBezTo>
                      <a:pt x="704338" y="19907"/>
                      <a:pt x="704434" y="21526"/>
                      <a:pt x="704434" y="23241"/>
                    </a:cubicBezTo>
                    <a:close/>
                    <a:moveTo>
                      <a:pt x="397824" y="69247"/>
                    </a:moveTo>
                    <a:cubicBezTo>
                      <a:pt x="402110" y="49435"/>
                      <a:pt x="390394" y="33719"/>
                      <a:pt x="371440" y="34100"/>
                    </a:cubicBezTo>
                    <a:lnTo>
                      <a:pt x="267998" y="35719"/>
                    </a:lnTo>
                    <a:cubicBezTo>
                      <a:pt x="249234" y="35909"/>
                      <a:pt x="230565" y="52197"/>
                      <a:pt x="226279" y="71914"/>
                    </a:cubicBezTo>
                    <a:lnTo>
                      <a:pt x="182654" y="276130"/>
                    </a:lnTo>
                    <a:cubicBezTo>
                      <a:pt x="178463" y="295751"/>
                      <a:pt x="190369" y="311467"/>
                      <a:pt x="208943" y="311277"/>
                    </a:cubicBezTo>
                    <a:lnTo>
                      <a:pt x="312480" y="309658"/>
                    </a:lnTo>
                    <a:cubicBezTo>
                      <a:pt x="331244" y="309277"/>
                      <a:pt x="349913" y="293180"/>
                      <a:pt x="354104" y="273367"/>
                    </a:cubicBezTo>
                    <a:lnTo>
                      <a:pt x="397824" y="6924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8" name="Google Shape;1763;p39">
                <a:extLst>
                  <a:ext uri="{FF2B5EF4-FFF2-40B4-BE49-F238E27FC236}">
                    <a16:creationId xmlns:a16="http://schemas.microsoft.com/office/drawing/2014/main" id="{16B227FA-B575-5DE3-F3BA-8124D8567E70}"/>
                  </a:ext>
                </a:extLst>
              </p:cNvPr>
              <p:cNvSpPr/>
              <p:nvPr/>
            </p:nvSpPr>
            <p:spPr>
              <a:xfrm>
                <a:off x="9029235" y="2337149"/>
                <a:ext cx="87344" cy="412146"/>
              </a:xfrm>
              <a:custGeom>
                <a:avLst/>
                <a:gdLst/>
                <a:ahLst/>
                <a:cxnLst/>
                <a:rect l="l" t="t" r="r" b="b"/>
                <a:pathLst>
                  <a:path w="87344" h="412146" extrusionOk="0">
                    <a:moveTo>
                      <a:pt x="87344" y="0"/>
                    </a:moveTo>
                    <a:cubicBezTo>
                      <a:pt x="87344" y="2191"/>
                      <a:pt x="87154" y="4382"/>
                      <a:pt x="86677" y="6668"/>
                    </a:cubicBezTo>
                    <a:lnTo>
                      <a:pt x="0" y="412147"/>
                    </a:lnTo>
                    <a:lnTo>
                      <a:pt x="86582" y="6668"/>
                    </a:lnTo>
                    <a:cubicBezTo>
                      <a:pt x="87154" y="4286"/>
                      <a:pt x="87344" y="2096"/>
                      <a:pt x="8734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9" name="Google Shape;1764;p39">
                <a:extLst>
                  <a:ext uri="{FF2B5EF4-FFF2-40B4-BE49-F238E27FC236}">
                    <a16:creationId xmlns:a16="http://schemas.microsoft.com/office/drawing/2014/main" id="{0CA374FF-21F7-742A-438E-3D03E51D3B8F}"/>
                  </a:ext>
                </a:extLst>
              </p:cNvPr>
              <p:cNvSpPr/>
              <p:nvPr/>
            </p:nvSpPr>
            <p:spPr>
              <a:xfrm>
                <a:off x="9112960" y="2323719"/>
                <a:ext cx="1905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1905" h="4000" extrusionOk="0">
                    <a:moveTo>
                      <a:pt x="0" y="0"/>
                    </a:moveTo>
                    <a:cubicBezTo>
                      <a:pt x="762" y="1238"/>
                      <a:pt x="1429" y="2572"/>
                      <a:pt x="1905" y="4000"/>
                    </a:cubicBezTo>
                    <a:cubicBezTo>
                      <a:pt x="1429" y="2572"/>
                      <a:pt x="857" y="1238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0" name="Google Shape;1765;p39">
                <a:extLst>
                  <a:ext uri="{FF2B5EF4-FFF2-40B4-BE49-F238E27FC236}">
                    <a16:creationId xmlns:a16="http://schemas.microsoft.com/office/drawing/2014/main" id="{9116B6D1-45E8-1A68-99FD-A9C352355A86}"/>
                  </a:ext>
                </a:extLst>
              </p:cNvPr>
              <p:cNvSpPr/>
              <p:nvPr/>
            </p:nvSpPr>
            <p:spPr>
              <a:xfrm>
                <a:off x="9098482" y="2314003"/>
                <a:ext cx="3048" cy="762"/>
              </a:xfrm>
              <a:custGeom>
                <a:avLst/>
                <a:gdLst/>
                <a:ahLst/>
                <a:cxnLst/>
                <a:rect l="l" t="t" r="r" b="b"/>
                <a:pathLst>
                  <a:path w="3048" h="762" extrusionOk="0">
                    <a:moveTo>
                      <a:pt x="3048" y="762"/>
                    </a:moveTo>
                    <a:cubicBezTo>
                      <a:pt x="2096" y="381"/>
                      <a:pt x="1143" y="191"/>
                      <a:pt x="0" y="0"/>
                    </a:cubicBezTo>
                    <a:cubicBezTo>
                      <a:pt x="1143" y="191"/>
                      <a:pt x="2096" y="381"/>
                      <a:pt x="3048" y="76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1" name="Google Shape;1766;p39">
                <a:extLst>
                  <a:ext uri="{FF2B5EF4-FFF2-40B4-BE49-F238E27FC236}">
                    <a16:creationId xmlns:a16="http://schemas.microsoft.com/office/drawing/2014/main" id="{61BAB860-C72F-69A8-9040-333F2FEEF333}"/>
                  </a:ext>
                </a:extLst>
              </p:cNvPr>
              <p:cNvSpPr/>
              <p:nvPr/>
            </p:nvSpPr>
            <p:spPr>
              <a:xfrm>
                <a:off x="8646425" y="2313527"/>
                <a:ext cx="446627" cy="6953"/>
              </a:xfrm>
              <a:custGeom>
                <a:avLst/>
                <a:gdLst/>
                <a:ahLst/>
                <a:cxnLst/>
                <a:rect l="l" t="t" r="r" b="b"/>
                <a:pathLst>
                  <a:path w="446627" h="6953" extrusionOk="0">
                    <a:moveTo>
                      <a:pt x="446627" y="0"/>
                    </a:moveTo>
                    <a:lnTo>
                      <a:pt x="3048" y="6858"/>
                    </a:lnTo>
                    <a:cubicBezTo>
                      <a:pt x="2000" y="6858"/>
                      <a:pt x="1048" y="6953"/>
                      <a:pt x="0" y="6953"/>
                    </a:cubicBezTo>
                    <a:cubicBezTo>
                      <a:pt x="1048" y="6858"/>
                      <a:pt x="2000" y="6763"/>
                      <a:pt x="3048" y="6763"/>
                    </a:cubicBezTo>
                    <a:lnTo>
                      <a:pt x="44662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2" name="Google Shape;1767;p39">
                <a:extLst>
                  <a:ext uri="{FF2B5EF4-FFF2-40B4-BE49-F238E27FC236}">
                    <a16:creationId xmlns:a16="http://schemas.microsoft.com/office/drawing/2014/main" id="{97302405-E15D-7E9C-A8A7-913003E0B94F}"/>
                  </a:ext>
                </a:extLst>
              </p:cNvPr>
              <p:cNvSpPr/>
              <p:nvPr/>
            </p:nvSpPr>
            <p:spPr>
              <a:xfrm>
                <a:off x="9000660" y="2749486"/>
                <a:ext cx="28575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133350" extrusionOk="0">
                    <a:moveTo>
                      <a:pt x="28575" y="0"/>
                    </a:moveTo>
                    <a:lnTo>
                      <a:pt x="95" y="133350"/>
                    </a:lnTo>
                    <a:cubicBezTo>
                      <a:pt x="95" y="133350"/>
                      <a:pt x="95" y="133350"/>
                      <a:pt x="0" y="133350"/>
                    </a:cubicBezTo>
                    <a:lnTo>
                      <a:pt x="2857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3" name="Google Shape;1768;p39">
                <a:extLst>
                  <a:ext uri="{FF2B5EF4-FFF2-40B4-BE49-F238E27FC236}">
                    <a16:creationId xmlns:a16="http://schemas.microsoft.com/office/drawing/2014/main" id="{05D532E8-FD29-4E69-CD67-5F23E23F1701}"/>
                  </a:ext>
                </a:extLst>
              </p:cNvPr>
              <p:cNvSpPr/>
              <p:nvPr/>
            </p:nvSpPr>
            <p:spPr>
              <a:xfrm>
                <a:off x="6958214" y="4536566"/>
                <a:ext cx="1880711" cy="1255490"/>
              </a:xfrm>
              <a:custGeom>
                <a:avLst/>
                <a:gdLst/>
                <a:ahLst/>
                <a:cxnLst/>
                <a:rect l="l" t="t" r="r" b="b"/>
                <a:pathLst>
                  <a:path w="1880711" h="1255490" extrusionOk="0">
                    <a:moveTo>
                      <a:pt x="1880711" y="1255490"/>
                    </a:moveTo>
                    <a:lnTo>
                      <a:pt x="0" y="1255490"/>
                    </a:lnTo>
                    <a:cubicBezTo>
                      <a:pt x="0" y="1255490"/>
                      <a:pt x="13430" y="511873"/>
                      <a:pt x="357188" y="115538"/>
                    </a:cubicBezTo>
                    <a:cubicBezTo>
                      <a:pt x="432340" y="196024"/>
                      <a:pt x="549688" y="277749"/>
                      <a:pt x="645605" y="272796"/>
                    </a:cubicBezTo>
                    <a:cubicBezTo>
                      <a:pt x="798100" y="264986"/>
                      <a:pt x="1183958" y="40291"/>
                      <a:pt x="1183958" y="40291"/>
                    </a:cubicBezTo>
                    <a:lnTo>
                      <a:pt x="1557338" y="17050"/>
                    </a:lnTo>
                    <a:cubicBezTo>
                      <a:pt x="1579721" y="15716"/>
                      <a:pt x="1600867" y="9715"/>
                      <a:pt x="1619822" y="0"/>
                    </a:cubicBezTo>
                    <a:cubicBezTo>
                      <a:pt x="1624394" y="9811"/>
                      <a:pt x="1862042" y="547211"/>
                      <a:pt x="1880711" y="125549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4" name="Google Shape;1769;p39">
                <a:extLst>
                  <a:ext uri="{FF2B5EF4-FFF2-40B4-BE49-F238E27FC236}">
                    <a16:creationId xmlns:a16="http://schemas.microsoft.com/office/drawing/2014/main" id="{3FBF83EE-E16F-27D9-D93B-52D49346CE80}"/>
                  </a:ext>
                </a:extLst>
              </p:cNvPr>
              <p:cNvSpPr/>
              <p:nvPr/>
            </p:nvSpPr>
            <p:spPr>
              <a:xfrm>
                <a:off x="8594050" y="2347905"/>
                <a:ext cx="216798" cy="277186"/>
              </a:xfrm>
              <a:custGeom>
                <a:avLst/>
                <a:gdLst/>
                <a:ahLst/>
                <a:cxnLst/>
                <a:rect l="l" t="t" r="r" b="b"/>
                <a:pathLst>
                  <a:path w="216798" h="277186" extrusionOk="0">
                    <a:moveTo>
                      <a:pt x="189535" y="7"/>
                    </a:moveTo>
                    <a:cubicBezTo>
                      <a:pt x="208395" y="-374"/>
                      <a:pt x="220206" y="15342"/>
                      <a:pt x="215919" y="35154"/>
                    </a:cubicBezTo>
                    <a:lnTo>
                      <a:pt x="172295" y="239275"/>
                    </a:lnTo>
                    <a:cubicBezTo>
                      <a:pt x="168104" y="259087"/>
                      <a:pt x="149435" y="275184"/>
                      <a:pt x="130671" y="275565"/>
                    </a:cubicBezTo>
                    <a:lnTo>
                      <a:pt x="27134" y="277184"/>
                    </a:lnTo>
                    <a:cubicBezTo>
                      <a:pt x="8465" y="277375"/>
                      <a:pt x="-3346" y="261659"/>
                      <a:pt x="845" y="242037"/>
                    </a:cubicBezTo>
                    <a:lnTo>
                      <a:pt x="44469" y="37821"/>
                    </a:lnTo>
                    <a:cubicBezTo>
                      <a:pt x="48756" y="18200"/>
                      <a:pt x="67425" y="1912"/>
                      <a:pt x="86189" y="1626"/>
                    </a:cubicBezTo>
                    <a:lnTo>
                      <a:pt x="189535" y="7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5" name="Google Shape;1770;p39">
                <a:extLst>
                  <a:ext uri="{FF2B5EF4-FFF2-40B4-BE49-F238E27FC236}">
                    <a16:creationId xmlns:a16="http://schemas.microsoft.com/office/drawing/2014/main" id="{EC92B512-DF4E-5598-9BDD-4D56049C491A}"/>
                  </a:ext>
                </a:extLst>
              </p:cNvPr>
              <p:cNvSpPr/>
              <p:nvPr/>
            </p:nvSpPr>
            <p:spPr>
              <a:xfrm>
                <a:off x="7211045" y="3195066"/>
                <a:ext cx="1560099" cy="1614424"/>
              </a:xfrm>
              <a:custGeom>
                <a:avLst/>
                <a:gdLst/>
                <a:ahLst/>
                <a:cxnLst/>
                <a:rect l="l" t="t" r="r" b="b"/>
                <a:pathLst>
                  <a:path w="1560099" h="1614424" extrusionOk="0">
                    <a:moveTo>
                      <a:pt x="102013" y="1457039"/>
                    </a:moveTo>
                    <a:cubicBezTo>
                      <a:pt x="57912" y="1409795"/>
                      <a:pt x="28289" y="1363123"/>
                      <a:pt x="26098" y="1334643"/>
                    </a:cubicBezTo>
                    <a:cubicBezTo>
                      <a:pt x="19907" y="1259014"/>
                      <a:pt x="667" y="1099947"/>
                      <a:pt x="0" y="1094518"/>
                    </a:cubicBezTo>
                    <a:cubicBezTo>
                      <a:pt x="0" y="1094423"/>
                      <a:pt x="0" y="1094423"/>
                      <a:pt x="0" y="1094423"/>
                    </a:cubicBezTo>
                    <a:cubicBezTo>
                      <a:pt x="50006" y="1058228"/>
                      <a:pt x="90964" y="1021556"/>
                      <a:pt x="109823" y="994315"/>
                    </a:cubicBezTo>
                    <a:cubicBezTo>
                      <a:pt x="168497" y="909447"/>
                      <a:pt x="650367" y="246412"/>
                      <a:pt x="650367" y="246412"/>
                    </a:cubicBezTo>
                    <a:cubicBezTo>
                      <a:pt x="650367" y="246412"/>
                      <a:pt x="767239" y="227838"/>
                      <a:pt x="836009" y="212979"/>
                    </a:cubicBezTo>
                    <a:cubicBezTo>
                      <a:pt x="904780" y="198025"/>
                      <a:pt x="937260" y="170593"/>
                      <a:pt x="937260" y="170593"/>
                    </a:cubicBezTo>
                    <a:cubicBezTo>
                      <a:pt x="937260" y="170593"/>
                      <a:pt x="969455" y="209455"/>
                      <a:pt x="1004888" y="212217"/>
                    </a:cubicBezTo>
                    <a:cubicBezTo>
                      <a:pt x="1040225" y="214884"/>
                      <a:pt x="1054418" y="197263"/>
                      <a:pt x="1054418" y="197263"/>
                    </a:cubicBezTo>
                    <a:lnTo>
                      <a:pt x="1049655" y="179927"/>
                    </a:lnTo>
                    <a:cubicBezTo>
                      <a:pt x="1049655" y="179927"/>
                      <a:pt x="1074420" y="196787"/>
                      <a:pt x="1107091" y="187738"/>
                    </a:cubicBezTo>
                    <a:cubicBezTo>
                      <a:pt x="1139666" y="178784"/>
                      <a:pt x="1148715" y="161830"/>
                      <a:pt x="1148715" y="161830"/>
                    </a:cubicBezTo>
                    <a:lnTo>
                      <a:pt x="1120426" y="40100"/>
                    </a:lnTo>
                    <a:lnTo>
                      <a:pt x="1137761" y="0"/>
                    </a:lnTo>
                    <a:cubicBezTo>
                      <a:pt x="1137761" y="0"/>
                      <a:pt x="1153287" y="55150"/>
                      <a:pt x="1190054" y="65818"/>
                    </a:cubicBezTo>
                    <a:lnTo>
                      <a:pt x="1183291" y="97726"/>
                    </a:lnTo>
                    <a:cubicBezTo>
                      <a:pt x="1177671" y="123920"/>
                      <a:pt x="1193483" y="145066"/>
                      <a:pt x="1218438" y="144589"/>
                    </a:cubicBezTo>
                    <a:lnTo>
                      <a:pt x="1494949" y="140303"/>
                    </a:lnTo>
                    <a:cubicBezTo>
                      <a:pt x="1499426" y="164021"/>
                      <a:pt x="1506569" y="188500"/>
                      <a:pt x="1517714" y="210788"/>
                    </a:cubicBezTo>
                    <a:cubicBezTo>
                      <a:pt x="1517714" y="210788"/>
                      <a:pt x="1537716" y="434149"/>
                      <a:pt x="1560100" y="656558"/>
                    </a:cubicBezTo>
                    <a:lnTo>
                      <a:pt x="1560005" y="656558"/>
                    </a:lnTo>
                    <a:lnTo>
                      <a:pt x="1489234" y="938689"/>
                    </a:lnTo>
                    <a:lnTo>
                      <a:pt x="1450943" y="1220438"/>
                    </a:lnTo>
                    <a:cubicBezTo>
                      <a:pt x="1443704" y="1273683"/>
                      <a:pt x="1410557" y="1318165"/>
                      <a:pt x="1364933" y="1341406"/>
                    </a:cubicBezTo>
                    <a:cubicBezTo>
                      <a:pt x="1345978" y="1351121"/>
                      <a:pt x="1324832" y="1357122"/>
                      <a:pt x="1302449" y="1358456"/>
                    </a:cubicBezTo>
                    <a:lnTo>
                      <a:pt x="929068" y="1381697"/>
                    </a:lnTo>
                    <a:cubicBezTo>
                      <a:pt x="929068" y="1381697"/>
                      <a:pt x="543211" y="1606391"/>
                      <a:pt x="390715" y="1614202"/>
                    </a:cubicBezTo>
                    <a:cubicBezTo>
                      <a:pt x="294513" y="1619250"/>
                      <a:pt x="177165" y="1537525"/>
                      <a:pt x="102013" y="145703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6" name="Google Shape;1771;p39">
                <a:extLst>
                  <a:ext uri="{FF2B5EF4-FFF2-40B4-BE49-F238E27FC236}">
                    <a16:creationId xmlns:a16="http://schemas.microsoft.com/office/drawing/2014/main" id="{33395093-5B17-315B-6345-39DF93B0316D}"/>
                  </a:ext>
                </a:extLst>
              </p:cNvPr>
              <p:cNvSpPr/>
              <p:nvPr/>
            </p:nvSpPr>
            <p:spPr>
              <a:xfrm>
                <a:off x="6748621" y="2926365"/>
                <a:ext cx="1725306" cy="1498288"/>
              </a:xfrm>
              <a:custGeom>
                <a:avLst/>
                <a:gdLst/>
                <a:ahLst/>
                <a:cxnLst/>
                <a:rect l="l" t="t" r="r" b="b"/>
                <a:pathLst>
                  <a:path w="1725306" h="1498288" extrusionOk="0">
                    <a:moveTo>
                      <a:pt x="1516995" y="11430"/>
                    </a:moveTo>
                    <a:cubicBezTo>
                      <a:pt x="1549761" y="4382"/>
                      <a:pt x="1573383" y="0"/>
                      <a:pt x="1578050" y="0"/>
                    </a:cubicBezTo>
                    <a:cubicBezTo>
                      <a:pt x="1594529" y="0"/>
                      <a:pt x="1722640" y="3810"/>
                      <a:pt x="1722640" y="3810"/>
                    </a:cubicBezTo>
                    <a:lnTo>
                      <a:pt x="1725307" y="4382"/>
                    </a:lnTo>
                    <a:lnTo>
                      <a:pt x="1700542" y="120110"/>
                    </a:lnTo>
                    <a:lnTo>
                      <a:pt x="1672253" y="120110"/>
                    </a:lnTo>
                    <a:cubicBezTo>
                      <a:pt x="1672253" y="120110"/>
                      <a:pt x="1678158" y="141351"/>
                      <a:pt x="1683968" y="170402"/>
                    </a:cubicBezTo>
                    <a:cubicBezTo>
                      <a:pt x="1684635" y="173546"/>
                      <a:pt x="1685683" y="177832"/>
                      <a:pt x="1687016" y="183071"/>
                    </a:cubicBezTo>
                    <a:lnTo>
                      <a:pt x="1687016" y="183166"/>
                    </a:lnTo>
                    <a:lnTo>
                      <a:pt x="1654727" y="334328"/>
                    </a:lnTo>
                    <a:cubicBezTo>
                      <a:pt x="1617865" y="323660"/>
                      <a:pt x="1602434" y="268510"/>
                      <a:pt x="1602434" y="268510"/>
                    </a:cubicBezTo>
                    <a:lnTo>
                      <a:pt x="1585099" y="308610"/>
                    </a:lnTo>
                    <a:lnTo>
                      <a:pt x="1613388" y="430340"/>
                    </a:lnTo>
                    <a:cubicBezTo>
                      <a:pt x="1613388" y="430340"/>
                      <a:pt x="1604339" y="447294"/>
                      <a:pt x="1571764" y="456248"/>
                    </a:cubicBezTo>
                    <a:cubicBezTo>
                      <a:pt x="1539093" y="465296"/>
                      <a:pt x="1514328" y="448437"/>
                      <a:pt x="1514328" y="448437"/>
                    </a:cubicBezTo>
                    <a:lnTo>
                      <a:pt x="1519091" y="465773"/>
                    </a:lnTo>
                    <a:cubicBezTo>
                      <a:pt x="1519091" y="465773"/>
                      <a:pt x="1504994" y="483394"/>
                      <a:pt x="1469561" y="480727"/>
                    </a:cubicBezTo>
                    <a:cubicBezTo>
                      <a:pt x="1434223" y="478060"/>
                      <a:pt x="1401933" y="439103"/>
                      <a:pt x="1401933" y="439103"/>
                    </a:cubicBezTo>
                    <a:cubicBezTo>
                      <a:pt x="1401933" y="439103"/>
                      <a:pt x="1369358" y="466535"/>
                      <a:pt x="1300682" y="481489"/>
                    </a:cubicBezTo>
                    <a:cubicBezTo>
                      <a:pt x="1231912" y="496443"/>
                      <a:pt x="1115040" y="514921"/>
                      <a:pt x="1115040" y="514921"/>
                    </a:cubicBezTo>
                    <a:cubicBezTo>
                      <a:pt x="1115040" y="514921"/>
                      <a:pt x="633170" y="1177957"/>
                      <a:pt x="574496" y="1262825"/>
                    </a:cubicBezTo>
                    <a:cubicBezTo>
                      <a:pt x="555637" y="1290066"/>
                      <a:pt x="514584" y="1326833"/>
                      <a:pt x="464673" y="1362932"/>
                    </a:cubicBezTo>
                    <a:cubicBezTo>
                      <a:pt x="464673" y="1362932"/>
                      <a:pt x="464673" y="1362932"/>
                      <a:pt x="464673" y="1363027"/>
                    </a:cubicBezTo>
                    <a:cubicBezTo>
                      <a:pt x="359231" y="1439513"/>
                      <a:pt x="213975" y="1514475"/>
                      <a:pt x="153491" y="1495235"/>
                    </a:cubicBezTo>
                    <a:cubicBezTo>
                      <a:pt x="64433" y="1466945"/>
                      <a:pt x="-6814" y="1252252"/>
                      <a:pt x="520" y="1162145"/>
                    </a:cubicBezTo>
                    <a:cubicBezTo>
                      <a:pt x="1567" y="1150239"/>
                      <a:pt x="16998" y="1128236"/>
                      <a:pt x="43287" y="1098994"/>
                    </a:cubicBezTo>
                    <a:cubicBezTo>
                      <a:pt x="216547" y="905351"/>
                      <a:pt x="857389" y="393287"/>
                      <a:pt x="857389" y="393287"/>
                    </a:cubicBezTo>
                    <a:cubicBezTo>
                      <a:pt x="901966" y="321088"/>
                      <a:pt x="946448" y="321088"/>
                      <a:pt x="946448" y="321088"/>
                    </a:cubicBezTo>
                    <a:cubicBezTo>
                      <a:pt x="946448" y="321088"/>
                      <a:pt x="1213529" y="118872"/>
                      <a:pt x="1255915" y="87821"/>
                    </a:cubicBezTo>
                    <a:cubicBezTo>
                      <a:pt x="1265630" y="80677"/>
                      <a:pt x="1286966" y="72104"/>
                      <a:pt x="1314398" y="63246"/>
                    </a:cubicBezTo>
                    <a:cubicBezTo>
                      <a:pt x="1373072" y="44482"/>
                      <a:pt x="1459083" y="23908"/>
                      <a:pt x="1516995" y="11430"/>
                    </a:cubicBezTo>
                    <a:close/>
                  </a:path>
                </a:pathLst>
              </a:custGeom>
              <a:solidFill>
                <a:srgbClr val="7C7C7C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7" name="Google Shape;1772;p39">
                <a:extLst>
                  <a:ext uri="{FF2B5EF4-FFF2-40B4-BE49-F238E27FC236}">
                    <a16:creationId xmlns:a16="http://schemas.microsoft.com/office/drawing/2014/main" id="{BFFE21EB-FFC4-AF89-AB23-996169FBE83E}"/>
                  </a:ext>
                </a:extLst>
              </p:cNvPr>
              <p:cNvSpPr/>
              <p:nvPr/>
            </p:nvSpPr>
            <p:spPr>
              <a:xfrm>
                <a:off x="8420969" y="3046571"/>
                <a:ext cx="28194" cy="62960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62960" extrusionOk="0">
                    <a:moveTo>
                      <a:pt x="28194" y="0"/>
                    </a:moveTo>
                    <a:lnTo>
                      <a:pt x="14764" y="62960"/>
                    </a:lnTo>
                    <a:cubicBezTo>
                      <a:pt x="13430" y="57721"/>
                      <a:pt x="12383" y="53435"/>
                      <a:pt x="11716" y="50292"/>
                    </a:cubicBezTo>
                    <a:cubicBezTo>
                      <a:pt x="5810" y="21241"/>
                      <a:pt x="0" y="0"/>
                      <a:pt x="0" y="0"/>
                    </a:cubicBezTo>
                    <a:lnTo>
                      <a:pt x="2819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8" name="Google Shape;1773;p39">
                <a:extLst>
                  <a:ext uri="{FF2B5EF4-FFF2-40B4-BE49-F238E27FC236}">
                    <a16:creationId xmlns:a16="http://schemas.microsoft.com/office/drawing/2014/main" id="{FEE844C1-E463-E62C-5581-6CDF7F9D20BE}"/>
                  </a:ext>
                </a:extLst>
              </p:cNvPr>
              <p:cNvSpPr/>
              <p:nvPr/>
            </p:nvSpPr>
            <p:spPr>
              <a:xfrm>
                <a:off x="7121120" y="1427131"/>
                <a:ext cx="1296684" cy="1545144"/>
              </a:xfrm>
              <a:custGeom>
                <a:avLst/>
                <a:gdLst/>
                <a:ahLst/>
                <a:cxnLst/>
                <a:rect l="l" t="t" r="r" b="b"/>
                <a:pathLst>
                  <a:path w="1296684" h="1545144" extrusionOk="0">
                    <a:moveTo>
                      <a:pt x="998859" y="1390935"/>
                    </a:moveTo>
                    <a:lnTo>
                      <a:pt x="973237" y="1239488"/>
                    </a:lnTo>
                    <a:cubicBezTo>
                      <a:pt x="1011909" y="1206722"/>
                      <a:pt x="1156498" y="1022603"/>
                      <a:pt x="1170595" y="917352"/>
                    </a:cubicBezTo>
                    <a:cubicBezTo>
                      <a:pt x="1181739" y="834294"/>
                      <a:pt x="1159260" y="594074"/>
                      <a:pt x="1149450" y="497681"/>
                    </a:cubicBezTo>
                    <a:lnTo>
                      <a:pt x="1149450" y="497585"/>
                    </a:lnTo>
                    <a:cubicBezTo>
                      <a:pt x="1109349" y="342042"/>
                      <a:pt x="1037817" y="286511"/>
                      <a:pt x="1034292" y="283844"/>
                    </a:cubicBezTo>
                    <a:cubicBezTo>
                      <a:pt x="1034197" y="283844"/>
                      <a:pt x="1034197" y="283844"/>
                      <a:pt x="1034197" y="283844"/>
                    </a:cubicBezTo>
                    <a:cubicBezTo>
                      <a:pt x="980762" y="348519"/>
                      <a:pt x="869319" y="470534"/>
                      <a:pt x="779784" y="486632"/>
                    </a:cubicBezTo>
                    <a:lnTo>
                      <a:pt x="647863" y="486632"/>
                    </a:lnTo>
                    <a:cubicBezTo>
                      <a:pt x="647863" y="486632"/>
                      <a:pt x="645482" y="408908"/>
                      <a:pt x="647863" y="378237"/>
                    </a:cubicBezTo>
                    <a:cubicBezTo>
                      <a:pt x="647863" y="378237"/>
                      <a:pt x="530610" y="595788"/>
                      <a:pt x="427454" y="606456"/>
                    </a:cubicBezTo>
                    <a:cubicBezTo>
                      <a:pt x="412976" y="604170"/>
                      <a:pt x="397832" y="605218"/>
                      <a:pt x="383735" y="609028"/>
                    </a:cubicBezTo>
                    <a:cubicBezTo>
                      <a:pt x="351826" y="618267"/>
                      <a:pt x="325442" y="643127"/>
                      <a:pt x="310964" y="673131"/>
                    </a:cubicBezTo>
                    <a:cubicBezTo>
                      <a:pt x="296486" y="702944"/>
                      <a:pt x="293533" y="737806"/>
                      <a:pt x="299343" y="770381"/>
                    </a:cubicBezTo>
                    <a:cubicBezTo>
                      <a:pt x="307725" y="818006"/>
                      <a:pt x="334490" y="862012"/>
                      <a:pt x="372781" y="891635"/>
                    </a:cubicBezTo>
                    <a:cubicBezTo>
                      <a:pt x="404023" y="916209"/>
                      <a:pt x="443171" y="930306"/>
                      <a:pt x="483080" y="931830"/>
                    </a:cubicBezTo>
                    <a:cubicBezTo>
                      <a:pt x="483747" y="934878"/>
                      <a:pt x="484319" y="937831"/>
                      <a:pt x="484986" y="940784"/>
                    </a:cubicBezTo>
                    <a:lnTo>
                      <a:pt x="429645" y="1391030"/>
                    </a:lnTo>
                    <a:cubicBezTo>
                      <a:pt x="429645" y="1391030"/>
                      <a:pt x="366685" y="1364932"/>
                      <a:pt x="344682" y="1371218"/>
                    </a:cubicBezTo>
                    <a:cubicBezTo>
                      <a:pt x="322775" y="1377410"/>
                      <a:pt x="210665" y="1469707"/>
                      <a:pt x="210665" y="1469707"/>
                    </a:cubicBezTo>
                    <a:cubicBezTo>
                      <a:pt x="210665" y="1469707"/>
                      <a:pt x="179042" y="1482566"/>
                      <a:pt x="130846" y="1503045"/>
                    </a:cubicBezTo>
                    <a:cubicBezTo>
                      <a:pt x="98270" y="1407223"/>
                      <a:pt x="112177" y="1251775"/>
                      <a:pt x="112177" y="1251775"/>
                    </a:cubicBezTo>
                    <a:cubicBezTo>
                      <a:pt x="61885" y="1330356"/>
                      <a:pt x="53503" y="1532572"/>
                      <a:pt x="53503" y="1532572"/>
                    </a:cubicBezTo>
                    <a:lnTo>
                      <a:pt x="7402" y="1545145"/>
                    </a:lnTo>
                    <a:cubicBezTo>
                      <a:pt x="7402" y="1545145"/>
                      <a:pt x="-16696" y="1442465"/>
                      <a:pt x="22070" y="1281207"/>
                    </a:cubicBezTo>
                    <a:cubicBezTo>
                      <a:pt x="60837" y="1119949"/>
                      <a:pt x="221333" y="669035"/>
                      <a:pt x="226858" y="529208"/>
                    </a:cubicBezTo>
                    <a:cubicBezTo>
                      <a:pt x="232287" y="389381"/>
                      <a:pt x="390974" y="147351"/>
                      <a:pt x="463745" y="78200"/>
                    </a:cubicBezTo>
                    <a:cubicBezTo>
                      <a:pt x="496796" y="46862"/>
                      <a:pt x="565281" y="25907"/>
                      <a:pt x="630242" y="12287"/>
                    </a:cubicBezTo>
                    <a:cubicBezTo>
                      <a:pt x="758829" y="-14574"/>
                      <a:pt x="893989" y="2095"/>
                      <a:pt x="1008098" y="67341"/>
                    </a:cubicBezTo>
                    <a:cubicBezTo>
                      <a:pt x="1037626" y="84200"/>
                      <a:pt x="1066392" y="104489"/>
                      <a:pt x="1091823" y="129063"/>
                    </a:cubicBezTo>
                    <a:cubicBezTo>
                      <a:pt x="1210886" y="243268"/>
                      <a:pt x="1238127" y="461486"/>
                      <a:pt x="1243271" y="536638"/>
                    </a:cubicBezTo>
                    <a:cubicBezTo>
                      <a:pt x="1248510" y="611885"/>
                      <a:pt x="1221268" y="886205"/>
                      <a:pt x="1234889" y="1010888"/>
                    </a:cubicBezTo>
                    <a:cubicBezTo>
                      <a:pt x="1248414" y="1135570"/>
                      <a:pt x="1311279" y="1316736"/>
                      <a:pt x="1293563" y="1440275"/>
                    </a:cubicBezTo>
                    <a:lnTo>
                      <a:pt x="1228602" y="1440275"/>
                    </a:lnTo>
                    <a:cubicBezTo>
                      <a:pt x="1228602" y="1440275"/>
                      <a:pt x="1236984" y="1289494"/>
                      <a:pt x="1211838" y="1214056"/>
                    </a:cubicBezTo>
                    <a:cubicBezTo>
                      <a:pt x="1211838" y="1214056"/>
                      <a:pt x="1210790" y="1342929"/>
                      <a:pt x="1153069" y="1488090"/>
                    </a:cubicBezTo>
                    <a:lnTo>
                      <a:pt x="1010194" y="1457705"/>
                    </a:lnTo>
                    <a:lnTo>
                      <a:pt x="998859" y="139093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9" name="Google Shape;1774;p39">
                <a:extLst>
                  <a:ext uri="{FF2B5EF4-FFF2-40B4-BE49-F238E27FC236}">
                    <a16:creationId xmlns:a16="http://schemas.microsoft.com/office/drawing/2014/main" id="{786B7509-A71C-11FA-B8B1-798EBEF05DB1}"/>
                  </a:ext>
                </a:extLst>
              </p:cNvPr>
              <p:cNvSpPr/>
              <p:nvPr/>
            </p:nvSpPr>
            <p:spPr>
              <a:xfrm>
                <a:off x="8062257" y="2884836"/>
                <a:ext cx="264414" cy="104965"/>
              </a:xfrm>
              <a:custGeom>
                <a:avLst/>
                <a:gdLst/>
                <a:ahLst/>
                <a:cxnLst/>
                <a:rect l="l" t="t" r="r" b="b"/>
                <a:pathLst>
                  <a:path w="264414" h="104965" extrusionOk="0">
                    <a:moveTo>
                      <a:pt x="211931" y="30385"/>
                    </a:moveTo>
                    <a:lnTo>
                      <a:pt x="264414" y="41529"/>
                    </a:lnTo>
                    <a:cubicBezTo>
                      <a:pt x="259747" y="41529"/>
                      <a:pt x="236125" y="45911"/>
                      <a:pt x="203359" y="52959"/>
                    </a:cubicBezTo>
                    <a:cubicBezTo>
                      <a:pt x="145447" y="65437"/>
                      <a:pt x="59436" y="86011"/>
                      <a:pt x="762" y="104966"/>
                    </a:cubicBezTo>
                    <a:lnTo>
                      <a:pt x="0" y="102679"/>
                    </a:lnTo>
                    <a:cubicBezTo>
                      <a:pt x="59341" y="84582"/>
                      <a:pt x="80010" y="64294"/>
                      <a:pt x="80010" y="64294"/>
                    </a:cubicBezTo>
                    <a:lnTo>
                      <a:pt x="69056" y="0"/>
                    </a:lnTo>
                    <a:lnTo>
                      <a:pt x="211931" y="3038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0" name="Google Shape;1775;p39">
                <a:extLst>
                  <a:ext uri="{FF2B5EF4-FFF2-40B4-BE49-F238E27FC236}">
                    <a16:creationId xmlns:a16="http://schemas.microsoft.com/office/drawing/2014/main" id="{4CEDC6A7-85BD-5003-198F-C7570CEDCACD}"/>
                  </a:ext>
                </a:extLst>
              </p:cNvPr>
              <p:cNvSpPr/>
              <p:nvPr/>
            </p:nvSpPr>
            <p:spPr>
              <a:xfrm>
                <a:off x="7417572" y="1710975"/>
                <a:ext cx="877075" cy="977565"/>
              </a:xfrm>
              <a:custGeom>
                <a:avLst/>
                <a:gdLst/>
                <a:ahLst/>
                <a:cxnLst/>
                <a:rect l="l" t="t" r="r" b="b"/>
                <a:pathLst>
                  <a:path w="877075" h="977565" extrusionOk="0">
                    <a:moveTo>
                      <a:pt x="188438" y="656939"/>
                    </a:moveTo>
                    <a:cubicBezTo>
                      <a:pt x="187771" y="653986"/>
                      <a:pt x="187200" y="651034"/>
                      <a:pt x="186533" y="647986"/>
                    </a:cubicBezTo>
                    <a:cubicBezTo>
                      <a:pt x="146623" y="646367"/>
                      <a:pt x="107380" y="632270"/>
                      <a:pt x="76234" y="607790"/>
                    </a:cubicBezTo>
                    <a:cubicBezTo>
                      <a:pt x="37943" y="578168"/>
                      <a:pt x="11083" y="534067"/>
                      <a:pt x="2796" y="486537"/>
                    </a:cubicBezTo>
                    <a:cubicBezTo>
                      <a:pt x="-3014" y="453962"/>
                      <a:pt x="-62" y="419195"/>
                      <a:pt x="14416" y="389287"/>
                    </a:cubicBezTo>
                    <a:cubicBezTo>
                      <a:pt x="28894" y="359378"/>
                      <a:pt x="55374" y="334423"/>
                      <a:pt x="87187" y="325184"/>
                    </a:cubicBezTo>
                    <a:cubicBezTo>
                      <a:pt x="101284" y="321374"/>
                      <a:pt x="116429" y="320326"/>
                      <a:pt x="130907" y="322612"/>
                    </a:cubicBezTo>
                    <a:cubicBezTo>
                      <a:pt x="234063" y="311944"/>
                      <a:pt x="351316" y="94393"/>
                      <a:pt x="351316" y="94393"/>
                    </a:cubicBezTo>
                    <a:cubicBezTo>
                      <a:pt x="348934" y="125063"/>
                      <a:pt x="351316" y="202787"/>
                      <a:pt x="351316" y="202787"/>
                    </a:cubicBezTo>
                    <a:lnTo>
                      <a:pt x="483237" y="202787"/>
                    </a:lnTo>
                    <a:cubicBezTo>
                      <a:pt x="572772" y="186690"/>
                      <a:pt x="684214" y="64675"/>
                      <a:pt x="737650" y="0"/>
                    </a:cubicBezTo>
                    <a:cubicBezTo>
                      <a:pt x="737650" y="0"/>
                      <a:pt x="737650" y="0"/>
                      <a:pt x="737745" y="0"/>
                    </a:cubicBezTo>
                    <a:cubicBezTo>
                      <a:pt x="741269" y="2667"/>
                      <a:pt x="812802" y="58198"/>
                      <a:pt x="852902" y="213741"/>
                    </a:cubicBezTo>
                    <a:lnTo>
                      <a:pt x="852902" y="213836"/>
                    </a:lnTo>
                    <a:cubicBezTo>
                      <a:pt x="862713" y="310229"/>
                      <a:pt x="885192" y="550450"/>
                      <a:pt x="874048" y="633508"/>
                    </a:cubicBezTo>
                    <a:cubicBezTo>
                      <a:pt x="859951" y="738759"/>
                      <a:pt x="715361" y="922877"/>
                      <a:pt x="676690" y="955643"/>
                    </a:cubicBezTo>
                    <a:cubicBezTo>
                      <a:pt x="637828" y="988505"/>
                      <a:pt x="556675" y="978218"/>
                      <a:pt x="498096" y="964692"/>
                    </a:cubicBezTo>
                    <a:cubicBezTo>
                      <a:pt x="460472" y="956024"/>
                      <a:pt x="285688" y="896874"/>
                      <a:pt x="211012" y="725329"/>
                    </a:cubicBezTo>
                    <a:cubicBezTo>
                      <a:pt x="211012" y="725234"/>
                      <a:pt x="211012" y="725138"/>
                      <a:pt x="211012" y="725138"/>
                    </a:cubicBezTo>
                    <a:cubicBezTo>
                      <a:pt x="201773" y="704088"/>
                      <a:pt x="194248" y="681419"/>
                      <a:pt x="188438" y="656939"/>
                    </a:cubicBezTo>
                    <a:close/>
                  </a:path>
                </a:pathLst>
              </a:custGeom>
              <a:solidFill>
                <a:srgbClr val="7C7C7C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1" name="Google Shape;1776;p39">
                <a:extLst>
                  <a:ext uri="{FF2B5EF4-FFF2-40B4-BE49-F238E27FC236}">
                    <a16:creationId xmlns:a16="http://schemas.microsoft.com/office/drawing/2014/main" id="{81667271-3A45-9B08-BD09-33BFA1DC655A}"/>
                  </a:ext>
                </a:extLst>
              </p:cNvPr>
              <p:cNvSpPr/>
              <p:nvPr/>
            </p:nvSpPr>
            <p:spPr>
              <a:xfrm>
                <a:off x="7546955" y="2367915"/>
                <a:ext cx="595312" cy="646403"/>
              </a:xfrm>
              <a:custGeom>
                <a:avLst/>
                <a:gdLst/>
                <a:ahLst/>
                <a:cxnLst/>
                <a:rect l="l" t="t" r="r" b="b"/>
                <a:pathLst>
                  <a:path w="595312" h="646403" extrusionOk="0">
                    <a:moveTo>
                      <a:pt x="584359" y="516922"/>
                    </a:moveTo>
                    <a:lnTo>
                      <a:pt x="595313" y="581215"/>
                    </a:lnTo>
                    <a:cubicBezTo>
                      <a:pt x="595313" y="581215"/>
                      <a:pt x="574643" y="601599"/>
                      <a:pt x="515303" y="619601"/>
                    </a:cubicBezTo>
                    <a:cubicBezTo>
                      <a:pt x="474726" y="631888"/>
                      <a:pt x="416052" y="643223"/>
                      <a:pt x="333565" y="646176"/>
                    </a:cubicBezTo>
                    <a:cubicBezTo>
                      <a:pt x="130302" y="653510"/>
                      <a:pt x="0" y="480727"/>
                      <a:pt x="0" y="480727"/>
                    </a:cubicBezTo>
                    <a:lnTo>
                      <a:pt x="3715" y="450247"/>
                    </a:lnTo>
                    <a:lnTo>
                      <a:pt x="59055" y="0"/>
                    </a:lnTo>
                    <a:cubicBezTo>
                      <a:pt x="64865" y="24574"/>
                      <a:pt x="72390" y="47149"/>
                      <a:pt x="81629" y="68199"/>
                    </a:cubicBezTo>
                    <a:cubicBezTo>
                      <a:pt x="81629" y="68199"/>
                      <a:pt x="81629" y="68294"/>
                      <a:pt x="81629" y="68389"/>
                    </a:cubicBezTo>
                    <a:cubicBezTo>
                      <a:pt x="82201" y="78867"/>
                      <a:pt x="106204" y="443770"/>
                      <a:pt x="573024" y="450247"/>
                    </a:cubicBezTo>
                    <a:lnTo>
                      <a:pt x="584359" y="516922"/>
                    </a:lnTo>
                    <a:close/>
                  </a:path>
                </a:pathLst>
              </a:custGeom>
              <a:solidFill>
                <a:srgbClr val="7C7C7C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2" name="Google Shape;1777;p39">
                <a:extLst>
                  <a:ext uri="{FF2B5EF4-FFF2-40B4-BE49-F238E27FC236}">
                    <a16:creationId xmlns:a16="http://schemas.microsoft.com/office/drawing/2014/main" id="{C32E364B-B270-A1F6-1C6F-A106B67C20A8}"/>
                  </a:ext>
                </a:extLst>
              </p:cNvPr>
              <p:cNvSpPr/>
              <p:nvPr/>
            </p:nvSpPr>
            <p:spPr>
              <a:xfrm>
                <a:off x="7628584" y="2436209"/>
                <a:ext cx="491394" cy="381857"/>
              </a:xfrm>
              <a:custGeom>
                <a:avLst/>
                <a:gdLst/>
                <a:ahLst/>
                <a:cxnLst/>
                <a:rect l="l" t="t" r="r" b="b"/>
                <a:pathLst>
                  <a:path w="491394" h="381857" extrusionOk="0">
                    <a:moveTo>
                      <a:pt x="465773" y="230410"/>
                    </a:moveTo>
                    <a:lnTo>
                      <a:pt x="491395" y="381857"/>
                    </a:lnTo>
                    <a:cubicBezTo>
                      <a:pt x="24575" y="375380"/>
                      <a:pt x="572" y="10573"/>
                      <a:pt x="0" y="0"/>
                    </a:cubicBezTo>
                    <a:cubicBezTo>
                      <a:pt x="74676" y="171545"/>
                      <a:pt x="249460" y="230696"/>
                      <a:pt x="287084" y="239363"/>
                    </a:cubicBezTo>
                    <a:cubicBezTo>
                      <a:pt x="345662" y="253079"/>
                      <a:pt x="426815" y="263366"/>
                      <a:pt x="465773" y="23041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3" name="Google Shape;1778;p39">
                <a:extLst>
                  <a:ext uri="{FF2B5EF4-FFF2-40B4-BE49-F238E27FC236}">
                    <a16:creationId xmlns:a16="http://schemas.microsoft.com/office/drawing/2014/main" id="{0C9C6A82-8F2C-E906-A561-E959067A8DDD}"/>
                  </a:ext>
                </a:extLst>
              </p:cNvPr>
              <p:cNvSpPr/>
              <p:nvPr/>
            </p:nvSpPr>
            <p:spPr>
              <a:xfrm>
                <a:off x="6687447" y="2797277"/>
                <a:ext cx="1375476" cy="1228559"/>
              </a:xfrm>
              <a:custGeom>
                <a:avLst/>
                <a:gdLst/>
                <a:ahLst/>
                <a:cxnLst/>
                <a:rect l="l" t="t" r="r" b="b"/>
                <a:pathLst>
                  <a:path w="1375476" h="1228559" extrusionOk="0">
                    <a:moveTo>
                      <a:pt x="564328" y="132803"/>
                    </a:moveTo>
                    <a:cubicBezTo>
                      <a:pt x="612524" y="112325"/>
                      <a:pt x="644147" y="99466"/>
                      <a:pt x="644147" y="99466"/>
                    </a:cubicBezTo>
                    <a:cubicBezTo>
                      <a:pt x="644147" y="99466"/>
                      <a:pt x="756256" y="7264"/>
                      <a:pt x="778164" y="977"/>
                    </a:cubicBezTo>
                    <a:cubicBezTo>
                      <a:pt x="800167" y="-5309"/>
                      <a:pt x="863127" y="20789"/>
                      <a:pt x="863127" y="20789"/>
                    </a:cubicBezTo>
                    <a:lnTo>
                      <a:pt x="859412" y="51269"/>
                    </a:lnTo>
                    <a:cubicBezTo>
                      <a:pt x="859412" y="51269"/>
                      <a:pt x="989714" y="224053"/>
                      <a:pt x="1192978" y="216719"/>
                    </a:cubicBezTo>
                    <a:cubicBezTo>
                      <a:pt x="1275464" y="213766"/>
                      <a:pt x="1334138" y="202431"/>
                      <a:pt x="1374715" y="190144"/>
                    </a:cubicBezTo>
                    <a:lnTo>
                      <a:pt x="1375477" y="192430"/>
                    </a:lnTo>
                    <a:cubicBezTo>
                      <a:pt x="1348140" y="201288"/>
                      <a:pt x="1326804" y="209861"/>
                      <a:pt x="1316993" y="217004"/>
                    </a:cubicBezTo>
                    <a:cubicBezTo>
                      <a:pt x="1274607" y="248056"/>
                      <a:pt x="1007526" y="450272"/>
                      <a:pt x="1007526" y="450272"/>
                    </a:cubicBezTo>
                    <a:cubicBezTo>
                      <a:pt x="1007526" y="450272"/>
                      <a:pt x="962949" y="450272"/>
                      <a:pt x="918467" y="522471"/>
                    </a:cubicBezTo>
                    <a:cubicBezTo>
                      <a:pt x="918467" y="522471"/>
                      <a:pt x="277720" y="1034535"/>
                      <a:pt x="104365" y="1228178"/>
                    </a:cubicBezTo>
                    <a:cubicBezTo>
                      <a:pt x="90935" y="1228083"/>
                      <a:pt x="78362" y="1228083"/>
                      <a:pt x="66837" y="1228083"/>
                    </a:cubicBezTo>
                    <a:cubicBezTo>
                      <a:pt x="27022" y="1228083"/>
                      <a:pt x="924" y="1228559"/>
                      <a:pt x="924" y="1228559"/>
                    </a:cubicBezTo>
                    <a:cubicBezTo>
                      <a:pt x="-7553" y="1117593"/>
                      <a:pt x="43881" y="450367"/>
                      <a:pt x="91030" y="378072"/>
                    </a:cubicBezTo>
                    <a:cubicBezTo>
                      <a:pt x="120844" y="332162"/>
                      <a:pt x="335442" y="232340"/>
                      <a:pt x="488223" y="165474"/>
                    </a:cubicBezTo>
                    <a:cubicBezTo>
                      <a:pt x="516321" y="153377"/>
                      <a:pt x="542039" y="142328"/>
                      <a:pt x="564328" y="13280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876" name="Google Shape;1779;p39">
                <a:extLst>
                  <a:ext uri="{FF2B5EF4-FFF2-40B4-BE49-F238E27FC236}">
                    <a16:creationId xmlns:a16="http://schemas.microsoft.com/office/drawing/2014/main" id="{A49D9F89-2485-C66D-E878-F6A14DB18F5E}"/>
                  </a:ext>
                </a:extLst>
              </p:cNvPr>
              <p:cNvGrpSpPr/>
              <p:nvPr/>
            </p:nvGrpSpPr>
            <p:grpSpPr>
              <a:xfrm>
                <a:off x="7471461" y="1912418"/>
                <a:ext cx="769569" cy="437970"/>
                <a:chOff x="7471461" y="1912418"/>
                <a:chExt cx="769569" cy="437970"/>
              </a:xfrm>
            </p:grpSpPr>
            <p:sp>
              <p:nvSpPr>
                <p:cNvPr id="1909" name="Google Shape;1780;p39">
                  <a:extLst>
                    <a:ext uri="{FF2B5EF4-FFF2-40B4-BE49-F238E27FC236}">
                      <a16:creationId xmlns:a16="http://schemas.microsoft.com/office/drawing/2014/main" id="{7A39E671-E83A-3750-0702-E10048A1D9D8}"/>
                    </a:ext>
                  </a:extLst>
                </p:cNvPr>
                <p:cNvSpPr/>
                <p:nvPr/>
              </p:nvSpPr>
              <p:spPr>
                <a:xfrm>
                  <a:off x="8042157" y="2107691"/>
                  <a:ext cx="136041" cy="2229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041" h="222944" extrusionOk="0">
                      <a:moveTo>
                        <a:pt x="26006" y="0"/>
                      </a:moveTo>
                      <a:cubicBezTo>
                        <a:pt x="26006" y="0"/>
                        <a:pt x="-283" y="52959"/>
                        <a:pt x="2" y="118396"/>
                      </a:cubicBezTo>
                      <a:cubicBezTo>
                        <a:pt x="288" y="183737"/>
                        <a:pt x="43913" y="225838"/>
                        <a:pt x="68773" y="222790"/>
                      </a:cubicBezTo>
                      <a:cubicBezTo>
                        <a:pt x="93633" y="219742"/>
                        <a:pt x="139544" y="191834"/>
                        <a:pt x="135829" y="157925"/>
                      </a:cubicBezTo>
                      <a:cubicBezTo>
                        <a:pt x="135829" y="157925"/>
                        <a:pt x="126209" y="134874"/>
                        <a:pt x="107159" y="116300"/>
                      </a:cubicBezTo>
                      <a:cubicBezTo>
                        <a:pt x="88109" y="97727"/>
                        <a:pt x="26006" y="0"/>
                        <a:pt x="26006" y="0"/>
                      </a:cubicBezTo>
                      <a:close/>
                    </a:path>
                  </a:pathLst>
                </a:custGeom>
                <a:solidFill>
                  <a:srgbClr val="7C7C7C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10" name="Google Shape;1781;p39">
                  <a:extLst>
                    <a:ext uri="{FF2B5EF4-FFF2-40B4-BE49-F238E27FC236}">
                      <a16:creationId xmlns:a16="http://schemas.microsoft.com/office/drawing/2014/main" id="{4914617C-8151-FA78-0661-CE3333B3B224}"/>
                    </a:ext>
                  </a:extLst>
                </p:cNvPr>
                <p:cNvSpPr/>
                <p:nvPr/>
              </p:nvSpPr>
              <p:spPr>
                <a:xfrm>
                  <a:off x="8046774" y="2076965"/>
                  <a:ext cx="141311" cy="2734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311" h="273423" extrusionOk="0">
                      <a:moveTo>
                        <a:pt x="34438" y="273424"/>
                      </a:moveTo>
                      <a:cubicBezTo>
                        <a:pt x="30247" y="273424"/>
                        <a:pt x="26437" y="270661"/>
                        <a:pt x="25294" y="266375"/>
                      </a:cubicBezTo>
                      <a:cubicBezTo>
                        <a:pt x="23961" y="261327"/>
                        <a:pt x="26914" y="256088"/>
                        <a:pt x="32057" y="254659"/>
                      </a:cubicBezTo>
                      <a:cubicBezTo>
                        <a:pt x="64252" y="245992"/>
                        <a:pt x="93208" y="229894"/>
                        <a:pt x="115782" y="207987"/>
                      </a:cubicBezTo>
                      <a:cubicBezTo>
                        <a:pt x="124450" y="199700"/>
                        <a:pt x="124259" y="186746"/>
                        <a:pt x="115401" y="176650"/>
                      </a:cubicBezTo>
                      <a:cubicBezTo>
                        <a:pt x="71014" y="125977"/>
                        <a:pt x="32629" y="71303"/>
                        <a:pt x="1196" y="14153"/>
                      </a:cubicBezTo>
                      <a:cubicBezTo>
                        <a:pt x="-1376" y="9581"/>
                        <a:pt x="339" y="3771"/>
                        <a:pt x="5006" y="1199"/>
                      </a:cubicBezTo>
                      <a:cubicBezTo>
                        <a:pt x="9578" y="-1373"/>
                        <a:pt x="15388" y="342"/>
                        <a:pt x="17960" y="4914"/>
                      </a:cubicBezTo>
                      <a:cubicBezTo>
                        <a:pt x="48726" y="60921"/>
                        <a:pt x="86350" y="114451"/>
                        <a:pt x="129784" y="164077"/>
                      </a:cubicBezTo>
                      <a:cubicBezTo>
                        <a:pt x="145405" y="181888"/>
                        <a:pt x="145119" y="206177"/>
                        <a:pt x="129117" y="221608"/>
                      </a:cubicBezTo>
                      <a:cubicBezTo>
                        <a:pt x="104161" y="245706"/>
                        <a:pt x="72348" y="263422"/>
                        <a:pt x="37105" y="272947"/>
                      </a:cubicBezTo>
                      <a:cubicBezTo>
                        <a:pt x="36153" y="273328"/>
                        <a:pt x="35296" y="273424"/>
                        <a:pt x="34438" y="273424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11" name="Google Shape;1782;p39">
                  <a:extLst>
                    <a:ext uri="{FF2B5EF4-FFF2-40B4-BE49-F238E27FC236}">
                      <a16:creationId xmlns:a16="http://schemas.microsoft.com/office/drawing/2014/main" id="{2CFBACBD-F87E-9EBD-6DB9-B43B2976A1EC}"/>
                    </a:ext>
                  </a:extLst>
                </p:cNvPr>
                <p:cNvSpPr/>
                <p:nvPr/>
              </p:nvSpPr>
              <p:spPr>
                <a:xfrm>
                  <a:off x="7768881" y="1924725"/>
                  <a:ext cx="133712" cy="778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712" h="77870" extrusionOk="0">
                      <a:moveTo>
                        <a:pt x="106782" y="181"/>
                      </a:moveTo>
                      <a:cubicBezTo>
                        <a:pt x="73158" y="4658"/>
                        <a:pt x="41631" y="14850"/>
                        <a:pt x="11627" y="30757"/>
                      </a:cubicBezTo>
                      <a:cubicBezTo>
                        <a:pt x="6198" y="33614"/>
                        <a:pt x="1816" y="40949"/>
                        <a:pt x="578" y="46664"/>
                      </a:cubicBezTo>
                      <a:cubicBezTo>
                        <a:pt x="-851" y="52855"/>
                        <a:pt x="387" y="61046"/>
                        <a:pt x="4102" y="66380"/>
                      </a:cubicBezTo>
                      <a:cubicBezTo>
                        <a:pt x="7912" y="71714"/>
                        <a:pt x="13436" y="76286"/>
                        <a:pt x="20009" y="77429"/>
                      </a:cubicBezTo>
                      <a:cubicBezTo>
                        <a:pt x="27152" y="78668"/>
                        <a:pt x="33248" y="77239"/>
                        <a:pt x="39726" y="73905"/>
                      </a:cubicBezTo>
                      <a:cubicBezTo>
                        <a:pt x="41345" y="73048"/>
                        <a:pt x="42964" y="72286"/>
                        <a:pt x="44583" y="71429"/>
                      </a:cubicBezTo>
                      <a:cubicBezTo>
                        <a:pt x="62871" y="62856"/>
                        <a:pt x="82112" y="56665"/>
                        <a:pt x="101924" y="52760"/>
                      </a:cubicBezTo>
                      <a:cubicBezTo>
                        <a:pt x="104305" y="52379"/>
                        <a:pt x="106782" y="51998"/>
                        <a:pt x="109163" y="51617"/>
                      </a:cubicBezTo>
                      <a:cubicBezTo>
                        <a:pt x="116021" y="50664"/>
                        <a:pt x="122212" y="48473"/>
                        <a:pt x="126974" y="43139"/>
                      </a:cubicBezTo>
                      <a:cubicBezTo>
                        <a:pt x="131261" y="38472"/>
                        <a:pt x="134214" y="30947"/>
                        <a:pt x="133642" y="24566"/>
                      </a:cubicBezTo>
                      <a:cubicBezTo>
                        <a:pt x="132499" y="11707"/>
                        <a:pt x="121069" y="-1723"/>
                        <a:pt x="106782" y="18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12" name="Google Shape;1783;p39">
                  <a:extLst>
                    <a:ext uri="{FF2B5EF4-FFF2-40B4-BE49-F238E27FC236}">
                      <a16:creationId xmlns:a16="http://schemas.microsoft.com/office/drawing/2014/main" id="{4CDD3191-8023-1EC2-85A7-2020C705B2D8}"/>
                    </a:ext>
                  </a:extLst>
                </p:cNvPr>
                <p:cNvSpPr/>
                <p:nvPr/>
              </p:nvSpPr>
              <p:spPr>
                <a:xfrm>
                  <a:off x="8105120" y="1912418"/>
                  <a:ext cx="135910" cy="69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910" h="69400" extrusionOk="0">
                      <a:moveTo>
                        <a:pt x="24479" y="11"/>
                      </a:moveTo>
                      <a:cubicBezTo>
                        <a:pt x="58388" y="1154"/>
                        <a:pt x="90773" y="8203"/>
                        <a:pt x="122111" y="21062"/>
                      </a:cubicBezTo>
                      <a:cubicBezTo>
                        <a:pt x="127730" y="23348"/>
                        <a:pt x="132874" y="30206"/>
                        <a:pt x="134684" y="35825"/>
                      </a:cubicBezTo>
                      <a:cubicBezTo>
                        <a:pt x="136684" y="41921"/>
                        <a:pt x="136303" y="50113"/>
                        <a:pt x="133064" y="55733"/>
                      </a:cubicBezTo>
                      <a:cubicBezTo>
                        <a:pt x="129826" y="61352"/>
                        <a:pt x="124778" y="66496"/>
                        <a:pt x="118300" y="68306"/>
                      </a:cubicBezTo>
                      <a:cubicBezTo>
                        <a:pt x="111252" y="70306"/>
                        <a:pt x="105061" y="69449"/>
                        <a:pt x="98393" y="66686"/>
                      </a:cubicBezTo>
                      <a:cubicBezTo>
                        <a:pt x="96679" y="66020"/>
                        <a:pt x="94964" y="65353"/>
                        <a:pt x="93250" y="64686"/>
                      </a:cubicBezTo>
                      <a:cubicBezTo>
                        <a:pt x="74200" y="58019"/>
                        <a:pt x="54388" y="53637"/>
                        <a:pt x="34290" y="51827"/>
                      </a:cubicBezTo>
                      <a:cubicBezTo>
                        <a:pt x="31814" y="51637"/>
                        <a:pt x="29432" y="51542"/>
                        <a:pt x="26956" y="51446"/>
                      </a:cubicBezTo>
                      <a:cubicBezTo>
                        <a:pt x="20003" y="51161"/>
                        <a:pt x="13716" y="49637"/>
                        <a:pt x="8382" y="44779"/>
                      </a:cubicBezTo>
                      <a:cubicBezTo>
                        <a:pt x="3715" y="40493"/>
                        <a:pt x="0" y="33349"/>
                        <a:pt x="0" y="26967"/>
                      </a:cubicBezTo>
                      <a:cubicBezTo>
                        <a:pt x="0" y="14013"/>
                        <a:pt x="10096" y="-465"/>
                        <a:pt x="24479" y="1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13" name="Google Shape;1784;p39">
                  <a:extLst>
                    <a:ext uri="{FF2B5EF4-FFF2-40B4-BE49-F238E27FC236}">
                      <a16:creationId xmlns:a16="http://schemas.microsoft.com/office/drawing/2014/main" id="{3217B4BD-7020-9A69-27D2-DB908452EB26}"/>
                    </a:ext>
                  </a:extLst>
                </p:cNvPr>
                <p:cNvSpPr/>
                <p:nvPr/>
              </p:nvSpPr>
              <p:spPr>
                <a:xfrm>
                  <a:off x="7471461" y="2127162"/>
                  <a:ext cx="122743" cy="1882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743" h="188269" extrusionOk="0">
                      <a:moveTo>
                        <a:pt x="113308" y="188270"/>
                      </a:moveTo>
                      <a:cubicBezTo>
                        <a:pt x="108641" y="188270"/>
                        <a:pt x="104545" y="184841"/>
                        <a:pt x="103878" y="180078"/>
                      </a:cubicBezTo>
                      <a:cubicBezTo>
                        <a:pt x="94734" y="115594"/>
                        <a:pt x="57492" y="54729"/>
                        <a:pt x="4056" y="17296"/>
                      </a:cubicBezTo>
                      <a:cubicBezTo>
                        <a:pt x="-230" y="14248"/>
                        <a:pt x="-1278" y="8342"/>
                        <a:pt x="1675" y="4056"/>
                      </a:cubicBezTo>
                      <a:cubicBezTo>
                        <a:pt x="4723" y="-230"/>
                        <a:pt x="10629" y="-1278"/>
                        <a:pt x="14915" y="1675"/>
                      </a:cubicBezTo>
                      <a:cubicBezTo>
                        <a:pt x="72541" y="42061"/>
                        <a:pt x="112832" y="107688"/>
                        <a:pt x="122643" y="177411"/>
                      </a:cubicBezTo>
                      <a:cubicBezTo>
                        <a:pt x="123405" y="182650"/>
                        <a:pt x="119785" y="187413"/>
                        <a:pt x="114546" y="188175"/>
                      </a:cubicBezTo>
                      <a:cubicBezTo>
                        <a:pt x="114165" y="188270"/>
                        <a:pt x="113784" y="188270"/>
                        <a:pt x="113308" y="18827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877" name="Google Shape;1785;p39">
                <a:extLst>
                  <a:ext uri="{FF2B5EF4-FFF2-40B4-BE49-F238E27FC236}">
                    <a16:creationId xmlns:a16="http://schemas.microsoft.com/office/drawing/2014/main" id="{44C48A20-4B87-2EDD-2361-42D87FE2B6FD}"/>
                  </a:ext>
                </a:extLst>
              </p:cNvPr>
              <p:cNvSpPr/>
              <p:nvPr/>
            </p:nvSpPr>
            <p:spPr>
              <a:xfrm>
                <a:off x="8513301" y="2725901"/>
                <a:ext cx="771778" cy="1747895"/>
              </a:xfrm>
              <a:custGeom>
                <a:avLst/>
                <a:gdLst/>
                <a:ahLst/>
                <a:cxnLst/>
                <a:rect l="l" t="t" r="r" b="b"/>
                <a:pathLst>
                  <a:path w="771778" h="1747895" extrusionOk="0">
                    <a:moveTo>
                      <a:pt x="566512" y="1747896"/>
                    </a:moveTo>
                    <a:cubicBezTo>
                      <a:pt x="481073" y="1747896"/>
                      <a:pt x="328292" y="1661408"/>
                      <a:pt x="302670" y="1557777"/>
                    </a:cubicBezTo>
                    <a:cubicBezTo>
                      <a:pt x="292764" y="1517486"/>
                      <a:pt x="275143" y="1372420"/>
                      <a:pt x="250568" y="1126580"/>
                    </a:cubicBezTo>
                    <a:cubicBezTo>
                      <a:pt x="229518" y="916935"/>
                      <a:pt x="210277" y="703956"/>
                      <a:pt x="208372" y="682429"/>
                    </a:cubicBezTo>
                    <a:cubicBezTo>
                      <a:pt x="198371" y="661760"/>
                      <a:pt x="190751" y="637852"/>
                      <a:pt x="185608" y="611087"/>
                    </a:cubicBezTo>
                    <a:cubicBezTo>
                      <a:pt x="184465" y="605372"/>
                      <a:pt x="183512" y="599657"/>
                      <a:pt x="182750" y="593942"/>
                    </a:cubicBezTo>
                    <a:cubicBezTo>
                      <a:pt x="175511" y="544602"/>
                      <a:pt x="178369" y="502026"/>
                      <a:pt x="179416" y="489643"/>
                    </a:cubicBezTo>
                    <a:lnTo>
                      <a:pt x="126362" y="411348"/>
                    </a:lnTo>
                    <a:cubicBezTo>
                      <a:pt x="114361" y="403728"/>
                      <a:pt x="45495" y="359055"/>
                      <a:pt x="14729" y="324861"/>
                    </a:cubicBezTo>
                    <a:cubicBezTo>
                      <a:pt x="-2416" y="305715"/>
                      <a:pt x="-4702" y="279998"/>
                      <a:pt x="8443" y="252471"/>
                    </a:cubicBezTo>
                    <a:cubicBezTo>
                      <a:pt x="13300" y="242374"/>
                      <a:pt x="22540" y="235611"/>
                      <a:pt x="33398" y="233897"/>
                    </a:cubicBezTo>
                    <a:cubicBezTo>
                      <a:pt x="22730" y="211989"/>
                      <a:pt x="19111" y="192177"/>
                      <a:pt x="22730" y="174937"/>
                    </a:cubicBezTo>
                    <a:cubicBezTo>
                      <a:pt x="24730" y="165317"/>
                      <a:pt x="30922" y="157125"/>
                      <a:pt x="39875" y="152458"/>
                    </a:cubicBezTo>
                    <a:cubicBezTo>
                      <a:pt x="45114" y="149791"/>
                      <a:pt x="50924" y="148458"/>
                      <a:pt x="56449" y="148553"/>
                    </a:cubicBezTo>
                    <a:cubicBezTo>
                      <a:pt x="42733" y="120835"/>
                      <a:pt x="45019" y="98356"/>
                      <a:pt x="50353" y="83211"/>
                    </a:cubicBezTo>
                    <a:cubicBezTo>
                      <a:pt x="53305" y="74734"/>
                      <a:pt x="59497" y="67971"/>
                      <a:pt x="67688" y="64161"/>
                    </a:cubicBezTo>
                    <a:cubicBezTo>
                      <a:pt x="75975" y="60256"/>
                      <a:pt x="85690" y="59970"/>
                      <a:pt x="94263" y="63114"/>
                    </a:cubicBezTo>
                    <a:lnTo>
                      <a:pt x="108360" y="68352"/>
                    </a:lnTo>
                    <a:cubicBezTo>
                      <a:pt x="104645" y="50731"/>
                      <a:pt x="107503" y="31300"/>
                      <a:pt x="114456" y="18632"/>
                    </a:cubicBezTo>
                    <a:cubicBezTo>
                      <a:pt x="121314" y="6059"/>
                      <a:pt x="132077" y="-704"/>
                      <a:pt x="143888" y="58"/>
                    </a:cubicBezTo>
                    <a:cubicBezTo>
                      <a:pt x="167701" y="1487"/>
                      <a:pt x="393729" y="103690"/>
                      <a:pt x="490598" y="147981"/>
                    </a:cubicBezTo>
                    <a:cubicBezTo>
                      <a:pt x="490884" y="148077"/>
                      <a:pt x="491170" y="148172"/>
                      <a:pt x="491455" y="148362"/>
                    </a:cubicBezTo>
                    <a:cubicBezTo>
                      <a:pt x="492789" y="148934"/>
                      <a:pt x="493932" y="149505"/>
                      <a:pt x="495075" y="150077"/>
                    </a:cubicBezTo>
                    <a:lnTo>
                      <a:pt x="521840" y="24918"/>
                    </a:lnTo>
                    <a:cubicBezTo>
                      <a:pt x="522792" y="20346"/>
                      <a:pt x="527365" y="17203"/>
                      <a:pt x="531651" y="17394"/>
                    </a:cubicBezTo>
                    <a:cubicBezTo>
                      <a:pt x="536318" y="17584"/>
                      <a:pt x="540128" y="21204"/>
                      <a:pt x="540604" y="25871"/>
                    </a:cubicBezTo>
                    <a:lnTo>
                      <a:pt x="543748" y="54160"/>
                    </a:lnTo>
                    <a:cubicBezTo>
                      <a:pt x="550320" y="112644"/>
                      <a:pt x="565750" y="249613"/>
                      <a:pt x="568513" y="276759"/>
                    </a:cubicBezTo>
                    <a:cubicBezTo>
                      <a:pt x="572132" y="311621"/>
                      <a:pt x="504124" y="534982"/>
                      <a:pt x="492503" y="572892"/>
                    </a:cubicBezTo>
                    <a:cubicBezTo>
                      <a:pt x="513934" y="634423"/>
                      <a:pt x="772729" y="1380897"/>
                      <a:pt x="771776" y="1469766"/>
                    </a:cubicBezTo>
                    <a:cubicBezTo>
                      <a:pt x="770633" y="1559205"/>
                      <a:pt x="671097" y="1736656"/>
                      <a:pt x="578990" y="1747229"/>
                    </a:cubicBezTo>
                    <a:cubicBezTo>
                      <a:pt x="575085" y="1747705"/>
                      <a:pt x="570894" y="1747896"/>
                      <a:pt x="566512" y="1747896"/>
                    </a:cubicBezTo>
                    <a:close/>
                    <a:moveTo>
                      <a:pt x="38827" y="252471"/>
                    </a:moveTo>
                    <a:cubicBezTo>
                      <a:pt x="33112" y="252471"/>
                      <a:pt x="28064" y="255614"/>
                      <a:pt x="25588" y="260662"/>
                    </a:cubicBezTo>
                    <a:cubicBezTo>
                      <a:pt x="15682" y="281331"/>
                      <a:pt x="16825" y="298667"/>
                      <a:pt x="28826" y="312097"/>
                    </a:cubicBezTo>
                    <a:cubicBezTo>
                      <a:pt x="60068" y="346863"/>
                      <a:pt x="137411" y="395822"/>
                      <a:pt x="138173" y="396298"/>
                    </a:cubicBezTo>
                    <a:cubicBezTo>
                      <a:pt x="139316" y="396965"/>
                      <a:pt x="140269" y="397917"/>
                      <a:pt x="140935" y="398965"/>
                    </a:cubicBezTo>
                    <a:lnTo>
                      <a:pt x="197038" y="481737"/>
                    </a:lnTo>
                    <a:cubicBezTo>
                      <a:pt x="198276" y="483642"/>
                      <a:pt x="198847" y="485833"/>
                      <a:pt x="198657" y="488119"/>
                    </a:cubicBezTo>
                    <a:cubicBezTo>
                      <a:pt x="198562" y="488595"/>
                      <a:pt x="193513" y="536125"/>
                      <a:pt x="201514" y="591180"/>
                    </a:cubicBezTo>
                    <a:cubicBezTo>
                      <a:pt x="202276" y="596609"/>
                      <a:pt x="203134" y="601943"/>
                      <a:pt x="204277" y="607467"/>
                    </a:cubicBezTo>
                    <a:cubicBezTo>
                      <a:pt x="209230" y="633280"/>
                      <a:pt x="216564" y="656235"/>
                      <a:pt x="226184" y="675666"/>
                    </a:cubicBezTo>
                    <a:cubicBezTo>
                      <a:pt x="226660" y="676714"/>
                      <a:pt x="227041" y="677857"/>
                      <a:pt x="227137" y="679000"/>
                    </a:cubicBezTo>
                    <a:cubicBezTo>
                      <a:pt x="227327" y="681191"/>
                      <a:pt x="247425" y="904838"/>
                      <a:pt x="269523" y="1124675"/>
                    </a:cubicBezTo>
                    <a:cubicBezTo>
                      <a:pt x="293716" y="1366229"/>
                      <a:pt x="311528" y="1514343"/>
                      <a:pt x="321148" y="1553205"/>
                    </a:cubicBezTo>
                    <a:cubicBezTo>
                      <a:pt x="345532" y="1651883"/>
                      <a:pt x="502885" y="1736751"/>
                      <a:pt x="576895" y="1728274"/>
                    </a:cubicBezTo>
                    <a:cubicBezTo>
                      <a:pt x="651571" y="1719702"/>
                      <a:pt x="751678" y="1558158"/>
                      <a:pt x="752821" y="1469480"/>
                    </a:cubicBezTo>
                    <a:cubicBezTo>
                      <a:pt x="753774" y="1382040"/>
                      <a:pt x="476406" y="584226"/>
                      <a:pt x="473548" y="576130"/>
                    </a:cubicBezTo>
                    <a:cubicBezTo>
                      <a:pt x="472882" y="574225"/>
                      <a:pt x="472882" y="572130"/>
                      <a:pt x="473453" y="570225"/>
                    </a:cubicBezTo>
                    <a:cubicBezTo>
                      <a:pt x="505457" y="466307"/>
                      <a:pt x="552130" y="302953"/>
                      <a:pt x="549653" y="278664"/>
                    </a:cubicBezTo>
                    <a:cubicBezTo>
                      <a:pt x="547272" y="255519"/>
                      <a:pt x="535747" y="152077"/>
                      <a:pt x="528317" y="86069"/>
                    </a:cubicBezTo>
                    <a:lnTo>
                      <a:pt x="511267" y="165603"/>
                    </a:lnTo>
                    <a:cubicBezTo>
                      <a:pt x="510696" y="168460"/>
                      <a:pt x="508791" y="170841"/>
                      <a:pt x="506219" y="172080"/>
                    </a:cubicBezTo>
                    <a:cubicBezTo>
                      <a:pt x="503647" y="173413"/>
                      <a:pt x="500599" y="173413"/>
                      <a:pt x="498028" y="172270"/>
                    </a:cubicBezTo>
                    <a:cubicBezTo>
                      <a:pt x="498028" y="172270"/>
                      <a:pt x="493074" y="169984"/>
                      <a:pt x="484216" y="165888"/>
                    </a:cubicBezTo>
                    <a:cubicBezTo>
                      <a:pt x="483931" y="165793"/>
                      <a:pt x="483645" y="165698"/>
                      <a:pt x="483454" y="165603"/>
                    </a:cubicBezTo>
                    <a:cubicBezTo>
                      <a:pt x="326101" y="93689"/>
                      <a:pt x="159700" y="20537"/>
                      <a:pt x="142745" y="19013"/>
                    </a:cubicBezTo>
                    <a:cubicBezTo>
                      <a:pt x="137316" y="18822"/>
                      <a:pt x="133411" y="23585"/>
                      <a:pt x="131220" y="27681"/>
                    </a:cubicBezTo>
                    <a:cubicBezTo>
                      <a:pt x="123981" y="40920"/>
                      <a:pt x="123124" y="65400"/>
                      <a:pt x="133315" y="79211"/>
                    </a:cubicBezTo>
                    <a:cubicBezTo>
                      <a:pt x="135792" y="82640"/>
                      <a:pt x="135792" y="87212"/>
                      <a:pt x="133220" y="90546"/>
                    </a:cubicBezTo>
                    <a:cubicBezTo>
                      <a:pt x="130648" y="93879"/>
                      <a:pt x="126267" y="95213"/>
                      <a:pt x="122266" y="93689"/>
                    </a:cubicBezTo>
                    <a:lnTo>
                      <a:pt x="87595" y="80830"/>
                    </a:lnTo>
                    <a:cubicBezTo>
                      <a:pt x="83785" y="79401"/>
                      <a:pt x="79404" y="79592"/>
                      <a:pt x="75784" y="81211"/>
                    </a:cubicBezTo>
                    <a:cubicBezTo>
                      <a:pt x="72260" y="82830"/>
                      <a:pt x="69688" y="85688"/>
                      <a:pt x="68355" y="89307"/>
                    </a:cubicBezTo>
                    <a:cubicBezTo>
                      <a:pt x="60925" y="110453"/>
                      <a:pt x="67117" y="134742"/>
                      <a:pt x="86071" y="159697"/>
                    </a:cubicBezTo>
                    <a:cubicBezTo>
                      <a:pt x="88738" y="163126"/>
                      <a:pt x="88643" y="167984"/>
                      <a:pt x="85976" y="171318"/>
                    </a:cubicBezTo>
                    <a:cubicBezTo>
                      <a:pt x="83309" y="174747"/>
                      <a:pt x="78642" y="175890"/>
                      <a:pt x="74641" y="174175"/>
                    </a:cubicBezTo>
                    <a:lnTo>
                      <a:pt x="61973" y="168651"/>
                    </a:lnTo>
                    <a:cubicBezTo>
                      <a:pt x="57687" y="166746"/>
                      <a:pt x="52829" y="166936"/>
                      <a:pt x="48733" y="169127"/>
                    </a:cubicBezTo>
                    <a:cubicBezTo>
                      <a:pt x="46543" y="170270"/>
                      <a:pt x="42637" y="173032"/>
                      <a:pt x="41494" y="178557"/>
                    </a:cubicBezTo>
                    <a:cubicBezTo>
                      <a:pt x="37970" y="195130"/>
                      <a:pt x="44161" y="216752"/>
                      <a:pt x="59306" y="241041"/>
                    </a:cubicBezTo>
                    <a:cubicBezTo>
                      <a:pt x="61592" y="244755"/>
                      <a:pt x="61116" y="249518"/>
                      <a:pt x="58163" y="252661"/>
                    </a:cubicBezTo>
                    <a:cubicBezTo>
                      <a:pt x="55210" y="255804"/>
                      <a:pt x="50448" y="256566"/>
                      <a:pt x="46638" y="254376"/>
                    </a:cubicBezTo>
                    <a:cubicBezTo>
                      <a:pt x="44066" y="253233"/>
                      <a:pt x="41399" y="252471"/>
                      <a:pt x="38827" y="25247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8" name="Google Shape;1786;p39">
                <a:extLst>
                  <a:ext uri="{FF2B5EF4-FFF2-40B4-BE49-F238E27FC236}">
                    <a16:creationId xmlns:a16="http://schemas.microsoft.com/office/drawing/2014/main" id="{25CC4EFB-F435-6DBC-A6C3-2B01CA3604B1}"/>
                  </a:ext>
                </a:extLst>
              </p:cNvPr>
              <p:cNvSpPr/>
              <p:nvPr/>
            </p:nvSpPr>
            <p:spPr>
              <a:xfrm>
                <a:off x="6948688" y="4642533"/>
                <a:ext cx="376190" cy="1159048"/>
              </a:xfrm>
              <a:custGeom>
                <a:avLst/>
                <a:gdLst/>
                <a:ahLst/>
                <a:cxnLst/>
                <a:rect l="l" t="t" r="r" b="b"/>
                <a:pathLst>
                  <a:path w="376190" h="1159048" extrusionOk="0">
                    <a:moveTo>
                      <a:pt x="9527" y="1159048"/>
                    </a:moveTo>
                    <a:cubicBezTo>
                      <a:pt x="9431" y="1159048"/>
                      <a:pt x="9431" y="1159048"/>
                      <a:pt x="9336" y="1159048"/>
                    </a:cubicBezTo>
                    <a:cubicBezTo>
                      <a:pt x="4097" y="1158953"/>
                      <a:pt x="-94" y="1154572"/>
                      <a:pt x="2" y="1149333"/>
                    </a:cubicBezTo>
                    <a:cubicBezTo>
                      <a:pt x="97" y="1141903"/>
                      <a:pt x="17432" y="397715"/>
                      <a:pt x="359475" y="3285"/>
                    </a:cubicBezTo>
                    <a:cubicBezTo>
                      <a:pt x="362904" y="-716"/>
                      <a:pt x="368905" y="-1097"/>
                      <a:pt x="372905" y="2332"/>
                    </a:cubicBezTo>
                    <a:cubicBezTo>
                      <a:pt x="376906" y="5761"/>
                      <a:pt x="377287" y="11762"/>
                      <a:pt x="373858" y="15762"/>
                    </a:cubicBezTo>
                    <a:cubicBezTo>
                      <a:pt x="36292" y="404954"/>
                      <a:pt x="19147" y="1142284"/>
                      <a:pt x="18956" y="1149619"/>
                    </a:cubicBezTo>
                    <a:cubicBezTo>
                      <a:pt x="18956" y="1154857"/>
                      <a:pt x="14765" y="1159048"/>
                      <a:pt x="9527" y="115904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9" name="Google Shape;1787;p39">
                <a:extLst>
                  <a:ext uri="{FF2B5EF4-FFF2-40B4-BE49-F238E27FC236}">
                    <a16:creationId xmlns:a16="http://schemas.microsoft.com/office/drawing/2014/main" id="{AA798513-B4C1-D1FD-5F29-C7440D37F689}"/>
                  </a:ext>
                </a:extLst>
              </p:cNvPr>
              <p:cNvSpPr/>
              <p:nvPr/>
            </p:nvSpPr>
            <p:spPr>
              <a:xfrm>
                <a:off x="8568501" y="4527032"/>
                <a:ext cx="279855" cy="1274740"/>
              </a:xfrm>
              <a:custGeom>
                <a:avLst/>
                <a:gdLst/>
                <a:ahLst/>
                <a:cxnLst/>
                <a:rect l="l" t="t" r="r" b="b"/>
                <a:pathLst>
                  <a:path w="279855" h="1274740" extrusionOk="0">
                    <a:moveTo>
                      <a:pt x="270329" y="1274550"/>
                    </a:moveTo>
                    <a:cubicBezTo>
                      <a:pt x="265186" y="1274550"/>
                      <a:pt x="260995" y="1270454"/>
                      <a:pt x="260804" y="1265311"/>
                    </a:cubicBezTo>
                    <a:cubicBezTo>
                      <a:pt x="242040" y="551603"/>
                      <a:pt x="3344" y="18679"/>
                      <a:pt x="867" y="13440"/>
                    </a:cubicBezTo>
                    <a:cubicBezTo>
                      <a:pt x="-1324" y="8678"/>
                      <a:pt x="772" y="2963"/>
                      <a:pt x="5630" y="867"/>
                    </a:cubicBezTo>
                    <a:cubicBezTo>
                      <a:pt x="10392" y="-1323"/>
                      <a:pt x="16107" y="772"/>
                      <a:pt x="18203" y="5630"/>
                    </a:cubicBezTo>
                    <a:cubicBezTo>
                      <a:pt x="20584" y="10964"/>
                      <a:pt x="260900" y="547316"/>
                      <a:pt x="279854" y="1264930"/>
                    </a:cubicBezTo>
                    <a:cubicBezTo>
                      <a:pt x="279950" y="1270169"/>
                      <a:pt x="275854" y="1274550"/>
                      <a:pt x="270615" y="1274741"/>
                    </a:cubicBezTo>
                    <a:cubicBezTo>
                      <a:pt x="270520" y="1274550"/>
                      <a:pt x="270425" y="1274550"/>
                      <a:pt x="270329" y="127455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0" name="Google Shape;1788;p39">
                <a:extLst>
                  <a:ext uri="{FF2B5EF4-FFF2-40B4-BE49-F238E27FC236}">
                    <a16:creationId xmlns:a16="http://schemas.microsoft.com/office/drawing/2014/main" id="{254CFFBC-B0D7-F8D3-CF2C-A39BFA90F0BA}"/>
                  </a:ext>
                </a:extLst>
              </p:cNvPr>
              <p:cNvSpPr/>
              <p:nvPr/>
            </p:nvSpPr>
            <p:spPr>
              <a:xfrm>
                <a:off x="6729771" y="2916936"/>
                <a:ext cx="1744132" cy="1517427"/>
              </a:xfrm>
              <a:custGeom>
                <a:avLst/>
                <a:gdLst/>
                <a:ahLst/>
                <a:cxnLst/>
                <a:rect l="l" t="t" r="r" b="b"/>
                <a:pathLst>
                  <a:path w="1744132" h="1517427" extrusionOk="0">
                    <a:moveTo>
                      <a:pt x="185035" y="1517428"/>
                    </a:moveTo>
                    <a:cubicBezTo>
                      <a:pt x="175796" y="1517428"/>
                      <a:pt x="167414" y="1516285"/>
                      <a:pt x="160080" y="1513999"/>
                    </a:cubicBezTo>
                    <a:cubicBezTo>
                      <a:pt x="63782" y="1483424"/>
                      <a:pt x="-6894" y="1262443"/>
                      <a:pt x="536" y="1171003"/>
                    </a:cubicBezTo>
                    <a:cubicBezTo>
                      <a:pt x="1298" y="1162241"/>
                      <a:pt x="6822" y="1145667"/>
                      <a:pt x="45684" y="1102233"/>
                    </a:cubicBezTo>
                    <a:cubicBezTo>
                      <a:pt x="213801" y="914400"/>
                      <a:pt x="827306" y="422434"/>
                      <a:pt x="859596" y="396526"/>
                    </a:cubicBezTo>
                    <a:cubicBezTo>
                      <a:pt x="899410" y="332708"/>
                      <a:pt x="940177" y="322993"/>
                      <a:pt x="952369" y="321469"/>
                    </a:cubicBezTo>
                    <a:cubicBezTo>
                      <a:pt x="978087" y="302038"/>
                      <a:pt x="1219831" y="118967"/>
                      <a:pt x="1259741" y="89725"/>
                    </a:cubicBezTo>
                    <a:cubicBezTo>
                      <a:pt x="1269742" y="82391"/>
                      <a:pt x="1290316" y="73628"/>
                      <a:pt x="1320891" y="63817"/>
                    </a:cubicBezTo>
                    <a:cubicBezTo>
                      <a:pt x="1378708" y="45148"/>
                      <a:pt x="1463862" y="24575"/>
                      <a:pt x="1524345" y="11621"/>
                    </a:cubicBezTo>
                    <a:cubicBezTo>
                      <a:pt x="1524345" y="11621"/>
                      <a:pt x="1524345" y="11621"/>
                      <a:pt x="1524345" y="11621"/>
                    </a:cubicBezTo>
                    <a:cubicBezTo>
                      <a:pt x="1544634" y="7239"/>
                      <a:pt x="1579876" y="0"/>
                      <a:pt x="1587401" y="0"/>
                    </a:cubicBezTo>
                    <a:cubicBezTo>
                      <a:pt x="1603879" y="0"/>
                      <a:pt x="1727037" y="3715"/>
                      <a:pt x="1732276" y="3810"/>
                    </a:cubicBezTo>
                    <a:cubicBezTo>
                      <a:pt x="1732848" y="3810"/>
                      <a:pt x="1733419" y="3905"/>
                      <a:pt x="1733895" y="4000"/>
                    </a:cubicBezTo>
                    <a:lnTo>
                      <a:pt x="1736562" y="4572"/>
                    </a:lnTo>
                    <a:cubicBezTo>
                      <a:pt x="1739039" y="5048"/>
                      <a:pt x="1741230" y="6572"/>
                      <a:pt x="1742563" y="8668"/>
                    </a:cubicBezTo>
                    <a:cubicBezTo>
                      <a:pt x="1743992" y="10763"/>
                      <a:pt x="1744468" y="13430"/>
                      <a:pt x="1743897" y="15907"/>
                    </a:cubicBezTo>
                    <a:lnTo>
                      <a:pt x="1719132" y="131635"/>
                    </a:lnTo>
                    <a:cubicBezTo>
                      <a:pt x="1718179" y="136017"/>
                      <a:pt x="1714274" y="139160"/>
                      <a:pt x="1709797" y="139160"/>
                    </a:cubicBezTo>
                    <a:lnTo>
                      <a:pt x="1693890" y="139160"/>
                    </a:lnTo>
                    <a:cubicBezTo>
                      <a:pt x="1696176" y="148304"/>
                      <a:pt x="1699415" y="161925"/>
                      <a:pt x="1702653" y="178022"/>
                    </a:cubicBezTo>
                    <a:cubicBezTo>
                      <a:pt x="1703320" y="180975"/>
                      <a:pt x="1704273" y="185166"/>
                      <a:pt x="1705606" y="190119"/>
                    </a:cubicBezTo>
                    <a:cubicBezTo>
                      <a:pt x="1705797" y="190881"/>
                      <a:pt x="1705892" y="191738"/>
                      <a:pt x="1705892" y="192500"/>
                    </a:cubicBezTo>
                    <a:cubicBezTo>
                      <a:pt x="1705892" y="193167"/>
                      <a:pt x="1705797" y="193929"/>
                      <a:pt x="1705701" y="194596"/>
                    </a:cubicBezTo>
                    <a:lnTo>
                      <a:pt x="1673412" y="345757"/>
                    </a:lnTo>
                    <a:cubicBezTo>
                      <a:pt x="1672840" y="348329"/>
                      <a:pt x="1671221" y="350615"/>
                      <a:pt x="1669030" y="351949"/>
                    </a:cubicBezTo>
                    <a:cubicBezTo>
                      <a:pt x="1666744" y="353282"/>
                      <a:pt x="1664077" y="353663"/>
                      <a:pt x="1661505" y="352901"/>
                    </a:cubicBezTo>
                    <a:cubicBezTo>
                      <a:pt x="1636359" y="345662"/>
                      <a:pt x="1620262" y="321469"/>
                      <a:pt x="1611404" y="302990"/>
                    </a:cubicBezTo>
                    <a:lnTo>
                      <a:pt x="1604546" y="318992"/>
                    </a:lnTo>
                    <a:lnTo>
                      <a:pt x="1632073" y="437674"/>
                    </a:lnTo>
                    <a:cubicBezTo>
                      <a:pt x="1632549" y="439960"/>
                      <a:pt x="1632264" y="442246"/>
                      <a:pt x="1631216" y="444341"/>
                    </a:cubicBezTo>
                    <a:cubicBezTo>
                      <a:pt x="1630073" y="446437"/>
                      <a:pt x="1619214" y="465201"/>
                      <a:pt x="1583781" y="474917"/>
                    </a:cubicBezTo>
                    <a:cubicBezTo>
                      <a:pt x="1565589" y="479965"/>
                      <a:pt x="1549682" y="477869"/>
                      <a:pt x="1538061" y="474535"/>
                    </a:cubicBezTo>
                    <a:cubicBezTo>
                      <a:pt x="1538252" y="476917"/>
                      <a:pt x="1537490" y="479298"/>
                      <a:pt x="1535966" y="481203"/>
                    </a:cubicBezTo>
                    <a:cubicBezTo>
                      <a:pt x="1535299" y="482060"/>
                      <a:pt x="1518249" y="502730"/>
                      <a:pt x="1478340" y="499681"/>
                    </a:cubicBezTo>
                    <a:cubicBezTo>
                      <a:pt x="1448526" y="497396"/>
                      <a:pt x="1421761" y="473297"/>
                      <a:pt x="1410236" y="461296"/>
                    </a:cubicBezTo>
                    <a:cubicBezTo>
                      <a:pt x="1396710" y="470440"/>
                      <a:pt x="1364611" y="488918"/>
                      <a:pt x="1312224" y="500253"/>
                    </a:cubicBezTo>
                    <a:cubicBezTo>
                      <a:pt x="1251073" y="513493"/>
                      <a:pt x="1150965" y="529780"/>
                      <a:pt x="1130010" y="533209"/>
                    </a:cubicBezTo>
                    <a:cubicBezTo>
                      <a:pt x="1093720" y="583216"/>
                      <a:pt x="647760" y="1197007"/>
                      <a:pt x="591943" y="1277779"/>
                    </a:cubicBezTo>
                    <a:cubicBezTo>
                      <a:pt x="573274" y="1304735"/>
                      <a:pt x="532793" y="1341787"/>
                      <a:pt x="480786" y="1379506"/>
                    </a:cubicBezTo>
                    <a:cubicBezTo>
                      <a:pt x="480501" y="1379792"/>
                      <a:pt x="480120" y="1380077"/>
                      <a:pt x="479834" y="1380363"/>
                    </a:cubicBezTo>
                    <a:cubicBezTo>
                      <a:pt x="383441" y="1450181"/>
                      <a:pt x="257425" y="1517428"/>
                      <a:pt x="185035" y="1517428"/>
                    </a:cubicBezTo>
                    <a:close/>
                    <a:moveTo>
                      <a:pt x="1528346" y="30194"/>
                    </a:moveTo>
                    <a:lnTo>
                      <a:pt x="1528346" y="30194"/>
                    </a:lnTo>
                    <a:cubicBezTo>
                      <a:pt x="1468338" y="43053"/>
                      <a:pt x="1383852" y="63436"/>
                      <a:pt x="1326702" y="81915"/>
                    </a:cubicBezTo>
                    <a:cubicBezTo>
                      <a:pt x="1289173" y="94012"/>
                      <a:pt x="1275648" y="101632"/>
                      <a:pt x="1270980" y="105061"/>
                    </a:cubicBezTo>
                    <a:cubicBezTo>
                      <a:pt x="1229166" y="135731"/>
                      <a:pt x="964275" y="336232"/>
                      <a:pt x="961608" y="338233"/>
                    </a:cubicBezTo>
                    <a:cubicBezTo>
                      <a:pt x="959989" y="339471"/>
                      <a:pt x="957894" y="340138"/>
                      <a:pt x="955893" y="340138"/>
                    </a:cubicBezTo>
                    <a:cubicBezTo>
                      <a:pt x="955608" y="340138"/>
                      <a:pt x="915603" y="341852"/>
                      <a:pt x="874931" y="407860"/>
                    </a:cubicBezTo>
                    <a:cubicBezTo>
                      <a:pt x="874359" y="408813"/>
                      <a:pt x="873597" y="409575"/>
                      <a:pt x="872740" y="410337"/>
                    </a:cubicBezTo>
                    <a:cubicBezTo>
                      <a:pt x="866358" y="415480"/>
                      <a:pt x="230565" y="924116"/>
                      <a:pt x="59781" y="1114901"/>
                    </a:cubicBezTo>
                    <a:cubicBezTo>
                      <a:pt x="24444" y="1154335"/>
                      <a:pt x="19776" y="1168336"/>
                      <a:pt x="19491" y="1172527"/>
                    </a:cubicBezTo>
                    <a:cubicBezTo>
                      <a:pt x="12537" y="1257300"/>
                      <a:pt x="81975" y="1469136"/>
                      <a:pt x="165795" y="1495711"/>
                    </a:cubicBezTo>
                    <a:cubicBezTo>
                      <a:pt x="220849" y="1513237"/>
                      <a:pt x="362105" y="1441799"/>
                      <a:pt x="467547" y="1365504"/>
                    </a:cubicBezTo>
                    <a:cubicBezTo>
                      <a:pt x="467832" y="1365218"/>
                      <a:pt x="468213" y="1364933"/>
                      <a:pt x="468499" y="1364647"/>
                    </a:cubicBezTo>
                    <a:cubicBezTo>
                      <a:pt x="519267" y="1327880"/>
                      <a:pt x="558510" y="1292161"/>
                      <a:pt x="576132" y="1266825"/>
                    </a:cubicBezTo>
                    <a:cubicBezTo>
                      <a:pt x="634139" y="1182815"/>
                      <a:pt x="1112008" y="525304"/>
                      <a:pt x="1116771" y="518731"/>
                    </a:cubicBezTo>
                    <a:cubicBezTo>
                      <a:pt x="1118295" y="516731"/>
                      <a:pt x="1120485" y="515302"/>
                      <a:pt x="1122962" y="514921"/>
                    </a:cubicBezTo>
                    <a:cubicBezTo>
                      <a:pt x="1124105" y="514731"/>
                      <a:pt x="1240405" y="496252"/>
                      <a:pt x="1308033" y="481584"/>
                    </a:cubicBezTo>
                    <a:cubicBezTo>
                      <a:pt x="1373184" y="467392"/>
                      <a:pt x="1404902" y="441484"/>
                      <a:pt x="1405188" y="441198"/>
                    </a:cubicBezTo>
                    <a:cubicBezTo>
                      <a:pt x="1407093" y="439579"/>
                      <a:pt x="1409760" y="438817"/>
                      <a:pt x="1412141" y="439007"/>
                    </a:cubicBezTo>
                    <a:cubicBezTo>
                      <a:pt x="1414617" y="439198"/>
                      <a:pt x="1416999" y="440436"/>
                      <a:pt x="1418618" y="442436"/>
                    </a:cubicBezTo>
                    <a:cubicBezTo>
                      <a:pt x="1418904" y="442817"/>
                      <a:pt x="1448717" y="478250"/>
                      <a:pt x="1479578" y="480631"/>
                    </a:cubicBezTo>
                    <a:cubicBezTo>
                      <a:pt x="1500342" y="482251"/>
                      <a:pt x="1512344" y="476059"/>
                      <a:pt x="1517678" y="472154"/>
                    </a:cubicBezTo>
                    <a:lnTo>
                      <a:pt x="1514439" y="460438"/>
                    </a:lnTo>
                    <a:cubicBezTo>
                      <a:pt x="1513392" y="456628"/>
                      <a:pt x="1514820" y="452533"/>
                      <a:pt x="1518059" y="450151"/>
                    </a:cubicBezTo>
                    <a:cubicBezTo>
                      <a:pt x="1521297" y="447865"/>
                      <a:pt x="1525679" y="447770"/>
                      <a:pt x="1528917" y="450056"/>
                    </a:cubicBezTo>
                    <a:cubicBezTo>
                      <a:pt x="1529775" y="450628"/>
                      <a:pt x="1550634" y="464248"/>
                      <a:pt x="1578447" y="456533"/>
                    </a:cubicBezTo>
                    <a:cubicBezTo>
                      <a:pt x="1598926" y="450913"/>
                      <a:pt x="1608642" y="442150"/>
                      <a:pt x="1612356" y="437769"/>
                    </a:cubicBezTo>
                    <a:lnTo>
                      <a:pt x="1585115" y="320230"/>
                    </a:lnTo>
                    <a:cubicBezTo>
                      <a:pt x="1584639" y="318230"/>
                      <a:pt x="1584829" y="316135"/>
                      <a:pt x="1585686" y="314325"/>
                    </a:cubicBezTo>
                    <a:lnTo>
                      <a:pt x="1603022" y="274225"/>
                    </a:lnTo>
                    <a:cubicBezTo>
                      <a:pt x="1604641" y="270510"/>
                      <a:pt x="1608356" y="268224"/>
                      <a:pt x="1612356" y="268510"/>
                    </a:cubicBezTo>
                    <a:cubicBezTo>
                      <a:pt x="1616357" y="268796"/>
                      <a:pt x="1619786" y="271558"/>
                      <a:pt x="1620929" y="275463"/>
                    </a:cubicBezTo>
                    <a:cubicBezTo>
                      <a:pt x="1621024" y="275939"/>
                      <a:pt x="1632549" y="315563"/>
                      <a:pt x="1657219" y="330422"/>
                    </a:cubicBezTo>
                    <a:lnTo>
                      <a:pt x="1686651" y="192786"/>
                    </a:lnTo>
                    <a:cubicBezTo>
                      <a:pt x="1685508" y="188404"/>
                      <a:pt x="1684651" y="184690"/>
                      <a:pt x="1684080" y="181832"/>
                    </a:cubicBezTo>
                    <a:cubicBezTo>
                      <a:pt x="1678365" y="153352"/>
                      <a:pt x="1672554" y="132302"/>
                      <a:pt x="1672459" y="132112"/>
                    </a:cubicBezTo>
                    <a:cubicBezTo>
                      <a:pt x="1671697" y="129254"/>
                      <a:pt x="1672269" y="126206"/>
                      <a:pt x="1674078" y="123825"/>
                    </a:cubicBezTo>
                    <a:cubicBezTo>
                      <a:pt x="1675888" y="121444"/>
                      <a:pt x="1678650" y="120110"/>
                      <a:pt x="1681698" y="120110"/>
                    </a:cubicBezTo>
                    <a:lnTo>
                      <a:pt x="1702272" y="120110"/>
                    </a:lnTo>
                    <a:lnTo>
                      <a:pt x="1723132" y="22574"/>
                    </a:lnTo>
                    <a:cubicBezTo>
                      <a:pt x="1694176" y="21717"/>
                      <a:pt x="1601117" y="18955"/>
                      <a:pt x="1587401" y="18955"/>
                    </a:cubicBezTo>
                    <a:cubicBezTo>
                      <a:pt x="1584448" y="19050"/>
                      <a:pt x="1566255" y="22098"/>
                      <a:pt x="1528346" y="3019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1" name="Google Shape;1789;p39">
                <a:extLst>
                  <a:ext uri="{FF2B5EF4-FFF2-40B4-BE49-F238E27FC236}">
                    <a16:creationId xmlns:a16="http://schemas.microsoft.com/office/drawing/2014/main" id="{0B5A4050-10DE-40F4-7761-D347F74E490A}"/>
                  </a:ext>
                </a:extLst>
              </p:cNvPr>
              <p:cNvSpPr/>
              <p:nvPr/>
            </p:nvSpPr>
            <p:spPr>
              <a:xfrm>
                <a:off x="7408117" y="1701343"/>
                <a:ext cx="896221" cy="996708"/>
              </a:xfrm>
              <a:custGeom>
                <a:avLst/>
                <a:gdLst/>
                <a:ahLst/>
                <a:cxnLst/>
                <a:rect l="l" t="t" r="r" b="b"/>
                <a:pathLst>
                  <a:path w="896221" h="996708" extrusionOk="0">
                    <a:moveTo>
                      <a:pt x="605372" y="996708"/>
                    </a:moveTo>
                    <a:cubicBezTo>
                      <a:pt x="572034" y="996708"/>
                      <a:pt x="536220" y="990707"/>
                      <a:pt x="505550" y="983564"/>
                    </a:cubicBezTo>
                    <a:cubicBezTo>
                      <a:pt x="503454" y="983087"/>
                      <a:pt x="296571" y="933272"/>
                      <a:pt x="211894" y="738676"/>
                    </a:cubicBezTo>
                    <a:cubicBezTo>
                      <a:pt x="211704" y="738295"/>
                      <a:pt x="211608" y="737914"/>
                      <a:pt x="211418" y="737438"/>
                    </a:cubicBezTo>
                    <a:cubicBezTo>
                      <a:pt x="201988" y="716006"/>
                      <a:pt x="194368" y="692861"/>
                      <a:pt x="188748" y="668667"/>
                    </a:cubicBezTo>
                    <a:cubicBezTo>
                      <a:pt x="188748" y="668667"/>
                      <a:pt x="188748" y="668667"/>
                      <a:pt x="188748" y="668667"/>
                    </a:cubicBezTo>
                    <a:cubicBezTo>
                      <a:pt x="188558" y="668000"/>
                      <a:pt x="188463" y="667334"/>
                      <a:pt x="188272" y="666667"/>
                    </a:cubicBezTo>
                    <a:cubicBezTo>
                      <a:pt x="148743" y="663619"/>
                      <a:pt x="110453" y="648950"/>
                      <a:pt x="79878" y="624852"/>
                    </a:cubicBezTo>
                    <a:cubicBezTo>
                      <a:pt x="39777" y="593801"/>
                      <a:pt x="11679" y="547509"/>
                      <a:pt x="2916" y="497693"/>
                    </a:cubicBezTo>
                    <a:cubicBezTo>
                      <a:pt x="-3561" y="461213"/>
                      <a:pt x="820" y="424541"/>
                      <a:pt x="15393" y="394633"/>
                    </a:cubicBezTo>
                    <a:cubicBezTo>
                      <a:pt x="31681" y="361010"/>
                      <a:pt x="61113" y="335197"/>
                      <a:pt x="94070" y="325577"/>
                    </a:cubicBezTo>
                    <a:cubicBezTo>
                      <a:pt x="109500" y="321386"/>
                      <a:pt x="125502" y="320338"/>
                      <a:pt x="140647" y="322529"/>
                    </a:cubicBezTo>
                    <a:cubicBezTo>
                      <a:pt x="237421" y="311003"/>
                      <a:pt x="351340" y="101549"/>
                      <a:pt x="352483" y="99358"/>
                    </a:cubicBezTo>
                    <a:cubicBezTo>
                      <a:pt x="354579" y="95357"/>
                      <a:pt x="359246" y="93452"/>
                      <a:pt x="363532" y="94691"/>
                    </a:cubicBezTo>
                    <a:cubicBezTo>
                      <a:pt x="367818" y="95929"/>
                      <a:pt x="370676" y="100120"/>
                      <a:pt x="370390" y="104597"/>
                    </a:cubicBezTo>
                    <a:cubicBezTo>
                      <a:pt x="368580" y="128219"/>
                      <a:pt x="369628" y="181273"/>
                      <a:pt x="370200" y="202704"/>
                    </a:cubicBezTo>
                    <a:lnTo>
                      <a:pt x="491929" y="202704"/>
                    </a:lnTo>
                    <a:cubicBezTo>
                      <a:pt x="580702" y="186131"/>
                      <a:pt x="694812" y="57924"/>
                      <a:pt x="739865" y="3346"/>
                    </a:cubicBezTo>
                    <a:cubicBezTo>
                      <a:pt x="743008" y="-464"/>
                      <a:pt x="749295" y="-1131"/>
                      <a:pt x="753200" y="1917"/>
                    </a:cubicBezTo>
                    <a:cubicBezTo>
                      <a:pt x="761106" y="8108"/>
                      <a:pt x="831972" y="66592"/>
                      <a:pt x="871786" y="220802"/>
                    </a:cubicBezTo>
                    <a:cubicBezTo>
                      <a:pt x="871977" y="221564"/>
                      <a:pt x="872072" y="222421"/>
                      <a:pt x="872072" y="223183"/>
                    </a:cubicBezTo>
                    <a:cubicBezTo>
                      <a:pt x="882168" y="321290"/>
                      <a:pt x="904362" y="560558"/>
                      <a:pt x="893122" y="644283"/>
                    </a:cubicBezTo>
                    <a:cubicBezTo>
                      <a:pt x="878168" y="755630"/>
                      <a:pt x="729102" y="941368"/>
                      <a:pt x="692526" y="972419"/>
                    </a:cubicBezTo>
                    <a:cubicBezTo>
                      <a:pt x="671285" y="990422"/>
                      <a:pt x="639567" y="996708"/>
                      <a:pt x="605372" y="996708"/>
                    </a:cubicBezTo>
                    <a:close/>
                    <a:moveTo>
                      <a:pt x="229706" y="732104"/>
                    </a:moveTo>
                    <a:cubicBezTo>
                      <a:pt x="310859" y="917174"/>
                      <a:pt x="507836" y="964609"/>
                      <a:pt x="509741" y="964990"/>
                    </a:cubicBezTo>
                    <a:cubicBezTo>
                      <a:pt x="591751" y="983945"/>
                      <a:pt x="652235" y="981468"/>
                      <a:pt x="680048" y="957941"/>
                    </a:cubicBezTo>
                    <a:cubicBezTo>
                      <a:pt x="721386" y="922889"/>
                      <a:pt x="860642" y="741914"/>
                      <a:pt x="874072" y="641807"/>
                    </a:cubicBezTo>
                    <a:cubicBezTo>
                      <a:pt x="885026" y="560273"/>
                      <a:pt x="863023" y="323481"/>
                      <a:pt x="852927" y="224897"/>
                    </a:cubicBezTo>
                    <a:cubicBezTo>
                      <a:pt x="820351" y="99263"/>
                      <a:pt x="767773" y="41065"/>
                      <a:pt x="748247" y="22967"/>
                    </a:cubicBezTo>
                    <a:cubicBezTo>
                      <a:pt x="689001" y="93643"/>
                      <a:pt x="582798" y="205752"/>
                      <a:pt x="494310" y="221659"/>
                    </a:cubicBezTo>
                    <a:cubicBezTo>
                      <a:pt x="493739" y="221754"/>
                      <a:pt x="493167" y="221849"/>
                      <a:pt x="492596" y="221849"/>
                    </a:cubicBezTo>
                    <a:lnTo>
                      <a:pt x="360675" y="221849"/>
                    </a:lnTo>
                    <a:cubicBezTo>
                      <a:pt x="355531" y="221849"/>
                      <a:pt x="351340" y="217754"/>
                      <a:pt x="351150" y="212610"/>
                    </a:cubicBezTo>
                    <a:cubicBezTo>
                      <a:pt x="351054" y="210419"/>
                      <a:pt x="350007" y="173748"/>
                      <a:pt x="350102" y="141173"/>
                    </a:cubicBezTo>
                    <a:cubicBezTo>
                      <a:pt x="312192" y="203561"/>
                      <a:pt x="223991" y="333101"/>
                      <a:pt x="141219" y="341579"/>
                    </a:cubicBezTo>
                    <a:cubicBezTo>
                      <a:pt x="140361" y="341674"/>
                      <a:pt x="139599" y="341674"/>
                      <a:pt x="138742" y="341483"/>
                    </a:cubicBezTo>
                    <a:cubicBezTo>
                      <a:pt x="125883" y="339483"/>
                      <a:pt x="112072" y="340340"/>
                      <a:pt x="98928" y="343865"/>
                    </a:cubicBezTo>
                    <a:cubicBezTo>
                      <a:pt x="71115" y="351961"/>
                      <a:pt x="46159" y="374059"/>
                      <a:pt x="32253" y="402920"/>
                    </a:cubicBezTo>
                    <a:cubicBezTo>
                      <a:pt x="19489" y="429209"/>
                      <a:pt x="15679" y="461689"/>
                      <a:pt x="21394" y="494360"/>
                    </a:cubicBezTo>
                    <a:cubicBezTo>
                      <a:pt x="29300" y="539508"/>
                      <a:pt x="54827" y="581513"/>
                      <a:pt x="91308" y="609803"/>
                    </a:cubicBezTo>
                    <a:cubicBezTo>
                      <a:pt x="120740" y="632949"/>
                      <a:pt x="157983" y="646569"/>
                      <a:pt x="196178" y="648093"/>
                    </a:cubicBezTo>
                    <a:cubicBezTo>
                      <a:pt x="200464" y="648284"/>
                      <a:pt x="204179" y="651332"/>
                      <a:pt x="205131" y="655523"/>
                    </a:cubicBezTo>
                    <a:lnTo>
                      <a:pt x="205989" y="659618"/>
                    </a:lnTo>
                    <a:cubicBezTo>
                      <a:pt x="206274" y="661238"/>
                      <a:pt x="206655" y="662762"/>
                      <a:pt x="207036" y="664286"/>
                    </a:cubicBezTo>
                    <a:cubicBezTo>
                      <a:pt x="212561" y="687717"/>
                      <a:pt x="219990" y="710101"/>
                      <a:pt x="229134" y="730770"/>
                    </a:cubicBezTo>
                    <a:cubicBezTo>
                      <a:pt x="229420" y="731246"/>
                      <a:pt x="229515" y="731723"/>
                      <a:pt x="229706" y="73210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2" name="Google Shape;1790;p39">
                <a:extLst>
                  <a:ext uri="{FF2B5EF4-FFF2-40B4-BE49-F238E27FC236}">
                    <a16:creationId xmlns:a16="http://schemas.microsoft.com/office/drawing/2014/main" id="{4C42E64C-9E19-82DC-FA36-113756D01B1B}"/>
                  </a:ext>
                </a:extLst>
              </p:cNvPr>
              <p:cNvSpPr/>
              <p:nvPr/>
            </p:nvSpPr>
            <p:spPr>
              <a:xfrm>
                <a:off x="7537420" y="2358372"/>
                <a:ext cx="614492" cy="665434"/>
              </a:xfrm>
              <a:custGeom>
                <a:avLst/>
                <a:gdLst/>
                <a:ahLst/>
                <a:cxnLst/>
                <a:rect l="l" t="t" r="r" b="b"/>
                <a:pathLst>
                  <a:path w="614492" h="665434" extrusionOk="0">
                    <a:moveTo>
                      <a:pt x="330623" y="665435"/>
                    </a:moveTo>
                    <a:cubicBezTo>
                      <a:pt x="132026" y="665435"/>
                      <a:pt x="3153" y="497699"/>
                      <a:pt x="1915" y="495985"/>
                    </a:cubicBezTo>
                    <a:cubicBezTo>
                      <a:pt x="391" y="493985"/>
                      <a:pt x="-276" y="491508"/>
                      <a:pt x="105" y="489127"/>
                    </a:cubicBezTo>
                    <a:lnTo>
                      <a:pt x="59255" y="8400"/>
                    </a:lnTo>
                    <a:cubicBezTo>
                      <a:pt x="59827" y="3828"/>
                      <a:pt x="63542" y="304"/>
                      <a:pt x="68209" y="18"/>
                    </a:cubicBezTo>
                    <a:cubicBezTo>
                      <a:pt x="72781" y="-268"/>
                      <a:pt x="76972" y="2875"/>
                      <a:pt x="78020" y="7352"/>
                    </a:cubicBezTo>
                    <a:cubicBezTo>
                      <a:pt x="83544" y="30784"/>
                      <a:pt x="90974" y="53167"/>
                      <a:pt x="100118" y="73837"/>
                    </a:cubicBezTo>
                    <a:cubicBezTo>
                      <a:pt x="100689" y="75075"/>
                      <a:pt x="100880" y="76313"/>
                      <a:pt x="100880" y="77647"/>
                    </a:cubicBezTo>
                    <a:cubicBezTo>
                      <a:pt x="101642" y="92315"/>
                      <a:pt x="125740" y="443883"/>
                      <a:pt x="582845" y="450169"/>
                    </a:cubicBezTo>
                    <a:cubicBezTo>
                      <a:pt x="587417" y="450265"/>
                      <a:pt x="591322" y="453598"/>
                      <a:pt x="592084" y="458075"/>
                    </a:cubicBezTo>
                    <a:lnTo>
                      <a:pt x="614372" y="589044"/>
                    </a:lnTo>
                    <a:cubicBezTo>
                      <a:pt x="614849" y="592092"/>
                      <a:pt x="613896" y="595235"/>
                      <a:pt x="611705" y="597426"/>
                    </a:cubicBezTo>
                    <a:cubicBezTo>
                      <a:pt x="610753" y="598283"/>
                      <a:pt x="588655" y="619619"/>
                      <a:pt x="527790" y="638193"/>
                    </a:cubicBezTo>
                    <a:cubicBezTo>
                      <a:pt x="477212" y="653528"/>
                      <a:pt x="415300" y="662577"/>
                      <a:pt x="343577" y="665149"/>
                    </a:cubicBezTo>
                    <a:cubicBezTo>
                      <a:pt x="339100" y="665435"/>
                      <a:pt x="334814" y="665435"/>
                      <a:pt x="330623" y="665435"/>
                    </a:cubicBezTo>
                    <a:close/>
                    <a:moveTo>
                      <a:pt x="19441" y="487412"/>
                    </a:moveTo>
                    <a:cubicBezTo>
                      <a:pt x="37729" y="509891"/>
                      <a:pt x="161554" y="652861"/>
                      <a:pt x="342719" y="646194"/>
                    </a:cubicBezTo>
                    <a:cubicBezTo>
                      <a:pt x="412728" y="643717"/>
                      <a:pt x="473117" y="634859"/>
                      <a:pt x="522075" y="620000"/>
                    </a:cubicBezTo>
                    <a:cubicBezTo>
                      <a:pt x="564652" y="607046"/>
                      <a:pt x="586559" y="592854"/>
                      <a:pt x="594560" y="586853"/>
                    </a:cubicBezTo>
                    <a:lnTo>
                      <a:pt x="584559" y="527989"/>
                    </a:lnTo>
                    <a:cubicBezTo>
                      <a:pt x="584559" y="527989"/>
                      <a:pt x="584559" y="527989"/>
                      <a:pt x="584559" y="527989"/>
                    </a:cubicBezTo>
                    <a:lnTo>
                      <a:pt x="574558" y="469124"/>
                    </a:lnTo>
                    <a:cubicBezTo>
                      <a:pt x="117644" y="458837"/>
                      <a:pt x="83830" y="109651"/>
                      <a:pt x="81830" y="79933"/>
                    </a:cubicBezTo>
                    <a:cubicBezTo>
                      <a:pt x="78496" y="72217"/>
                      <a:pt x="75353" y="64407"/>
                      <a:pt x="72495" y="56311"/>
                    </a:cubicBezTo>
                    <a:lnTo>
                      <a:pt x="19441" y="48741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3" name="Google Shape;1791;p39">
                <a:extLst>
                  <a:ext uri="{FF2B5EF4-FFF2-40B4-BE49-F238E27FC236}">
                    <a16:creationId xmlns:a16="http://schemas.microsoft.com/office/drawing/2014/main" id="{B73B8170-E7D2-9F63-6669-F2417526EAA9}"/>
                  </a:ext>
                </a:extLst>
              </p:cNvPr>
              <p:cNvSpPr/>
              <p:nvPr/>
            </p:nvSpPr>
            <p:spPr>
              <a:xfrm>
                <a:off x="7997416" y="3236619"/>
                <a:ext cx="162759" cy="138469"/>
              </a:xfrm>
              <a:custGeom>
                <a:avLst/>
                <a:gdLst/>
                <a:ahLst/>
                <a:cxnLst/>
                <a:rect l="l" t="t" r="r" b="b"/>
                <a:pathLst>
                  <a:path w="162759" h="138469" extrusionOk="0">
                    <a:moveTo>
                      <a:pt x="153233" y="138469"/>
                    </a:moveTo>
                    <a:cubicBezTo>
                      <a:pt x="150185" y="138469"/>
                      <a:pt x="147232" y="137040"/>
                      <a:pt x="145422" y="134373"/>
                    </a:cubicBezTo>
                    <a:cubicBezTo>
                      <a:pt x="130754" y="113323"/>
                      <a:pt x="123991" y="76271"/>
                      <a:pt x="121800" y="61983"/>
                    </a:cubicBezTo>
                    <a:lnTo>
                      <a:pt x="6167" y="18454"/>
                    </a:lnTo>
                    <a:cubicBezTo>
                      <a:pt x="1214" y="16644"/>
                      <a:pt x="-1263" y="11120"/>
                      <a:pt x="642" y="6167"/>
                    </a:cubicBezTo>
                    <a:cubicBezTo>
                      <a:pt x="2547" y="1214"/>
                      <a:pt x="7976" y="-1263"/>
                      <a:pt x="12930" y="642"/>
                    </a:cubicBezTo>
                    <a:lnTo>
                      <a:pt x="133897" y="46172"/>
                    </a:lnTo>
                    <a:cubicBezTo>
                      <a:pt x="137231" y="47410"/>
                      <a:pt x="139612" y="50458"/>
                      <a:pt x="139993" y="53982"/>
                    </a:cubicBezTo>
                    <a:cubicBezTo>
                      <a:pt x="140088" y="54459"/>
                      <a:pt x="145708" y="101512"/>
                      <a:pt x="161043" y="123515"/>
                    </a:cubicBezTo>
                    <a:cubicBezTo>
                      <a:pt x="164091" y="127801"/>
                      <a:pt x="162948" y="133802"/>
                      <a:pt x="158662" y="136755"/>
                    </a:cubicBezTo>
                    <a:cubicBezTo>
                      <a:pt x="156947" y="137898"/>
                      <a:pt x="155138" y="138469"/>
                      <a:pt x="153233" y="13846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4" name="Google Shape;1792;p39">
                <a:extLst>
                  <a:ext uri="{FF2B5EF4-FFF2-40B4-BE49-F238E27FC236}">
                    <a16:creationId xmlns:a16="http://schemas.microsoft.com/office/drawing/2014/main" id="{A590AFB8-D469-6073-4182-C6821BBF7751}"/>
                  </a:ext>
                </a:extLst>
              </p:cNvPr>
              <p:cNvSpPr/>
              <p:nvPr/>
            </p:nvSpPr>
            <p:spPr>
              <a:xfrm>
                <a:off x="8072911" y="3121137"/>
                <a:ext cx="199702" cy="263285"/>
              </a:xfrm>
              <a:custGeom>
                <a:avLst/>
                <a:gdLst/>
                <a:ahLst/>
                <a:cxnLst/>
                <a:rect l="l" t="t" r="r" b="b"/>
                <a:pathLst>
                  <a:path w="199702" h="263285" extrusionOk="0">
                    <a:moveTo>
                      <a:pt x="190038" y="263285"/>
                    </a:moveTo>
                    <a:cubicBezTo>
                      <a:pt x="185657" y="263285"/>
                      <a:pt x="181751" y="260333"/>
                      <a:pt x="180799" y="255951"/>
                    </a:cubicBezTo>
                    <a:cubicBezTo>
                      <a:pt x="169559" y="207564"/>
                      <a:pt x="148223" y="126030"/>
                      <a:pt x="138603" y="113457"/>
                    </a:cubicBezTo>
                    <a:cubicBezTo>
                      <a:pt x="128697" y="100694"/>
                      <a:pt x="50973" y="47735"/>
                      <a:pt x="4301" y="17445"/>
                    </a:cubicBezTo>
                    <a:cubicBezTo>
                      <a:pt x="-81" y="14588"/>
                      <a:pt x="-1319" y="8682"/>
                      <a:pt x="1538" y="4301"/>
                    </a:cubicBezTo>
                    <a:cubicBezTo>
                      <a:pt x="4396" y="-81"/>
                      <a:pt x="10301" y="-1319"/>
                      <a:pt x="14683" y="1538"/>
                    </a:cubicBezTo>
                    <a:cubicBezTo>
                      <a:pt x="27351" y="9730"/>
                      <a:pt x="138603" y="82310"/>
                      <a:pt x="153748" y="101932"/>
                    </a:cubicBezTo>
                    <a:cubicBezTo>
                      <a:pt x="168797" y="121458"/>
                      <a:pt x="194420" y="230138"/>
                      <a:pt x="199468" y="251760"/>
                    </a:cubicBezTo>
                    <a:cubicBezTo>
                      <a:pt x="200611" y="256904"/>
                      <a:pt x="197468" y="262047"/>
                      <a:pt x="192324" y="263190"/>
                    </a:cubicBezTo>
                    <a:cubicBezTo>
                      <a:pt x="191467" y="263190"/>
                      <a:pt x="190800" y="263285"/>
                      <a:pt x="190038" y="26328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5" name="Google Shape;1793;p39">
                <a:extLst>
                  <a:ext uri="{FF2B5EF4-FFF2-40B4-BE49-F238E27FC236}">
                    <a16:creationId xmlns:a16="http://schemas.microsoft.com/office/drawing/2014/main" id="{E3F51E59-4E31-62C8-0D14-DD9FEBE5D4DE}"/>
                  </a:ext>
                </a:extLst>
              </p:cNvPr>
              <p:cNvSpPr/>
              <p:nvPr/>
            </p:nvSpPr>
            <p:spPr>
              <a:xfrm>
                <a:off x="8132829" y="3037038"/>
                <a:ext cx="210641" cy="207557"/>
              </a:xfrm>
              <a:custGeom>
                <a:avLst/>
                <a:gdLst/>
                <a:ahLst/>
                <a:cxnLst/>
                <a:rect l="l" t="t" r="r" b="b"/>
                <a:pathLst>
                  <a:path w="210641" h="207557" extrusionOk="0">
                    <a:moveTo>
                      <a:pt x="200890" y="207558"/>
                    </a:moveTo>
                    <a:cubicBezTo>
                      <a:pt x="196319" y="207558"/>
                      <a:pt x="192318" y="204320"/>
                      <a:pt x="191556" y="199652"/>
                    </a:cubicBezTo>
                    <a:cubicBezTo>
                      <a:pt x="180507" y="134692"/>
                      <a:pt x="161171" y="59444"/>
                      <a:pt x="149170" y="51157"/>
                    </a:cubicBezTo>
                    <a:cubicBezTo>
                      <a:pt x="133930" y="40585"/>
                      <a:pt x="54491" y="25821"/>
                      <a:pt x="8105" y="18963"/>
                    </a:cubicBezTo>
                    <a:cubicBezTo>
                      <a:pt x="2866" y="18201"/>
                      <a:pt x="-658" y="13343"/>
                      <a:pt x="103" y="8104"/>
                    </a:cubicBezTo>
                    <a:cubicBezTo>
                      <a:pt x="865" y="2866"/>
                      <a:pt x="5819" y="-659"/>
                      <a:pt x="10962" y="103"/>
                    </a:cubicBezTo>
                    <a:cubicBezTo>
                      <a:pt x="23726" y="2008"/>
                      <a:pt x="136216" y="18963"/>
                      <a:pt x="160123" y="35441"/>
                    </a:cubicBezTo>
                    <a:cubicBezTo>
                      <a:pt x="184317" y="52110"/>
                      <a:pt x="204796" y="162886"/>
                      <a:pt x="210511" y="196414"/>
                    </a:cubicBezTo>
                    <a:cubicBezTo>
                      <a:pt x="211368" y="201557"/>
                      <a:pt x="207939" y="206510"/>
                      <a:pt x="202700" y="207367"/>
                    </a:cubicBezTo>
                    <a:cubicBezTo>
                      <a:pt x="201938" y="207558"/>
                      <a:pt x="201462" y="207558"/>
                      <a:pt x="200890" y="20755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6" name="Google Shape;1794;p39">
                <a:extLst>
                  <a:ext uri="{FF2B5EF4-FFF2-40B4-BE49-F238E27FC236}">
                    <a16:creationId xmlns:a16="http://schemas.microsoft.com/office/drawing/2014/main" id="{F6B50BCC-CF29-0AEB-511A-C7D8553DDA60}"/>
                  </a:ext>
                </a:extLst>
              </p:cNvPr>
              <p:cNvSpPr/>
              <p:nvPr/>
            </p:nvSpPr>
            <p:spPr>
              <a:xfrm>
                <a:off x="8228435" y="2962625"/>
                <a:ext cx="201984" cy="93470"/>
              </a:xfrm>
              <a:custGeom>
                <a:avLst/>
                <a:gdLst/>
                <a:ahLst/>
                <a:cxnLst/>
                <a:rect l="l" t="t" r="r" b="b"/>
                <a:pathLst>
                  <a:path w="201984" h="93470" extrusionOk="0">
                    <a:moveTo>
                      <a:pt x="192438" y="93471"/>
                    </a:moveTo>
                    <a:cubicBezTo>
                      <a:pt x="188152" y="93471"/>
                      <a:pt x="184342" y="90613"/>
                      <a:pt x="183199" y="86327"/>
                    </a:cubicBezTo>
                    <a:cubicBezTo>
                      <a:pt x="178913" y="69754"/>
                      <a:pt x="169864" y="49656"/>
                      <a:pt x="163577" y="47275"/>
                    </a:cubicBezTo>
                    <a:cubicBezTo>
                      <a:pt x="153100" y="43274"/>
                      <a:pt x="62612" y="27748"/>
                      <a:pt x="8034" y="18985"/>
                    </a:cubicBezTo>
                    <a:cubicBezTo>
                      <a:pt x="2795" y="18128"/>
                      <a:pt x="-729" y="13270"/>
                      <a:pt x="128" y="8032"/>
                    </a:cubicBezTo>
                    <a:cubicBezTo>
                      <a:pt x="986" y="2888"/>
                      <a:pt x="5843" y="-731"/>
                      <a:pt x="11082" y="126"/>
                    </a:cubicBezTo>
                    <a:cubicBezTo>
                      <a:pt x="25751" y="2507"/>
                      <a:pt x="154719" y="23367"/>
                      <a:pt x="170435" y="29463"/>
                    </a:cubicBezTo>
                    <a:cubicBezTo>
                      <a:pt x="188819" y="36607"/>
                      <a:pt x="199010" y="71087"/>
                      <a:pt x="201677" y="81565"/>
                    </a:cubicBezTo>
                    <a:cubicBezTo>
                      <a:pt x="203011" y="86613"/>
                      <a:pt x="199868" y="91851"/>
                      <a:pt x="194819" y="93185"/>
                    </a:cubicBezTo>
                    <a:cubicBezTo>
                      <a:pt x="194057" y="93376"/>
                      <a:pt x="193200" y="93471"/>
                      <a:pt x="192438" y="9347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7" name="Google Shape;1795;p39">
                <a:extLst>
                  <a:ext uri="{FF2B5EF4-FFF2-40B4-BE49-F238E27FC236}">
                    <a16:creationId xmlns:a16="http://schemas.microsoft.com/office/drawing/2014/main" id="{7E152D0C-5631-6576-D865-81C25286DF7E}"/>
                  </a:ext>
                </a:extLst>
              </p:cNvPr>
              <p:cNvSpPr/>
              <p:nvPr/>
            </p:nvSpPr>
            <p:spPr>
              <a:xfrm>
                <a:off x="8618729" y="3355869"/>
                <a:ext cx="146856" cy="329258"/>
              </a:xfrm>
              <a:custGeom>
                <a:avLst/>
                <a:gdLst/>
                <a:ahLst/>
                <a:cxnLst/>
                <a:rect l="l" t="t" r="r" b="b"/>
                <a:pathLst>
                  <a:path w="146856" h="329258" extrusionOk="0">
                    <a:moveTo>
                      <a:pt x="137329" y="329258"/>
                    </a:moveTo>
                    <a:cubicBezTo>
                      <a:pt x="132853" y="329258"/>
                      <a:pt x="128852" y="326115"/>
                      <a:pt x="127995" y="321543"/>
                    </a:cubicBezTo>
                    <a:cubicBezTo>
                      <a:pt x="100849" y="184764"/>
                      <a:pt x="2360" y="16076"/>
                      <a:pt x="1312" y="14362"/>
                    </a:cubicBezTo>
                    <a:cubicBezTo>
                      <a:pt x="-1355" y="9790"/>
                      <a:pt x="169" y="3979"/>
                      <a:pt x="4741" y="1312"/>
                    </a:cubicBezTo>
                    <a:cubicBezTo>
                      <a:pt x="9313" y="-1355"/>
                      <a:pt x="15124" y="169"/>
                      <a:pt x="17791" y="4741"/>
                    </a:cubicBezTo>
                    <a:cubicBezTo>
                      <a:pt x="21886" y="11790"/>
                      <a:pt x="118946" y="177906"/>
                      <a:pt x="146664" y="317828"/>
                    </a:cubicBezTo>
                    <a:cubicBezTo>
                      <a:pt x="147712" y="322972"/>
                      <a:pt x="144378" y="328020"/>
                      <a:pt x="139139" y="328972"/>
                    </a:cubicBezTo>
                    <a:cubicBezTo>
                      <a:pt x="138568" y="329258"/>
                      <a:pt x="137901" y="329258"/>
                      <a:pt x="137329" y="32925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8" name="Google Shape;1796;p39">
                <a:extLst>
                  <a:ext uri="{FF2B5EF4-FFF2-40B4-BE49-F238E27FC236}">
                    <a16:creationId xmlns:a16="http://schemas.microsoft.com/office/drawing/2014/main" id="{B8F7CF45-BC2A-F1B2-3E19-FD7AB67C4ACE}"/>
                  </a:ext>
                </a:extLst>
              </p:cNvPr>
              <p:cNvSpPr/>
              <p:nvPr/>
            </p:nvSpPr>
            <p:spPr>
              <a:xfrm>
                <a:off x="8629247" y="2801269"/>
                <a:ext cx="267786" cy="154243"/>
              </a:xfrm>
              <a:custGeom>
                <a:avLst/>
                <a:gdLst/>
                <a:ahLst/>
                <a:cxnLst/>
                <a:rect l="l" t="t" r="r" b="b"/>
                <a:pathLst>
                  <a:path w="267786" h="154243" extrusionOk="0">
                    <a:moveTo>
                      <a:pt x="258256" y="154243"/>
                    </a:moveTo>
                    <a:cubicBezTo>
                      <a:pt x="256065" y="154243"/>
                      <a:pt x="253875" y="153481"/>
                      <a:pt x="252065" y="151957"/>
                    </a:cubicBezTo>
                    <a:cubicBezTo>
                      <a:pt x="251589" y="151481"/>
                      <a:pt x="199963" y="107761"/>
                      <a:pt x="175293" y="94998"/>
                    </a:cubicBezTo>
                    <a:cubicBezTo>
                      <a:pt x="149957" y="81948"/>
                      <a:pt x="7082" y="18893"/>
                      <a:pt x="5653" y="18226"/>
                    </a:cubicBezTo>
                    <a:cubicBezTo>
                      <a:pt x="891" y="16131"/>
                      <a:pt x="-1300" y="10511"/>
                      <a:pt x="795" y="5653"/>
                    </a:cubicBezTo>
                    <a:cubicBezTo>
                      <a:pt x="2891" y="891"/>
                      <a:pt x="8511" y="-1300"/>
                      <a:pt x="13368" y="795"/>
                    </a:cubicBezTo>
                    <a:cubicBezTo>
                      <a:pt x="19274" y="3367"/>
                      <a:pt x="158148" y="64708"/>
                      <a:pt x="184056" y="78043"/>
                    </a:cubicBezTo>
                    <a:cubicBezTo>
                      <a:pt x="210631" y="91759"/>
                      <a:pt x="262257" y="135574"/>
                      <a:pt x="264448" y="137384"/>
                    </a:cubicBezTo>
                    <a:cubicBezTo>
                      <a:pt x="268448" y="140813"/>
                      <a:pt x="268924" y="146814"/>
                      <a:pt x="265495" y="150814"/>
                    </a:cubicBezTo>
                    <a:cubicBezTo>
                      <a:pt x="263685" y="153100"/>
                      <a:pt x="261018" y="154243"/>
                      <a:pt x="258256" y="15424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9" name="Google Shape;1797;p39">
                <a:extLst>
                  <a:ext uri="{FF2B5EF4-FFF2-40B4-BE49-F238E27FC236}">
                    <a16:creationId xmlns:a16="http://schemas.microsoft.com/office/drawing/2014/main" id="{F092A182-F89A-421E-2962-5CCE1C12DECA}"/>
                  </a:ext>
                </a:extLst>
              </p:cNvPr>
              <p:cNvSpPr/>
              <p:nvPr/>
            </p:nvSpPr>
            <p:spPr>
              <a:xfrm>
                <a:off x="9005731" y="2880096"/>
                <a:ext cx="76250" cy="133041"/>
              </a:xfrm>
              <a:custGeom>
                <a:avLst/>
                <a:gdLst/>
                <a:ahLst/>
                <a:cxnLst/>
                <a:rect l="l" t="t" r="r" b="b"/>
                <a:pathLst>
                  <a:path w="76250" h="133041" extrusionOk="0">
                    <a:moveTo>
                      <a:pt x="66653" y="133042"/>
                    </a:moveTo>
                    <a:cubicBezTo>
                      <a:pt x="63128" y="133042"/>
                      <a:pt x="59795" y="131137"/>
                      <a:pt x="58175" y="127803"/>
                    </a:cubicBezTo>
                    <a:lnTo>
                      <a:pt x="1025" y="13789"/>
                    </a:lnTo>
                    <a:cubicBezTo>
                      <a:pt x="-1356" y="9121"/>
                      <a:pt x="549" y="3406"/>
                      <a:pt x="5312" y="1025"/>
                    </a:cubicBezTo>
                    <a:cubicBezTo>
                      <a:pt x="9979" y="-1356"/>
                      <a:pt x="15789" y="549"/>
                      <a:pt x="18075" y="5311"/>
                    </a:cubicBezTo>
                    <a:lnTo>
                      <a:pt x="75225" y="119326"/>
                    </a:lnTo>
                    <a:cubicBezTo>
                      <a:pt x="77606" y="123993"/>
                      <a:pt x="75701" y="129708"/>
                      <a:pt x="70939" y="132089"/>
                    </a:cubicBezTo>
                    <a:cubicBezTo>
                      <a:pt x="69605" y="132661"/>
                      <a:pt x="68081" y="133042"/>
                      <a:pt x="66653" y="13304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0" name="Google Shape;1798;p39">
                <a:extLst>
                  <a:ext uri="{FF2B5EF4-FFF2-40B4-BE49-F238E27FC236}">
                    <a16:creationId xmlns:a16="http://schemas.microsoft.com/office/drawing/2014/main" id="{1C65D2DD-1930-EC6E-81BD-07ABE9FC724B}"/>
                  </a:ext>
                </a:extLst>
              </p:cNvPr>
              <p:cNvSpPr/>
              <p:nvPr/>
            </p:nvSpPr>
            <p:spPr>
              <a:xfrm>
                <a:off x="8582152" y="2882094"/>
                <a:ext cx="273428" cy="160380"/>
              </a:xfrm>
              <a:custGeom>
                <a:avLst/>
                <a:gdLst/>
                <a:ahLst/>
                <a:cxnLst/>
                <a:rect l="l" t="t" r="r" b="b"/>
                <a:pathLst>
                  <a:path w="273428" h="160380" extrusionOk="0">
                    <a:moveTo>
                      <a:pt x="264013" y="160381"/>
                    </a:moveTo>
                    <a:cubicBezTo>
                      <a:pt x="262203" y="160381"/>
                      <a:pt x="260489" y="159904"/>
                      <a:pt x="258869" y="158857"/>
                    </a:cubicBezTo>
                    <a:cubicBezTo>
                      <a:pt x="258203" y="158476"/>
                      <a:pt x="192099" y="115804"/>
                      <a:pt x="148475" y="92182"/>
                    </a:cubicBezTo>
                    <a:cubicBezTo>
                      <a:pt x="104564" y="68465"/>
                      <a:pt x="6266" y="18458"/>
                      <a:pt x="5219" y="17982"/>
                    </a:cubicBezTo>
                    <a:cubicBezTo>
                      <a:pt x="551" y="15601"/>
                      <a:pt x="-1354" y="9886"/>
                      <a:pt x="1028" y="5219"/>
                    </a:cubicBezTo>
                    <a:cubicBezTo>
                      <a:pt x="3409" y="551"/>
                      <a:pt x="9124" y="-1354"/>
                      <a:pt x="13791" y="1028"/>
                    </a:cubicBezTo>
                    <a:cubicBezTo>
                      <a:pt x="14744" y="1504"/>
                      <a:pt x="113327" y="51605"/>
                      <a:pt x="157428" y="75418"/>
                    </a:cubicBezTo>
                    <a:cubicBezTo>
                      <a:pt x="201719" y="99421"/>
                      <a:pt x="268394" y="142379"/>
                      <a:pt x="269061" y="142855"/>
                    </a:cubicBezTo>
                    <a:cubicBezTo>
                      <a:pt x="273443" y="145712"/>
                      <a:pt x="274776" y="151618"/>
                      <a:pt x="271919" y="155999"/>
                    </a:cubicBezTo>
                    <a:cubicBezTo>
                      <a:pt x="270204" y="158857"/>
                      <a:pt x="267156" y="160381"/>
                      <a:pt x="264013" y="16038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1" name="Google Shape;1799;p39">
                <a:extLst>
                  <a:ext uri="{FF2B5EF4-FFF2-40B4-BE49-F238E27FC236}">
                    <a16:creationId xmlns:a16="http://schemas.microsoft.com/office/drawing/2014/main" id="{E0F7016C-4DBD-A7CB-8B18-E30DDB221963}"/>
                  </a:ext>
                </a:extLst>
              </p:cNvPr>
              <p:cNvSpPr/>
              <p:nvPr/>
            </p:nvSpPr>
            <p:spPr>
              <a:xfrm>
                <a:off x="8554932" y="2962549"/>
                <a:ext cx="217895" cy="145838"/>
              </a:xfrm>
              <a:custGeom>
                <a:avLst/>
                <a:gdLst/>
                <a:ahLst/>
                <a:cxnLst/>
                <a:rect l="l" t="t" r="r" b="b"/>
                <a:pathLst>
                  <a:path w="217895" h="145838" extrusionOk="0">
                    <a:moveTo>
                      <a:pt x="208270" y="145839"/>
                    </a:moveTo>
                    <a:cubicBezTo>
                      <a:pt x="206269" y="145839"/>
                      <a:pt x="204174" y="145172"/>
                      <a:pt x="202459" y="143838"/>
                    </a:cubicBezTo>
                    <a:cubicBezTo>
                      <a:pt x="201793" y="143362"/>
                      <a:pt x="139404" y="95261"/>
                      <a:pt x="112353" y="78402"/>
                    </a:cubicBezTo>
                    <a:cubicBezTo>
                      <a:pt x="85111" y="61447"/>
                      <a:pt x="5768" y="18394"/>
                      <a:pt x="5006" y="17918"/>
                    </a:cubicBezTo>
                    <a:cubicBezTo>
                      <a:pt x="339" y="15441"/>
                      <a:pt x="-1376" y="9631"/>
                      <a:pt x="1196" y="4964"/>
                    </a:cubicBezTo>
                    <a:cubicBezTo>
                      <a:pt x="3673" y="297"/>
                      <a:pt x="9483" y="-1323"/>
                      <a:pt x="14150" y="1154"/>
                    </a:cubicBezTo>
                    <a:cubicBezTo>
                      <a:pt x="17389" y="2964"/>
                      <a:pt x="94827" y="44969"/>
                      <a:pt x="122545" y="62209"/>
                    </a:cubicBezTo>
                    <a:cubicBezTo>
                      <a:pt x="150358" y="79545"/>
                      <a:pt x="211603" y="126693"/>
                      <a:pt x="214175" y="128789"/>
                    </a:cubicBezTo>
                    <a:cubicBezTo>
                      <a:pt x="218366" y="132027"/>
                      <a:pt x="219128" y="138028"/>
                      <a:pt x="215890" y="142124"/>
                    </a:cubicBezTo>
                    <a:cubicBezTo>
                      <a:pt x="213889" y="144600"/>
                      <a:pt x="211127" y="145839"/>
                      <a:pt x="208270" y="14583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2" name="Google Shape;1800;p39">
                <a:extLst>
                  <a:ext uri="{FF2B5EF4-FFF2-40B4-BE49-F238E27FC236}">
                    <a16:creationId xmlns:a16="http://schemas.microsoft.com/office/drawing/2014/main" id="{417714AE-A15C-ECE9-ABD3-E3978ECFC0D0}"/>
                  </a:ext>
                </a:extLst>
              </p:cNvPr>
              <p:cNvSpPr/>
              <p:nvPr/>
            </p:nvSpPr>
            <p:spPr>
              <a:xfrm>
                <a:off x="8889732" y="3289497"/>
                <a:ext cx="115747" cy="59588"/>
              </a:xfrm>
              <a:custGeom>
                <a:avLst/>
                <a:gdLst/>
                <a:ahLst/>
                <a:cxnLst/>
                <a:rect l="l" t="t" r="r" b="b"/>
                <a:pathLst>
                  <a:path w="115747" h="59588" extrusionOk="0">
                    <a:moveTo>
                      <a:pt x="9486" y="59588"/>
                    </a:moveTo>
                    <a:cubicBezTo>
                      <a:pt x="5772" y="59588"/>
                      <a:pt x="2248" y="57397"/>
                      <a:pt x="724" y="53778"/>
                    </a:cubicBezTo>
                    <a:cubicBezTo>
                      <a:pt x="-1277" y="48920"/>
                      <a:pt x="1009" y="43396"/>
                      <a:pt x="5867" y="41300"/>
                    </a:cubicBezTo>
                    <a:lnTo>
                      <a:pt x="102546" y="723"/>
                    </a:lnTo>
                    <a:cubicBezTo>
                      <a:pt x="107308" y="-1277"/>
                      <a:pt x="113023" y="1009"/>
                      <a:pt x="115024" y="5867"/>
                    </a:cubicBezTo>
                    <a:cubicBezTo>
                      <a:pt x="117024" y="10725"/>
                      <a:pt x="114738" y="16249"/>
                      <a:pt x="109880" y="18345"/>
                    </a:cubicBezTo>
                    <a:lnTo>
                      <a:pt x="13201" y="58921"/>
                    </a:lnTo>
                    <a:cubicBezTo>
                      <a:pt x="11963" y="59302"/>
                      <a:pt x="10725" y="59588"/>
                      <a:pt x="9486" y="5958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3" name="Google Shape;1801;p39">
                <a:extLst>
                  <a:ext uri="{FF2B5EF4-FFF2-40B4-BE49-F238E27FC236}">
                    <a16:creationId xmlns:a16="http://schemas.microsoft.com/office/drawing/2014/main" id="{6863EA6C-F68B-88FA-1336-6269F711B422}"/>
                  </a:ext>
                </a:extLst>
              </p:cNvPr>
              <p:cNvSpPr/>
              <p:nvPr/>
            </p:nvSpPr>
            <p:spPr>
              <a:xfrm>
                <a:off x="7791293" y="3762910"/>
                <a:ext cx="782653" cy="186630"/>
              </a:xfrm>
              <a:custGeom>
                <a:avLst/>
                <a:gdLst/>
                <a:ahLst/>
                <a:cxnLst/>
                <a:rect l="l" t="t" r="r" b="b"/>
                <a:pathLst>
                  <a:path w="782653" h="186630" extrusionOk="0">
                    <a:moveTo>
                      <a:pt x="9503" y="186630"/>
                    </a:moveTo>
                    <a:cubicBezTo>
                      <a:pt x="5503" y="186630"/>
                      <a:pt x="1693" y="184059"/>
                      <a:pt x="454" y="179963"/>
                    </a:cubicBezTo>
                    <a:cubicBezTo>
                      <a:pt x="-1165" y="174915"/>
                      <a:pt x="1693" y="169580"/>
                      <a:pt x="6646" y="168057"/>
                    </a:cubicBezTo>
                    <a:cubicBezTo>
                      <a:pt x="11599" y="166437"/>
                      <a:pt x="508518" y="10418"/>
                      <a:pt x="772742" y="35"/>
                    </a:cubicBezTo>
                    <a:cubicBezTo>
                      <a:pt x="778075" y="-441"/>
                      <a:pt x="782457" y="3941"/>
                      <a:pt x="782647" y="9179"/>
                    </a:cubicBezTo>
                    <a:cubicBezTo>
                      <a:pt x="782838" y="14418"/>
                      <a:pt x="778742" y="18895"/>
                      <a:pt x="773504" y="19085"/>
                    </a:cubicBezTo>
                    <a:cubicBezTo>
                      <a:pt x="511852" y="29373"/>
                      <a:pt x="17314" y="184630"/>
                      <a:pt x="12361" y="186249"/>
                    </a:cubicBezTo>
                    <a:cubicBezTo>
                      <a:pt x="11408" y="186440"/>
                      <a:pt x="10456" y="186630"/>
                      <a:pt x="9503" y="18663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4" name="Google Shape;1802;p39">
                <a:extLst>
                  <a:ext uri="{FF2B5EF4-FFF2-40B4-BE49-F238E27FC236}">
                    <a16:creationId xmlns:a16="http://schemas.microsoft.com/office/drawing/2014/main" id="{D838EB7E-225A-53A7-E7A2-0EA855FC5670}"/>
                  </a:ext>
                </a:extLst>
              </p:cNvPr>
              <p:cNvSpPr/>
              <p:nvPr/>
            </p:nvSpPr>
            <p:spPr>
              <a:xfrm>
                <a:off x="7983757" y="3961080"/>
                <a:ext cx="561875" cy="34561"/>
              </a:xfrm>
              <a:custGeom>
                <a:avLst/>
                <a:gdLst/>
                <a:ahLst/>
                <a:cxnLst/>
                <a:rect l="l" t="t" r="r" b="b"/>
                <a:pathLst>
                  <a:path w="561875" h="34561" extrusionOk="0">
                    <a:moveTo>
                      <a:pt x="552369" y="34562"/>
                    </a:moveTo>
                    <a:cubicBezTo>
                      <a:pt x="551988" y="34562"/>
                      <a:pt x="551607" y="34562"/>
                      <a:pt x="551131" y="34467"/>
                    </a:cubicBezTo>
                    <a:cubicBezTo>
                      <a:pt x="336628" y="7606"/>
                      <a:pt x="13254" y="23894"/>
                      <a:pt x="10015" y="24084"/>
                    </a:cubicBezTo>
                    <a:cubicBezTo>
                      <a:pt x="4872" y="24275"/>
                      <a:pt x="300" y="20274"/>
                      <a:pt x="14" y="15035"/>
                    </a:cubicBezTo>
                    <a:cubicBezTo>
                      <a:pt x="-272" y="9797"/>
                      <a:pt x="3824" y="5320"/>
                      <a:pt x="9063" y="5034"/>
                    </a:cubicBezTo>
                    <a:cubicBezTo>
                      <a:pt x="12301" y="4844"/>
                      <a:pt x="337294" y="-11444"/>
                      <a:pt x="553512" y="15607"/>
                    </a:cubicBezTo>
                    <a:cubicBezTo>
                      <a:pt x="558751" y="16274"/>
                      <a:pt x="562465" y="21036"/>
                      <a:pt x="561799" y="26275"/>
                    </a:cubicBezTo>
                    <a:cubicBezTo>
                      <a:pt x="561227" y="31037"/>
                      <a:pt x="557131" y="34562"/>
                      <a:pt x="552369" y="3456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5" name="Google Shape;1803;p39">
                <a:extLst>
                  <a:ext uri="{FF2B5EF4-FFF2-40B4-BE49-F238E27FC236}">
                    <a16:creationId xmlns:a16="http://schemas.microsoft.com/office/drawing/2014/main" id="{FDB91A4D-2ED1-A91C-65F3-6CA1914B82B1}"/>
                  </a:ext>
                </a:extLst>
              </p:cNvPr>
              <p:cNvSpPr/>
              <p:nvPr/>
            </p:nvSpPr>
            <p:spPr>
              <a:xfrm>
                <a:off x="8132760" y="4307508"/>
                <a:ext cx="234850" cy="278779"/>
              </a:xfrm>
              <a:custGeom>
                <a:avLst/>
                <a:gdLst/>
                <a:ahLst/>
                <a:cxnLst/>
                <a:rect l="l" t="t" r="r" b="b"/>
                <a:pathLst>
                  <a:path w="234850" h="278779" extrusionOk="0">
                    <a:moveTo>
                      <a:pt x="9507" y="278779"/>
                    </a:moveTo>
                    <a:cubicBezTo>
                      <a:pt x="7316" y="278779"/>
                      <a:pt x="5221" y="278017"/>
                      <a:pt x="3411" y="276588"/>
                    </a:cubicBezTo>
                    <a:cubicBezTo>
                      <a:pt x="-589" y="273255"/>
                      <a:pt x="-1161" y="267254"/>
                      <a:pt x="2173" y="263158"/>
                    </a:cubicBezTo>
                    <a:lnTo>
                      <a:pt x="218010" y="3411"/>
                    </a:lnTo>
                    <a:cubicBezTo>
                      <a:pt x="221343" y="-589"/>
                      <a:pt x="227344" y="-1161"/>
                      <a:pt x="231440" y="2173"/>
                    </a:cubicBezTo>
                    <a:cubicBezTo>
                      <a:pt x="235440" y="5507"/>
                      <a:pt x="236012" y="11508"/>
                      <a:pt x="232678" y="15603"/>
                    </a:cubicBezTo>
                    <a:lnTo>
                      <a:pt x="16841" y="275350"/>
                    </a:lnTo>
                    <a:cubicBezTo>
                      <a:pt x="14936" y="277636"/>
                      <a:pt x="12174" y="278779"/>
                      <a:pt x="9507" y="27877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6" name="Google Shape;1804;p39">
                <a:extLst>
                  <a:ext uri="{FF2B5EF4-FFF2-40B4-BE49-F238E27FC236}">
                    <a16:creationId xmlns:a16="http://schemas.microsoft.com/office/drawing/2014/main" id="{5A47B800-3A09-C2B3-72E4-49BEA75E1AF4}"/>
                  </a:ext>
                </a:extLst>
              </p:cNvPr>
              <p:cNvSpPr/>
              <p:nvPr/>
            </p:nvSpPr>
            <p:spPr>
              <a:xfrm>
                <a:off x="8283638" y="4415333"/>
                <a:ext cx="161029" cy="106089"/>
              </a:xfrm>
              <a:custGeom>
                <a:avLst/>
                <a:gdLst/>
                <a:ahLst/>
                <a:cxnLst/>
                <a:rect l="l" t="t" r="r" b="b"/>
                <a:pathLst>
                  <a:path w="161029" h="106089" extrusionOk="0">
                    <a:moveTo>
                      <a:pt x="9506" y="106089"/>
                    </a:moveTo>
                    <a:cubicBezTo>
                      <a:pt x="6267" y="106089"/>
                      <a:pt x="3219" y="104470"/>
                      <a:pt x="1409" y="101517"/>
                    </a:cubicBezTo>
                    <a:cubicBezTo>
                      <a:pt x="-1353" y="97040"/>
                      <a:pt x="76" y="91135"/>
                      <a:pt x="4553" y="88372"/>
                    </a:cubicBezTo>
                    <a:lnTo>
                      <a:pt x="146475" y="1409"/>
                    </a:lnTo>
                    <a:cubicBezTo>
                      <a:pt x="150952" y="-1353"/>
                      <a:pt x="156857" y="76"/>
                      <a:pt x="159620" y="4553"/>
                    </a:cubicBezTo>
                    <a:cubicBezTo>
                      <a:pt x="162382" y="9029"/>
                      <a:pt x="160953" y="14935"/>
                      <a:pt x="156476" y="17697"/>
                    </a:cubicBezTo>
                    <a:lnTo>
                      <a:pt x="14554" y="104660"/>
                    </a:lnTo>
                    <a:cubicBezTo>
                      <a:pt x="12935" y="105613"/>
                      <a:pt x="11220" y="106089"/>
                      <a:pt x="9506" y="10608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7" name="Google Shape;1805;p39">
                <a:extLst>
                  <a:ext uri="{FF2B5EF4-FFF2-40B4-BE49-F238E27FC236}">
                    <a16:creationId xmlns:a16="http://schemas.microsoft.com/office/drawing/2014/main" id="{C31CC716-66FD-9B89-50C3-86D95FAB9479}"/>
                  </a:ext>
                </a:extLst>
              </p:cNvPr>
              <p:cNvSpPr/>
              <p:nvPr/>
            </p:nvSpPr>
            <p:spPr>
              <a:xfrm>
                <a:off x="7173260" y="3454974"/>
                <a:ext cx="68066" cy="181670"/>
              </a:xfrm>
              <a:custGeom>
                <a:avLst/>
                <a:gdLst/>
                <a:ahLst/>
                <a:cxnLst/>
                <a:rect l="l" t="t" r="r" b="b"/>
                <a:pathLst>
                  <a:path w="68066" h="181670" extrusionOk="0">
                    <a:moveTo>
                      <a:pt x="58512" y="181671"/>
                    </a:moveTo>
                    <a:cubicBezTo>
                      <a:pt x="54417" y="181671"/>
                      <a:pt x="50607" y="179004"/>
                      <a:pt x="49368" y="174908"/>
                    </a:cubicBezTo>
                    <a:lnTo>
                      <a:pt x="410" y="12316"/>
                    </a:lnTo>
                    <a:cubicBezTo>
                      <a:pt x="-1114" y="7268"/>
                      <a:pt x="1743" y="1934"/>
                      <a:pt x="6792" y="410"/>
                    </a:cubicBezTo>
                    <a:cubicBezTo>
                      <a:pt x="11840" y="-1114"/>
                      <a:pt x="17174" y="1743"/>
                      <a:pt x="18698" y="6792"/>
                    </a:cubicBezTo>
                    <a:lnTo>
                      <a:pt x="67656" y="169383"/>
                    </a:lnTo>
                    <a:cubicBezTo>
                      <a:pt x="69180" y="174432"/>
                      <a:pt x="66323" y="179766"/>
                      <a:pt x="61275" y="181290"/>
                    </a:cubicBezTo>
                    <a:cubicBezTo>
                      <a:pt x="60417" y="181480"/>
                      <a:pt x="59465" y="181671"/>
                      <a:pt x="58512" y="18167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8" name="Google Shape;1806;p39">
                <a:extLst>
                  <a:ext uri="{FF2B5EF4-FFF2-40B4-BE49-F238E27FC236}">
                    <a16:creationId xmlns:a16="http://schemas.microsoft.com/office/drawing/2014/main" id="{463FE1BC-30C8-FFC0-F6B0-F270BB772D31}"/>
                  </a:ext>
                </a:extLst>
              </p:cNvPr>
              <p:cNvSpPr/>
              <p:nvPr/>
            </p:nvSpPr>
            <p:spPr>
              <a:xfrm>
                <a:off x="7246642" y="3402054"/>
                <a:ext cx="39984" cy="103335"/>
              </a:xfrm>
              <a:custGeom>
                <a:avLst/>
                <a:gdLst/>
                <a:ahLst/>
                <a:cxnLst/>
                <a:rect l="l" t="t" r="r" b="b"/>
                <a:pathLst>
                  <a:path w="39984" h="103335" extrusionOk="0">
                    <a:moveTo>
                      <a:pt x="9515" y="103336"/>
                    </a:moveTo>
                    <a:cubicBezTo>
                      <a:pt x="8753" y="103336"/>
                      <a:pt x="7991" y="103241"/>
                      <a:pt x="7229" y="103050"/>
                    </a:cubicBezTo>
                    <a:cubicBezTo>
                      <a:pt x="2085" y="101812"/>
                      <a:pt x="-963" y="96573"/>
                      <a:pt x="275" y="91525"/>
                    </a:cubicBezTo>
                    <a:lnTo>
                      <a:pt x="21230" y="7228"/>
                    </a:lnTo>
                    <a:cubicBezTo>
                      <a:pt x="22469" y="2085"/>
                      <a:pt x="27707" y="-963"/>
                      <a:pt x="32756" y="275"/>
                    </a:cubicBezTo>
                    <a:cubicBezTo>
                      <a:pt x="37899" y="1514"/>
                      <a:pt x="40947" y="6752"/>
                      <a:pt x="39709" y="11801"/>
                    </a:cubicBezTo>
                    <a:lnTo>
                      <a:pt x="18754" y="96097"/>
                    </a:lnTo>
                    <a:cubicBezTo>
                      <a:pt x="17706" y="100478"/>
                      <a:pt x="13801" y="103336"/>
                      <a:pt x="9515" y="10333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9" name="Google Shape;1807;p39">
                <a:extLst>
                  <a:ext uri="{FF2B5EF4-FFF2-40B4-BE49-F238E27FC236}">
                    <a16:creationId xmlns:a16="http://schemas.microsoft.com/office/drawing/2014/main" id="{9BB3C332-61C6-1955-9C97-74F0ECBE3F61}"/>
                  </a:ext>
                </a:extLst>
              </p:cNvPr>
              <p:cNvSpPr/>
              <p:nvPr/>
            </p:nvSpPr>
            <p:spPr>
              <a:xfrm>
                <a:off x="7433141" y="2916946"/>
                <a:ext cx="377315" cy="202110"/>
              </a:xfrm>
              <a:custGeom>
                <a:avLst/>
                <a:gdLst/>
                <a:ahLst/>
                <a:cxnLst/>
                <a:rect l="l" t="t" r="r" b="b"/>
                <a:pathLst>
                  <a:path w="377315" h="202110" extrusionOk="0">
                    <a:moveTo>
                      <a:pt x="367750" y="202110"/>
                    </a:moveTo>
                    <a:cubicBezTo>
                      <a:pt x="367464" y="202110"/>
                      <a:pt x="367179" y="202110"/>
                      <a:pt x="366798" y="202110"/>
                    </a:cubicBezTo>
                    <a:cubicBezTo>
                      <a:pt x="127625" y="179060"/>
                      <a:pt x="3133" y="16849"/>
                      <a:pt x="1895" y="15230"/>
                    </a:cubicBezTo>
                    <a:cubicBezTo>
                      <a:pt x="-1248" y="11039"/>
                      <a:pt x="-391" y="5038"/>
                      <a:pt x="3800" y="1895"/>
                    </a:cubicBezTo>
                    <a:cubicBezTo>
                      <a:pt x="7991" y="-1248"/>
                      <a:pt x="13992" y="-391"/>
                      <a:pt x="17135" y="3800"/>
                    </a:cubicBezTo>
                    <a:cubicBezTo>
                      <a:pt x="18278" y="5324"/>
                      <a:pt x="138102" y="160962"/>
                      <a:pt x="368703" y="183156"/>
                    </a:cubicBezTo>
                    <a:cubicBezTo>
                      <a:pt x="373941" y="183632"/>
                      <a:pt x="377751" y="188299"/>
                      <a:pt x="377275" y="193538"/>
                    </a:cubicBezTo>
                    <a:cubicBezTo>
                      <a:pt x="376704" y="198396"/>
                      <a:pt x="372513" y="202110"/>
                      <a:pt x="367750" y="20211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0" name="Google Shape;1808;p39">
                <a:extLst>
                  <a:ext uri="{FF2B5EF4-FFF2-40B4-BE49-F238E27FC236}">
                    <a16:creationId xmlns:a16="http://schemas.microsoft.com/office/drawing/2014/main" id="{B8168364-FD08-6319-04E4-3D79C75305F5}"/>
                  </a:ext>
                </a:extLst>
              </p:cNvPr>
              <p:cNvSpPr/>
              <p:nvPr/>
            </p:nvSpPr>
            <p:spPr>
              <a:xfrm>
                <a:off x="8089499" y="4567230"/>
                <a:ext cx="130411" cy="459016"/>
              </a:xfrm>
              <a:custGeom>
                <a:avLst/>
                <a:gdLst/>
                <a:ahLst/>
                <a:cxnLst/>
                <a:rect l="l" t="t" r="r" b="b"/>
                <a:pathLst>
                  <a:path w="130411" h="459016" extrusionOk="0">
                    <a:moveTo>
                      <a:pt x="93154" y="459016"/>
                    </a:moveTo>
                    <a:lnTo>
                      <a:pt x="9525" y="459016"/>
                    </a:lnTo>
                    <a:cubicBezTo>
                      <a:pt x="4286" y="459016"/>
                      <a:pt x="0" y="454730"/>
                      <a:pt x="0" y="449491"/>
                    </a:cubicBezTo>
                    <a:lnTo>
                      <a:pt x="0" y="34011"/>
                    </a:lnTo>
                    <a:cubicBezTo>
                      <a:pt x="0" y="28772"/>
                      <a:pt x="4286" y="24486"/>
                      <a:pt x="9525" y="24486"/>
                    </a:cubicBezTo>
                    <a:cubicBezTo>
                      <a:pt x="14764" y="24486"/>
                      <a:pt x="19050" y="28772"/>
                      <a:pt x="19050" y="34011"/>
                    </a:cubicBezTo>
                    <a:lnTo>
                      <a:pt x="19050" y="439966"/>
                    </a:lnTo>
                    <a:lnTo>
                      <a:pt x="84201" y="439966"/>
                    </a:lnTo>
                    <a:lnTo>
                      <a:pt x="111347" y="8960"/>
                    </a:lnTo>
                    <a:cubicBezTo>
                      <a:pt x="111633" y="3722"/>
                      <a:pt x="116205" y="-184"/>
                      <a:pt x="121444" y="7"/>
                    </a:cubicBezTo>
                    <a:cubicBezTo>
                      <a:pt x="126683" y="388"/>
                      <a:pt x="130683" y="4865"/>
                      <a:pt x="130397" y="10103"/>
                    </a:cubicBezTo>
                    <a:lnTo>
                      <a:pt x="102679" y="450063"/>
                    </a:lnTo>
                    <a:cubicBezTo>
                      <a:pt x="102299" y="455111"/>
                      <a:pt x="98203" y="459016"/>
                      <a:pt x="93154" y="45901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1" name="Google Shape;1809;p39">
                <a:extLst>
                  <a:ext uri="{FF2B5EF4-FFF2-40B4-BE49-F238E27FC236}">
                    <a16:creationId xmlns:a16="http://schemas.microsoft.com/office/drawing/2014/main" id="{A98DDD10-346E-8C92-D8F0-0BC3427B3AA6}"/>
                  </a:ext>
                </a:extLst>
              </p:cNvPr>
              <p:cNvSpPr/>
              <p:nvPr/>
            </p:nvSpPr>
            <p:spPr>
              <a:xfrm>
                <a:off x="7102986" y="4710935"/>
                <a:ext cx="296841" cy="1090647"/>
              </a:xfrm>
              <a:custGeom>
                <a:avLst/>
                <a:gdLst/>
                <a:ahLst/>
                <a:cxnLst/>
                <a:rect l="l" t="t" r="r" b="b"/>
                <a:pathLst>
                  <a:path w="296841" h="1090647" extrusionOk="0">
                    <a:moveTo>
                      <a:pt x="9533" y="1090647"/>
                    </a:moveTo>
                    <a:cubicBezTo>
                      <a:pt x="9057" y="1090647"/>
                      <a:pt x="8581" y="1090647"/>
                      <a:pt x="8105" y="1090552"/>
                    </a:cubicBezTo>
                    <a:cubicBezTo>
                      <a:pt x="2866" y="1089790"/>
                      <a:pt x="-659" y="1084932"/>
                      <a:pt x="103" y="1079694"/>
                    </a:cubicBezTo>
                    <a:cubicBezTo>
                      <a:pt x="866" y="1074645"/>
                      <a:pt x="75732" y="575154"/>
                      <a:pt x="119547" y="382273"/>
                    </a:cubicBezTo>
                    <a:cubicBezTo>
                      <a:pt x="163648" y="188058"/>
                      <a:pt x="278138" y="6321"/>
                      <a:pt x="279281" y="4416"/>
                    </a:cubicBezTo>
                    <a:cubicBezTo>
                      <a:pt x="282139" y="-61"/>
                      <a:pt x="287949" y="-1299"/>
                      <a:pt x="292426" y="1463"/>
                    </a:cubicBezTo>
                    <a:cubicBezTo>
                      <a:pt x="296903" y="4226"/>
                      <a:pt x="298141" y="10131"/>
                      <a:pt x="295379" y="14608"/>
                    </a:cubicBezTo>
                    <a:cubicBezTo>
                      <a:pt x="294236" y="16418"/>
                      <a:pt x="181460" y="195583"/>
                      <a:pt x="138121" y="386464"/>
                    </a:cubicBezTo>
                    <a:cubicBezTo>
                      <a:pt x="94496" y="578678"/>
                      <a:pt x="19725" y="1077503"/>
                      <a:pt x="18963" y="1082456"/>
                    </a:cubicBezTo>
                    <a:cubicBezTo>
                      <a:pt x="18296" y="1087218"/>
                      <a:pt x="14201" y="1090647"/>
                      <a:pt x="9533" y="109064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2" name="Google Shape;1810;p39">
                <a:extLst>
                  <a:ext uri="{FF2B5EF4-FFF2-40B4-BE49-F238E27FC236}">
                    <a16:creationId xmlns:a16="http://schemas.microsoft.com/office/drawing/2014/main" id="{C0CB31FD-5CC5-5B68-1462-3E816666D37D}"/>
                  </a:ext>
                </a:extLst>
              </p:cNvPr>
              <p:cNvSpPr/>
              <p:nvPr/>
            </p:nvSpPr>
            <p:spPr>
              <a:xfrm>
                <a:off x="7211067" y="4798414"/>
                <a:ext cx="370145" cy="359182"/>
              </a:xfrm>
              <a:custGeom>
                <a:avLst/>
                <a:gdLst/>
                <a:ahLst/>
                <a:cxnLst/>
                <a:rect l="l" t="t" r="r" b="b"/>
                <a:pathLst>
                  <a:path w="370145" h="359182" extrusionOk="0">
                    <a:moveTo>
                      <a:pt x="9466" y="359182"/>
                    </a:moveTo>
                    <a:cubicBezTo>
                      <a:pt x="4894" y="359182"/>
                      <a:pt x="893" y="355944"/>
                      <a:pt x="131" y="351276"/>
                    </a:cubicBezTo>
                    <a:cubicBezTo>
                      <a:pt x="-726" y="346133"/>
                      <a:pt x="2703" y="341180"/>
                      <a:pt x="7942" y="340323"/>
                    </a:cubicBezTo>
                    <a:cubicBezTo>
                      <a:pt x="296549" y="291078"/>
                      <a:pt x="350842" y="10662"/>
                      <a:pt x="351318" y="7805"/>
                    </a:cubicBezTo>
                    <a:cubicBezTo>
                      <a:pt x="352270" y="2661"/>
                      <a:pt x="357223" y="-863"/>
                      <a:pt x="362367" y="185"/>
                    </a:cubicBezTo>
                    <a:cubicBezTo>
                      <a:pt x="367510" y="1137"/>
                      <a:pt x="370939" y="6090"/>
                      <a:pt x="369987" y="11234"/>
                    </a:cubicBezTo>
                    <a:cubicBezTo>
                      <a:pt x="369415" y="14187"/>
                      <a:pt x="312646" y="307652"/>
                      <a:pt x="11085" y="359087"/>
                    </a:cubicBezTo>
                    <a:cubicBezTo>
                      <a:pt x="10513" y="359087"/>
                      <a:pt x="10037" y="359182"/>
                      <a:pt x="9466" y="35918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3" name="Google Shape;1811;p39">
                <a:extLst>
                  <a:ext uri="{FF2B5EF4-FFF2-40B4-BE49-F238E27FC236}">
                    <a16:creationId xmlns:a16="http://schemas.microsoft.com/office/drawing/2014/main" id="{B8C2A231-EA8C-4BA4-BEA1-914387200EF0}"/>
                  </a:ext>
                </a:extLst>
              </p:cNvPr>
              <p:cNvSpPr/>
              <p:nvPr/>
            </p:nvSpPr>
            <p:spPr>
              <a:xfrm>
                <a:off x="8053515" y="5183114"/>
                <a:ext cx="534136" cy="618468"/>
              </a:xfrm>
              <a:custGeom>
                <a:avLst/>
                <a:gdLst/>
                <a:ahLst/>
                <a:cxnLst/>
                <a:rect l="l" t="t" r="r" b="b"/>
                <a:pathLst>
                  <a:path w="534136" h="618468" extrusionOk="0">
                    <a:moveTo>
                      <a:pt x="9504" y="618468"/>
                    </a:moveTo>
                    <a:cubicBezTo>
                      <a:pt x="8647" y="618468"/>
                      <a:pt x="7790" y="618373"/>
                      <a:pt x="6932" y="618087"/>
                    </a:cubicBezTo>
                    <a:cubicBezTo>
                      <a:pt x="1884" y="616658"/>
                      <a:pt x="-1069" y="611420"/>
                      <a:pt x="360" y="606276"/>
                    </a:cubicBezTo>
                    <a:lnTo>
                      <a:pt x="119994" y="186033"/>
                    </a:lnTo>
                    <a:cubicBezTo>
                      <a:pt x="120756" y="183366"/>
                      <a:pt x="122661" y="181080"/>
                      <a:pt x="125233" y="179937"/>
                    </a:cubicBezTo>
                    <a:lnTo>
                      <a:pt x="520711" y="867"/>
                    </a:lnTo>
                    <a:cubicBezTo>
                      <a:pt x="525473" y="-1324"/>
                      <a:pt x="531188" y="772"/>
                      <a:pt x="533284" y="5630"/>
                    </a:cubicBezTo>
                    <a:cubicBezTo>
                      <a:pt x="535475" y="10392"/>
                      <a:pt x="533284" y="16012"/>
                      <a:pt x="528521" y="18203"/>
                    </a:cubicBezTo>
                    <a:lnTo>
                      <a:pt x="137044" y="195463"/>
                    </a:lnTo>
                    <a:lnTo>
                      <a:pt x="18648" y="611420"/>
                    </a:lnTo>
                    <a:cubicBezTo>
                      <a:pt x="17505" y="615706"/>
                      <a:pt x="13695" y="618468"/>
                      <a:pt x="9504" y="6184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4" name="Google Shape;1812;p39">
                <a:extLst>
                  <a:ext uri="{FF2B5EF4-FFF2-40B4-BE49-F238E27FC236}">
                    <a16:creationId xmlns:a16="http://schemas.microsoft.com/office/drawing/2014/main" id="{045B921C-BEFC-2FC0-4D58-6761DBA378FD}"/>
                  </a:ext>
                </a:extLst>
              </p:cNvPr>
              <p:cNvSpPr/>
              <p:nvPr/>
            </p:nvSpPr>
            <p:spPr>
              <a:xfrm>
                <a:off x="8216548" y="5384363"/>
                <a:ext cx="357406" cy="34790"/>
              </a:xfrm>
              <a:custGeom>
                <a:avLst/>
                <a:gdLst/>
                <a:ahLst/>
                <a:cxnLst/>
                <a:rect l="l" t="t" r="r" b="b"/>
                <a:pathLst>
                  <a:path w="357406" h="34790" extrusionOk="0">
                    <a:moveTo>
                      <a:pt x="9539" y="34695"/>
                    </a:moveTo>
                    <a:cubicBezTo>
                      <a:pt x="4491" y="34695"/>
                      <a:pt x="300" y="30695"/>
                      <a:pt x="14" y="25646"/>
                    </a:cubicBezTo>
                    <a:cubicBezTo>
                      <a:pt x="-272" y="20407"/>
                      <a:pt x="3824" y="15931"/>
                      <a:pt x="9063" y="15740"/>
                    </a:cubicBezTo>
                    <a:lnTo>
                      <a:pt x="347391" y="24"/>
                    </a:lnTo>
                    <a:cubicBezTo>
                      <a:pt x="352630" y="-357"/>
                      <a:pt x="357106" y="3834"/>
                      <a:pt x="357392" y="9073"/>
                    </a:cubicBezTo>
                    <a:cubicBezTo>
                      <a:pt x="357678" y="14312"/>
                      <a:pt x="353582" y="18788"/>
                      <a:pt x="348343" y="19074"/>
                    </a:cubicBezTo>
                    <a:lnTo>
                      <a:pt x="10015" y="34790"/>
                    </a:lnTo>
                    <a:cubicBezTo>
                      <a:pt x="9825" y="34695"/>
                      <a:pt x="9634" y="34695"/>
                      <a:pt x="9539" y="3469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5" name="Google Shape;1813;p39">
                <a:extLst>
                  <a:ext uri="{FF2B5EF4-FFF2-40B4-BE49-F238E27FC236}">
                    <a16:creationId xmlns:a16="http://schemas.microsoft.com/office/drawing/2014/main" id="{AE03EE90-6600-D883-7F9A-97FED5E4F39B}"/>
                  </a:ext>
                </a:extLst>
              </p:cNvPr>
              <p:cNvSpPr/>
              <p:nvPr/>
            </p:nvSpPr>
            <p:spPr>
              <a:xfrm>
                <a:off x="7953501" y="2389951"/>
                <a:ext cx="175944" cy="145603"/>
              </a:xfrm>
              <a:custGeom>
                <a:avLst/>
                <a:gdLst/>
                <a:ahLst/>
                <a:cxnLst/>
                <a:rect l="l" t="t" r="r" b="b"/>
                <a:pathLst>
                  <a:path w="175944" h="145603" extrusionOk="0">
                    <a:moveTo>
                      <a:pt x="132378" y="145603"/>
                    </a:moveTo>
                    <a:cubicBezTo>
                      <a:pt x="125425" y="145603"/>
                      <a:pt x="117900" y="143889"/>
                      <a:pt x="109518" y="141603"/>
                    </a:cubicBezTo>
                    <a:cubicBezTo>
                      <a:pt x="101898" y="139507"/>
                      <a:pt x="93326" y="137221"/>
                      <a:pt x="83515" y="136078"/>
                    </a:cubicBezTo>
                    <a:cubicBezTo>
                      <a:pt x="74181" y="135030"/>
                      <a:pt x="64275" y="135221"/>
                      <a:pt x="54654" y="135316"/>
                    </a:cubicBezTo>
                    <a:cubicBezTo>
                      <a:pt x="33795" y="135602"/>
                      <a:pt x="14078" y="135888"/>
                      <a:pt x="4648" y="122838"/>
                    </a:cubicBezTo>
                    <a:cubicBezTo>
                      <a:pt x="-1353" y="114456"/>
                      <a:pt x="-1543" y="102645"/>
                      <a:pt x="4077" y="86643"/>
                    </a:cubicBezTo>
                    <a:cubicBezTo>
                      <a:pt x="22460" y="34161"/>
                      <a:pt x="73800" y="-4606"/>
                      <a:pt x="118567" y="442"/>
                    </a:cubicBezTo>
                    <a:cubicBezTo>
                      <a:pt x="137998" y="2633"/>
                      <a:pt x="154381" y="12729"/>
                      <a:pt x="164573" y="28922"/>
                    </a:cubicBezTo>
                    <a:cubicBezTo>
                      <a:pt x="177908" y="50163"/>
                      <a:pt x="179622" y="79500"/>
                      <a:pt x="169145" y="109313"/>
                    </a:cubicBezTo>
                    <a:cubicBezTo>
                      <a:pt x="159144" y="137507"/>
                      <a:pt x="147333" y="145603"/>
                      <a:pt x="132378" y="145603"/>
                    </a:cubicBezTo>
                    <a:close/>
                    <a:moveTo>
                      <a:pt x="64465" y="116171"/>
                    </a:moveTo>
                    <a:cubicBezTo>
                      <a:pt x="71418" y="116171"/>
                      <a:pt x="78467" y="116361"/>
                      <a:pt x="85515" y="117123"/>
                    </a:cubicBezTo>
                    <a:cubicBezTo>
                      <a:pt x="96850" y="118362"/>
                      <a:pt x="106185" y="120933"/>
                      <a:pt x="114471" y="123219"/>
                    </a:cubicBezTo>
                    <a:cubicBezTo>
                      <a:pt x="136188" y="129125"/>
                      <a:pt x="141332" y="130554"/>
                      <a:pt x="151047" y="102931"/>
                    </a:cubicBezTo>
                    <a:cubicBezTo>
                      <a:pt x="159620" y="78642"/>
                      <a:pt x="158572" y="55306"/>
                      <a:pt x="148285" y="39018"/>
                    </a:cubicBezTo>
                    <a:cubicBezTo>
                      <a:pt x="141141" y="27684"/>
                      <a:pt x="130092" y="20826"/>
                      <a:pt x="116376" y="19302"/>
                    </a:cubicBezTo>
                    <a:cubicBezTo>
                      <a:pt x="79896" y="15301"/>
                      <a:pt x="37605" y="48258"/>
                      <a:pt x="21984" y="92930"/>
                    </a:cubicBezTo>
                    <a:cubicBezTo>
                      <a:pt x="17412" y="105884"/>
                      <a:pt x="19126" y="110361"/>
                      <a:pt x="20079" y="111694"/>
                    </a:cubicBezTo>
                    <a:cubicBezTo>
                      <a:pt x="23698" y="116742"/>
                      <a:pt x="39986" y="116552"/>
                      <a:pt x="54369" y="116266"/>
                    </a:cubicBezTo>
                    <a:cubicBezTo>
                      <a:pt x="57702" y="116266"/>
                      <a:pt x="61036" y="116171"/>
                      <a:pt x="64465" y="11617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6" name="Google Shape;1814;p39">
                <a:extLst>
                  <a:ext uri="{FF2B5EF4-FFF2-40B4-BE49-F238E27FC236}">
                    <a16:creationId xmlns:a16="http://schemas.microsoft.com/office/drawing/2014/main" id="{4BEC0867-C27C-AA1D-0ED7-0F1190E3A7EB}"/>
                  </a:ext>
                </a:extLst>
              </p:cNvPr>
              <p:cNvSpPr/>
              <p:nvPr/>
            </p:nvSpPr>
            <p:spPr>
              <a:xfrm rot="-2700000">
                <a:off x="7700694" y="2180809"/>
                <a:ext cx="187173" cy="187173"/>
              </a:xfrm>
              <a:custGeom>
                <a:avLst/>
                <a:gdLst/>
                <a:ahLst/>
                <a:cxnLst/>
                <a:rect l="l" t="t" r="r" b="b"/>
                <a:pathLst>
                  <a:path w="187069" h="187069" extrusionOk="0">
                    <a:moveTo>
                      <a:pt x="187069" y="93535"/>
                    </a:moveTo>
                    <a:cubicBezTo>
                      <a:pt x="187069" y="145192"/>
                      <a:pt x="145192" y="187069"/>
                      <a:pt x="93535" y="187069"/>
                    </a:cubicBezTo>
                    <a:cubicBezTo>
                      <a:pt x="41877" y="187069"/>
                      <a:pt x="0" y="145192"/>
                      <a:pt x="0" y="93535"/>
                    </a:cubicBezTo>
                    <a:cubicBezTo>
                      <a:pt x="0" y="41877"/>
                      <a:pt x="41877" y="0"/>
                      <a:pt x="93535" y="0"/>
                    </a:cubicBezTo>
                    <a:cubicBezTo>
                      <a:pt x="145192" y="0"/>
                      <a:pt x="187069" y="41877"/>
                      <a:pt x="187069" y="93535"/>
                    </a:cubicBez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7" name="Google Shape;1815;p39">
                <a:extLst>
                  <a:ext uri="{FF2B5EF4-FFF2-40B4-BE49-F238E27FC236}">
                    <a16:creationId xmlns:a16="http://schemas.microsoft.com/office/drawing/2014/main" id="{6536AD56-DB69-DB04-F513-3CF6416CDEA5}"/>
                  </a:ext>
                </a:extLst>
              </p:cNvPr>
              <p:cNvSpPr/>
              <p:nvPr/>
            </p:nvSpPr>
            <p:spPr>
              <a:xfrm>
                <a:off x="7750660" y="1996708"/>
                <a:ext cx="196665" cy="178801"/>
              </a:xfrm>
              <a:custGeom>
                <a:avLst/>
                <a:gdLst/>
                <a:ahLst/>
                <a:cxnLst/>
                <a:rect l="l" t="t" r="r" b="b"/>
                <a:pathLst>
                  <a:path w="196665" h="178801" extrusionOk="0">
                    <a:moveTo>
                      <a:pt x="98047" y="178801"/>
                    </a:moveTo>
                    <a:cubicBezTo>
                      <a:pt x="80330" y="178801"/>
                      <a:pt x="62518" y="174229"/>
                      <a:pt x="47183" y="164799"/>
                    </a:cubicBezTo>
                    <a:cubicBezTo>
                      <a:pt x="12798" y="143845"/>
                      <a:pt x="-5871" y="101649"/>
                      <a:pt x="1654" y="62120"/>
                    </a:cubicBezTo>
                    <a:cubicBezTo>
                      <a:pt x="2606" y="56976"/>
                      <a:pt x="7655" y="53547"/>
                      <a:pt x="12798" y="54595"/>
                    </a:cubicBezTo>
                    <a:cubicBezTo>
                      <a:pt x="17941" y="55548"/>
                      <a:pt x="21370" y="60596"/>
                      <a:pt x="20323" y="65739"/>
                    </a:cubicBezTo>
                    <a:cubicBezTo>
                      <a:pt x="14322" y="97077"/>
                      <a:pt x="29752" y="131938"/>
                      <a:pt x="56994" y="148512"/>
                    </a:cubicBezTo>
                    <a:cubicBezTo>
                      <a:pt x="84235" y="165085"/>
                      <a:pt x="122240" y="162799"/>
                      <a:pt x="147386" y="143082"/>
                    </a:cubicBezTo>
                    <a:cubicBezTo>
                      <a:pt x="172437" y="123366"/>
                      <a:pt x="183581" y="86885"/>
                      <a:pt x="173866" y="56500"/>
                    </a:cubicBezTo>
                    <a:cubicBezTo>
                      <a:pt x="170341" y="45642"/>
                      <a:pt x="164722" y="36593"/>
                      <a:pt x="157673" y="30497"/>
                    </a:cubicBezTo>
                    <a:cubicBezTo>
                      <a:pt x="148339" y="22401"/>
                      <a:pt x="134813" y="18305"/>
                      <a:pt x="121669" y="19543"/>
                    </a:cubicBezTo>
                    <a:cubicBezTo>
                      <a:pt x="108905" y="20781"/>
                      <a:pt x="96237" y="26687"/>
                      <a:pt x="86140" y="36212"/>
                    </a:cubicBezTo>
                    <a:cubicBezTo>
                      <a:pt x="76235" y="45547"/>
                      <a:pt x="69948" y="57262"/>
                      <a:pt x="68329" y="69264"/>
                    </a:cubicBezTo>
                    <a:cubicBezTo>
                      <a:pt x="66710" y="81646"/>
                      <a:pt x="70519" y="94600"/>
                      <a:pt x="78425" y="102792"/>
                    </a:cubicBezTo>
                    <a:cubicBezTo>
                      <a:pt x="86426" y="111269"/>
                      <a:pt x="99285" y="114984"/>
                      <a:pt x="109667" y="111745"/>
                    </a:cubicBezTo>
                    <a:cubicBezTo>
                      <a:pt x="120145" y="108507"/>
                      <a:pt x="127955" y="98029"/>
                      <a:pt x="127479" y="87742"/>
                    </a:cubicBezTo>
                    <a:cubicBezTo>
                      <a:pt x="127193" y="82313"/>
                      <a:pt x="124622" y="77455"/>
                      <a:pt x="120907" y="75550"/>
                    </a:cubicBezTo>
                    <a:cubicBezTo>
                      <a:pt x="119478" y="74788"/>
                      <a:pt x="117478" y="74598"/>
                      <a:pt x="115668" y="75074"/>
                    </a:cubicBezTo>
                    <a:cubicBezTo>
                      <a:pt x="114144" y="75455"/>
                      <a:pt x="113001" y="76217"/>
                      <a:pt x="112525" y="77170"/>
                    </a:cubicBezTo>
                    <a:cubicBezTo>
                      <a:pt x="110143" y="81837"/>
                      <a:pt x="104333" y="83647"/>
                      <a:pt x="99666" y="81170"/>
                    </a:cubicBezTo>
                    <a:cubicBezTo>
                      <a:pt x="94999" y="78693"/>
                      <a:pt x="93189" y="72978"/>
                      <a:pt x="95665" y="68311"/>
                    </a:cubicBezTo>
                    <a:cubicBezTo>
                      <a:pt x="98714" y="62501"/>
                      <a:pt x="104333" y="58215"/>
                      <a:pt x="111191" y="56500"/>
                    </a:cubicBezTo>
                    <a:cubicBezTo>
                      <a:pt x="117478" y="54976"/>
                      <a:pt x="124240" y="55738"/>
                      <a:pt x="129860" y="58596"/>
                    </a:cubicBezTo>
                    <a:cubicBezTo>
                      <a:pt x="139671" y="63739"/>
                      <a:pt x="146053" y="74502"/>
                      <a:pt x="146624" y="86790"/>
                    </a:cubicBezTo>
                    <a:cubicBezTo>
                      <a:pt x="147481" y="105649"/>
                      <a:pt x="134051" y="124128"/>
                      <a:pt x="115287" y="129843"/>
                    </a:cubicBezTo>
                    <a:cubicBezTo>
                      <a:pt x="98047" y="135081"/>
                      <a:pt x="77759" y="129462"/>
                      <a:pt x="64709" y="115746"/>
                    </a:cubicBezTo>
                    <a:cubicBezTo>
                      <a:pt x="52803" y="103173"/>
                      <a:pt x="47088" y="84789"/>
                      <a:pt x="49564" y="66501"/>
                    </a:cubicBezTo>
                    <a:cubicBezTo>
                      <a:pt x="51755" y="50214"/>
                      <a:pt x="60137" y="34497"/>
                      <a:pt x="73186" y="22115"/>
                    </a:cubicBezTo>
                    <a:cubicBezTo>
                      <a:pt x="86331" y="9637"/>
                      <a:pt x="103000" y="1922"/>
                      <a:pt x="120049" y="303"/>
                    </a:cubicBezTo>
                    <a:cubicBezTo>
                      <a:pt x="138623" y="-1412"/>
                      <a:pt x="156816" y="4208"/>
                      <a:pt x="170246" y="15828"/>
                    </a:cubicBezTo>
                    <a:cubicBezTo>
                      <a:pt x="179962" y="24306"/>
                      <a:pt x="187582" y="36212"/>
                      <a:pt x="192154" y="50404"/>
                    </a:cubicBezTo>
                    <a:cubicBezTo>
                      <a:pt x="204441" y="88695"/>
                      <a:pt x="191011" y="132891"/>
                      <a:pt x="159388" y="157751"/>
                    </a:cubicBezTo>
                    <a:cubicBezTo>
                      <a:pt x="141862" y="171753"/>
                      <a:pt x="119954" y="178801"/>
                      <a:pt x="98047" y="17880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8" name="Google Shape;1816;p39">
                <a:extLst>
                  <a:ext uri="{FF2B5EF4-FFF2-40B4-BE49-F238E27FC236}">
                    <a16:creationId xmlns:a16="http://schemas.microsoft.com/office/drawing/2014/main" id="{07D2F487-4C54-10D1-868F-6B84D137A870}"/>
                  </a:ext>
                </a:extLst>
              </p:cNvPr>
              <p:cNvSpPr/>
              <p:nvPr/>
            </p:nvSpPr>
            <p:spPr>
              <a:xfrm>
                <a:off x="8091941" y="2000137"/>
                <a:ext cx="196474" cy="178706"/>
              </a:xfrm>
              <a:custGeom>
                <a:avLst/>
                <a:gdLst/>
                <a:ahLst/>
                <a:cxnLst/>
                <a:rect l="l" t="t" r="r" b="b"/>
                <a:pathLst>
                  <a:path w="196474" h="178706" extrusionOk="0">
                    <a:moveTo>
                      <a:pt x="98047" y="178706"/>
                    </a:moveTo>
                    <a:cubicBezTo>
                      <a:pt x="80330" y="178706"/>
                      <a:pt x="62518" y="174134"/>
                      <a:pt x="47183" y="164704"/>
                    </a:cubicBezTo>
                    <a:cubicBezTo>
                      <a:pt x="12798" y="143749"/>
                      <a:pt x="-5871" y="101554"/>
                      <a:pt x="1654" y="62025"/>
                    </a:cubicBezTo>
                    <a:cubicBezTo>
                      <a:pt x="2606" y="56881"/>
                      <a:pt x="7654" y="53452"/>
                      <a:pt x="12798" y="54500"/>
                    </a:cubicBezTo>
                    <a:cubicBezTo>
                      <a:pt x="17941" y="55453"/>
                      <a:pt x="21370" y="60501"/>
                      <a:pt x="20323" y="65644"/>
                    </a:cubicBezTo>
                    <a:cubicBezTo>
                      <a:pt x="14322" y="96982"/>
                      <a:pt x="29752" y="131843"/>
                      <a:pt x="56994" y="148417"/>
                    </a:cubicBezTo>
                    <a:cubicBezTo>
                      <a:pt x="84235" y="164990"/>
                      <a:pt x="122240" y="162704"/>
                      <a:pt x="147386" y="142987"/>
                    </a:cubicBezTo>
                    <a:cubicBezTo>
                      <a:pt x="172437" y="123175"/>
                      <a:pt x="183581" y="86790"/>
                      <a:pt x="173866" y="56405"/>
                    </a:cubicBezTo>
                    <a:cubicBezTo>
                      <a:pt x="170341" y="45547"/>
                      <a:pt x="164722" y="36498"/>
                      <a:pt x="157673" y="30402"/>
                    </a:cubicBezTo>
                    <a:cubicBezTo>
                      <a:pt x="148339" y="22306"/>
                      <a:pt x="134908" y="18210"/>
                      <a:pt x="121669" y="19448"/>
                    </a:cubicBezTo>
                    <a:cubicBezTo>
                      <a:pt x="108905" y="20686"/>
                      <a:pt x="96237" y="26592"/>
                      <a:pt x="86140" y="36117"/>
                    </a:cubicBezTo>
                    <a:cubicBezTo>
                      <a:pt x="76235" y="45451"/>
                      <a:pt x="69948" y="57167"/>
                      <a:pt x="68329" y="69169"/>
                    </a:cubicBezTo>
                    <a:cubicBezTo>
                      <a:pt x="66710" y="81551"/>
                      <a:pt x="70519" y="94505"/>
                      <a:pt x="78425" y="102697"/>
                    </a:cubicBezTo>
                    <a:cubicBezTo>
                      <a:pt x="86522" y="111174"/>
                      <a:pt x="99285" y="114889"/>
                      <a:pt x="109667" y="111650"/>
                    </a:cubicBezTo>
                    <a:cubicBezTo>
                      <a:pt x="120145" y="108412"/>
                      <a:pt x="127955" y="97934"/>
                      <a:pt x="127479" y="87647"/>
                    </a:cubicBezTo>
                    <a:cubicBezTo>
                      <a:pt x="127193" y="82218"/>
                      <a:pt x="124622" y="77360"/>
                      <a:pt x="120907" y="75455"/>
                    </a:cubicBezTo>
                    <a:cubicBezTo>
                      <a:pt x="119287" y="74598"/>
                      <a:pt x="117097" y="74503"/>
                      <a:pt x="115192" y="75074"/>
                    </a:cubicBezTo>
                    <a:cubicBezTo>
                      <a:pt x="114430" y="75265"/>
                      <a:pt x="113096" y="75931"/>
                      <a:pt x="112429" y="77074"/>
                    </a:cubicBezTo>
                    <a:cubicBezTo>
                      <a:pt x="110048" y="81742"/>
                      <a:pt x="104238" y="83551"/>
                      <a:pt x="99571" y="81075"/>
                    </a:cubicBezTo>
                    <a:cubicBezTo>
                      <a:pt x="94903" y="78598"/>
                      <a:pt x="93094" y="72883"/>
                      <a:pt x="95570" y="68216"/>
                    </a:cubicBezTo>
                    <a:cubicBezTo>
                      <a:pt x="98332" y="62882"/>
                      <a:pt x="103285" y="58786"/>
                      <a:pt x="109477" y="56881"/>
                    </a:cubicBezTo>
                    <a:cubicBezTo>
                      <a:pt x="116239" y="54786"/>
                      <a:pt x="123574" y="55357"/>
                      <a:pt x="129670" y="58596"/>
                    </a:cubicBezTo>
                    <a:cubicBezTo>
                      <a:pt x="139481" y="63739"/>
                      <a:pt x="145862" y="74503"/>
                      <a:pt x="146434" y="86790"/>
                    </a:cubicBezTo>
                    <a:cubicBezTo>
                      <a:pt x="147291" y="105649"/>
                      <a:pt x="133861" y="124128"/>
                      <a:pt x="115097" y="129843"/>
                    </a:cubicBezTo>
                    <a:cubicBezTo>
                      <a:pt x="97856" y="135082"/>
                      <a:pt x="77568" y="129462"/>
                      <a:pt x="64519" y="115746"/>
                    </a:cubicBezTo>
                    <a:cubicBezTo>
                      <a:pt x="52612" y="103173"/>
                      <a:pt x="46897" y="84790"/>
                      <a:pt x="49374" y="66502"/>
                    </a:cubicBezTo>
                    <a:cubicBezTo>
                      <a:pt x="51565" y="50214"/>
                      <a:pt x="59947" y="34498"/>
                      <a:pt x="72996" y="22115"/>
                    </a:cubicBezTo>
                    <a:cubicBezTo>
                      <a:pt x="86140" y="9637"/>
                      <a:pt x="102809" y="1922"/>
                      <a:pt x="119859" y="303"/>
                    </a:cubicBezTo>
                    <a:cubicBezTo>
                      <a:pt x="138337" y="-1412"/>
                      <a:pt x="156625" y="4208"/>
                      <a:pt x="170056" y="15829"/>
                    </a:cubicBezTo>
                    <a:cubicBezTo>
                      <a:pt x="179771" y="24306"/>
                      <a:pt x="187391" y="36212"/>
                      <a:pt x="191963" y="50404"/>
                    </a:cubicBezTo>
                    <a:cubicBezTo>
                      <a:pt x="204250" y="88695"/>
                      <a:pt x="190820" y="132891"/>
                      <a:pt x="159197" y="157751"/>
                    </a:cubicBezTo>
                    <a:cubicBezTo>
                      <a:pt x="141766" y="171658"/>
                      <a:pt x="119859" y="178706"/>
                      <a:pt x="98047" y="17870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" name="Google Shape;1817;p39">
              <a:extLst>
                <a:ext uri="{FF2B5EF4-FFF2-40B4-BE49-F238E27FC236}">
                  <a16:creationId xmlns:a16="http://schemas.microsoft.com/office/drawing/2014/main" id="{1E771A7A-9C82-86C1-CE11-98E757E28FD3}"/>
                </a:ext>
              </a:extLst>
            </p:cNvPr>
            <p:cNvGrpSpPr/>
            <p:nvPr/>
          </p:nvGrpSpPr>
          <p:grpSpPr>
            <a:xfrm>
              <a:off x="7835166" y="2795831"/>
              <a:ext cx="106080" cy="169828"/>
              <a:chOff x="9616670" y="1501412"/>
              <a:chExt cx="261732" cy="419018"/>
            </a:xfrm>
          </p:grpSpPr>
          <p:sp>
            <p:nvSpPr>
              <p:cNvPr id="57" name="Google Shape;1818;p39">
                <a:extLst>
                  <a:ext uri="{FF2B5EF4-FFF2-40B4-BE49-F238E27FC236}">
                    <a16:creationId xmlns:a16="http://schemas.microsoft.com/office/drawing/2014/main" id="{F82A0605-465E-BBCB-F669-8EDA661F3002}"/>
                  </a:ext>
                </a:extLst>
              </p:cNvPr>
              <p:cNvSpPr/>
              <p:nvPr/>
            </p:nvSpPr>
            <p:spPr>
              <a:xfrm>
                <a:off x="9616670" y="1501412"/>
                <a:ext cx="261732" cy="124791"/>
              </a:xfrm>
              <a:custGeom>
                <a:avLst/>
                <a:gdLst/>
                <a:ahLst/>
                <a:cxnLst/>
                <a:rect l="l" t="t" r="r" b="b"/>
                <a:pathLst>
                  <a:path w="261732" h="124791" extrusionOk="0">
                    <a:moveTo>
                      <a:pt x="130846" y="124791"/>
                    </a:moveTo>
                    <a:cubicBezTo>
                      <a:pt x="125797" y="124791"/>
                      <a:pt x="120749" y="123267"/>
                      <a:pt x="116463" y="120219"/>
                    </a:cubicBezTo>
                    <a:lnTo>
                      <a:pt x="10545" y="45353"/>
                    </a:lnTo>
                    <a:cubicBezTo>
                      <a:pt x="-695" y="37352"/>
                      <a:pt x="-3362" y="21826"/>
                      <a:pt x="4544" y="10586"/>
                    </a:cubicBezTo>
                    <a:cubicBezTo>
                      <a:pt x="12545" y="-653"/>
                      <a:pt x="28071" y="-3320"/>
                      <a:pt x="39310" y="4586"/>
                    </a:cubicBezTo>
                    <a:lnTo>
                      <a:pt x="130846" y="69260"/>
                    </a:lnTo>
                    <a:lnTo>
                      <a:pt x="222381" y="4586"/>
                    </a:lnTo>
                    <a:cubicBezTo>
                      <a:pt x="233620" y="-3415"/>
                      <a:pt x="249242" y="-653"/>
                      <a:pt x="257147" y="10586"/>
                    </a:cubicBezTo>
                    <a:cubicBezTo>
                      <a:pt x="265148" y="21826"/>
                      <a:pt x="262386" y="37447"/>
                      <a:pt x="251146" y="45353"/>
                    </a:cubicBezTo>
                    <a:lnTo>
                      <a:pt x="145133" y="120219"/>
                    </a:lnTo>
                    <a:cubicBezTo>
                      <a:pt x="140942" y="123267"/>
                      <a:pt x="135894" y="124791"/>
                      <a:pt x="130846" y="12479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" name="Google Shape;1819;p39">
                <a:extLst>
                  <a:ext uri="{FF2B5EF4-FFF2-40B4-BE49-F238E27FC236}">
                    <a16:creationId xmlns:a16="http://schemas.microsoft.com/office/drawing/2014/main" id="{10F93F5B-94A9-03DA-D336-B818EC309C19}"/>
                  </a:ext>
                </a:extLst>
              </p:cNvPr>
              <p:cNvSpPr/>
              <p:nvPr/>
            </p:nvSpPr>
            <p:spPr>
              <a:xfrm>
                <a:off x="9616670" y="1639715"/>
                <a:ext cx="261732" cy="124791"/>
              </a:xfrm>
              <a:custGeom>
                <a:avLst/>
                <a:gdLst/>
                <a:ahLst/>
                <a:cxnLst/>
                <a:rect l="l" t="t" r="r" b="b"/>
                <a:pathLst>
                  <a:path w="261732" h="124791" extrusionOk="0">
                    <a:moveTo>
                      <a:pt x="130846" y="124791"/>
                    </a:moveTo>
                    <a:cubicBezTo>
                      <a:pt x="125797" y="124791"/>
                      <a:pt x="120749" y="123267"/>
                      <a:pt x="116463" y="120219"/>
                    </a:cubicBezTo>
                    <a:lnTo>
                      <a:pt x="10545" y="45353"/>
                    </a:lnTo>
                    <a:cubicBezTo>
                      <a:pt x="-695" y="37352"/>
                      <a:pt x="-3362" y="21826"/>
                      <a:pt x="4544" y="10586"/>
                    </a:cubicBezTo>
                    <a:cubicBezTo>
                      <a:pt x="12545" y="-653"/>
                      <a:pt x="28071" y="-3320"/>
                      <a:pt x="39310" y="4586"/>
                    </a:cubicBezTo>
                    <a:lnTo>
                      <a:pt x="130846" y="69260"/>
                    </a:lnTo>
                    <a:lnTo>
                      <a:pt x="222381" y="4586"/>
                    </a:lnTo>
                    <a:cubicBezTo>
                      <a:pt x="233620" y="-3415"/>
                      <a:pt x="249242" y="-653"/>
                      <a:pt x="257147" y="10586"/>
                    </a:cubicBezTo>
                    <a:cubicBezTo>
                      <a:pt x="265148" y="21826"/>
                      <a:pt x="262386" y="37447"/>
                      <a:pt x="251146" y="45353"/>
                    </a:cubicBezTo>
                    <a:lnTo>
                      <a:pt x="145133" y="120219"/>
                    </a:lnTo>
                    <a:cubicBezTo>
                      <a:pt x="140942" y="123267"/>
                      <a:pt x="135894" y="124791"/>
                      <a:pt x="130846" y="12479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" name="Google Shape;1820;p39">
                <a:extLst>
                  <a:ext uri="{FF2B5EF4-FFF2-40B4-BE49-F238E27FC236}">
                    <a16:creationId xmlns:a16="http://schemas.microsoft.com/office/drawing/2014/main" id="{985AAE62-867F-3BE3-A463-F84A9DE19C85}"/>
                  </a:ext>
                </a:extLst>
              </p:cNvPr>
              <p:cNvSpPr/>
              <p:nvPr/>
            </p:nvSpPr>
            <p:spPr>
              <a:xfrm>
                <a:off x="9616670" y="1795639"/>
                <a:ext cx="261732" cy="124791"/>
              </a:xfrm>
              <a:custGeom>
                <a:avLst/>
                <a:gdLst/>
                <a:ahLst/>
                <a:cxnLst/>
                <a:rect l="l" t="t" r="r" b="b"/>
                <a:pathLst>
                  <a:path w="261732" h="124791" extrusionOk="0">
                    <a:moveTo>
                      <a:pt x="130846" y="124791"/>
                    </a:moveTo>
                    <a:cubicBezTo>
                      <a:pt x="125797" y="124791"/>
                      <a:pt x="120749" y="123267"/>
                      <a:pt x="116463" y="120219"/>
                    </a:cubicBezTo>
                    <a:lnTo>
                      <a:pt x="10545" y="45353"/>
                    </a:lnTo>
                    <a:cubicBezTo>
                      <a:pt x="-695" y="37352"/>
                      <a:pt x="-3362" y="21826"/>
                      <a:pt x="4544" y="10586"/>
                    </a:cubicBezTo>
                    <a:cubicBezTo>
                      <a:pt x="12545" y="-653"/>
                      <a:pt x="28071" y="-3320"/>
                      <a:pt x="39310" y="4586"/>
                    </a:cubicBezTo>
                    <a:lnTo>
                      <a:pt x="130846" y="69260"/>
                    </a:lnTo>
                    <a:lnTo>
                      <a:pt x="222381" y="4586"/>
                    </a:lnTo>
                    <a:cubicBezTo>
                      <a:pt x="233620" y="-3415"/>
                      <a:pt x="249242" y="-653"/>
                      <a:pt x="257147" y="10586"/>
                    </a:cubicBezTo>
                    <a:cubicBezTo>
                      <a:pt x="265148" y="21826"/>
                      <a:pt x="262386" y="37447"/>
                      <a:pt x="251146" y="45353"/>
                    </a:cubicBezTo>
                    <a:lnTo>
                      <a:pt x="145133" y="120219"/>
                    </a:lnTo>
                    <a:cubicBezTo>
                      <a:pt x="140942" y="123267"/>
                      <a:pt x="135894" y="124791"/>
                      <a:pt x="130846" y="12479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" name="Google Shape;1821;p39">
              <a:extLst>
                <a:ext uri="{FF2B5EF4-FFF2-40B4-BE49-F238E27FC236}">
                  <a16:creationId xmlns:a16="http://schemas.microsoft.com/office/drawing/2014/main" id="{6AAD3971-B4E1-8D4A-FA67-9B546B8A3DD0}"/>
                </a:ext>
              </a:extLst>
            </p:cNvPr>
            <p:cNvGrpSpPr/>
            <p:nvPr/>
          </p:nvGrpSpPr>
          <p:grpSpPr>
            <a:xfrm>
              <a:off x="7703165" y="3508713"/>
              <a:ext cx="370259" cy="253441"/>
              <a:chOff x="9290982" y="3260312"/>
              <a:chExt cx="913542" cy="625316"/>
            </a:xfrm>
          </p:grpSpPr>
          <p:sp>
            <p:nvSpPr>
              <p:cNvPr id="54" name="Google Shape;1822;p39">
                <a:extLst>
                  <a:ext uri="{FF2B5EF4-FFF2-40B4-BE49-F238E27FC236}">
                    <a16:creationId xmlns:a16="http://schemas.microsoft.com/office/drawing/2014/main" id="{33D2B37F-03F1-53F1-DF0F-77B49FD54D6C}"/>
                  </a:ext>
                </a:extLst>
              </p:cNvPr>
              <p:cNvSpPr/>
              <p:nvPr/>
            </p:nvSpPr>
            <p:spPr>
              <a:xfrm>
                <a:off x="9903916" y="3485864"/>
                <a:ext cx="300608" cy="399764"/>
              </a:xfrm>
              <a:custGeom>
                <a:avLst/>
                <a:gdLst/>
                <a:ahLst/>
                <a:cxnLst/>
                <a:rect l="l" t="t" r="r" b="b"/>
                <a:pathLst>
                  <a:path w="300608" h="399764" extrusionOk="0">
                    <a:moveTo>
                      <a:pt x="300609" y="213360"/>
                    </a:moveTo>
                    <a:lnTo>
                      <a:pt x="150209" y="399764"/>
                    </a:lnTo>
                    <a:lnTo>
                      <a:pt x="0" y="213360"/>
                    </a:lnTo>
                    <a:lnTo>
                      <a:pt x="64675" y="213360"/>
                    </a:lnTo>
                    <a:lnTo>
                      <a:pt x="64675" y="0"/>
                    </a:lnTo>
                    <a:lnTo>
                      <a:pt x="235839" y="0"/>
                    </a:lnTo>
                    <a:lnTo>
                      <a:pt x="235839" y="21336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" name="Google Shape;1823;p39">
                <a:extLst>
                  <a:ext uri="{FF2B5EF4-FFF2-40B4-BE49-F238E27FC236}">
                    <a16:creationId xmlns:a16="http://schemas.microsoft.com/office/drawing/2014/main" id="{EA4D6254-919D-8FCF-C55E-12AF9369EB37}"/>
                  </a:ext>
                </a:extLst>
              </p:cNvPr>
              <p:cNvSpPr/>
              <p:nvPr/>
            </p:nvSpPr>
            <p:spPr>
              <a:xfrm>
                <a:off x="9290982" y="3485864"/>
                <a:ext cx="300704" cy="399764"/>
              </a:xfrm>
              <a:custGeom>
                <a:avLst/>
                <a:gdLst/>
                <a:ahLst/>
                <a:cxnLst/>
                <a:rect l="l" t="t" r="r" b="b"/>
                <a:pathLst>
                  <a:path w="300704" h="399764" extrusionOk="0">
                    <a:moveTo>
                      <a:pt x="300704" y="213360"/>
                    </a:moveTo>
                    <a:lnTo>
                      <a:pt x="150304" y="399764"/>
                    </a:lnTo>
                    <a:lnTo>
                      <a:pt x="0" y="213360"/>
                    </a:lnTo>
                    <a:lnTo>
                      <a:pt x="64675" y="213360"/>
                    </a:lnTo>
                    <a:lnTo>
                      <a:pt x="64675" y="0"/>
                    </a:lnTo>
                    <a:lnTo>
                      <a:pt x="235934" y="0"/>
                    </a:lnTo>
                    <a:lnTo>
                      <a:pt x="235934" y="21336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" name="Google Shape;1824;p39">
                <a:extLst>
                  <a:ext uri="{FF2B5EF4-FFF2-40B4-BE49-F238E27FC236}">
                    <a16:creationId xmlns:a16="http://schemas.microsoft.com/office/drawing/2014/main" id="{355F1E63-00F3-A6FF-8FA7-D44E889F64A3}"/>
                  </a:ext>
                </a:extLst>
              </p:cNvPr>
              <p:cNvSpPr/>
              <p:nvPr/>
            </p:nvSpPr>
            <p:spPr>
              <a:xfrm>
                <a:off x="9598068" y="3260312"/>
                <a:ext cx="300609" cy="399764"/>
              </a:xfrm>
              <a:custGeom>
                <a:avLst/>
                <a:gdLst/>
                <a:ahLst/>
                <a:cxnLst/>
                <a:rect l="l" t="t" r="r" b="b"/>
                <a:pathLst>
                  <a:path w="300609" h="399764" extrusionOk="0">
                    <a:moveTo>
                      <a:pt x="300609" y="213360"/>
                    </a:moveTo>
                    <a:lnTo>
                      <a:pt x="150305" y="399764"/>
                    </a:lnTo>
                    <a:lnTo>
                      <a:pt x="0" y="213360"/>
                    </a:lnTo>
                    <a:lnTo>
                      <a:pt x="64675" y="213360"/>
                    </a:lnTo>
                    <a:lnTo>
                      <a:pt x="64675" y="0"/>
                    </a:lnTo>
                    <a:lnTo>
                      <a:pt x="235839" y="0"/>
                    </a:lnTo>
                    <a:lnTo>
                      <a:pt x="235839" y="21336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" name="Google Shape;1825;p39">
              <a:extLst>
                <a:ext uri="{FF2B5EF4-FFF2-40B4-BE49-F238E27FC236}">
                  <a16:creationId xmlns:a16="http://schemas.microsoft.com/office/drawing/2014/main" id="{A6FC4F32-F166-B7E5-D48D-B9D72B0B0F7A}"/>
                </a:ext>
              </a:extLst>
            </p:cNvPr>
            <p:cNvGrpSpPr/>
            <p:nvPr/>
          </p:nvGrpSpPr>
          <p:grpSpPr>
            <a:xfrm>
              <a:off x="6669482" y="3003067"/>
              <a:ext cx="95277" cy="364854"/>
              <a:chOff x="6740568" y="2012727"/>
              <a:chExt cx="235077" cy="900208"/>
            </a:xfrm>
          </p:grpSpPr>
          <p:sp>
            <p:nvSpPr>
              <p:cNvPr id="42" name="Google Shape;1826;p39">
                <a:extLst>
                  <a:ext uri="{FF2B5EF4-FFF2-40B4-BE49-F238E27FC236}">
                    <a16:creationId xmlns:a16="http://schemas.microsoft.com/office/drawing/2014/main" id="{6C55F516-BF63-AE99-CCF5-00C1F2791F4D}"/>
                  </a:ext>
                </a:extLst>
              </p:cNvPr>
              <p:cNvSpPr/>
              <p:nvPr/>
            </p:nvSpPr>
            <p:spPr>
              <a:xfrm>
                <a:off x="6740568" y="2012727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0"/>
                      <a:pt x="34385" y="68770"/>
                    </a:cubicBezTo>
                    <a:cubicBezTo>
                      <a:pt x="15395" y="68770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827;p39">
                <a:extLst>
                  <a:ext uri="{FF2B5EF4-FFF2-40B4-BE49-F238E27FC236}">
                    <a16:creationId xmlns:a16="http://schemas.microsoft.com/office/drawing/2014/main" id="{EF8D7EDE-FAA0-5AAD-607F-6FF3249B8DCF}"/>
                  </a:ext>
                </a:extLst>
              </p:cNvPr>
              <p:cNvSpPr/>
              <p:nvPr/>
            </p:nvSpPr>
            <p:spPr>
              <a:xfrm>
                <a:off x="6906875" y="2012727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0"/>
                      <a:pt x="34385" y="68770"/>
                    </a:cubicBezTo>
                    <a:cubicBezTo>
                      <a:pt x="15395" y="68770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828;p39">
                <a:extLst>
                  <a:ext uri="{FF2B5EF4-FFF2-40B4-BE49-F238E27FC236}">
                    <a16:creationId xmlns:a16="http://schemas.microsoft.com/office/drawing/2014/main" id="{64EE9592-B0F1-D67E-515B-E7AE0BC3AEC2}"/>
                  </a:ext>
                </a:extLst>
              </p:cNvPr>
              <p:cNvSpPr/>
              <p:nvPr/>
            </p:nvSpPr>
            <p:spPr>
              <a:xfrm>
                <a:off x="6740568" y="2179034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0"/>
                      <a:pt x="34385" y="68770"/>
                    </a:cubicBezTo>
                    <a:cubicBezTo>
                      <a:pt x="15395" y="68770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" name="Google Shape;1829;p39">
                <a:extLst>
                  <a:ext uri="{FF2B5EF4-FFF2-40B4-BE49-F238E27FC236}">
                    <a16:creationId xmlns:a16="http://schemas.microsoft.com/office/drawing/2014/main" id="{F01F81FA-35FC-09DE-883A-30BADE4CD4C1}"/>
                  </a:ext>
                </a:extLst>
              </p:cNvPr>
              <p:cNvSpPr/>
              <p:nvPr/>
            </p:nvSpPr>
            <p:spPr>
              <a:xfrm>
                <a:off x="6740568" y="2345340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0"/>
                      <a:pt x="34385" y="68770"/>
                    </a:cubicBezTo>
                    <a:cubicBezTo>
                      <a:pt x="15395" y="68770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" name="Google Shape;1830;p39">
                <a:extLst>
                  <a:ext uri="{FF2B5EF4-FFF2-40B4-BE49-F238E27FC236}">
                    <a16:creationId xmlns:a16="http://schemas.microsoft.com/office/drawing/2014/main" id="{994748F0-EC58-DA4E-CA69-51C612217E6D}"/>
                  </a:ext>
                </a:extLst>
              </p:cNvPr>
              <p:cNvSpPr/>
              <p:nvPr/>
            </p:nvSpPr>
            <p:spPr>
              <a:xfrm>
                <a:off x="6740568" y="2511647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1"/>
                      <a:pt x="34385" y="68771"/>
                    </a:cubicBezTo>
                    <a:cubicBezTo>
                      <a:pt x="15395" y="68771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" name="Google Shape;1831;p39">
                <a:extLst>
                  <a:ext uri="{FF2B5EF4-FFF2-40B4-BE49-F238E27FC236}">
                    <a16:creationId xmlns:a16="http://schemas.microsoft.com/office/drawing/2014/main" id="{C9FCA393-6F3C-9AAB-0A1C-27D30300CB5A}"/>
                  </a:ext>
                </a:extLst>
              </p:cNvPr>
              <p:cNvSpPr/>
              <p:nvPr/>
            </p:nvSpPr>
            <p:spPr>
              <a:xfrm>
                <a:off x="6740568" y="2677858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1"/>
                      <a:pt x="34385" y="68771"/>
                    </a:cubicBezTo>
                    <a:cubicBezTo>
                      <a:pt x="15395" y="68771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1832;p39">
                <a:extLst>
                  <a:ext uri="{FF2B5EF4-FFF2-40B4-BE49-F238E27FC236}">
                    <a16:creationId xmlns:a16="http://schemas.microsoft.com/office/drawing/2014/main" id="{006BF301-1B38-4BD5-972E-FB7A8AE3BEE9}"/>
                  </a:ext>
                </a:extLst>
              </p:cNvPr>
              <p:cNvSpPr/>
              <p:nvPr/>
            </p:nvSpPr>
            <p:spPr>
              <a:xfrm>
                <a:off x="6906875" y="2179034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0"/>
                      <a:pt x="34385" y="68770"/>
                    </a:cubicBezTo>
                    <a:cubicBezTo>
                      <a:pt x="15395" y="68770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" name="Google Shape;1833;p39">
                <a:extLst>
                  <a:ext uri="{FF2B5EF4-FFF2-40B4-BE49-F238E27FC236}">
                    <a16:creationId xmlns:a16="http://schemas.microsoft.com/office/drawing/2014/main" id="{F807CBE1-F84C-9F53-C38D-8EC424C09B7A}"/>
                  </a:ext>
                </a:extLst>
              </p:cNvPr>
              <p:cNvSpPr/>
              <p:nvPr/>
            </p:nvSpPr>
            <p:spPr>
              <a:xfrm>
                <a:off x="6906875" y="2345340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0"/>
                      <a:pt x="34385" y="68770"/>
                    </a:cubicBezTo>
                    <a:cubicBezTo>
                      <a:pt x="15395" y="68770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" name="Google Shape;1834;p39">
                <a:extLst>
                  <a:ext uri="{FF2B5EF4-FFF2-40B4-BE49-F238E27FC236}">
                    <a16:creationId xmlns:a16="http://schemas.microsoft.com/office/drawing/2014/main" id="{478AC5B9-5FD0-A41C-8276-351DB5189DB8}"/>
                  </a:ext>
                </a:extLst>
              </p:cNvPr>
              <p:cNvSpPr/>
              <p:nvPr/>
            </p:nvSpPr>
            <p:spPr>
              <a:xfrm>
                <a:off x="6906875" y="2511647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1"/>
                      <a:pt x="34385" y="68771"/>
                    </a:cubicBezTo>
                    <a:cubicBezTo>
                      <a:pt x="15395" y="68771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" name="Google Shape;1835;p39">
                <a:extLst>
                  <a:ext uri="{FF2B5EF4-FFF2-40B4-BE49-F238E27FC236}">
                    <a16:creationId xmlns:a16="http://schemas.microsoft.com/office/drawing/2014/main" id="{FFC13295-E886-99F4-EAF2-CD708F5AE92B}"/>
                  </a:ext>
                </a:extLst>
              </p:cNvPr>
              <p:cNvSpPr/>
              <p:nvPr/>
            </p:nvSpPr>
            <p:spPr>
              <a:xfrm>
                <a:off x="6906875" y="2677858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1"/>
                      <a:pt x="34385" y="68771"/>
                    </a:cubicBezTo>
                    <a:cubicBezTo>
                      <a:pt x="15395" y="68771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836;p39">
                <a:extLst>
                  <a:ext uri="{FF2B5EF4-FFF2-40B4-BE49-F238E27FC236}">
                    <a16:creationId xmlns:a16="http://schemas.microsoft.com/office/drawing/2014/main" id="{F5EA7F28-E821-46AD-DFC5-36A416256222}"/>
                  </a:ext>
                </a:extLst>
              </p:cNvPr>
              <p:cNvSpPr/>
              <p:nvPr/>
            </p:nvSpPr>
            <p:spPr>
              <a:xfrm>
                <a:off x="6740568" y="2844165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1"/>
                      <a:pt x="34385" y="68771"/>
                    </a:cubicBezTo>
                    <a:cubicBezTo>
                      <a:pt x="15395" y="68771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" name="Google Shape;1837;p39">
                <a:extLst>
                  <a:ext uri="{FF2B5EF4-FFF2-40B4-BE49-F238E27FC236}">
                    <a16:creationId xmlns:a16="http://schemas.microsoft.com/office/drawing/2014/main" id="{6CE4C7C8-CD45-5E79-5486-68093794833E}"/>
                  </a:ext>
                </a:extLst>
              </p:cNvPr>
              <p:cNvSpPr/>
              <p:nvPr/>
            </p:nvSpPr>
            <p:spPr>
              <a:xfrm>
                <a:off x="6906875" y="2844165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1"/>
                      <a:pt x="34385" y="68771"/>
                    </a:cubicBezTo>
                    <a:cubicBezTo>
                      <a:pt x="15395" y="68771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" name="Google Shape;1838;p39">
              <a:extLst>
                <a:ext uri="{FF2B5EF4-FFF2-40B4-BE49-F238E27FC236}">
                  <a16:creationId xmlns:a16="http://schemas.microsoft.com/office/drawing/2014/main" id="{29BCB5DC-7E5B-9466-F618-EBE18D0750E7}"/>
                </a:ext>
              </a:extLst>
            </p:cNvPr>
            <p:cNvGrpSpPr/>
            <p:nvPr/>
          </p:nvGrpSpPr>
          <p:grpSpPr>
            <a:xfrm>
              <a:off x="7545078" y="4115388"/>
              <a:ext cx="162642" cy="236030"/>
              <a:chOff x="8900934" y="4757166"/>
              <a:chExt cx="401287" cy="582358"/>
            </a:xfrm>
          </p:grpSpPr>
          <p:sp>
            <p:nvSpPr>
              <p:cNvPr id="32" name="Google Shape;1839;p39">
                <a:extLst>
                  <a:ext uri="{FF2B5EF4-FFF2-40B4-BE49-F238E27FC236}">
                    <a16:creationId xmlns:a16="http://schemas.microsoft.com/office/drawing/2014/main" id="{DD59C7F1-6B9A-1C93-CD13-AD0C6ACF8A17}"/>
                  </a:ext>
                </a:extLst>
              </p:cNvPr>
              <p:cNvSpPr/>
              <p:nvPr/>
            </p:nvSpPr>
            <p:spPr>
              <a:xfrm>
                <a:off x="8900934" y="4923472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435"/>
                      <a:pt x="53340" y="68771"/>
                      <a:pt x="34385" y="68771"/>
                    </a:cubicBezTo>
                    <a:cubicBezTo>
                      <a:pt x="15335" y="68771"/>
                      <a:pt x="0" y="53340"/>
                      <a:pt x="0" y="34385"/>
                    </a:cubicBezTo>
                    <a:cubicBezTo>
                      <a:pt x="0" y="15335"/>
                      <a:pt x="15430" y="0"/>
                      <a:pt x="34385" y="0"/>
                    </a:cubicBezTo>
                    <a:cubicBezTo>
                      <a:pt x="53340" y="0"/>
                      <a:pt x="68771" y="15430"/>
                      <a:pt x="68771" y="3438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" name="Google Shape;1840;p39">
                <a:extLst>
                  <a:ext uri="{FF2B5EF4-FFF2-40B4-BE49-F238E27FC236}">
                    <a16:creationId xmlns:a16="http://schemas.microsoft.com/office/drawing/2014/main" id="{B9ECC79E-3397-CBA7-F308-13E70F7AD0C4}"/>
                  </a:ext>
                </a:extLst>
              </p:cNvPr>
              <p:cNvSpPr/>
              <p:nvPr/>
            </p:nvSpPr>
            <p:spPr>
              <a:xfrm>
                <a:off x="8900934" y="4757166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0"/>
                      <a:pt x="34386" y="68770"/>
                    </a:cubicBezTo>
                    <a:cubicBezTo>
                      <a:pt x="15395" y="68770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6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1841;p39">
                <a:extLst>
                  <a:ext uri="{FF2B5EF4-FFF2-40B4-BE49-F238E27FC236}">
                    <a16:creationId xmlns:a16="http://schemas.microsoft.com/office/drawing/2014/main" id="{1F16E04F-F9DE-DD22-D7B1-457CECA09AC9}"/>
                  </a:ext>
                </a:extLst>
              </p:cNvPr>
              <p:cNvSpPr/>
              <p:nvPr/>
            </p:nvSpPr>
            <p:spPr>
              <a:xfrm>
                <a:off x="9067145" y="4923472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34385" y="68771"/>
                    </a:moveTo>
                    <a:cubicBezTo>
                      <a:pt x="15335" y="68771"/>
                      <a:pt x="0" y="53340"/>
                      <a:pt x="0" y="34385"/>
                    </a:cubicBezTo>
                    <a:cubicBezTo>
                      <a:pt x="0" y="15335"/>
                      <a:pt x="15430" y="0"/>
                      <a:pt x="34385" y="0"/>
                    </a:cubicBezTo>
                    <a:cubicBezTo>
                      <a:pt x="53340" y="0"/>
                      <a:pt x="68771" y="15430"/>
                      <a:pt x="68771" y="34385"/>
                    </a:cubicBezTo>
                    <a:cubicBezTo>
                      <a:pt x="68866" y="53435"/>
                      <a:pt x="53435" y="68771"/>
                      <a:pt x="34385" y="6877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" name="Google Shape;1842;p39">
                <a:extLst>
                  <a:ext uri="{FF2B5EF4-FFF2-40B4-BE49-F238E27FC236}">
                    <a16:creationId xmlns:a16="http://schemas.microsoft.com/office/drawing/2014/main" id="{A1EB1BAD-62BE-27A1-395E-DE0F037214DF}"/>
                  </a:ext>
                </a:extLst>
              </p:cNvPr>
              <p:cNvSpPr/>
              <p:nvPr/>
            </p:nvSpPr>
            <p:spPr>
              <a:xfrm>
                <a:off x="8900934" y="5270754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0"/>
                      <a:pt x="34386" y="68770"/>
                    </a:cubicBezTo>
                    <a:cubicBezTo>
                      <a:pt x="15395" y="68770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6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" name="Google Shape;1843;p39">
                <a:extLst>
                  <a:ext uri="{FF2B5EF4-FFF2-40B4-BE49-F238E27FC236}">
                    <a16:creationId xmlns:a16="http://schemas.microsoft.com/office/drawing/2014/main" id="{5FABEEA2-D090-8E9C-8162-F3CBC1591C2F}"/>
                  </a:ext>
                </a:extLst>
              </p:cNvPr>
              <p:cNvSpPr/>
              <p:nvPr/>
            </p:nvSpPr>
            <p:spPr>
              <a:xfrm>
                <a:off x="9067145" y="5270754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0" y="34385"/>
                    </a:moveTo>
                    <a:cubicBezTo>
                      <a:pt x="68770" y="53376"/>
                      <a:pt x="53376" y="68770"/>
                      <a:pt x="34385" y="68770"/>
                    </a:cubicBezTo>
                    <a:cubicBezTo>
                      <a:pt x="15395" y="68770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0" y="15395"/>
                      <a:pt x="68770" y="3438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" name="Google Shape;1844;p39">
                <a:extLst>
                  <a:ext uri="{FF2B5EF4-FFF2-40B4-BE49-F238E27FC236}">
                    <a16:creationId xmlns:a16="http://schemas.microsoft.com/office/drawing/2014/main" id="{C9D264E7-2D40-FBC9-E1E1-CD2EF0638003}"/>
                  </a:ext>
                </a:extLst>
              </p:cNvPr>
              <p:cNvSpPr/>
              <p:nvPr/>
            </p:nvSpPr>
            <p:spPr>
              <a:xfrm>
                <a:off x="9067145" y="4757166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0" y="34385"/>
                    </a:moveTo>
                    <a:cubicBezTo>
                      <a:pt x="68770" y="53376"/>
                      <a:pt x="53376" y="68770"/>
                      <a:pt x="34385" y="68770"/>
                    </a:cubicBezTo>
                    <a:cubicBezTo>
                      <a:pt x="15395" y="68770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0" y="15395"/>
                      <a:pt x="68770" y="3438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" name="Google Shape;1845;p39">
                <a:extLst>
                  <a:ext uri="{FF2B5EF4-FFF2-40B4-BE49-F238E27FC236}">
                    <a16:creationId xmlns:a16="http://schemas.microsoft.com/office/drawing/2014/main" id="{F0384850-7C06-062D-4941-E5EDAE14D3F5}"/>
                  </a:ext>
                </a:extLst>
              </p:cNvPr>
              <p:cNvSpPr/>
              <p:nvPr/>
            </p:nvSpPr>
            <p:spPr>
              <a:xfrm>
                <a:off x="8900934" y="5104447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0"/>
                      <a:pt x="34386" y="68770"/>
                    </a:cubicBezTo>
                    <a:cubicBezTo>
                      <a:pt x="15395" y="68770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6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" name="Google Shape;1846;p39">
                <a:extLst>
                  <a:ext uri="{FF2B5EF4-FFF2-40B4-BE49-F238E27FC236}">
                    <a16:creationId xmlns:a16="http://schemas.microsoft.com/office/drawing/2014/main" id="{814065AE-14D1-38EB-C961-888176143E42}"/>
                  </a:ext>
                </a:extLst>
              </p:cNvPr>
              <p:cNvSpPr/>
              <p:nvPr/>
            </p:nvSpPr>
            <p:spPr>
              <a:xfrm>
                <a:off x="9067145" y="5104447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0" y="34385"/>
                    </a:moveTo>
                    <a:cubicBezTo>
                      <a:pt x="68770" y="53376"/>
                      <a:pt x="53376" y="68770"/>
                      <a:pt x="34385" y="68770"/>
                    </a:cubicBezTo>
                    <a:cubicBezTo>
                      <a:pt x="15395" y="68770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0" y="15395"/>
                      <a:pt x="68770" y="3438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" name="Google Shape;1847;p39">
                <a:extLst>
                  <a:ext uri="{FF2B5EF4-FFF2-40B4-BE49-F238E27FC236}">
                    <a16:creationId xmlns:a16="http://schemas.microsoft.com/office/drawing/2014/main" id="{513FE1D3-7B4A-92D2-F686-335F026A5FE6}"/>
                  </a:ext>
                </a:extLst>
              </p:cNvPr>
              <p:cNvSpPr/>
              <p:nvPr/>
            </p:nvSpPr>
            <p:spPr>
              <a:xfrm>
                <a:off x="9233451" y="5270754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0" y="34385"/>
                    </a:moveTo>
                    <a:cubicBezTo>
                      <a:pt x="68770" y="53376"/>
                      <a:pt x="53376" y="68770"/>
                      <a:pt x="34385" y="68770"/>
                    </a:cubicBezTo>
                    <a:cubicBezTo>
                      <a:pt x="15395" y="68770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0" y="15395"/>
                      <a:pt x="68770" y="3438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" name="Google Shape;1848;p39">
                <a:extLst>
                  <a:ext uri="{FF2B5EF4-FFF2-40B4-BE49-F238E27FC236}">
                    <a16:creationId xmlns:a16="http://schemas.microsoft.com/office/drawing/2014/main" id="{A3419D6D-817A-4C8E-E411-4A1AE79A3EE2}"/>
                  </a:ext>
                </a:extLst>
              </p:cNvPr>
              <p:cNvSpPr/>
              <p:nvPr/>
            </p:nvSpPr>
            <p:spPr>
              <a:xfrm>
                <a:off x="9233451" y="5104447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0" y="34385"/>
                    </a:moveTo>
                    <a:cubicBezTo>
                      <a:pt x="68770" y="53376"/>
                      <a:pt x="53376" y="68770"/>
                      <a:pt x="34385" y="68770"/>
                    </a:cubicBezTo>
                    <a:cubicBezTo>
                      <a:pt x="15395" y="68770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0" y="15395"/>
                      <a:pt x="68770" y="3438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" name="Google Shape;1849;p39">
              <a:extLst>
                <a:ext uri="{FF2B5EF4-FFF2-40B4-BE49-F238E27FC236}">
                  <a16:creationId xmlns:a16="http://schemas.microsoft.com/office/drawing/2014/main" id="{9F36C77D-69BD-1B4B-7FFD-8B88A6A308B6}"/>
                </a:ext>
              </a:extLst>
            </p:cNvPr>
            <p:cNvGrpSpPr/>
            <p:nvPr/>
          </p:nvGrpSpPr>
          <p:grpSpPr>
            <a:xfrm>
              <a:off x="7326227" y="2762752"/>
              <a:ext cx="162642" cy="235991"/>
              <a:chOff x="8360961" y="1419796"/>
              <a:chExt cx="401288" cy="582263"/>
            </a:xfrm>
          </p:grpSpPr>
          <p:sp>
            <p:nvSpPr>
              <p:cNvPr id="22" name="Google Shape;1850;p39">
                <a:extLst>
                  <a:ext uri="{FF2B5EF4-FFF2-40B4-BE49-F238E27FC236}">
                    <a16:creationId xmlns:a16="http://schemas.microsoft.com/office/drawing/2014/main" id="{1EA9143E-92CA-369B-3AFC-96BEF6041079}"/>
                  </a:ext>
                </a:extLst>
              </p:cNvPr>
              <p:cNvSpPr/>
              <p:nvPr/>
            </p:nvSpPr>
            <p:spPr>
              <a:xfrm>
                <a:off x="8693479" y="1767078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0"/>
                      <a:pt x="34385" y="68770"/>
                    </a:cubicBezTo>
                    <a:cubicBezTo>
                      <a:pt x="15395" y="68770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1851;p39">
                <a:extLst>
                  <a:ext uri="{FF2B5EF4-FFF2-40B4-BE49-F238E27FC236}">
                    <a16:creationId xmlns:a16="http://schemas.microsoft.com/office/drawing/2014/main" id="{040FBCF4-065D-0E0F-7C6D-1C75128DDFB2}"/>
                  </a:ext>
                </a:extLst>
              </p:cNvPr>
              <p:cNvSpPr/>
              <p:nvPr/>
            </p:nvSpPr>
            <p:spPr>
              <a:xfrm>
                <a:off x="8693479" y="1933289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1"/>
                      <a:pt x="34385" y="68771"/>
                    </a:cubicBezTo>
                    <a:cubicBezTo>
                      <a:pt x="15395" y="68771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" name="Google Shape;1852;p39">
                <a:extLst>
                  <a:ext uri="{FF2B5EF4-FFF2-40B4-BE49-F238E27FC236}">
                    <a16:creationId xmlns:a16="http://schemas.microsoft.com/office/drawing/2014/main" id="{64F1090E-6618-6D70-EAF1-9095EEACB98F}"/>
                  </a:ext>
                </a:extLst>
              </p:cNvPr>
              <p:cNvSpPr/>
              <p:nvPr/>
            </p:nvSpPr>
            <p:spPr>
              <a:xfrm>
                <a:off x="8527268" y="1767078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0"/>
                      <a:pt x="34385" y="68770"/>
                    </a:cubicBezTo>
                    <a:cubicBezTo>
                      <a:pt x="15395" y="68770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" name="Google Shape;1853;p39">
                <a:extLst>
                  <a:ext uri="{FF2B5EF4-FFF2-40B4-BE49-F238E27FC236}">
                    <a16:creationId xmlns:a16="http://schemas.microsoft.com/office/drawing/2014/main" id="{E2A37D39-EAA5-2A65-07BA-3A16FE2ADC35}"/>
                  </a:ext>
                </a:extLst>
              </p:cNvPr>
              <p:cNvSpPr/>
              <p:nvPr/>
            </p:nvSpPr>
            <p:spPr>
              <a:xfrm>
                <a:off x="8693479" y="1419796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0"/>
                      <a:pt x="34385" y="68770"/>
                    </a:cubicBezTo>
                    <a:cubicBezTo>
                      <a:pt x="15395" y="68770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854;p39">
                <a:extLst>
                  <a:ext uri="{FF2B5EF4-FFF2-40B4-BE49-F238E27FC236}">
                    <a16:creationId xmlns:a16="http://schemas.microsoft.com/office/drawing/2014/main" id="{A887FF33-9319-82F1-C76D-5EC5631A26A3}"/>
                  </a:ext>
                </a:extLst>
              </p:cNvPr>
              <p:cNvSpPr/>
              <p:nvPr/>
            </p:nvSpPr>
            <p:spPr>
              <a:xfrm>
                <a:off x="8527268" y="1419796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0"/>
                      <a:pt x="34385" y="68770"/>
                    </a:cubicBezTo>
                    <a:cubicBezTo>
                      <a:pt x="15395" y="68770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" name="Google Shape;1855;p39">
                <a:extLst>
                  <a:ext uri="{FF2B5EF4-FFF2-40B4-BE49-F238E27FC236}">
                    <a16:creationId xmlns:a16="http://schemas.microsoft.com/office/drawing/2014/main" id="{94B6B495-5B17-7B83-A6EE-967CD07D58CC}"/>
                  </a:ext>
                </a:extLst>
              </p:cNvPr>
              <p:cNvSpPr/>
              <p:nvPr/>
            </p:nvSpPr>
            <p:spPr>
              <a:xfrm>
                <a:off x="8527268" y="1933289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1"/>
                      <a:pt x="34385" y="68771"/>
                    </a:cubicBezTo>
                    <a:cubicBezTo>
                      <a:pt x="15395" y="68771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" name="Google Shape;1856;p39">
                <a:extLst>
                  <a:ext uri="{FF2B5EF4-FFF2-40B4-BE49-F238E27FC236}">
                    <a16:creationId xmlns:a16="http://schemas.microsoft.com/office/drawing/2014/main" id="{C5C7C669-D796-DFE2-0813-F318FBD1FAAA}"/>
                  </a:ext>
                </a:extLst>
              </p:cNvPr>
              <p:cNvSpPr/>
              <p:nvPr/>
            </p:nvSpPr>
            <p:spPr>
              <a:xfrm>
                <a:off x="8693479" y="1586103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1"/>
                      <a:pt x="34385" y="68771"/>
                    </a:cubicBezTo>
                    <a:cubicBezTo>
                      <a:pt x="15395" y="68771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" name="Google Shape;1857;p39">
                <a:extLst>
                  <a:ext uri="{FF2B5EF4-FFF2-40B4-BE49-F238E27FC236}">
                    <a16:creationId xmlns:a16="http://schemas.microsoft.com/office/drawing/2014/main" id="{A932526A-C109-9558-66A2-2A9FCB74AD4F}"/>
                  </a:ext>
                </a:extLst>
              </p:cNvPr>
              <p:cNvSpPr/>
              <p:nvPr/>
            </p:nvSpPr>
            <p:spPr>
              <a:xfrm>
                <a:off x="8527268" y="1586103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1" y="34385"/>
                    </a:moveTo>
                    <a:cubicBezTo>
                      <a:pt x="68771" y="53376"/>
                      <a:pt x="53376" y="68771"/>
                      <a:pt x="34385" y="68771"/>
                    </a:cubicBezTo>
                    <a:cubicBezTo>
                      <a:pt x="15395" y="68771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1" y="15395"/>
                      <a:pt x="68771" y="3438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" name="Google Shape;1858;p39">
                <a:extLst>
                  <a:ext uri="{FF2B5EF4-FFF2-40B4-BE49-F238E27FC236}">
                    <a16:creationId xmlns:a16="http://schemas.microsoft.com/office/drawing/2014/main" id="{61C46907-59DC-0B93-7D8E-20139566B076}"/>
                  </a:ext>
                </a:extLst>
              </p:cNvPr>
              <p:cNvSpPr/>
              <p:nvPr/>
            </p:nvSpPr>
            <p:spPr>
              <a:xfrm>
                <a:off x="8360961" y="1419796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0" y="34385"/>
                    </a:moveTo>
                    <a:cubicBezTo>
                      <a:pt x="68770" y="53376"/>
                      <a:pt x="53376" y="68770"/>
                      <a:pt x="34385" y="68770"/>
                    </a:cubicBezTo>
                    <a:cubicBezTo>
                      <a:pt x="15395" y="68770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0" y="15395"/>
                      <a:pt x="68770" y="3438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" name="Google Shape;1859;p39">
                <a:extLst>
                  <a:ext uri="{FF2B5EF4-FFF2-40B4-BE49-F238E27FC236}">
                    <a16:creationId xmlns:a16="http://schemas.microsoft.com/office/drawing/2014/main" id="{F8E33BEA-FB5F-6371-DA09-A09345B37A39}"/>
                  </a:ext>
                </a:extLst>
              </p:cNvPr>
              <p:cNvSpPr/>
              <p:nvPr/>
            </p:nvSpPr>
            <p:spPr>
              <a:xfrm>
                <a:off x="8360961" y="1586103"/>
                <a:ext cx="68770" cy="68770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68770" extrusionOk="0">
                    <a:moveTo>
                      <a:pt x="68770" y="34385"/>
                    </a:moveTo>
                    <a:cubicBezTo>
                      <a:pt x="68770" y="53376"/>
                      <a:pt x="53376" y="68771"/>
                      <a:pt x="34385" y="68771"/>
                    </a:cubicBezTo>
                    <a:cubicBezTo>
                      <a:pt x="15395" y="68771"/>
                      <a:pt x="0" y="53376"/>
                      <a:pt x="0" y="34385"/>
                    </a:cubicBezTo>
                    <a:cubicBezTo>
                      <a:pt x="0" y="15395"/>
                      <a:pt x="15395" y="0"/>
                      <a:pt x="34385" y="0"/>
                    </a:cubicBezTo>
                    <a:cubicBezTo>
                      <a:pt x="53376" y="0"/>
                      <a:pt x="68770" y="15395"/>
                      <a:pt x="68770" y="3438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860;p39">
              <a:extLst>
                <a:ext uri="{FF2B5EF4-FFF2-40B4-BE49-F238E27FC236}">
                  <a16:creationId xmlns:a16="http://schemas.microsoft.com/office/drawing/2014/main" id="{2621A5D4-110A-0A56-2C2E-06CD337A4543}"/>
                </a:ext>
              </a:extLst>
            </p:cNvPr>
            <p:cNvSpPr/>
            <p:nvPr/>
          </p:nvSpPr>
          <p:spPr>
            <a:xfrm>
              <a:off x="7536661" y="3226823"/>
              <a:ext cx="122031" cy="112569"/>
            </a:xfrm>
            <a:custGeom>
              <a:avLst/>
              <a:gdLst/>
              <a:ahLst/>
              <a:cxnLst/>
              <a:rect l="l" t="t" r="r" b="b"/>
              <a:pathLst>
                <a:path w="301088" h="277743" extrusionOk="0">
                  <a:moveTo>
                    <a:pt x="301089" y="277743"/>
                  </a:moveTo>
                  <a:cubicBezTo>
                    <a:pt x="238605" y="262694"/>
                    <a:pt x="179931" y="235357"/>
                    <a:pt x="128401" y="197638"/>
                  </a:cubicBezTo>
                  <a:cubicBezTo>
                    <a:pt x="123638" y="194209"/>
                    <a:pt x="119161" y="190780"/>
                    <a:pt x="114589" y="187160"/>
                  </a:cubicBezTo>
                  <a:cubicBezTo>
                    <a:pt x="73346" y="154680"/>
                    <a:pt x="36961" y="115151"/>
                    <a:pt x="7338" y="69717"/>
                  </a:cubicBezTo>
                  <a:cubicBezTo>
                    <a:pt x="-7235" y="47429"/>
                    <a:pt x="575" y="17234"/>
                    <a:pt x="24769" y="4757"/>
                  </a:cubicBezTo>
                  <a:cubicBezTo>
                    <a:pt x="45438" y="-5911"/>
                    <a:pt x="71155" y="2090"/>
                    <a:pt x="83728" y="21521"/>
                  </a:cubicBezTo>
                  <a:cubicBezTo>
                    <a:pt x="99254" y="45047"/>
                    <a:pt x="116876" y="66669"/>
                    <a:pt x="136306" y="85814"/>
                  </a:cubicBezTo>
                  <a:cubicBezTo>
                    <a:pt x="140593" y="90196"/>
                    <a:pt x="144974" y="94387"/>
                    <a:pt x="149546" y="98483"/>
                  </a:cubicBezTo>
                  <a:cubicBezTo>
                    <a:pt x="193171" y="137916"/>
                    <a:pt x="244796" y="167253"/>
                    <a:pt x="300994" y="184208"/>
                  </a:cubicBezTo>
                  <a:lnTo>
                    <a:pt x="301089" y="27774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" name="Google Shape;1861;p39">
              <a:extLst>
                <a:ext uri="{FF2B5EF4-FFF2-40B4-BE49-F238E27FC236}">
                  <a16:creationId xmlns:a16="http://schemas.microsoft.com/office/drawing/2014/main" id="{00574250-DFAE-A37C-0289-7FC6357308DB}"/>
                </a:ext>
              </a:extLst>
            </p:cNvPr>
            <p:cNvGrpSpPr/>
            <p:nvPr/>
          </p:nvGrpSpPr>
          <p:grpSpPr>
            <a:xfrm>
              <a:off x="7654639" y="3171577"/>
              <a:ext cx="237535" cy="287451"/>
              <a:chOff x="9171253" y="2428494"/>
              <a:chExt cx="586073" cy="709231"/>
            </a:xfrm>
          </p:grpSpPr>
          <p:sp>
            <p:nvSpPr>
              <p:cNvPr id="15" name="Google Shape;1862;p39">
                <a:extLst>
                  <a:ext uri="{FF2B5EF4-FFF2-40B4-BE49-F238E27FC236}">
                    <a16:creationId xmlns:a16="http://schemas.microsoft.com/office/drawing/2014/main" id="{5FB9AC68-A98D-ADF1-85F3-5531A890127A}"/>
                  </a:ext>
                </a:extLst>
              </p:cNvPr>
              <p:cNvSpPr/>
              <p:nvPr/>
            </p:nvSpPr>
            <p:spPr>
              <a:xfrm>
                <a:off x="9180778" y="2438019"/>
                <a:ext cx="567023" cy="690181"/>
              </a:xfrm>
              <a:custGeom>
                <a:avLst/>
                <a:gdLst/>
                <a:ahLst/>
                <a:cxnLst/>
                <a:rect l="l" t="t" r="r" b="b"/>
                <a:pathLst>
                  <a:path w="567023" h="690181" extrusionOk="0">
                    <a:moveTo>
                      <a:pt x="567023" y="690181"/>
                    </a:moveTo>
                    <a:lnTo>
                      <a:pt x="571" y="690181"/>
                    </a:lnTo>
                    <a:lnTo>
                      <a:pt x="476" y="513683"/>
                    </a:lnTo>
                    <a:lnTo>
                      <a:pt x="95" y="53721"/>
                    </a:lnTo>
                    <a:lnTo>
                      <a:pt x="0" y="0"/>
                    </a:lnTo>
                    <a:lnTo>
                      <a:pt x="566452" y="0"/>
                    </a:lnTo>
                    <a:lnTo>
                      <a:pt x="566738" y="413575"/>
                    </a:lnTo>
                    <a:lnTo>
                      <a:pt x="566833" y="47825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1863;p39">
                <a:extLst>
                  <a:ext uri="{FF2B5EF4-FFF2-40B4-BE49-F238E27FC236}">
                    <a16:creationId xmlns:a16="http://schemas.microsoft.com/office/drawing/2014/main" id="{250F2961-F940-508D-0789-B1512B2C2B54}"/>
                  </a:ext>
                </a:extLst>
              </p:cNvPr>
              <p:cNvSpPr/>
              <p:nvPr/>
            </p:nvSpPr>
            <p:spPr>
              <a:xfrm>
                <a:off x="9205067" y="2923412"/>
                <a:ext cx="518731" cy="21050"/>
              </a:xfrm>
              <a:custGeom>
                <a:avLst/>
                <a:gdLst/>
                <a:ahLst/>
                <a:cxnLst/>
                <a:rect l="l" t="t" r="r" b="b"/>
                <a:pathLst>
                  <a:path w="518731" h="21050" extrusionOk="0">
                    <a:moveTo>
                      <a:pt x="518636" y="21050"/>
                    </a:moveTo>
                    <a:lnTo>
                      <a:pt x="0" y="21050"/>
                    </a:lnTo>
                    <a:lnTo>
                      <a:pt x="95" y="0"/>
                    </a:lnTo>
                    <a:lnTo>
                      <a:pt x="51873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1864;p39">
                <a:extLst>
                  <a:ext uri="{FF2B5EF4-FFF2-40B4-BE49-F238E27FC236}">
                    <a16:creationId xmlns:a16="http://schemas.microsoft.com/office/drawing/2014/main" id="{AE8AFC17-94CE-C62E-C1C3-F92CE45DFA65}"/>
                  </a:ext>
                </a:extLst>
              </p:cNvPr>
              <p:cNvSpPr/>
              <p:nvPr/>
            </p:nvSpPr>
            <p:spPr>
              <a:xfrm>
                <a:off x="9205162" y="2990087"/>
                <a:ext cx="430244" cy="21050"/>
              </a:xfrm>
              <a:custGeom>
                <a:avLst/>
                <a:gdLst/>
                <a:ahLst/>
                <a:cxnLst/>
                <a:rect l="l" t="t" r="r" b="b"/>
                <a:pathLst>
                  <a:path w="430244" h="21050" extrusionOk="0">
                    <a:moveTo>
                      <a:pt x="430244" y="21050"/>
                    </a:moveTo>
                    <a:lnTo>
                      <a:pt x="0" y="21050"/>
                    </a:lnTo>
                    <a:lnTo>
                      <a:pt x="0" y="0"/>
                    </a:lnTo>
                    <a:lnTo>
                      <a:pt x="43024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" name="Google Shape;1865;p39">
                <a:extLst>
                  <a:ext uri="{FF2B5EF4-FFF2-40B4-BE49-F238E27FC236}">
                    <a16:creationId xmlns:a16="http://schemas.microsoft.com/office/drawing/2014/main" id="{ABA8BEAD-ABCF-1736-77F4-D8B95A2EFD7D}"/>
                  </a:ext>
                </a:extLst>
              </p:cNvPr>
              <p:cNvSpPr/>
              <p:nvPr/>
            </p:nvSpPr>
            <p:spPr>
              <a:xfrm>
                <a:off x="9205257" y="3056763"/>
                <a:ext cx="43024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430244" h="20954" extrusionOk="0">
                    <a:moveTo>
                      <a:pt x="0" y="0"/>
                    </a:moveTo>
                    <a:lnTo>
                      <a:pt x="430244" y="0"/>
                    </a:lnTo>
                    <a:lnTo>
                      <a:pt x="430244" y="20955"/>
                    </a:lnTo>
                    <a:lnTo>
                      <a:pt x="0" y="20955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1866;p39">
                <a:extLst>
                  <a:ext uri="{FF2B5EF4-FFF2-40B4-BE49-F238E27FC236}">
                    <a16:creationId xmlns:a16="http://schemas.microsoft.com/office/drawing/2014/main" id="{C4C7A02A-D011-97B3-7636-A8257B99EA41}"/>
                  </a:ext>
                </a:extLst>
              </p:cNvPr>
              <p:cNvSpPr/>
              <p:nvPr/>
            </p:nvSpPr>
            <p:spPr>
              <a:xfrm>
                <a:off x="9180778" y="2437923"/>
                <a:ext cx="566737" cy="441293"/>
              </a:xfrm>
              <a:custGeom>
                <a:avLst/>
                <a:gdLst/>
                <a:ahLst/>
                <a:cxnLst/>
                <a:rect l="l" t="t" r="r" b="b"/>
                <a:pathLst>
                  <a:path w="566737" h="441293" extrusionOk="0">
                    <a:moveTo>
                      <a:pt x="476" y="441293"/>
                    </a:moveTo>
                    <a:lnTo>
                      <a:pt x="476" y="404622"/>
                    </a:lnTo>
                    <a:lnTo>
                      <a:pt x="381" y="310896"/>
                    </a:lnTo>
                    <a:lnTo>
                      <a:pt x="0" y="0"/>
                    </a:lnTo>
                    <a:lnTo>
                      <a:pt x="566357" y="0"/>
                    </a:lnTo>
                    <a:lnTo>
                      <a:pt x="566452" y="57626"/>
                    </a:lnTo>
                    <a:lnTo>
                      <a:pt x="566547" y="197834"/>
                    </a:lnTo>
                    <a:lnTo>
                      <a:pt x="566738" y="441293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867;p39">
                <a:extLst>
                  <a:ext uri="{FF2B5EF4-FFF2-40B4-BE49-F238E27FC236}">
                    <a16:creationId xmlns:a16="http://schemas.microsoft.com/office/drawing/2014/main" id="{0709C8D7-4FBB-B50E-230B-D8B728E34D25}"/>
                  </a:ext>
                </a:extLst>
              </p:cNvPr>
              <p:cNvSpPr/>
              <p:nvPr/>
            </p:nvSpPr>
            <p:spPr>
              <a:xfrm>
                <a:off x="9220687" y="2473737"/>
                <a:ext cx="350806" cy="170212"/>
              </a:xfrm>
              <a:custGeom>
                <a:avLst/>
                <a:gdLst/>
                <a:ahLst/>
                <a:cxnLst/>
                <a:rect l="l" t="t" r="r" b="b"/>
                <a:pathLst>
                  <a:path w="350806" h="170212" extrusionOk="0">
                    <a:moveTo>
                      <a:pt x="350806" y="84964"/>
                    </a:moveTo>
                    <a:cubicBezTo>
                      <a:pt x="350901" y="131827"/>
                      <a:pt x="312706" y="170022"/>
                      <a:pt x="265748" y="170022"/>
                    </a:cubicBezTo>
                    <a:cubicBezTo>
                      <a:pt x="262128" y="170022"/>
                      <a:pt x="258509" y="169831"/>
                      <a:pt x="254985" y="169355"/>
                    </a:cubicBezTo>
                    <a:cubicBezTo>
                      <a:pt x="254794" y="169355"/>
                      <a:pt x="254604" y="169355"/>
                      <a:pt x="254413" y="169260"/>
                    </a:cubicBezTo>
                    <a:cubicBezTo>
                      <a:pt x="245936" y="168022"/>
                      <a:pt x="237268" y="165450"/>
                      <a:pt x="228696" y="161640"/>
                    </a:cubicBezTo>
                    <a:cubicBezTo>
                      <a:pt x="214027" y="154972"/>
                      <a:pt x="194310" y="141828"/>
                      <a:pt x="175546" y="116206"/>
                    </a:cubicBezTo>
                    <a:cubicBezTo>
                      <a:pt x="151829" y="149067"/>
                      <a:pt x="125826" y="162211"/>
                      <a:pt x="106585" y="167450"/>
                    </a:cubicBezTo>
                    <a:cubicBezTo>
                      <a:pt x="99537" y="169260"/>
                      <a:pt x="92393" y="170212"/>
                      <a:pt x="85154" y="170212"/>
                    </a:cubicBezTo>
                    <a:cubicBezTo>
                      <a:pt x="38196" y="170212"/>
                      <a:pt x="0" y="132017"/>
                      <a:pt x="0" y="85154"/>
                    </a:cubicBezTo>
                    <a:cubicBezTo>
                      <a:pt x="-95" y="38196"/>
                      <a:pt x="38100" y="1"/>
                      <a:pt x="85059" y="1"/>
                    </a:cubicBezTo>
                    <a:cubicBezTo>
                      <a:pt x="88678" y="1"/>
                      <a:pt x="92297" y="191"/>
                      <a:pt x="95822" y="763"/>
                    </a:cubicBezTo>
                    <a:cubicBezTo>
                      <a:pt x="96012" y="763"/>
                      <a:pt x="96203" y="763"/>
                      <a:pt x="96393" y="858"/>
                    </a:cubicBezTo>
                    <a:cubicBezTo>
                      <a:pt x="104966" y="2096"/>
                      <a:pt x="113538" y="4763"/>
                      <a:pt x="122111" y="8573"/>
                    </a:cubicBezTo>
                    <a:cubicBezTo>
                      <a:pt x="136779" y="15241"/>
                      <a:pt x="156496" y="28290"/>
                      <a:pt x="175355" y="54007"/>
                    </a:cubicBezTo>
                    <a:cubicBezTo>
                      <a:pt x="199073" y="21146"/>
                      <a:pt x="225171" y="7906"/>
                      <a:pt x="244317" y="2763"/>
                    </a:cubicBezTo>
                    <a:cubicBezTo>
                      <a:pt x="251365" y="858"/>
                      <a:pt x="258509" y="1"/>
                      <a:pt x="265653" y="1"/>
                    </a:cubicBezTo>
                    <a:cubicBezTo>
                      <a:pt x="312611" y="-190"/>
                      <a:pt x="350901" y="38005"/>
                      <a:pt x="350806" y="84964"/>
                    </a:cubicBezTo>
                    <a:close/>
                    <a:moveTo>
                      <a:pt x="259461" y="136684"/>
                    </a:moveTo>
                    <a:cubicBezTo>
                      <a:pt x="290798" y="140590"/>
                      <a:pt x="317945" y="115729"/>
                      <a:pt x="317945" y="84964"/>
                    </a:cubicBezTo>
                    <a:cubicBezTo>
                      <a:pt x="317945" y="56198"/>
                      <a:pt x="294418" y="32862"/>
                      <a:pt x="265748" y="32862"/>
                    </a:cubicBezTo>
                    <a:cubicBezTo>
                      <a:pt x="261271" y="32862"/>
                      <a:pt x="256985" y="33433"/>
                      <a:pt x="252698" y="34481"/>
                    </a:cubicBezTo>
                    <a:cubicBezTo>
                      <a:pt x="237173" y="38672"/>
                      <a:pt x="214789" y="50864"/>
                      <a:pt x="194405" y="84868"/>
                    </a:cubicBezTo>
                    <a:cubicBezTo>
                      <a:pt x="211360" y="112872"/>
                      <a:pt x="229553" y="125731"/>
                      <a:pt x="242412" y="131541"/>
                    </a:cubicBezTo>
                    <a:cubicBezTo>
                      <a:pt x="249555" y="134779"/>
                      <a:pt x="255556" y="136113"/>
                      <a:pt x="259461" y="136684"/>
                    </a:cubicBezTo>
                    <a:lnTo>
                      <a:pt x="259461" y="136684"/>
                    </a:lnTo>
                    <a:close/>
                    <a:moveTo>
                      <a:pt x="98203" y="135351"/>
                    </a:moveTo>
                    <a:cubicBezTo>
                      <a:pt x="113729" y="131160"/>
                      <a:pt x="136113" y="118968"/>
                      <a:pt x="156496" y="85059"/>
                    </a:cubicBezTo>
                    <a:cubicBezTo>
                      <a:pt x="139637" y="56865"/>
                      <a:pt x="121254" y="44197"/>
                      <a:pt x="108490" y="38386"/>
                    </a:cubicBezTo>
                    <a:cubicBezTo>
                      <a:pt x="101251" y="35053"/>
                      <a:pt x="95250" y="33814"/>
                      <a:pt x="91440" y="33243"/>
                    </a:cubicBezTo>
                    <a:cubicBezTo>
                      <a:pt x="91345" y="33243"/>
                      <a:pt x="91345" y="33243"/>
                      <a:pt x="91345" y="33243"/>
                    </a:cubicBezTo>
                    <a:cubicBezTo>
                      <a:pt x="89249" y="32957"/>
                      <a:pt x="87059" y="32767"/>
                      <a:pt x="84963" y="32767"/>
                    </a:cubicBezTo>
                    <a:cubicBezTo>
                      <a:pt x="56198" y="32767"/>
                      <a:pt x="32862" y="56198"/>
                      <a:pt x="32862" y="84868"/>
                    </a:cubicBezTo>
                    <a:cubicBezTo>
                      <a:pt x="32862" y="113539"/>
                      <a:pt x="56293" y="136970"/>
                      <a:pt x="85059" y="136970"/>
                    </a:cubicBezTo>
                    <a:cubicBezTo>
                      <a:pt x="89630" y="137065"/>
                      <a:pt x="93917" y="136494"/>
                      <a:pt x="98203" y="1353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1868;p39">
                <a:extLst>
                  <a:ext uri="{FF2B5EF4-FFF2-40B4-BE49-F238E27FC236}">
                    <a16:creationId xmlns:a16="http://schemas.microsoft.com/office/drawing/2014/main" id="{CB561B64-441B-EFF2-85F3-7092F416EC91}"/>
                  </a:ext>
                </a:extLst>
              </p:cNvPr>
              <p:cNvSpPr/>
              <p:nvPr/>
            </p:nvSpPr>
            <p:spPr>
              <a:xfrm>
                <a:off x="9171253" y="2428494"/>
                <a:ext cx="586073" cy="709231"/>
              </a:xfrm>
              <a:custGeom>
                <a:avLst/>
                <a:gdLst/>
                <a:ahLst/>
                <a:cxnLst/>
                <a:rect l="l" t="t" r="r" b="b"/>
                <a:pathLst>
                  <a:path w="586073" h="709231" extrusionOk="0">
                    <a:moveTo>
                      <a:pt x="576548" y="709231"/>
                    </a:moveTo>
                    <a:lnTo>
                      <a:pt x="10096" y="709231"/>
                    </a:lnTo>
                    <a:cubicBezTo>
                      <a:pt x="4858" y="709231"/>
                      <a:pt x="571" y="704945"/>
                      <a:pt x="571" y="699706"/>
                    </a:cubicBezTo>
                    <a:lnTo>
                      <a:pt x="0" y="9525"/>
                    </a:lnTo>
                    <a:cubicBezTo>
                      <a:pt x="0" y="6953"/>
                      <a:pt x="953" y="4572"/>
                      <a:pt x="2762" y="2762"/>
                    </a:cubicBezTo>
                    <a:cubicBezTo>
                      <a:pt x="4572" y="952"/>
                      <a:pt x="6953" y="0"/>
                      <a:pt x="9525" y="0"/>
                    </a:cubicBezTo>
                    <a:lnTo>
                      <a:pt x="575977" y="0"/>
                    </a:lnTo>
                    <a:cubicBezTo>
                      <a:pt x="581216" y="0"/>
                      <a:pt x="585502" y="4286"/>
                      <a:pt x="585502" y="9525"/>
                    </a:cubicBezTo>
                    <a:lnTo>
                      <a:pt x="586073" y="699706"/>
                    </a:lnTo>
                    <a:cubicBezTo>
                      <a:pt x="586073" y="702278"/>
                      <a:pt x="585026" y="704659"/>
                      <a:pt x="583311" y="706469"/>
                    </a:cubicBezTo>
                    <a:cubicBezTo>
                      <a:pt x="581501" y="708279"/>
                      <a:pt x="579025" y="709231"/>
                      <a:pt x="576548" y="709231"/>
                    </a:cubicBezTo>
                    <a:close/>
                    <a:moveTo>
                      <a:pt x="19621" y="690181"/>
                    </a:moveTo>
                    <a:lnTo>
                      <a:pt x="567023" y="690181"/>
                    </a:lnTo>
                    <a:lnTo>
                      <a:pt x="566452" y="19050"/>
                    </a:lnTo>
                    <a:lnTo>
                      <a:pt x="19050" y="19050"/>
                    </a:lnTo>
                    <a:lnTo>
                      <a:pt x="19621" y="69018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" name="Google Shape;1869;p39">
              <a:extLst>
                <a:ext uri="{FF2B5EF4-FFF2-40B4-BE49-F238E27FC236}">
                  <a16:creationId xmlns:a16="http://schemas.microsoft.com/office/drawing/2014/main" id="{D25864BE-24E8-0AEA-DE07-0F8C468D544F}"/>
                </a:ext>
              </a:extLst>
            </p:cNvPr>
            <p:cNvSpPr/>
            <p:nvPr/>
          </p:nvSpPr>
          <p:spPr>
            <a:xfrm>
              <a:off x="7509484" y="2948981"/>
              <a:ext cx="867030" cy="396085"/>
            </a:xfrm>
            <a:custGeom>
              <a:avLst/>
              <a:gdLst/>
              <a:ahLst/>
              <a:cxnLst/>
              <a:rect l="l" t="t" r="r" b="b"/>
              <a:pathLst>
                <a:path w="2139231" h="977264" extrusionOk="0">
                  <a:moveTo>
                    <a:pt x="2138077" y="454628"/>
                  </a:moveTo>
                  <a:cubicBezTo>
                    <a:pt x="2120170" y="192881"/>
                    <a:pt x="1895761" y="-6858"/>
                    <a:pt x="1637348" y="190"/>
                  </a:cubicBezTo>
                  <a:cubicBezTo>
                    <a:pt x="1603819" y="1048"/>
                    <a:pt x="1580483" y="42481"/>
                    <a:pt x="1614773" y="76962"/>
                  </a:cubicBezTo>
                  <a:cubicBezTo>
                    <a:pt x="1623727" y="86011"/>
                    <a:pt x="1636109" y="90488"/>
                    <a:pt x="1648777" y="90488"/>
                  </a:cubicBezTo>
                  <a:lnTo>
                    <a:pt x="1650683" y="90488"/>
                  </a:lnTo>
                  <a:cubicBezTo>
                    <a:pt x="1870234" y="90488"/>
                    <a:pt x="2048827" y="269081"/>
                    <a:pt x="2048827" y="488633"/>
                  </a:cubicBezTo>
                  <a:cubicBezTo>
                    <a:pt x="2048827" y="708184"/>
                    <a:pt x="1870234" y="886777"/>
                    <a:pt x="1650683" y="886777"/>
                  </a:cubicBezTo>
                  <a:cubicBezTo>
                    <a:pt x="1634300" y="886777"/>
                    <a:pt x="1617631" y="885730"/>
                    <a:pt x="1601248" y="883634"/>
                  </a:cubicBezTo>
                  <a:cubicBezTo>
                    <a:pt x="1600867" y="883634"/>
                    <a:pt x="1600581" y="883539"/>
                    <a:pt x="1600200" y="883539"/>
                  </a:cubicBezTo>
                  <a:cubicBezTo>
                    <a:pt x="1558957" y="877538"/>
                    <a:pt x="1516475" y="864775"/>
                    <a:pt x="1473803" y="845534"/>
                  </a:cubicBezTo>
                  <a:cubicBezTo>
                    <a:pt x="1378268" y="802100"/>
                    <a:pt x="1240346" y="704850"/>
                    <a:pt x="1118330" y="487775"/>
                  </a:cubicBezTo>
                  <a:cubicBezTo>
                    <a:pt x="1138238" y="452247"/>
                    <a:pt x="1158621" y="420052"/>
                    <a:pt x="1179290" y="390525"/>
                  </a:cubicBezTo>
                  <a:lnTo>
                    <a:pt x="1179290" y="244030"/>
                  </a:lnTo>
                  <a:cubicBezTo>
                    <a:pt x="1141095" y="287274"/>
                    <a:pt x="1103281" y="337757"/>
                    <a:pt x="1066705" y="397192"/>
                  </a:cubicBezTo>
                  <a:cubicBezTo>
                    <a:pt x="939546" y="192024"/>
                    <a:pt x="798385" y="95059"/>
                    <a:pt x="697897" y="49340"/>
                  </a:cubicBezTo>
                  <a:cubicBezTo>
                    <a:pt x="647700" y="26765"/>
                    <a:pt x="597313" y="11620"/>
                    <a:pt x="547878" y="4381"/>
                  </a:cubicBezTo>
                  <a:cubicBezTo>
                    <a:pt x="547116" y="4286"/>
                    <a:pt x="546449" y="4191"/>
                    <a:pt x="545687" y="4000"/>
                  </a:cubicBezTo>
                  <a:cubicBezTo>
                    <a:pt x="525113" y="1429"/>
                    <a:pt x="504349" y="0"/>
                    <a:pt x="483870" y="0"/>
                  </a:cubicBezTo>
                  <a:cubicBezTo>
                    <a:pt x="242411" y="0"/>
                    <a:pt x="33338" y="172593"/>
                    <a:pt x="0" y="412051"/>
                  </a:cubicBezTo>
                  <a:lnTo>
                    <a:pt x="91440" y="410718"/>
                  </a:lnTo>
                  <a:cubicBezTo>
                    <a:pt x="124301" y="222409"/>
                    <a:pt x="291656" y="90488"/>
                    <a:pt x="483870" y="90488"/>
                  </a:cubicBezTo>
                  <a:cubicBezTo>
                    <a:pt x="500253" y="90488"/>
                    <a:pt x="516731" y="91535"/>
                    <a:pt x="533114" y="93631"/>
                  </a:cubicBezTo>
                  <a:cubicBezTo>
                    <a:pt x="533591" y="93631"/>
                    <a:pt x="533876" y="93726"/>
                    <a:pt x="534257" y="93726"/>
                  </a:cubicBezTo>
                  <a:cubicBezTo>
                    <a:pt x="575405" y="99727"/>
                    <a:pt x="617982" y="112490"/>
                    <a:pt x="660559" y="131731"/>
                  </a:cubicBezTo>
                  <a:cubicBezTo>
                    <a:pt x="756094" y="175165"/>
                    <a:pt x="894112" y="272415"/>
                    <a:pt x="1016127" y="489490"/>
                  </a:cubicBezTo>
                  <a:cubicBezTo>
                    <a:pt x="989362" y="537115"/>
                    <a:pt x="961834" y="579120"/>
                    <a:pt x="934022" y="616172"/>
                  </a:cubicBezTo>
                  <a:cubicBezTo>
                    <a:pt x="843058" y="737330"/>
                    <a:pt x="748856" y="805434"/>
                    <a:pt x="667512" y="843343"/>
                  </a:cubicBezTo>
                  <a:cubicBezTo>
                    <a:pt x="651319" y="850773"/>
                    <a:pt x="640842" y="866775"/>
                    <a:pt x="640842" y="884492"/>
                  </a:cubicBezTo>
                  <a:lnTo>
                    <a:pt x="640842" y="884587"/>
                  </a:lnTo>
                  <a:cubicBezTo>
                    <a:pt x="640842" y="917734"/>
                    <a:pt x="675227" y="939451"/>
                    <a:pt x="705231" y="925544"/>
                  </a:cubicBezTo>
                  <a:cubicBezTo>
                    <a:pt x="776478" y="892397"/>
                    <a:pt x="855440" y="839724"/>
                    <a:pt x="934117" y="756476"/>
                  </a:cubicBezTo>
                  <a:cubicBezTo>
                    <a:pt x="979360" y="708565"/>
                    <a:pt x="1024414" y="650462"/>
                    <a:pt x="1067752" y="580072"/>
                  </a:cubicBezTo>
                  <a:cubicBezTo>
                    <a:pt x="1194911" y="785241"/>
                    <a:pt x="1336072" y="882205"/>
                    <a:pt x="1436465" y="927926"/>
                  </a:cubicBezTo>
                  <a:cubicBezTo>
                    <a:pt x="1486662" y="950500"/>
                    <a:pt x="1537144" y="965644"/>
                    <a:pt x="1586579" y="972884"/>
                  </a:cubicBezTo>
                  <a:cubicBezTo>
                    <a:pt x="1587246" y="972979"/>
                    <a:pt x="1588008" y="973074"/>
                    <a:pt x="1588770" y="973264"/>
                  </a:cubicBezTo>
                  <a:cubicBezTo>
                    <a:pt x="1609344" y="975836"/>
                    <a:pt x="1630109" y="977265"/>
                    <a:pt x="1650587" y="977265"/>
                  </a:cubicBezTo>
                  <a:cubicBezTo>
                    <a:pt x="1931289" y="977170"/>
                    <a:pt x="2157413" y="739235"/>
                    <a:pt x="2138077" y="45462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3">
          <a:extLst>
            <a:ext uri="{FF2B5EF4-FFF2-40B4-BE49-F238E27FC236}">
              <a16:creationId xmlns:a16="http://schemas.microsoft.com/office/drawing/2014/main" id="{08D3BC2D-8E69-073C-1142-1EF4AA148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2" name="Title 1921">
            <a:extLst>
              <a:ext uri="{FF2B5EF4-FFF2-40B4-BE49-F238E27FC236}">
                <a16:creationId xmlns:a16="http://schemas.microsoft.com/office/drawing/2014/main" id="{3334308C-93E5-8753-C70E-FE6D9C281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3614" y="1765824"/>
            <a:ext cx="4799467" cy="4420486"/>
          </a:xfrm>
        </p:spPr>
        <p:txBody>
          <a:bodyPr/>
          <a:lstStyle/>
          <a:p>
            <a:r>
              <a:rPr lang="en" dirty="0"/>
              <a:t>THANKYOU!</a:t>
            </a:r>
            <a:endParaRPr lang="en-GB" dirty="0"/>
          </a:p>
        </p:txBody>
      </p:sp>
      <p:grpSp>
        <p:nvGrpSpPr>
          <p:cNvPr id="2126" name="Google Shape;2126;p45"/>
          <p:cNvGrpSpPr/>
          <p:nvPr/>
        </p:nvGrpSpPr>
        <p:grpSpPr>
          <a:xfrm>
            <a:off x="1648178" y="2899094"/>
            <a:ext cx="5249333" cy="1964364"/>
            <a:chOff x="2654821" y="2311071"/>
            <a:chExt cx="2279715" cy="1262120"/>
          </a:xfrm>
        </p:grpSpPr>
        <p:grpSp>
          <p:nvGrpSpPr>
            <p:cNvPr id="2127" name="Google Shape;2127;p45"/>
            <p:cNvGrpSpPr/>
            <p:nvPr/>
          </p:nvGrpSpPr>
          <p:grpSpPr>
            <a:xfrm>
              <a:off x="4034269" y="2840745"/>
              <a:ext cx="40212" cy="36437"/>
              <a:chOff x="4293400" y="2574725"/>
              <a:chExt cx="84425" cy="80100"/>
            </a:xfrm>
          </p:grpSpPr>
          <p:sp>
            <p:nvSpPr>
              <p:cNvPr id="2128" name="Google Shape;2128;p45"/>
              <p:cNvSpPr/>
              <p:nvPr/>
            </p:nvSpPr>
            <p:spPr>
              <a:xfrm>
                <a:off x="4293400" y="2574725"/>
                <a:ext cx="57150" cy="45250"/>
              </a:xfrm>
              <a:custGeom>
                <a:avLst/>
                <a:gdLst/>
                <a:ahLst/>
                <a:cxnLst/>
                <a:rect l="l" t="t" r="r" b="b"/>
                <a:pathLst>
                  <a:path w="2286" h="1810" extrusionOk="0">
                    <a:moveTo>
                      <a:pt x="2286" y="905"/>
                    </a:moveTo>
                    <a:lnTo>
                      <a:pt x="1857" y="476"/>
                    </a:lnTo>
                    <a:lnTo>
                      <a:pt x="0" y="0"/>
                    </a:lnTo>
                    <a:lnTo>
                      <a:pt x="95" y="834"/>
                    </a:lnTo>
                    <a:lnTo>
                      <a:pt x="952" y="1476"/>
                    </a:lnTo>
                    <a:lnTo>
                      <a:pt x="1952" y="181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129" name="Google Shape;2129;p45"/>
              <p:cNvSpPr/>
              <p:nvPr/>
            </p:nvSpPr>
            <p:spPr>
              <a:xfrm>
                <a:off x="4299350" y="2589925"/>
                <a:ext cx="78475" cy="649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596" extrusionOk="0">
                    <a:moveTo>
                      <a:pt x="2009" y="1"/>
                    </a:moveTo>
                    <a:lnTo>
                      <a:pt x="1820" y="252"/>
                    </a:lnTo>
                    <a:lnTo>
                      <a:pt x="1632" y="314"/>
                    </a:lnTo>
                    <a:lnTo>
                      <a:pt x="1590" y="419"/>
                    </a:lnTo>
                    <a:lnTo>
                      <a:pt x="1318" y="398"/>
                    </a:lnTo>
                    <a:lnTo>
                      <a:pt x="1255" y="273"/>
                    </a:lnTo>
                    <a:lnTo>
                      <a:pt x="983" y="63"/>
                    </a:lnTo>
                    <a:lnTo>
                      <a:pt x="837" y="42"/>
                    </a:lnTo>
                    <a:lnTo>
                      <a:pt x="795" y="63"/>
                    </a:lnTo>
                    <a:lnTo>
                      <a:pt x="753" y="252"/>
                    </a:lnTo>
                    <a:lnTo>
                      <a:pt x="900" y="314"/>
                    </a:lnTo>
                    <a:lnTo>
                      <a:pt x="983" y="461"/>
                    </a:lnTo>
                    <a:lnTo>
                      <a:pt x="963" y="670"/>
                    </a:lnTo>
                    <a:lnTo>
                      <a:pt x="753" y="566"/>
                    </a:lnTo>
                    <a:lnTo>
                      <a:pt x="544" y="524"/>
                    </a:lnTo>
                    <a:lnTo>
                      <a:pt x="209" y="356"/>
                    </a:lnTo>
                    <a:lnTo>
                      <a:pt x="0" y="419"/>
                    </a:lnTo>
                    <a:lnTo>
                      <a:pt x="0" y="524"/>
                    </a:lnTo>
                    <a:lnTo>
                      <a:pt x="105" y="628"/>
                    </a:lnTo>
                    <a:lnTo>
                      <a:pt x="314" y="670"/>
                    </a:lnTo>
                    <a:lnTo>
                      <a:pt x="419" y="796"/>
                    </a:lnTo>
                    <a:lnTo>
                      <a:pt x="377" y="921"/>
                    </a:lnTo>
                    <a:lnTo>
                      <a:pt x="377" y="1026"/>
                    </a:lnTo>
                    <a:lnTo>
                      <a:pt x="628" y="1214"/>
                    </a:lnTo>
                    <a:lnTo>
                      <a:pt x="628" y="1340"/>
                    </a:lnTo>
                    <a:lnTo>
                      <a:pt x="544" y="1423"/>
                    </a:lnTo>
                    <a:lnTo>
                      <a:pt x="628" y="1612"/>
                    </a:lnTo>
                    <a:lnTo>
                      <a:pt x="879" y="1737"/>
                    </a:lnTo>
                    <a:lnTo>
                      <a:pt x="1067" y="1737"/>
                    </a:lnTo>
                    <a:lnTo>
                      <a:pt x="1193" y="1863"/>
                    </a:lnTo>
                    <a:lnTo>
                      <a:pt x="1046" y="1884"/>
                    </a:lnTo>
                    <a:lnTo>
                      <a:pt x="1109" y="2051"/>
                    </a:lnTo>
                    <a:lnTo>
                      <a:pt x="1088" y="2093"/>
                    </a:lnTo>
                    <a:lnTo>
                      <a:pt x="1088" y="2239"/>
                    </a:lnTo>
                    <a:lnTo>
                      <a:pt x="1172" y="2260"/>
                    </a:lnTo>
                    <a:lnTo>
                      <a:pt x="1276" y="2198"/>
                    </a:lnTo>
                    <a:lnTo>
                      <a:pt x="1276" y="2156"/>
                    </a:lnTo>
                    <a:lnTo>
                      <a:pt x="1318" y="2093"/>
                    </a:lnTo>
                    <a:lnTo>
                      <a:pt x="1381" y="2072"/>
                    </a:lnTo>
                    <a:lnTo>
                      <a:pt x="1486" y="1946"/>
                    </a:lnTo>
                    <a:lnTo>
                      <a:pt x="1569" y="1926"/>
                    </a:lnTo>
                    <a:lnTo>
                      <a:pt x="1611" y="1821"/>
                    </a:lnTo>
                    <a:lnTo>
                      <a:pt x="1695" y="1821"/>
                    </a:lnTo>
                    <a:lnTo>
                      <a:pt x="1820" y="1737"/>
                    </a:lnTo>
                    <a:lnTo>
                      <a:pt x="1883" y="1737"/>
                    </a:lnTo>
                    <a:lnTo>
                      <a:pt x="1883" y="1758"/>
                    </a:lnTo>
                    <a:lnTo>
                      <a:pt x="1925" y="1758"/>
                    </a:lnTo>
                    <a:lnTo>
                      <a:pt x="1988" y="1863"/>
                    </a:lnTo>
                    <a:lnTo>
                      <a:pt x="2051" y="1946"/>
                    </a:lnTo>
                    <a:lnTo>
                      <a:pt x="2009" y="1988"/>
                    </a:lnTo>
                    <a:lnTo>
                      <a:pt x="2030" y="2051"/>
                    </a:lnTo>
                    <a:lnTo>
                      <a:pt x="2155" y="2135"/>
                    </a:lnTo>
                    <a:lnTo>
                      <a:pt x="1988" y="2260"/>
                    </a:lnTo>
                    <a:lnTo>
                      <a:pt x="2155" y="2470"/>
                    </a:lnTo>
                    <a:lnTo>
                      <a:pt x="2260" y="2511"/>
                    </a:lnTo>
                    <a:lnTo>
                      <a:pt x="2302" y="2574"/>
                    </a:lnTo>
                    <a:lnTo>
                      <a:pt x="2406" y="2595"/>
                    </a:lnTo>
                    <a:lnTo>
                      <a:pt x="2448" y="2574"/>
                    </a:lnTo>
                    <a:lnTo>
                      <a:pt x="2448" y="2365"/>
                    </a:lnTo>
                    <a:lnTo>
                      <a:pt x="2427" y="2302"/>
                    </a:lnTo>
                    <a:lnTo>
                      <a:pt x="2427" y="2198"/>
                    </a:lnTo>
                    <a:lnTo>
                      <a:pt x="2406" y="2072"/>
                    </a:lnTo>
                    <a:lnTo>
                      <a:pt x="2427" y="1967"/>
                    </a:lnTo>
                    <a:lnTo>
                      <a:pt x="2469" y="1946"/>
                    </a:lnTo>
                    <a:lnTo>
                      <a:pt x="2553" y="2030"/>
                    </a:lnTo>
                    <a:lnTo>
                      <a:pt x="2511" y="2135"/>
                    </a:lnTo>
                    <a:lnTo>
                      <a:pt x="2553" y="2198"/>
                    </a:lnTo>
                    <a:lnTo>
                      <a:pt x="2574" y="2135"/>
                    </a:lnTo>
                    <a:lnTo>
                      <a:pt x="2574" y="1946"/>
                    </a:lnTo>
                    <a:lnTo>
                      <a:pt x="2636" y="1884"/>
                    </a:lnTo>
                    <a:lnTo>
                      <a:pt x="2636" y="1779"/>
                    </a:lnTo>
                    <a:lnTo>
                      <a:pt x="2574" y="1737"/>
                    </a:lnTo>
                    <a:lnTo>
                      <a:pt x="2616" y="1633"/>
                    </a:lnTo>
                    <a:lnTo>
                      <a:pt x="2657" y="1549"/>
                    </a:lnTo>
                    <a:lnTo>
                      <a:pt x="2636" y="1444"/>
                    </a:lnTo>
                    <a:lnTo>
                      <a:pt x="2636" y="1298"/>
                    </a:lnTo>
                    <a:lnTo>
                      <a:pt x="2783" y="1151"/>
                    </a:lnTo>
                    <a:lnTo>
                      <a:pt x="2950" y="1130"/>
                    </a:lnTo>
                    <a:lnTo>
                      <a:pt x="3034" y="1089"/>
                    </a:lnTo>
                    <a:lnTo>
                      <a:pt x="3139" y="1089"/>
                    </a:lnTo>
                    <a:lnTo>
                      <a:pt x="3034" y="984"/>
                    </a:lnTo>
                    <a:lnTo>
                      <a:pt x="2888" y="900"/>
                    </a:lnTo>
                    <a:lnTo>
                      <a:pt x="2741" y="921"/>
                    </a:lnTo>
                    <a:lnTo>
                      <a:pt x="2616" y="817"/>
                    </a:lnTo>
                    <a:lnTo>
                      <a:pt x="2574" y="712"/>
                    </a:lnTo>
                    <a:lnTo>
                      <a:pt x="2406" y="586"/>
                    </a:lnTo>
                    <a:lnTo>
                      <a:pt x="2323" y="419"/>
                    </a:lnTo>
                    <a:lnTo>
                      <a:pt x="2323" y="314"/>
                    </a:lnTo>
                    <a:lnTo>
                      <a:pt x="2134" y="84"/>
                    </a:lnTo>
                    <a:lnTo>
                      <a:pt x="200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30" name="Google Shape;2130;p45"/>
            <p:cNvGrpSpPr/>
            <p:nvPr/>
          </p:nvGrpSpPr>
          <p:grpSpPr>
            <a:xfrm>
              <a:off x="3894606" y="2334874"/>
              <a:ext cx="913198" cy="518984"/>
              <a:chOff x="4000175" y="1462675"/>
              <a:chExt cx="1917275" cy="1140875"/>
            </a:xfrm>
          </p:grpSpPr>
          <p:sp>
            <p:nvSpPr>
              <p:cNvPr id="2131" name="Google Shape;2131;p45"/>
              <p:cNvSpPr/>
              <p:nvPr/>
            </p:nvSpPr>
            <p:spPr>
              <a:xfrm>
                <a:off x="4178050" y="2433300"/>
                <a:ext cx="60250" cy="65175"/>
              </a:xfrm>
              <a:custGeom>
                <a:avLst/>
                <a:gdLst/>
                <a:ahLst/>
                <a:cxnLst/>
                <a:rect l="l" t="t" r="r" b="b"/>
                <a:pathLst>
                  <a:path w="2410" h="2607" extrusionOk="0">
                    <a:moveTo>
                      <a:pt x="639" y="2410"/>
                    </a:moveTo>
                    <a:lnTo>
                      <a:pt x="1180" y="2607"/>
                    </a:lnTo>
                    <a:lnTo>
                      <a:pt x="2410" y="2017"/>
                    </a:lnTo>
                    <a:lnTo>
                      <a:pt x="2262" y="0"/>
                    </a:lnTo>
                    <a:lnTo>
                      <a:pt x="541" y="0"/>
                    </a:lnTo>
                    <a:lnTo>
                      <a:pt x="0" y="177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grpSp>
            <p:nvGrpSpPr>
              <p:cNvPr id="2132" name="Google Shape;2132;p45"/>
              <p:cNvGrpSpPr/>
              <p:nvPr/>
            </p:nvGrpSpPr>
            <p:grpSpPr>
              <a:xfrm>
                <a:off x="4000175" y="1462675"/>
                <a:ext cx="1917275" cy="1140875"/>
                <a:chOff x="4000175" y="1462675"/>
                <a:chExt cx="1917275" cy="1140875"/>
              </a:xfrm>
            </p:grpSpPr>
            <p:sp>
              <p:nvSpPr>
                <p:cNvPr id="2133" name="Google Shape;2133;p45"/>
                <p:cNvSpPr/>
                <p:nvPr/>
              </p:nvSpPr>
              <p:spPr>
                <a:xfrm>
                  <a:off x="4000175" y="2000075"/>
                  <a:ext cx="1545875" cy="51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35" h="20400" extrusionOk="0">
                      <a:moveTo>
                        <a:pt x="1594" y="319"/>
                      </a:moveTo>
                      <a:lnTo>
                        <a:pt x="106" y="0"/>
                      </a:lnTo>
                      <a:lnTo>
                        <a:pt x="0" y="2444"/>
                      </a:lnTo>
                      <a:lnTo>
                        <a:pt x="1062" y="9031"/>
                      </a:lnTo>
                      <a:lnTo>
                        <a:pt x="3931" y="9775"/>
                      </a:lnTo>
                      <a:lnTo>
                        <a:pt x="2125" y="10200"/>
                      </a:lnTo>
                      <a:lnTo>
                        <a:pt x="531" y="10413"/>
                      </a:lnTo>
                      <a:lnTo>
                        <a:pt x="1487" y="13600"/>
                      </a:lnTo>
                      <a:lnTo>
                        <a:pt x="3931" y="17212"/>
                      </a:lnTo>
                      <a:lnTo>
                        <a:pt x="8393" y="18594"/>
                      </a:lnTo>
                      <a:lnTo>
                        <a:pt x="9987" y="18169"/>
                      </a:lnTo>
                      <a:lnTo>
                        <a:pt x="13281" y="20400"/>
                      </a:lnTo>
                      <a:lnTo>
                        <a:pt x="14343" y="18912"/>
                      </a:lnTo>
                      <a:lnTo>
                        <a:pt x="28793" y="17319"/>
                      </a:lnTo>
                      <a:lnTo>
                        <a:pt x="35699" y="16894"/>
                      </a:lnTo>
                      <a:lnTo>
                        <a:pt x="48342" y="16894"/>
                      </a:lnTo>
                      <a:lnTo>
                        <a:pt x="49617" y="15194"/>
                      </a:lnTo>
                      <a:lnTo>
                        <a:pt x="59285" y="20294"/>
                      </a:lnTo>
                      <a:lnTo>
                        <a:pt x="60135" y="19231"/>
                      </a:lnTo>
                      <a:lnTo>
                        <a:pt x="61835" y="18487"/>
                      </a:lnTo>
                      <a:lnTo>
                        <a:pt x="61092" y="13494"/>
                      </a:lnTo>
                      <a:lnTo>
                        <a:pt x="46323" y="3188"/>
                      </a:lnTo>
                      <a:lnTo>
                        <a:pt x="12962" y="10413"/>
                      </a:lnTo>
                      <a:lnTo>
                        <a:pt x="4569" y="7013"/>
                      </a:lnTo>
                      <a:lnTo>
                        <a:pt x="2444" y="3507"/>
                      </a:lnTo>
                      <a:lnTo>
                        <a:pt x="2019" y="1807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134" name="Google Shape;2134;p45"/>
                <p:cNvSpPr/>
                <p:nvPr/>
              </p:nvSpPr>
              <p:spPr>
                <a:xfrm>
                  <a:off x="4624175" y="1521775"/>
                  <a:ext cx="58100" cy="73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4" h="2951" extrusionOk="0">
                      <a:moveTo>
                        <a:pt x="210" y="1"/>
                      </a:moveTo>
                      <a:lnTo>
                        <a:pt x="126" y="84"/>
                      </a:lnTo>
                      <a:lnTo>
                        <a:pt x="147" y="189"/>
                      </a:lnTo>
                      <a:lnTo>
                        <a:pt x="252" y="252"/>
                      </a:lnTo>
                      <a:lnTo>
                        <a:pt x="335" y="356"/>
                      </a:lnTo>
                      <a:lnTo>
                        <a:pt x="273" y="419"/>
                      </a:lnTo>
                      <a:lnTo>
                        <a:pt x="210" y="419"/>
                      </a:lnTo>
                      <a:lnTo>
                        <a:pt x="147" y="335"/>
                      </a:lnTo>
                      <a:lnTo>
                        <a:pt x="63" y="293"/>
                      </a:lnTo>
                      <a:lnTo>
                        <a:pt x="22" y="293"/>
                      </a:lnTo>
                      <a:lnTo>
                        <a:pt x="42" y="356"/>
                      </a:lnTo>
                      <a:lnTo>
                        <a:pt x="22" y="545"/>
                      </a:lnTo>
                      <a:lnTo>
                        <a:pt x="1" y="565"/>
                      </a:lnTo>
                      <a:lnTo>
                        <a:pt x="1" y="712"/>
                      </a:lnTo>
                      <a:lnTo>
                        <a:pt x="42" y="754"/>
                      </a:lnTo>
                      <a:lnTo>
                        <a:pt x="126" y="775"/>
                      </a:lnTo>
                      <a:lnTo>
                        <a:pt x="189" y="858"/>
                      </a:lnTo>
                      <a:lnTo>
                        <a:pt x="147" y="963"/>
                      </a:lnTo>
                      <a:lnTo>
                        <a:pt x="294" y="1256"/>
                      </a:lnTo>
                      <a:lnTo>
                        <a:pt x="356" y="1340"/>
                      </a:lnTo>
                      <a:lnTo>
                        <a:pt x="461" y="1340"/>
                      </a:lnTo>
                      <a:lnTo>
                        <a:pt x="398" y="1402"/>
                      </a:lnTo>
                      <a:lnTo>
                        <a:pt x="294" y="1444"/>
                      </a:lnTo>
                      <a:lnTo>
                        <a:pt x="231" y="1612"/>
                      </a:lnTo>
                      <a:lnTo>
                        <a:pt x="335" y="1821"/>
                      </a:lnTo>
                      <a:lnTo>
                        <a:pt x="398" y="1988"/>
                      </a:lnTo>
                      <a:lnTo>
                        <a:pt x="398" y="2114"/>
                      </a:lnTo>
                      <a:lnTo>
                        <a:pt x="440" y="2177"/>
                      </a:lnTo>
                      <a:lnTo>
                        <a:pt x="461" y="2281"/>
                      </a:lnTo>
                      <a:lnTo>
                        <a:pt x="419" y="2323"/>
                      </a:lnTo>
                      <a:lnTo>
                        <a:pt x="503" y="2511"/>
                      </a:lnTo>
                      <a:lnTo>
                        <a:pt x="545" y="2679"/>
                      </a:lnTo>
                      <a:lnTo>
                        <a:pt x="649" y="2762"/>
                      </a:lnTo>
                      <a:lnTo>
                        <a:pt x="649" y="2867"/>
                      </a:lnTo>
                      <a:lnTo>
                        <a:pt x="733" y="2951"/>
                      </a:lnTo>
                      <a:lnTo>
                        <a:pt x="879" y="2909"/>
                      </a:lnTo>
                      <a:lnTo>
                        <a:pt x="963" y="2742"/>
                      </a:lnTo>
                      <a:lnTo>
                        <a:pt x="1089" y="2553"/>
                      </a:lnTo>
                      <a:lnTo>
                        <a:pt x="1172" y="2511"/>
                      </a:lnTo>
                      <a:lnTo>
                        <a:pt x="1151" y="2428"/>
                      </a:lnTo>
                      <a:lnTo>
                        <a:pt x="1172" y="2323"/>
                      </a:lnTo>
                      <a:lnTo>
                        <a:pt x="1423" y="2135"/>
                      </a:lnTo>
                      <a:lnTo>
                        <a:pt x="1528" y="2114"/>
                      </a:lnTo>
                      <a:lnTo>
                        <a:pt x="1612" y="2177"/>
                      </a:lnTo>
                      <a:lnTo>
                        <a:pt x="1695" y="2177"/>
                      </a:lnTo>
                      <a:lnTo>
                        <a:pt x="1737" y="2072"/>
                      </a:lnTo>
                      <a:lnTo>
                        <a:pt x="1800" y="1988"/>
                      </a:lnTo>
                      <a:lnTo>
                        <a:pt x="1926" y="1926"/>
                      </a:lnTo>
                      <a:lnTo>
                        <a:pt x="2114" y="1779"/>
                      </a:lnTo>
                      <a:lnTo>
                        <a:pt x="2135" y="1674"/>
                      </a:lnTo>
                      <a:lnTo>
                        <a:pt x="2219" y="1612"/>
                      </a:lnTo>
                      <a:lnTo>
                        <a:pt x="2323" y="1382"/>
                      </a:lnTo>
                      <a:lnTo>
                        <a:pt x="2302" y="1256"/>
                      </a:lnTo>
                      <a:lnTo>
                        <a:pt x="2135" y="1068"/>
                      </a:lnTo>
                      <a:lnTo>
                        <a:pt x="2051" y="942"/>
                      </a:lnTo>
                      <a:lnTo>
                        <a:pt x="2051" y="837"/>
                      </a:lnTo>
                      <a:lnTo>
                        <a:pt x="1884" y="712"/>
                      </a:lnTo>
                      <a:lnTo>
                        <a:pt x="1779" y="712"/>
                      </a:lnTo>
                      <a:lnTo>
                        <a:pt x="1716" y="733"/>
                      </a:lnTo>
                      <a:lnTo>
                        <a:pt x="1633" y="670"/>
                      </a:lnTo>
                      <a:lnTo>
                        <a:pt x="1507" y="628"/>
                      </a:lnTo>
                      <a:lnTo>
                        <a:pt x="1382" y="503"/>
                      </a:lnTo>
                      <a:lnTo>
                        <a:pt x="1319" y="461"/>
                      </a:lnTo>
                      <a:lnTo>
                        <a:pt x="1298" y="524"/>
                      </a:lnTo>
                      <a:lnTo>
                        <a:pt x="1214" y="503"/>
                      </a:lnTo>
                      <a:lnTo>
                        <a:pt x="1193" y="419"/>
                      </a:lnTo>
                      <a:lnTo>
                        <a:pt x="1110" y="314"/>
                      </a:lnTo>
                      <a:lnTo>
                        <a:pt x="1047" y="314"/>
                      </a:lnTo>
                      <a:lnTo>
                        <a:pt x="1005" y="419"/>
                      </a:lnTo>
                      <a:lnTo>
                        <a:pt x="963" y="419"/>
                      </a:lnTo>
                      <a:lnTo>
                        <a:pt x="858" y="252"/>
                      </a:lnTo>
                      <a:lnTo>
                        <a:pt x="775" y="210"/>
                      </a:lnTo>
                      <a:lnTo>
                        <a:pt x="775" y="252"/>
                      </a:lnTo>
                      <a:lnTo>
                        <a:pt x="858" y="356"/>
                      </a:lnTo>
                      <a:lnTo>
                        <a:pt x="858" y="440"/>
                      </a:lnTo>
                      <a:lnTo>
                        <a:pt x="775" y="503"/>
                      </a:lnTo>
                      <a:lnTo>
                        <a:pt x="775" y="607"/>
                      </a:lnTo>
                      <a:lnTo>
                        <a:pt x="733" y="607"/>
                      </a:lnTo>
                      <a:lnTo>
                        <a:pt x="670" y="524"/>
                      </a:lnTo>
                      <a:lnTo>
                        <a:pt x="649" y="147"/>
                      </a:lnTo>
                      <a:lnTo>
                        <a:pt x="545" y="105"/>
                      </a:lnTo>
                      <a:lnTo>
                        <a:pt x="440" y="84"/>
                      </a:lnTo>
                      <a:lnTo>
                        <a:pt x="273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5" name="Google Shape;2135;p45"/>
                <p:cNvSpPr/>
                <p:nvPr/>
              </p:nvSpPr>
              <p:spPr>
                <a:xfrm>
                  <a:off x="4499150" y="1462675"/>
                  <a:ext cx="117200" cy="10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8" h="4164" extrusionOk="0">
                      <a:moveTo>
                        <a:pt x="398" y="0"/>
                      </a:moveTo>
                      <a:lnTo>
                        <a:pt x="357" y="63"/>
                      </a:lnTo>
                      <a:lnTo>
                        <a:pt x="336" y="168"/>
                      </a:lnTo>
                      <a:lnTo>
                        <a:pt x="357" y="251"/>
                      </a:lnTo>
                      <a:lnTo>
                        <a:pt x="357" y="398"/>
                      </a:lnTo>
                      <a:lnTo>
                        <a:pt x="252" y="523"/>
                      </a:lnTo>
                      <a:lnTo>
                        <a:pt x="147" y="712"/>
                      </a:lnTo>
                      <a:lnTo>
                        <a:pt x="22" y="879"/>
                      </a:lnTo>
                      <a:lnTo>
                        <a:pt x="1" y="984"/>
                      </a:lnTo>
                      <a:lnTo>
                        <a:pt x="22" y="1423"/>
                      </a:lnTo>
                      <a:lnTo>
                        <a:pt x="105" y="1507"/>
                      </a:lnTo>
                      <a:lnTo>
                        <a:pt x="210" y="1549"/>
                      </a:lnTo>
                      <a:lnTo>
                        <a:pt x="231" y="1653"/>
                      </a:lnTo>
                      <a:lnTo>
                        <a:pt x="189" y="1967"/>
                      </a:lnTo>
                      <a:lnTo>
                        <a:pt x="126" y="2093"/>
                      </a:lnTo>
                      <a:lnTo>
                        <a:pt x="105" y="2197"/>
                      </a:lnTo>
                      <a:lnTo>
                        <a:pt x="126" y="2281"/>
                      </a:lnTo>
                      <a:lnTo>
                        <a:pt x="189" y="2260"/>
                      </a:lnTo>
                      <a:lnTo>
                        <a:pt x="273" y="2155"/>
                      </a:lnTo>
                      <a:lnTo>
                        <a:pt x="419" y="2093"/>
                      </a:lnTo>
                      <a:lnTo>
                        <a:pt x="482" y="2155"/>
                      </a:lnTo>
                      <a:lnTo>
                        <a:pt x="503" y="2260"/>
                      </a:lnTo>
                      <a:lnTo>
                        <a:pt x="650" y="2385"/>
                      </a:lnTo>
                      <a:lnTo>
                        <a:pt x="754" y="2385"/>
                      </a:lnTo>
                      <a:lnTo>
                        <a:pt x="817" y="2344"/>
                      </a:lnTo>
                      <a:lnTo>
                        <a:pt x="901" y="2365"/>
                      </a:lnTo>
                      <a:cubicBezTo>
                        <a:pt x="859" y="2448"/>
                        <a:pt x="859" y="2511"/>
                        <a:pt x="859" y="2595"/>
                      </a:cubicBezTo>
                      <a:lnTo>
                        <a:pt x="838" y="2595"/>
                      </a:lnTo>
                      <a:lnTo>
                        <a:pt x="733" y="2657"/>
                      </a:lnTo>
                      <a:lnTo>
                        <a:pt x="629" y="2595"/>
                      </a:lnTo>
                      <a:lnTo>
                        <a:pt x="545" y="2595"/>
                      </a:lnTo>
                      <a:lnTo>
                        <a:pt x="440" y="2678"/>
                      </a:lnTo>
                      <a:lnTo>
                        <a:pt x="315" y="2678"/>
                      </a:lnTo>
                      <a:lnTo>
                        <a:pt x="294" y="2699"/>
                      </a:lnTo>
                      <a:lnTo>
                        <a:pt x="336" y="2783"/>
                      </a:lnTo>
                      <a:lnTo>
                        <a:pt x="482" y="2804"/>
                      </a:lnTo>
                      <a:lnTo>
                        <a:pt x="524" y="2909"/>
                      </a:lnTo>
                      <a:lnTo>
                        <a:pt x="650" y="2971"/>
                      </a:lnTo>
                      <a:lnTo>
                        <a:pt x="733" y="3076"/>
                      </a:lnTo>
                      <a:lnTo>
                        <a:pt x="901" y="3118"/>
                      </a:lnTo>
                      <a:lnTo>
                        <a:pt x="1110" y="3118"/>
                      </a:lnTo>
                      <a:lnTo>
                        <a:pt x="1173" y="3139"/>
                      </a:lnTo>
                      <a:lnTo>
                        <a:pt x="1131" y="3181"/>
                      </a:lnTo>
                      <a:lnTo>
                        <a:pt x="963" y="3222"/>
                      </a:lnTo>
                      <a:lnTo>
                        <a:pt x="838" y="3222"/>
                      </a:lnTo>
                      <a:lnTo>
                        <a:pt x="838" y="3285"/>
                      </a:lnTo>
                      <a:lnTo>
                        <a:pt x="942" y="3327"/>
                      </a:lnTo>
                      <a:lnTo>
                        <a:pt x="1068" y="3327"/>
                      </a:lnTo>
                      <a:lnTo>
                        <a:pt x="1173" y="3243"/>
                      </a:lnTo>
                      <a:lnTo>
                        <a:pt x="1319" y="3139"/>
                      </a:lnTo>
                      <a:lnTo>
                        <a:pt x="1382" y="3097"/>
                      </a:lnTo>
                      <a:lnTo>
                        <a:pt x="1445" y="2929"/>
                      </a:lnTo>
                      <a:lnTo>
                        <a:pt x="1528" y="2762"/>
                      </a:lnTo>
                      <a:lnTo>
                        <a:pt x="1486" y="2678"/>
                      </a:lnTo>
                      <a:lnTo>
                        <a:pt x="1256" y="2532"/>
                      </a:lnTo>
                      <a:lnTo>
                        <a:pt x="1152" y="2511"/>
                      </a:lnTo>
                      <a:lnTo>
                        <a:pt x="1152" y="2385"/>
                      </a:lnTo>
                      <a:lnTo>
                        <a:pt x="1256" y="2406"/>
                      </a:lnTo>
                      <a:lnTo>
                        <a:pt x="1382" y="2385"/>
                      </a:lnTo>
                      <a:lnTo>
                        <a:pt x="1570" y="2281"/>
                      </a:lnTo>
                      <a:lnTo>
                        <a:pt x="1654" y="2176"/>
                      </a:lnTo>
                      <a:lnTo>
                        <a:pt x="1654" y="2072"/>
                      </a:lnTo>
                      <a:lnTo>
                        <a:pt x="1779" y="1946"/>
                      </a:lnTo>
                      <a:lnTo>
                        <a:pt x="1968" y="1800"/>
                      </a:lnTo>
                      <a:lnTo>
                        <a:pt x="2114" y="1967"/>
                      </a:lnTo>
                      <a:lnTo>
                        <a:pt x="2010" y="2009"/>
                      </a:lnTo>
                      <a:lnTo>
                        <a:pt x="1968" y="2093"/>
                      </a:lnTo>
                      <a:lnTo>
                        <a:pt x="1968" y="2176"/>
                      </a:lnTo>
                      <a:lnTo>
                        <a:pt x="1800" y="2197"/>
                      </a:lnTo>
                      <a:lnTo>
                        <a:pt x="1696" y="2281"/>
                      </a:lnTo>
                      <a:lnTo>
                        <a:pt x="1654" y="2469"/>
                      </a:lnTo>
                      <a:lnTo>
                        <a:pt x="1654" y="2574"/>
                      </a:lnTo>
                      <a:lnTo>
                        <a:pt x="1758" y="2637"/>
                      </a:lnTo>
                      <a:lnTo>
                        <a:pt x="1821" y="2637"/>
                      </a:lnTo>
                      <a:lnTo>
                        <a:pt x="1884" y="2720"/>
                      </a:lnTo>
                      <a:lnTo>
                        <a:pt x="1758" y="2867"/>
                      </a:lnTo>
                      <a:lnTo>
                        <a:pt x="1717" y="2971"/>
                      </a:lnTo>
                      <a:lnTo>
                        <a:pt x="1779" y="3139"/>
                      </a:lnTo>
                      <a:lnTo>
                        <a:pt x="1758" y="3222"/>
                      </a:lnTo>
                      <a:lnTo>
                        <a:pt x="1570" y="3327"/>
                      </a:lnTo>
                      <a:lnTo>
                        <a:pt x="1549" y="3390"/>
                      </a:lnTo>
                      <a:lnTo>
                        <a:pt x="1675" y="3453"/>
                      </a:lnTo>
                      <a:lnTo>
                        <a:pt x="1738" y="3515"/>
                      </a:lnTo>
                      <a:lnTo>
                        <a:pt x="1779" y="3494"/>
                      </a:lnTo>
                      <a:lnTo>
                        <a:pt x="1758" y="3411"/>
                      </a:lnTo>
                      <a:lnTo>
                        <a:pt x="1779" y="3348"/>
                      </a:lnTo>
                      <a:lnTo>
                        <a:pt x="1884" y="3411"/>
                      </a:lnTo>
                      <a:lnTo>
                        <a:pt x="1989" y="3494"/>
                      </a:lnTo>
                      <a:lnTo>
                        <a:pt x="2093" y="3432"/>
                      </a:lnTo>
                      <a:lnTo>
                        <a:pt x="2177" y="3432"/>
                      </a:lnTo>
                      <a:lnTo>
                        <a:pt x="2240" y="3536"/>
                      </a:lnTo>
                      <a:lnTo>
                        <a:pt x="2323" y="3746"/>
                      </a:lnTo>
                      <a:lnTo>
                        <a:pt x="2407" y="3829"/>
                      </a:lnTo>
                      <a:lnTo>
                        <a:pt x="2533" y="3850"/>
                      </a:lnTo>
                      <a:lnTo>
                        <a:pt x="2658" y="3934"/>
                      </a:lnTo>
                      <a:lnTo>
                        <a:pt x="2763" y="3955"/>
                      </a:lnTo>
                      <a:lnTo>
                        <a:pt x="2909" y="3871"/>
                      </a:lnTo>
                      <a:lnTo>
                        <a:pt x="3056" y="3829"/>
                      </a:lnTo>
                      <a:lnTo>
                        <a:pt x="3139" y="3871"/>
                      </a:lnTo>
                      <a:lnTo>
                        <a:pt x="3286" y="3955"/>
                      </a:lnTo>
                      <a:lnTo>
                        <a:pt x="3579" y="3976"/>
                      </a:lnTo>
                      <a:lnTo>
                        <a:pt x="3683" y="3955"/>
                      </a:lnTo>
                      <a:lnTo>
                        <a:pt x="3767" y="3976"/>
                      </a:lnTo>
                      <a:lnTo>
                        <a:pt x="3872" y="3976"/>
                      </a:lnTo>
                      <a:lnTo>
                        <a:pt x="3955" y="4059"/>
                      </a:lnTo>
                      <a:lnTo>
                        <a:pt x="4060" y="4164"/>
                      </a:lnTo>
                      <a:lnTo>
                        <a:pt x="4165" y="4164"/>
                      </a:lnTo>
                      <a:lnTo>
                        <a:pt x="4269" y="4080"/>
                      </a:lnTo>
                      <a:lnTo>
                        <a:pt x="4395" y="3955"/>
                      </a:lnTo>
                      <a:lnTo>
                        <a:pt x="4541" y="3913"/>
                      </a:lnTo>
                      <a:lnTo>
                        <a:pt x="4688" y="3725"/>
                      </a:lnTo>
                      <a:lnTo>
                        <a:pt x="4688" y="3620"/>
                      </a:lnTo>
                      <a:lnTo>
                        <a:pt x="4541" y="3453"/>
                      </a:lnTo>
                      <a:lnTo>
                        <a:pt x="4479" y="3432"/>
                      </a:lnTo>
                      <a:lnTo>
                        <a:pt x="4332" y="3285"/>
                      </a:lnTo>
                      <a:lnTo>
                        <a:pt x="4186" y="3243"/>
                      </a:lnTo>
                      <a:lnTo>
                        <a:pt x="4060" y="3181"/>
                      </a:lnTo>
                      <a:lnTo>
                        <a:pt x="4018" y="3034"/>
                      </a:lnTo>
                      <a:lnTo>
                        <a:pt x="4102" y="3034"/>
                      </a:lnTo>
                      <a:lnTo>
                        <a:pt x="4186" y="3097"/>
                      </a:lnTo>
                      <a:lnTo>
                        <a:pt x="4290" y="3097"/>
                      </a:lnTo>
                      <a:lnTo>
                        <a:pt x="4290" y="3013"/>
                      </a:lnTo>
                      <a:lnTo>
                        <a:pt x="4165" y="2825"/>
                      </a:lnTo>
                      <a:lnTo>
                        <a:pt x="3976" y="2657"/>
                      </a:lnTo>
                      <a:lnTo>
                        <a:pt x="3976" y="2490"/>
                      </a:lnTo>
                      <a:lnTo>
                        <a:pt x="3955" y="2344"/>
                      </a:lnTo>
                      <a:lnTo>
                        <a:pt x="3851" y="2281"/>
                      </a:lnTo>
                      <a:lnTo>
                        <a:pt x="3851" y="2155"/>
                      </a:lnTo>
                      <a:lnTo>
                        <a:pt x="3788" y="2093"/>
                      </a:lnTo>
                      <a:lnTo>
                        <a:pt x="3746" y="2093"/>
                      </a:lnTo>
                      <a:lnTo>
                        <a:pt x="3370" y="1821"/>
                      </a:lnTo>
                      <a:lnTo>
                        <a:pt x="3160" y="1779"/>
                      </a:lnTo>
                      <a:lnTo>
                        <a:pt x="2972" y="1821"/>
                      </a:lnTo>
                      <a:lnTo>
                        <a:pt x="2951" y="1883"/>
                      </a:lnTo>
                      <a:lnTo>
                        <a:pt x="2972" y="1967"/>
                      </a:lnTo>
                      <a:lnTo>
                        <a:pt x="3139" y="2155"/>
                      </a:lnTo>
                      <a:lnTo>
                        <a:pt x="3139" y="2239"/>
                      </a:lnTo>
                      <a:lnTo>
                        <a:pt x="3077" y="2344"/>
                      </a:lnTo>
                      <a:lnTo>
                        <a:pt x="3077" y="2448"/>
                      </a:lnTo>
                      <a:lnTo>
                        <a:pt x="3056" y="2574"/>
                      </a:lnTo>
                      <a:lnTo>
                        <a:pt x="2972" y="2720"/>
                      </a:lnTo>
                      <a:lnTo>
                        <a:pt x="2930" y="2783"/>
                      </a:lnTo>
                      <a:lnTo>
                        <a:pt x="2909" y="2699"/>
                      </a:lnTo>
                      <a:lnTo>
                        <a:pt x="2951" y="2595"/>
                      </a:lnTo>
                      <a:lnTo>
                        <a:pt x="2972" y="2490"/>
                      </a:lnTo>
                      <a:lnTo>
                        <a:pt x="2930" y="2448"/>
                      </a:lnTo>
                      <a:lnTo>
                        <a:pt x="2972" y="2260"/>
                      </a:lnTo>
                      <a:lnTo>
                        <a:pt x="2930" y="2155"/>
                      </a:lnTo>
                      <a:lnTo>
                        <a:pt x="2742" y="1883"/>
                      </a:lnTo>
                      <a:lnTo>
                        <a:pt x="2595" y="1779"/>
                      </a:lnTo>
                      <a:lnTo>
                        <a:pt x="2386" y="1758"/>
                      </a:lnTo>
                      <a:lnTo>
                        <a:pt x="2323" y="1779"/>
                      </a:lnTo>
                      <a:lnTo>
                        <a:pt x="2282" y="1925"/>
                      </a:lnTo>
                      <a:lnTo>
                        <a:pt x="2240" y="1946"/>
                      </a:lnTo>
                      <a:cubicBezTo>
                        <a:pt x="2198" y="1883"/>
                        <a:pt x="2114" y="1841"/>
                        <a:pt x="2072" y="1821"/>
                      </a:cubicBezTo>
                      <a:lnTo>
                        <a:pt x="2114" y="1779"/>
                      </a:lnTo>
                      <a:lnTo>
                        <a:pt x="2177" y="1674"/>
                      </a:lnTo>
                      <a:lnTo>
                        <a:pt x="2177" y="1549"/>
                      </a:lnTo>
                      <a:lnTo>
                        <a:pt x="1989" y="1444"/>
                      </a:lnTo>
                      <a:lnTo>
                        <a:pt x="1800" y="1297"/>
                      </a:lnTo>
                      <a:lnTo>
                        <a:pt x="1696" y="1109"/>
                      </a:lnTo>
                      <a:lnTo>
                        <a:pt x="1696" y="984"/>
                      </a:lnTo>
                      <a:lnTo>
                        <a:pt x="1758" y="837"/>
                      </a:lnTo>
                      <a:lnTo>
                        <a:pt x="1758" y="733"/>
                      </a:lnTo>
                      <a:lnTo>
                        <a:pt x="1696" y="712"/>
                      </a:lnTo>
                      <a:lnTo>
                        <a:pt x="1403" y="712"/>
                      </a:lnTo>
                      <a:lnTo>
                        <a:pt x="1194" y="628"/>
                      </a:lnTo>
                      <a:lnTo>
                        <a:pt x="1047" y="523"/>
                      </a:lnTo>
                      <a:lnTo>
                        <a:pt x="817" y="251"/>
                      </a:lnTo>
                      <a:lnTo>
                        <a:pt x="650" y="105"/>
                      </a:lnTo>
                      <a:lnTo>
                        <a:pt x="461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6" name="Google Shape;2136;p45"/>
                <p:cNvSpPr/>
                <p:nvPr/>
              </p:nvSpPr>
              <p:spPr>
                <a:xfrm>
                  <a:off x="4241800" y="1706950"/>
                  <a:ext cx="130800" cy="24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2" h="9856" extrusionOk="0">
                      <a:moveTo>
                        <a:pt x="4750" y="1"/>
                      </a:moveTo>
                      <a:lnTo>
                        <a:pt x="4625" y="63"/>
                      </a:lnTo>
                      <a:lnTo>
                        <a:pt x="4604" y="126"/>
                      </a:lnTo>
                      <a:lnTo>
                        <a:pt x="4520" y="105"/>
                      </a:lnTo>
                      <a:lnTo>
                        <a:pt x="4436" y="42"/>
                      </a:lnTo>
                      <a:lnTo>
                        <a:pt x="4332" y="63"/>
                      </a:lnTo>
                      <a:lnTo>
                        <a:pt x="4206" y="168"/>
                      </a:lnTo>
                      <a:lnTo>
                        <a:pt x="4185" y="273"/>
                      </a:lnTo>
                      <a:lnTo>
                        <a:pt x="4101" y="335"/>
                      </a:lnTo>
                      <a:lnTo>
                        <a:pt x="4018" y="356"/>
                      </a:lnTo>
                      <a:lnTo>
                        <a:pt x="3934" y="440"/>
                      </a:lnTo>
                      <a:lnTo>
                        <a:pt x="3934" y="524"/>
                      </a:lnTo>
                      <a:lnTo>
                        <a:pt x="3871" y="628"/>
                      </a:lnTo>
                      <a:lnTo>
                        <a:pt x="3871" y="670"/>
                      </a:lnTo>
                      <a:lnTo>
                        <a:pt x="3934" y="775"/>
                      </a:lnTo>
                      <a:lnTo>
                        <a:pt x="3934" y="858"/>
                      </a:lnTo>
                      <a:lnTo>
                        <a:pt x="3829" y="858"/>
                      </a:lnTo>
                      <a:lnTo>
                        <a:pt x="3788" y="900"/>
                      </a:lnTo>
                      <a:lnTo>
                        <a:pt x="3788" y="984"/>
                      </a:lnTo>
                      <a:lnTo>
                        <a:pt x="3725" y="1047"/>
                      </a:lnTo>
                      <a:lnTo>
                        <a:pt x="3662" y="1109"/>
                      </a:lnTo>
                      <a:lnTo>
                        <a:pt x="3453" y="1256"/>
                      </a:lnTo>
                      <a:lnTo>
                        <a:pt x="3369" y="1298"/>
                      </a:lnTo>
                      <a:lnTo>
                        <a:pt x="3306" y="1277"/>
                      </a:lnTo>
                      <a:lnTo>
                        <a:pt x="3202" y="1277"/>
                      </a:lnTo>
                      <a:lnTo>
                        <a:pt x="3139" y="1319"/>
                      </a:lnTo>
                      <a:lnTo>
                        <a:pt x="3034" y="1486"/>
                      </a:lnTo>
                      <a:lnTo>
                        <a:pt x="2951" y="1528"/>
                      </a:lnTo>
                      <a:lnTo>
                        <a:pt x="2888" y="1507"/>
                      </a:lnTo>
                      <a:lnTo>
                        <a:pt x="2867" y="1423"/>
                      </a:lnTo>
                      <a:lnTo>
                        <a:pt x="2825" y="1423"/>
                      </a:lnTo>
                      <a:lnTo>
                        <a:pt x="2783" y="1507"/>
                      </a:lnTo>
                      <a:lnTo>
                        <a:pt x="2825" y="1633"/>
                      </a:lnTo>
                      <a:lnTo>
                        <a:pt x="2783" y="1695"/>
                      </a:lnTo>
                      <a:lnTo>
                        <a:pt x="2762" y="1591"/>
                      </a:lnTo>
                      <a:lnTo>
                        <a:pt x="2721" y="1486"/>
                      </a:lnTo>
                      <a:lnTo>
                        <a:pt x="2532" y="1507"/>
                      </a:lnTo>
                      <a:lnTo>
                        <a:pt x="2323" y="1570"/>
                      </a:lnTo>
                      <a:lnTo>
                        <a:pt x="2260" y="1612"/>
                      </a:lnTo>
                      <a:lnTo>
                        <a:pt x="2197" y="1633"/>
                      </a:lnTo>
                      <a:lnTo>
                        <a:pt x="2156" y="1695"/>
                      </a:lnTo>
                      <a:lnTo>
                        <a:pt x="2218" y="1842"/>
                      </a:lnTo>
                      <a:lnTo>
                        <a:pt x="2260" y="1905"/>
                      </a:lnTo>
                      <a:lnTo>
                        <a:pt x="2260" y="1946"/>
                      </a:lnTo>
                      <a:lnTo>
                        <a:pt x="2218" y="1988"/>
                      </a:lnTo>
                      <a:lnTo>
                        <a:pt x="2135" y="2093"/>
                      </a:lnTo>
                      <a:lnTo>
                        <a:pt x="2093" y="2051"/>
                      </a:lnTo>
                      <a:lnTo>
                        <a:pt x="2093" y="2009"/>
                      </a:lnTo>
                      <a:lnTo>
                        <a:pt x="2135" y="1946"/>
                      </a:lnTo>
                      <a:lnTo>
                        <a:pt x="2135" y="1884"/>
                      </a:lnTo>
                      <a:lnTo>
                        <a:pt x="2051" y="1884"/>
                      </a:lnTo>
                      <a:lnTo>
                        <a:pt x="1946" y="2009"/>
                      </a:lnTo>
                      <a:lnTo>
                        <a:pt x="1884" y="2051"/>
                      </a:lnTo>
                      <a:lnTo>
                        <a:pt x="1884" y="2135"/>
                      </a:lnTo>
                      <a:lnTo>
                        <a:pt x="1946" y="2156"/>
                      </a:lnTo>
                      <a:lnTo>
                        <a:pt x="1905" y="2218"/>
                      </a:lnTo>
                      <a:lnTo>
                        <a:pt x="1842" y="2323"/>
                      </a:lnTo>
                      <a:lnTo>
                        <a:pt x="1716" y="2323"/>
                      </a:lnTo>
                      <a:lnTo>
                        <a:pt x="1632" y="2365"/>
                      </a:lnTo>
                      <a:lnTo>
                        <a:pt x="1612" y="2449"/>
                      </a:lnTo>
                      <a:lnTo>
                        <a:pt x="1507" y="2470"/>
                      </a:lnTo>
                      <a:lnTo>
                        <a:pt x="1465" y="2553"/>
                      </a:lnTo>
                      <a:lnTo>
                        <a:pt x="1423" y="2721"/>
                      </a:lnTo>
                      <a:lnTo>
                        <a:pt x="1465" y="2742"/>
                      </a:lnTo>
                      <a:lnTo>
                        <a:pt x="1528" y="2742"/>
                      </a:lnTo>
                      <a:lnTo>
                        <a:pt x="1465" y="2825"/>
                      </a:lnTo>
                      <a:lnTo>
                        <a:pt x="1277" y="2825"/>
                      </a:lnTo>
                      <a:lnTo>
                        <a:pt x="1214" y="2867"/>
                      </a:lnTo>
                      <a:lnTo>
                        <a:pt x="1193" y="3034"/>
                      </a:lnTo>
                      <a:lnTo>
                        <a:pt x="1214" y="3097"/>
                      </a:lnTo>
                      <a:lnTo>
                        <a:pt x="1277" y="3097"/>
                      </a:lnTo>
                      <a:lnTo>
                        <a:pt x="1360" y="3076"/>
                      </a:lnTo>
                      <a:lnTo>
                        <a:pt x="1381" y="3139"/>
                      </a:lnTo>
                      <a:lnTo>
                        <a:pt x="1360" y="3181"/>
                      </a:lnTo>
                      <a:lnTo>
                        <a:pt x="1360" y="3286"/>
                      </a:lnTo>
                      <a:lnTo>
                        <a:pt x="1277" y="3348"/>
                      </a:lnTo>
                      <a:lnTo>
                        <a:pt x="1193" y="3306"/>
                      </a:lnTo>
                      <a:lnTo>
                        <a:pt x="1068" y="3286"/>
                      </a:lnTo>
                      <a:lnTo>
                        <a:pt x="942" y="3348"/>
                      </a:lnTo>
                      <a:lnTo>
                        <a:pt x="900" y="3411"/>
                      </a:lnTo>
                      <a:lnTo>
                        <a:pt x="900" y="3495"/>
                      </a:lnTo>
                      <a:lnTo>
                        <a:pt x="858" y="3599"/>
                      </a:lnTo>
                      <a:lnTo>
                        <a:pt x="754" y="3683"/>
                      </a:lnTo>
                      <a:lnTo>
                        <a:pt x="670" y="3620"/>
                      </a:lnTo>
                      <a:lnTo>
                        <a:pt x="628" y="3558"/>
                      </a:lnTo>
                      <a:lnTo>
                        <a:pt x="586" y="3474"/>
                      </a:lnTo>
                      <a:lnTo>
                        <a:pt x="544" y="3495"/>
                      </a:lnTo>
                      <a:lnTo>
                        <a:pt x="524" y="3662"/>
                      </a:lnTo>
                      <a:lnTo>
                        <a:pt x="544" y="3788"/>
                      </a:lnTo>
                      <a:lnTo>
                        <a:pt x="649" y="3871"/>
                      </a:lnTo>
                      <a:lnTo>
                        <a:pt x="733" y="3830"/>
                      </a:lnTo>
                      <a:lnTo>
                        <a:pt x="754" y="3871"/>
                      </a:lnTo>
                      <a:lnTo>
                        <a:pt x="754" y="3934"/>
                      </a:lnTo>
                      <a:lnTo>
                        <a:pt x="691" y="4081"/>
                      </a:lnTo>
                      <a:lnTo>
                        <a:pt x="733" y="4122"/>
                      </a:lnTo>
                      <a:lnTo>
                        <a:pt x="796" y="4143"/>
                      </a:lnTo>
                      <a:lnTo>
                        <a:pt x="858" y="4081"/>
                      </a:lnTo>
                      <a:lnTo>
                        <a:pt x="900" y="4081"/>
                      </a:lnTo>
                      <a:lnTo>
                        <a:pt x="963" y="4102"/>
                      </a:lnTo>
                      <a:lnTo>
                        <a:pt x="1068" y="4102"/>
                      </a:lnTo>
                      <a:lnTo>
                        <a:pt x="1151" y="4039"/>
                      </a:lnTo>
                      <a:lnTo>
                        <a:pt x="1172" y="4081"/>
                      </a:lnTo>
                      <a:lnTo>
                        <a:pt x="1109" y="4143"/>
                      </a:lnTo>
                      <a:lnTo>
                        <a:pt x="1047" y="4185"/>
                      </a:lnTo>
                      <a:lnTo>
                        <a:pt x="900" y="4185"/>
                      </a:lnTo>
                      <a:lnTo>
                        <a:pt x="858" y="4248"/>
                      </a:lnTo>
                      <a:lnTo>
                        <a:pt x="775" y="4227"/>
                      </a:lnTo>
                      <a:lnTo>
                        <a:pt x="733" y="4311"/>
                      </a:lnTo>
                      <a:lnTo>
                        <a:pt x="754" y="4436"/>
                      </a:lnTo>
                      <a:lnTo>
                        <a:pt x="837" y="4499"/>
                      </a:lnTo>
                      <a:lnTo>
                        <a:pt x="900" y="4520"/>
                      </a:lnTo>
                      <a:lnTo>
                        <a:pt x="984" y="4499"/>
                      </a:lnTo>
                      <a:lnTo>
                        <a:pt x="1005" y="4520"/>
                      </a:lnTo>
                      <a:lnTo>
                        <a:pt x="984" y="4562"/>
                      </a:lnTo>
                      <a:lnTo>
                        <a:pt x="858" y="4625"/>
                      </a:lnTo>
                      <a:lnTo>
                        <a:pt x="733" y="4625"/>
                      </a:lnTo>
                      <a:lnTo>
                        <a:pt x="649" y="4666"/>
                      </a:lnTo>
                      <a:lnTo>
                        <a:pt x="649" y="4729"/>
                      </a:lnTo>
                      <a:lnTo>
                        <a:pt x="691" y="4771"/>
                      </a:lnTo>
                      <a:lnTo>
                        <a:pt x="796" y="4750"/>
                      </a:lnTo>
                      <a:lnTo>
                        <a:pt x="900" y="4750"/>
                      </a:lnTo>
                      <a:lnTo>
                        <a:pt x="900" y="4813"/>
                      </a:lnTo>
                      <a:lnTo>
                        <a:pt x="837" y="4834"/>
                      </a:lnTo>
                      <a:lnTo>
                        <a:pt x="733" y="4855"/>
                      </a:lnTo>
                      <a:lnTo>
                        <a:pt x="733" y="4897"/>
                      </a:lnTo>
                      <a:lnTo>
                        <a:pt x="754" y="4938"/>
                      </a:lnTo>
                      <a:lnTo>
                        <a:pt x="879" y="4959"/>
                      </a:lnTo>
                      <a:lnTo>
                        <a:pt x="984" y="5043"/>
                      </a:lnTo>
                      <a:lnTo>
                        <a:pt x="984" y="5085"/>
                      </a:lnTo>
                      <a:lnTo>
                        <a:pt x="858" y="5085"/>
                      </a:lnTo>
                      <a:lnTo>
                        <a:pt x="754" y="5043"/>
                      </a:lnTo>
                      <a:lnTo>
                        <a:pt x="649" y="5043"/>
                      </a:lnTo>
                      <a:lnTo>
                        <a:pt x="565" y="5085"/>
                      </a:lnTo>
                      <a:lnTo>
                        <a:pt x="544" y="5169"/>
                      </a:lnTo>
                      <a:lnTo>
                        <a:pt x="482" y="5210"/>
                      </a:lnTo>
                      <a:lnTo>
                        <a:pt x="482" y="5273"/>
                      </a:lnTo>
                      <a:lnTo>
                        <a:pt x="544" y="5315"/>
                      </a:lnTo>
                      <a:lnTo>
                        <a:pt x="524" y="5378"/>
                      </a:lnTo>
                      <a:lnTo>
                        <a:pt x="461" y="5399"/>
                      </a:lnTo>
                      <a:lnTo>
                        <a:pt x="419" y="5399"/>
                      </a:lnTo>
                      <a:lnTo>
                        <a:pt x="335" y="5483"/>
                      </a:lnTo>
                      <a:lnTo>
                        <a:pt x="314" y="5566"/>
                      </a:lnTo>
                      <a:lnTo>
                        <a:pt x="335" y="5608"/>
                      </a:lnTo>
                      <a:lnTo>
                        <a:pt x="314" y="5671"/>
                      </a:lnTo>
                      <a:lnTo>
                        <a:pt x="210" y="5692"/>
                      </a:lnTo>
                      <a:lnTo>
                        <a:pt x="210" y="5713"/>
                      </a:lnTo>
                      <a:lnTo>
                        <a:pt x="335" y="5838"/>
                      </a:lnTo>
                      <a:lnTo>
                        <a:pt x="440" y="5901"/>
                      </a:lnTo>
                      <a:lnTo>
                        <a:pt x="482" y="5880"/>
                      </a:lnTo>
                      <a:lnTo>
                        <a:pt x="524" y="5796"/>
                      </a:lnTo>
                      <a:lnTo>
                        <a:pt x="586" y="5734"/>
                      </a:lnTo>
                      <a:lnTo>
                        <a:pt x="754" y="5629"/>
                      </a:lnTo>
                      <a:lnTo>
                        <a:pt x="858" y="5587"/>
                      </a:lnTo>
                      <a:lnTo>
                        <a:pt x="858" y="5629"/>
                      </a:lnTo>
                      <a:lnTo>
                        <a:pt x="837" y="5629"/>
                      </a:lnTo>
                      <a:lnTo>
                        <a:pt x="796" y="5713"/>
                      </a:lnTo>
                      <a:lnTo>
                        <a:pt x="649" y="5817"/>
                      </a:lnTo>
                      <a:lnTo>
                        <a:pt x="586" y="5922"/>
                      </a:lnTo>
                      <a:lnTo>
                        <a:pt x="565" y="6027"/>
                      </a:lnTo>
                      <a:lnTo>
                        <a:pt x="586" y="6131"/>
                      </a:lnTo>
                      <a:lnTo>
                        <a:pt x="565" y="6194"/>
                      </a:lnTo>
                      <a:lnTo>
                        <a:pt x="565" y="6236"/>
                      </a:lnTo>
                      <a:lnTo>
                        <a:pt x="754" y="6236"/>
                      </a:lnTo>
                      <a:lnTo>
                        <a:pt x="837" y="6194"/>
                      </a:lnTo>
                      <a:lnTo>
                        <a:pt x="837" y="6257"/>
                      </a:lnTo>
                      <a:lnTo>
                        <a:pt x="775" y="6299"/>
                      </a:lnTo>
                      <a:lnTo>
                        <a:pt x="586" y="6299"/>
                      </a:lnTo>
                      <a:lnTo>
                        <a:pt x="524" y="6340"/>
                      </a:lnTo>
                      <a:lnTo>
                        <a:pt x="356" y="6445"/>
                      </a:lnTo>
                      <a:lnTo>
                        <a:pt x="356" y="6571"/>
                      </a:lnTo>
                      <a:lnTo>
                        <a:pt x="335" y="6654"/>
                      </a:lnTo>
                      <a:lnTo>
                        <a:pt x="356" y="6759"/>
                      </a:lnTo>
                      <a:lnTo>
                        <a:pt x="461" y="6759"/>
                      </a:lnTo>
                      <a:lnTo>
                        <a:pt x="524" y="6822"/>
                      </a:lnTo>
                      <a:lnTo>
                        <a:pt x="482" y="6863"/>
                      </a:lnTo>
                      <a:lnTo>
                        <a:pt x="377" y="6863"/>
                      </a:lnTo>
                      <a:lnTo>
                        <a:pt x="252" y="6884"/>
                      </a:lnTo>
                      <a:lnTo>
                        <a:pt x="147" y="7052"/>
                      </a:lnTo>
                      <a:lnTo>
                        <a:pt x="147" y="7177"/>
                      </a:lnTo>
                      <a:lnTo>
                        <a:pt x="210" y="7240"/>
                      </a:lnTo>
                      <a:lnTo>
                        <a:pt x="272" y="7198"/>
                      </a:lnTo>
                      <a:lnTo>
                        <a:pt x="440" y="7135"/>
                      </a:lnTo>
                      <a:lnTo>
                        <a:pt x="461" y="7177"/>
                      </a:lnTo>
                      <a:lnTo>
                        <a:pt x="356" y="7261"/>
                      </a:lnTo>
                      <a:lnTo>
                        <a:pt x="335" y="7366"/>
                      </a:lnTo>
                      <a:lnTo>
                        <a:pt x="377" y="7366"/>
                      </a:lnTo>
                      <a:lnTo>
                        <a:pt x="461" y="7282"/>
                      </a:lnTo>
                      <a:lnTo>
                        <a:pt x="544" y="7261"/>
                      </a:lnTo>
                      <a:lnTo>
                        <a:pt x="565" y="7303"/>
                      </a:lnTo>
                      <a:lnTo>
                        <a:pt x="482" y="7387"/>
                      </a:lnTo>
                      <a:lnTo>
                        <a:pt x="461" y="7470"/>
                      </a:lnTo>
                      <a:lnTo>
                        <a:pt x="544" y="7554"/>
                      </a:lnTo>
                      <a:lnTo>
                        <a:pt x="649" y="7554"/>
                      </a:lnTo>
                      <a:lnTo>
                        <a:pt x="565" y="7575"/>
                      </a:lnTo>
                      <a:lnTo>
                        <a:pt x="482" y="7575"/>
                      </a:lnTo>
                      <a:lnTo>
                        <a:pt x="419" y="7659"/>
                      </a:lnTo>
                      <a:lnTo>
                        <a:pt x="419" y="7721"/>
                      </a:lnTo>
                      <a:lnTo>
                        <a:pt x="461" y="7826"/>
                      </a:lnTo>
                      <a:lnTo>
                        <a:pt x="419" y="7889"/>
                      </a:lnTo>
                      <a:lnTo>
                        <a:pt x="356" y="7868"/>
                      </a:lnTo>
                      <a:lnTo>
                        <a:pt x="252" y="7889"/>
                      </a:lnTo>
                      <a:lnTo>
                        <a:pt x="168" y="7826"/>
                      </a:lnTo>
                      <a:lnTo>
                        <a:pt x="105" y="7826"/>
                      </a:lnTo>
                      <a:lnTo>
                        <a:pt x="0" y="7972"/>
                      </a:lnTo>
                      <a:lnTo>
                        <a:pt x="0" y="8077"/>
                      </a:lnTo>
                      <a:lnTo>
                        <a:pt x="168" y="8265"/>
                      </a:lnTo>
                      <a:lnTo>
                        <a:pt x="147" y="8391"/>
                      </a:lnTo>
                      <a:lnTo>
                        <a:pt x="168" y="8496"/>
                      </a:lnTo>
                      <a:lnTo>
                        <a:pt x="335" y="8621"/>
                      </a:lnTo>
                      <a:lnTo>
                        <a:pt x="335" y="8705"/>
                      </a:lnTo>
                      <a:lnTo>
                        <a:pt x="482" y="8830"/>
                      </a:lnTo>
                      <a:lnTo>
                        <a:pt x="586" y="8872"/>
                      </a:lnTo>
                      <a:lnTo>
                        <a:pt x="649" y="8851"/>
                      </a:lnTo>
                      <a:lnTo>
                        <a:pt x="733" y="8830"/>
                      </a:lnTo>
                      <a:lnTo>
                        <a:pt x="837" y="8663"/>
                      </a:lnTo>
                      <a:lnTo>
                        <a:pt x="796" y="8516"/>
                      </a:lnTo>
                      <a:lnTo>
                        <a:pt x="837" y="8412"/>
                      </a:lnTo>
                      <a:lnTo>
                        <a:pt x="900" y="8307"/>
                      </a:lnTo>
                      <a:lnTo>
                        <a:pt x="858" y="8433"/>
                      </a:lnTo>
                      <a:lnTo>
                        <a:pt x="858" y="8516"/>
                      </a:lnTo>
                      <a:lnTo>
                        <a:pt x="900" y="8600"/>
                      </a:lnTo>
                      <a:lnTo>
                        <a:pt x="963" y="8747"/>
                      </a:lnTo>
                      <a:lnTo>
                        <a:pt x="1047" y="8788"/>
                      </a:lnTo>
                      <a:lnTo>
                        <a:pt x="1109" y="8726"/>
                      </a:lnTo>
                      <a:lnTo>
                        <a:pt x="1109" y="8642"/>
                      </a:lnTo>
                      <a:lnTo>
                        <a:pt x="1172" y="8537"/>
                      </a:lnTo>
                      <a:lnTo>
                        <a:pt x="1193" y="8600"/>
                      </a:lnTo>
                      <a:lnTo>
                        <a:pt x="1172" y="8642"/>
                      </a:lnTo>
                      <a:lnTo>
                        <a:pt x="1172" y="8747"/>
                      </a:lnTo>
                      <a:lnTo>
                        <a:pt x="1277" y="8935"/>
                      </a:lnTo>
                      <a:lnTo>
                        <a:pt x="1402" y="9019"/>
                      </a:lnTo>
                      <a:lnTo>
                        <a:pt x="1507" y="9019"/>
                      </a:lnTo>
                      <a:lnTo>
                        <a:pt x="1591" y="8956"/>
                      </a:lnTo>
                      <a:lnTo>
                        <a:pt x="1632" y="8998"/>
                      </a:lnTo>
                      <a:lnTo>
                        <a:pt x="1612" y="9040"/>
                      </a:lnTo>
                      <a:lnTo>
                        <a:pt x="1570" y="9040"/>
                      </a:lnTo>
                      <a:lnTo>
                        <a:pt x="1528" y="9123"/>
                      </a:lnTo>
                      <a:lnTo>
                        <a:pt x="1444" y="9165"/>
                      </a:lnTo>
                      <a:lnTo>
                        <a:pt x="1423" y="9249"/>
                      </a:lnTo>
                      <a:lnTo>
                        <a:pt x="1528" y="9332"/>
                      </a:lnTo>
                      <a:lnTo>
                        <a:pt x="1528" y="9416"/>
                      </a:lnTo>
                      <a:lnTo>
                        <a:pt x="1444" y="9416"/>
                      </a:lnTo>
                      <a:lnTo>
                        <a:pt x="1381" y="9374"/>
                      </a:lnTo>
                      <a:lnTo>
                        <a:pt x="1381" y="9458"/>
                      </a:lnTo>
                      <a:lnTo>
                        <a:pt x="1423" y="9521"/>
                      </a:lnTo>
                      <a:lnTo>
                        <a:pt x="1612" y="9542"/>
                      </a:lnTo>
                      <a:lnTo>
                        <a:pt x="1716" y="9584"/>
                      </a:lnTo>
                      <a:lnTo>
                        <a:pt x="1821" y="9563"/>
                      </a:lnTo>
                      <a:lnTo>
                        <a:pt x="1967" y="9604"/>
                      </a:lnTo>
                      <a:lnTo>
                        <a:pt x="1967" y="9521"/>
                      </a:lnTo>
                      <a:lnTo>
                        <a:pt x="2051" y="9542"/>
                      </a:lnTo>
                      <a:lnTo>
                        <a:pt x="2072" y="9625"/>
                      </a:lnTo>
                      <a:lnTo>
                        <a:pt x="2135" y="9772"/>
                      </a:lnTo>
                      <a:lnTo>
                        <a:pt x="2218" y="9856"/>
                      </a:lnTo>
                      <a:lnTo>
                        <a:pt x="2281" y="9856"/>
                      </a:lnTo>
                      <a:lnTo>
                        <a:pt x="2365" y="9751"/>
                      </a:lnTo>
                      <a:lnTo>
                        <a:pt x="2344" y="9625"/>
                      </a:lnTo>
                      <a:lnTo>
                        <a:pt x="2177" y="9542"/>
                      </a:lnTo>
                      <a:lnTo>
                        <a:pt x="2135" y="9521"/>
                      </a:lnTo>
                      <a:lnTo>
                        <a:pt x="2177" y="9479"/>
                      </a:lnTo>
                      <a:lnTo>
                        <a:pt x="2260" y="9521"/>
                      </a:lnTo>
                      <a:lnTo>
                        <a:pt x="2365" y="9584"/>
                      </a:lnTo>
                      <a:lnTo>
                        <a:pt x="2428" y="9667"/>
                      </a:lnTo>
                      <a:lnTo>
                        <a:pt x="2469" y="9772"/>
                      </a:lnTo>
                      <a:lnTo>
                        <a:pt x="2532" y="9772"/>
                      </a:lnTo>
                      <a:lnTo>
                        <a:pt x="2553" y="9667"/>
                      </a:lnTo>
                      <a:lnTo>
                        <a:pt x="2595" y="9646"/>
                      </a:lnTo>
                      <a:lnTo>
                        <a:pt x="2679" y="9751"/>
                      </a:lnTo>
                      <a:lnTo>
                        <a:pt x="2804" y="9793"/>
                      </a:lnTo>
                      <a:lnTo>
                        <a:pt x="2888" y="9793"/>
                      </a:lnTo>
                      <a:lnTo>
                        <a:pt x="2888" y="9730"/>
                      </a:lnTo>
                      <a:lnTo>
                        <a:pt x="2783" y="9646"/>
                      </a:lnTo>
                      <a:lnTo>
                        <a:pt x="2783" y="9584"/>
                      </a:lnTo>
                      <a:lnTo>
                        <a:pt x="2846" y="9563"/>
                      </a:lnTo>
                      <a:lnTo>
                        <a:pt x="2951" y="9604"/>
                      </a:lnTo>
                      <a:lnTo>
                        <a:pt x="2993" y="9667"/>
                      </a:lnTo>
                      <a:lnTo>
                        <a:pt x="3013" y="9667"/>
                      </a:lnTo>
                      <a:lnTo>
                        <a:pt x="3055" y="9772"/>
                      </a:lnTo>
                      <a:lnTo>
                        <a:pt x="3118" y="9814"/>
                      </a:lnTo>
                      <a:lnTo>
                        <a:pt x="3181" y="9793"/>
                      </a:lnTo>
                      <a:lnTo>
                        <a:pt x="3202" y="9688"/>
                      </a:lnTo>
                      <a:lnTo>
                        <a:pt x="3160" y="9604"/>
                      </a:lnTo>
                      <a:lnTo>
                        <a:pt x="3076" y="9604"/>
                      </a:lnTo>
                      <a:lnTo>
                        <a:pt x="3013" y="9563"/>
                      </a:lnTo>
                      <a:lnTo>
                        <a:pt x="3055" y="9500"/>
                      </a:lnTo>
                      <a:lnTo>
                        <a:pt x="3097" y="9542"/>
                      </a:lnTo>
                      <a:lnTo>
                        <a:pt x="3160" y="9542"/>
                      </a:lnTo>
                      <a:lnTo>
                        <a:pt x="3223" y="9437"/>
                      </a:lnTo>
                      <a:lnTo>
                        <a:pt x="3265" y="9353"/>
                      </a:lnTo>
                      <a:lnTo>
                        <a:pt x="3265" y="9312"/>
                      </a:lnTo>
                      <a:lnTo>
                        <a:pt x="3118" y="9207"/>
                      </a:lnTo>
                      <a:lnTo>
                        <a:pt x="3055" y="9228"/>
                      </a:lnTo>
                      <a:lnTo>
                        <a:pt x="2951" y="9207"/>
                      </a:lnTo>
                      <a:lnTo>
                        <a:pt x="2867" y="9040"/>
                      </a:lnTo>
                      <a:lnTo>
                        <a:pt x="2762" y="9040"/>
                      </a:lnTo>
                      <a:lnTo>
                        <a:pt x="2574" y="8872"/>
                      </a:lnTo>
                      <a:lnTo>
                        <a:pt x="2490" y="8788"/>
                      </a:lnTo>
                      <a:lnTo>
                        <a:pt x="2365" y="8788"/>
                      </a:lnTo>
                      <a:lnTo>
                        <a:pt x="2239" y="8516"/>
                      </a:lnTo>
                      <a:lnTo>
                        <a:pt x="2030" y="8286"/>
                      </a:lnTo>
                      <a:lnTo>
                        <a:pt x="1946" y="8014"/>
                      </a:lnTo>
                      <a:lnTo>
                        <a:pt x="1842" y="7847"/>
                      </a:lnTo>
                      <a:lnTo>
                        <a:pt x="1842" y="7554"/>
                      </a:lnTo>
                      <a:lnTo>
                        <a:pt x="1758" y="7387"/>
                      </a:lnTo>
                      <a:lnTo>
                        <a:pt x="1716" y="7073"/>
                      </a:lnTo>
                      <a:lnTo>
                        <a:pt x="1695" y="7010"/>
                      </a:lnTo>
                      <a:lnTo>
                        <a:pt x="1737" y="6905"/>
                      </a:lnTo>
                      <a:lnTo>
                        <a:pt x="1737" y="6822"/>
                      </a:lnTo>
                      <a:lnTo>
                        <a:pt x="1632" y="6801"/>
                      </a:lnTo>
                      <a:lnTo>
                        <a:pt x="1549" y="6843"/>
                      </a:lnTo>
                      <a:lnTo>
                        <a:pt x="1486" y="6801"/>
                      </a:lnTo>
                      <a:lnTo>
                        <a:pt x="1507" y="6759"/>
                      </a:lnTo>
                      <a:lnTo>
                        <a:pt x="1653" y="6759"/>
                      </a:lnTo>
                      <a:lnTo>
                        <a:pt x="1800" y="6696"/>
                      </a:lnTo>
                      <a:lnTo>
                        <a:pt x="1821" y="6487"/>
                      </a:lnTo>
                      <a:lnTo>
                        <a:pt x="1800" y="6382"/>
                      </a:lnTo>
                      <a:lnTo>
                        <a:pt x="1695" y="6403"/>
                      </a:lnTo>
                      <a:lnTo>
                        <a:pt x="1591" y="6424"/>
                      </a:lnTo>
                      <a:lnTo>
                        <a:pt x="1632" y="6382"/>
                      </a:lnTo>
                      <a:lnTo>
                        <a:pt x="1800" y="6319"/>
                      </a:lnTo>
                      <a:lnTo>
                        <a:pt x="1821" y="6236"/>
                      </a:lnTo>
                      <a:lnTo>
                        <a:pt x="1779" y="6194"/>
                      </a:lnTo>
                      <a:lnTo>
                        <a:pt x="1570" y="6194"/>
                      </a:lnTo>
                      <a:lnTo>
                        <a:pt x="1423" y="6173"/>
                      </a:lnTo>
                      <a:lnTo>
                        <a:pt x="1423" y="6110"/>
                      </a:lnTo>
                      <a:lnTo>
                        <a:pt x="1507" y="6068"/>
                      </a:lnTo>
                      <a:lnTo>
                        <a:pt x="1465" y="6006"/>
                      </a:lnTo>
                      <a:lnTo>
                        <a:pt x="1465" y="5922"/>
                      </a:lnTo>
                      <a:lnTo>
                        <a:pt x="1507" y="5964"/>
                      </a:lnTo>
                      <a:lnTo>
                        <a:pt x="1570" y="6068"/>
                      </a:lnTo>
                      <a:lnTo>
                        <a:pt x="1674" y="6110"/>
                      </a:lnTo>
                      <a:lnTo>
                        <a:pt x="1821" y="6110"/>
                      </a:lnTo>
                      <a:lnTo>
                        <a:pt x="1842" y="6068"/>
                      </a:lnTo>
                      <a:lnTo>
                        <a:pt x="1925" y="6027"/>
                      </a:lnTo>
                      <a:lnTo>
                        <a:pt x="1988" y="5901"/>
                      </a:lnTo>
                      <a:lnTo>
                        <a:pt x="1988" y="5775"/>
                      </a:lnTo>
                      <a:lnTo>
                        <a:pt x="2051" y="5650"/>
                      </a:lnTo>
                      <a:lnTo>
                        <a:pt x="2093" y="5545"/>
                      </a:lnTo>
                      <a:lnTo>
                        <a:pt x="2009" y="5462"/>
                      </a:lnTo>
                      <a:lnTo>
                        <a:pt x="1946" y="5336"/>
                      </a:lnTo>
                      <a:lnTo>
                        <a:pt x="1842" y="5294"/>
                      </a:lnTo>
                      <a:lnTo>
                        <a:pt x="1779" y="5294"/>
                      </a:lnTo>
                      <a:lnTo>
                        <a:pt x="1716" y="5252"/>
                      </a:lnTo>
                      <a:lnTo>
                        <a:pt x="1800" y="5231"/>
                      </a:lnTo>
                      <a:lnTo>
                        <a:pt x="1884" y="5252"/>
                      </a:lnTo>
                      <a:lnTo>
                        <a:pt x="1946" y="5231"/>
                      </a:lnTo>
                      <a:lnTo>
                        <a:pt x="2009" y="5294"/>
                      </a:lnTo>
                      <a:lnTo>
                        <a:pt x="2009" y="5378"/>
                      </a:lnTo>
                      <a:lnTo>
                        <a:pt x="2051" y="5399"/>
                      </a:lnTo>
                      <a:lnTo>
                        <a:pt x="2114" y="5336"/>
                      </a:lnTo>
                      <a:lnTo>
                        <a:pt x="2051" y="5148"/>
                      </a:lnTo>
                      <a:lnTo>
                        <a:pt x="1925" y="4980"/>
                      </a:lnTo>
                      <a:lnTo>
                        <a:pt x="1821" y="4834"/>
                      </a:lnTo>
                      <a:lnTo>
                        <a:pt x="1842" y="4771"/>
                      </a:lnTo>
                      <a:lnTo>
                        <a:pt x="1925" y="4855"/>
                      </a:lnTo>
                      <a:lnTo>
                        <a:pt x="1946" y="4938"/>
                      </a:lnTo>
                      <a:lnTo>
                        <a:pt x="2051" y="4980"/>
                      </a:lnTo>
                      <a:lnTo>
                        <a:pt x="2156" y="5022"/>
                      </a:lnTo>
                      <a:lnTo>
                        <a:pt x="2197" y="4938"/>
                      </a:lnTo>
                      <a:lnTo>
                        <a:pt x="2197" y="4855"/>
                      </a:lnTo>
                      <a:lnTo>
                        <a:pt x="2135" y="4813"/>
                      </a:lnTo>
                      <a:lnTo>
                        <a:pt x="2135" y="4729"/>
                      </a:lnTo>
                      <a:lnTo>
                        <a:pt x="2218" y="4625"/>
                      </a:lnTo>
                      <a:lnTo>
                        <a:pt x="2218" y="4520"/>
                      </a:lnTo>
                      <a:lnTo>
                        <a:pt x="2135" y="4415"/>
                      </a:lnTo>
                      <a:lnTo>
                        <a:pt x="2009" y="4248"/>
                      </a:lnTo>
                      <a:lnTo>
                        <a:pt x="2093" y="4248"/>
                      </a:lnTo>
                      <a:lnTo>
                        <a:pt x="2197" y="4332"/>
                      </a:lnTo>
                      <a:lnTo>
                        <a:pt x="2260" y="4311"/>
                      </a:lnTo>
                      <a:lnTo>
                        <a:pt x="2323" y="4185"/>
                      </a:lnTo>
                      <a:lnTo>
                        <a:pt x="2302" y="4143"/>
                      </a:lnTo>
                      <a:lnTo>
                        <a:pt x="2218" y="4143"/>
                      </a:lnTo>
                      <a:lnTo>
                        <a:pt x="2218" y="3997"/>
                      </a:lnTo>
                      <a:lnTo>
                        <a:pt x="2302" y="3976"/>
                      </a:lnTo>
                      <a:lnTo>
                        <a:pt x="2407" y="4039"/>
                      </a:lnTo>
                      <a:lnTo>
                        <a:pt x="2553" y="4102"/>
                      </a:lnTo>
                      <a:lnTo>
                        <a:pt x="2616" y="4018"/>
                      </a:lnTo>
                      <a:lnTo>
                        <a:pt x="2532" y="3976"/>
                      </a:lnTo>
                      <a:lnTo>
                        <a:pt x="2532" y="3913"/>
                      </a:lnTo>
                      <a:lnTo>
                        <a:pt x="2616" y="3913"/>
                      </a:lnTo>
                      <a:lnTo>
                        <a:pt x="2679" y="3934"/>
                      </a:lnTo>
                      <a:lnTo>
                        <a:pt x="2762" y="3871"/>
                      </a:lnTo>
                      <a:lnTo>
                        <a:pt x="2762" y="3767"/>
                      </a:lnTo>
                      <a:lnTo>
                        <a:pt x="2741" y="3704"/>
                      </a:lnTo>
                      <a:lnTo>
                        <a:pt x="2762" y="3662"/>
                      </a:lnTo>
                      <a:lnTo>
                        <a:pt x="2930" y="3578"/>
                      </a:lnTo>
                      <a:lnTo>
                        <a:pt x="2951" y="3495"/>
                      </a:lnTo>
                      <a:lnTo>
                        <a:pt x="2846" y="3453"/>
                      </a:lnTo>
                      <a:lnTo>
                        <a:pt x="2783" y="3369"/>
                      </a:lnTo>
                      <a:lnTo>
                        <a:pt x="2846" y="3265"/>
                      </a:lnTo>
                      <a:lnTo>
                        <a:pt x="2888" y="3369"/>
                      </a:lnTo>
                      <a:lnTo>
                        <a:pt x="2972" y="3306"/>
                      </a:lnTo>
                      <a:lnTo>
                        <a:pt x="3139" y="3097"/>
                      </a:lnTo>
                      <a:lnTo>
                        <a:pt x="3181" y="2972"/>
                      </a:lnTo>
                      <a:lnTo>
                        <a:pt x="3265" y="2930"/>
                      </a:lnTo>
                      <a:lnTo>
                        <a:pt x="3285" y="2783"/>
                      </a:lnTo>
                      <a:lnTo>
                        <a:pt x="3453" y="2679"/>
                      </a:lnTo>
                      <a:lnTo>
                        <a:pt x="3516" y="2532"/>
                      </a:lnTo>
                      <a:lnTo>
                        <a:pt x="3599" y="2323"/>
                      </a:lnTo>
                      <a:lnTo>
                        <a:pt x="3683" y="2323"/>
                      </a:lnTo>
                      <a:lnTo>
                        <a:pt x="3892" y="2156"/>
                      </a:lnTo>
                      <a:lnTo>
                        <a:pt x="4122" y="1905"/>
                      </a:lnTo>
                      <a:lnTo>
                        <a:pt x="4311" y="1737"/>
                      </a:lnTo>
                      <a:lnTo>
                        <a:pt x="4394" y="1737"/>
                      </a:lnTo>
                      <a:lnTo>
                        <a:pt x="4541" y="1612"/>
                      </a:lnTo>
                      <a:lnTo>
                        <a:pt x="4729" y="1570"/>
                      </a:lnTo>
                      <a:lnTo>
                        <a:pt x="4834" y="1486"/>
                      </a:lnTo>
                      <a:lnTo>
                        <a:pt x="4980" y="1277"/>
                      </a:lnTo>
                      <a:lnTo>
                        <a:pt x="5064" y="1214"/>
                      </a:lnTo>
                      <a:lnTo>
                        <a:pt x="5127" y="1214"/>
                      </a:lnTo>
                      <a:lnTo>
                        <a:pt x="5190" y="1193"/>
                      </a:lnTo>
                      <a:lnTo>
                        <a:pt x="5190" y="1109"/>
                      </a:lnTo>
                      <a:lnTo>
                        <a:pt x="5169" y="1068"/>
                      </a:lnTo>
                      <a:lnTo>
                        <a:pt x="5231" y="963"/>
                      </a:lnTo>
                      <a:lnTo>
                        <a:pt x="5190" y="858"/>
                      </a:lnTo>
                      <a:lnTo>
                        <a:pt x="5190" y="691"/>
                      </a:lnTo>
                      <a:lnTo>
                        <a:pt x="5169" y="670"/>
                      </a:lnTo>
                      <a:lnTo>
                        <a:pt x="5085" y="670"/>
                      </a:lnTo>
                      <a:lnTo>
                        <a:pt x="5085" y="524"/>
                      </a:lnTo>
                      <a:lnTo>
                        <a:pt x="5148" y="377"/>
                      </a:lnTo>
                      <a:lnTo>
                        <a:pt x="5127" y="335"/>
                      </a:lnTo>
                      <a:lnTo>
                        <a:pt x="5022" y="314"/>
                      </a:lnTo>
                      <a:lnTo>
                        <a:pt x="4959" y="252"/>
                      </a:lnTo>
                      <a:lnTo>
                        <a:pt x="4855" y="231"/>
                      </a:lnTo>
                      <a:lnTo>
                        <a:pt x="4813" y="147"/>
                      </a:lnTo>
                      <a:lnTo>
                        <a:pt x="4813" y="42"/>
                      </a:lnTo>
                      <a:lnTo>
                        <a:pt x="4750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7" name="Google Shape;2137;p45"/>
                <p:cNvSpPr/>
                <p:nvPr/>
              </p:nvSpPr>
              <p:spPr>
                <a:xfrm>
                  <a:off x="4015475" y="1586100"/>
                  <a:ext cx="1901975" cy="101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79" h="40698" extrusionOk="0">
                      <a:moveTo>
                        <a:pt x="27578" y="1"/>
                      </a:moveTo>
                      <a:lnTo>
                        <a:pt x="27431" y="126"/>
                      </a:lnTo>
                      <a:lnTo>
                        <a:pt x="27389" y="231"/>
                      </a:lnTo>
                      <a:lnTo>
                        <a:pt x="27285" y="273"/>
                      </a:lnTo>
                      <a:lnTo>
                        <a:pt x="27368" y="377"/>
                      </a:lnTo>
                      <a:lnTo>
                        <a:pt x="27264" y="482"/>
                      </a:lnTo>
                      <a:lnTo>
                        <a:pt x="27243" y="649"/>
                      </a:lnTo>
                      <a:lnTo>
                        <a:pt x="27285" y="796"/>
                      </a:lnTo>
                      <a:lnTo>
                        <a:pt x="27159" y="921"/>
                      </a:lnTo>
                      <a:lnTo>
                        <a:pt x="27138" y="1444"/>
                      </a:lnTo>
                      <a:lnTo>
                        <a:pt x="27264" y="1570"/>
                      </a:lnTo>
                      <a:lnTo>
                        <a:pt x="27264" y="1695"/>
                      </a:lnTo>
                      <a:lnTo>
                        <a:pt x="27159" y="1695"/>
                      </a:lnTo>
                      <a:lnTo>
                        <a:pt x="27180" y="1842"/>
                      </a:lnTo>
                      <a:lnTo>
                        <a:pt x="27285" y="1967"/>
                      </a:lnTo>
                      <a:lnTo>
                        <a:pt x="27389" y="1967"/>
                      </a:lnTo>
                      <a:lnTo>
                        <a:pt x="27536" y="2156"/>
                      </a:lnTo>
                      <a:lnTo>
                        <a:pt x="27682" y="2177"/>
                      </a:lnTo>
                      <a:lnTo>
                        <a:pt x="27536" y="2281"/>
                      </a:lnTo>
                      <a:lnTo>
                        <a:pt x="27578" y="2407"/>
                      </a:lnTo>
                      <a:lnTo>
                        <a:pt x="27578" y="2491"/>
                      </a:lnTo>
                      <a:lnTo>
                        <a:pt x="27787" y="2511"/>
                      </a:lnTo>
                      <a:lnTo>
                        <a:pt x="27912" y="2470"/>
                      </a:lnTo>
                      <a:lnTo>
                        <a:pt x="28101" y="2532"/>
                      </a:lnTo>
                      <a:lnTo>
                        <a:pt x="28289" y="2532"/>
                      </a:lnTo>
                      <a:lnTo>
                        <a:pt x="28331" y="2616"/>
                      </a:lnTo>
                      <a:lnTo>
                        <a:pt x="28226" y="2700"/>
                      </a:lnTo>
                      <a:lnTo>
                        <a:pt x="28122" y="2679"/>
                      </a:lnTo>
                      <a:lnTo>
                        <a:pt x="28059" y="2700"/>
                      </a:lnTo>
                      <a:lnTo>
                        <a:pt x="27933" y="2616"/>
                      </a:lnTo>
                      <a:lnTo>
                        <a:pt x="27661" y="2721"/>
                      </a:lnTo>
                      <a:lnTo>
                        <a:pt x="27578" y="2679"/>
                      </a:lnTo>
                      <a:lnTo>
                        <a:pt x="27473" y="2721"/>
                      </a:lnTo>
                      <a:lnTo>
                        <a:pt x="27368" y="2700"/>
                      </a:lnTo>
                      <a:lnTo>
                        <a:pt x="27264" y="2700"/>
                      </a:lnTo>
                      <a:lnTo>
                        <a:pt x="27201" y="2783"/>
                      </a:lnTo>
                      <a:lnTo>
                        <a:pt x="26950" y="2783"/>
                      </a:lnTo>
                      <a:lnTo>
                        <a:pt x="26887" y="2888"/>
                      </a:lnTo>
                      <a:lnTo>
                        <a:pt x="26908" y="2930"/>
                      </a:lnTo>
                      <a:lnTo>
                        <a:pt x="27034" y="2951"/>
                      </a:lnTo>
                      <a:lnTo>
                        <a:pt x="27054" y="3055"/>
                      </a:lnTo>
                      <a:lnTo>
                        <a:pt x="27201" y="3035"/>
                      </a:lnTo>
                      <a:lnTo>
                        <a:pt x="27264" y="3097"/>
                      </a:lnTo>
                      <a:lnTo>
                        <a:pt x="27410" y="3014"/>
                      </a:lnTo>
                      <a:lnTo>
                        <a:pt x="27515" y="3160"/>
                      </a:lnTo>
                      <a:lnTo>
                        <a:pt x="27661" y="3265"/>
                      </a:lnTo>
                      <a:lnTo>
                        <a:pt x="27787" y="3516"/>
                      </a:lnTo>
                      <a:lnTo>
                        <a:pt x="27682" y="3746"/>
                      </a:lnTo>
                      <a:lnTo>
                        <a:pt x="27410" y="4018"/>
                      </a:lnTo>
                      <a:lnTo>
                        <a:pt x="27515" y="3746"/>
                      </a:lnTo>
                      <a:lnTo>
                        <a:pt x="27431" y="3662"/>
                      </a:lnTo>
                      <a:lnTo>
                        <a:pt x="27431" y="3495"/>
                      </a:lnTo>
                      <a:lnTo>
                        <a:pt x="27243" y="3453"/>
                      </a:lnTo>
                      <a:lnTo>
                        <a:pt x="27180" y="3432"/>
                      </a:lnTo>
                      <a:lnTo>
                        <a:pt x="27180" y="3348"/>
                      </a:lnTo>
                      <a:lnTo>
                        <a:pt x="27117" y="3327"/>
                      </a:lnTo>
                      <a:lnTo>
                        <a:pt x="27013" y="3411"/>
                      </a:lnTo>
                      <a:lnTo>
                        <a:pt x="26845" y="3411"/>
                      </a:lnTo>
                      <a:lnTo>
                        <a:pt x="26720" y="3537"/>
                      </a:lnTo>
                      <a:lnTo>
                        <a:pt x="26845" y="3599"/>
                      </a:lnTo>
                      <a:lnTo>
                        <a:pt x="26803" y="3662"/>
                      </a:lnTo>
                      <a:lnTo>
                        <a:pt x="26657" y="3662"/>
                      </a:lnTo>
                      <a:lnTo>
                        <a:pt x="26741" y="3767"/>
                      </a:lnTo>
                      <a:lnTo>
                        <a:pt x="26720" y="3851"/>
                      </a:lnTo>
                      <a:lnTo>
                        <a:pt x="26552" y="3976"/>
                      </a:lnTo>
                      <a:lnTo>
                        <a:pt x="26531" y="3851"/>
                      </a:lnTo>
                      <a:lnTo>
                        <a:pt x="26490" y="3851"/>
                      </a:lnTo>
                      <a:lnTo>
                        <a:pt x="26406" y="3913"/>
                      </a:lnTo>
                      <a:lnTo>
                        <a:pt x="26448" y="4039"/>
                      </a:lnTo>
                      <a:lnTo>
                        <a:pt x="26406" y="4164"/>
                      </a:lnTo>
                      <a:lnTo>
                        <a:pt x="26301" y="4164"/>
                      </a:lnTo>
                      <a:lnTo>
                        <a:pt x="26280" y="3976"/>
                      </a:lnTo>
                      <a:lnTo>
                        <a:pt x="26176" y="3871"/>
                      </a:lnTo>
                      <a:lnTo>
                        <a:pt x="26134" y="3934"/>
                      </a:lnTo>
                      <a:lnTo>
                        <a:pt x="26176" y="4039"/>
                      </a:lnTo>
                      <a:lnTo>
                        <a:pt x="26071" y="4227"/>
                      </a:lnTo>
                      <a:lnTo>
                        <a:pt x="26008" y="4374"/>
                      </a:lnTo>
                      <a:lnTo>
                        <a:pt x="25883" y="4290"/>
                      </a:lnTo>
                      <a:lnTo>
                        <a:pt x="25883" y="4227"/>
                      </a:lnTo>
                      <a:lnTo>
                        <a:pt x="26008" y="3955"/>
                      </a:lnTo>
                      <a:lnTo>
                        <a:pt x="25966" y="3851"/>
                      </a:lnTo>
                      <a:lnTo>
                        <a:pt x="25820" y="3830"/>
                      </a:lnTo>
                      <a:lnTo>
                        <a:pt x="25506" y="3934"/>
                      </a:lnTo>
                      <a:lnTo>
                        <a:pt x="25401" y="3871"/>
                      </a:lnTo>
                      <a:lnTo>
                        <a:pt x="25255" y="4018"/>
                      </a:lnTo>
                      <a:lnTo>
                        <a:pt x="25150" y="3976"/>
                      </a:lnTo>
                      <a:lnTo>
                        <a:pt x="25046" y="3934"/>
                      </a:lnTo>
                      <a:lnTo>
                        <a:pt x="24878" y="3955"/>
                      </a:lnTo>
                      <a:lnTo>
                        <a:pt x="25025" y="4081"/>
                      </a:lnTo>
                      <a:lnTo>
                        <a:pt x="24941" y="4164"/>
                      </a:lnTo>
                      <a:lnTo>
                        <a:pt x="24920" y="4143"/>
                      </a:lnTo>
                      <a:lnTo>
                        <a:pt x="24878" y="4081"/>
                      </a:lnTo>
                      <a:lnTo>
                        <a:pt x="24837" y="4060"/>
                      </a:lnTo>
                      <a:lnTo>
                        <a:pt x="24774" y="4164"/>
                      </a:lnTo>
                      <a:lnTo>
                        <a:pt x="24732" y="4227"/>
                      </a:lnTo>
                      <a:lnTo>
                        <a:pt x="24732" y="4478"/>
                      </a:lnTo>
                      <a:lnTo>
                        <a:pt x="24816" y="4562"/>
                      </a:lnTo>
                      <a:lnTo>
                        <a:pt x="24941" y="4436"/>
                      </a:lnTo>
                      <a:lnTo>
                        <a:pt x="25025" y="4478"/>
                      </a:lnTo>
                      <a:lnTo>
                        <a:pt x="25192" y="4353"/>
                      </a:lnTo>
                      <a:lnTo>
                        <a:pt x="25276" y="4374"/>
                      </a:lnTo>
                      <a:lnTo>
                        <a:pt x="25255" y="4478"/>
                      </a:lnTo>
                      <a:lnTo>
                        <a:pt x="24941" y="4604"/>
                      </a:lnTo>
                      <a:lnTo>
                        <a:pt x="24878" y="4750"/>
                      </a:lnTo>
                      <a:lnTo>
                        <a:pt x="24753" y="4813"/>
                      </a:lnTo>
                      <a:lnTo>
                        <a:pt x="24502" y="4855"/>
                      </a:lnTo>
                      <a:lnTo>
                        <a:pt x="24460" y="4918"/>
                      </a:lnTo>
                      <a:lnTo>
                        <a:pt x="24523" y="5001"/>
                      </a:lnTo>
                      <a:lnTo>
                        <a:pt x="24313" y="5064"/>
                      </a:lnTo>
                      <a:lnTo>
                        <a:pt x="24209" y="5001"/>
                      </a:lnTo>
                      <a:lnTo>
                        <a:pt x="24146" y="5022"/>
                      </a:lnTo>
                      <a:lnTo>
                        <a:pt x="24125" y="5127"/>
                      </a:lnTo>
                      <a:lnTo>
                        <a:pt x="24041" y="5169"/>
                      </a:lnTo>
                      <a:lnTo>
                        <a:pt x="23895" y="5211"/>
                      </a:lnTo>
                      <a:lnTo>
                        <a:pt x="23832" y="5294"/>
                      </a:lnTo>
                      <a:lnTo>
                        <a:pt x="23916" y="5399"/>
                      </a:lnTo>
                      <a:lnTo>
                        <a:pt x="23874" y="5399"/>
                      </a:lnTo>
                      <a:lnTo>
                        <a:pt x="23832" y="5504"/>
                      </a:lnTo>
                      <a:lnTo>
                        <a:pt x="23790" y="5524"/>
                      </a:lnTo>
                      <a:lnTo>
                        <a:pt x="23728" y="5441"/>
                      </a:lnTo>
                      <a:lnTo>
                        <a:pt x="23686" y="5441"/>
                      </a:lnTo>
                      <a:lnTo>
                        <a:pt x="23581" y="5608"/>
                      </a:lnTo>
                      <a:lnTo>
                        <a:pt x="23602" y="5650"/>
                      </a:lnTo>
                      <a:lnTo>
                        <a:pt x="23560" y="5713"/>
                      </a:lnTo>
                      <a:lnTo>
                        <a:pt x="23560" y="5817"/>
                      </a:lnTo>
                      <a:lnTo>
                        <a:pt x="23456" y="5943"/>
                      </a:lnTo>
                      <a:lnTo>
                        <a:pt x="23477" y="6048"/>
                      </a:lnTo>
                      <a:lnTo>
                        <a:pt x="23309" y="6110"/>
                      </a:lnTo>
                      <a:lnTo>
                        <a:pt x="23142" y="6110"/>
                      </a:lnTo>
                      <a:lnTo>
                        <a:pt x="23037" y="6173"/>
                      </a:lnTo>
                      <a:lnTo>
                        <a:pt x="23037" y="6278"/>
                      </a:lnTo>
                      <a:lnTo>
                        <a:pt x="23100" y="6278"/>
                      </a:lnTo>
                      <a:lnTo>
                        <a:pt x="23163" y="6215"/>
                      </a:lnTo>
                      <a:lnTo>
                        <a:pt x="23414" y="6257"/>
                      </a:lnTo>
                      <a:lnTo>
                        <a:pt x="23372" y="6340"/>
                      </a:lnTo>
                      <a:lnTo>
                        <a:pt x="23246" y="6320"/>
                      </a:lnTo>
                      <a:lnTo>
                        <a:pt x="23204" y="6361"/>
                      </a:lnTo>
                      <a:lnTo>
                        <a:pt x="23288" y="6445"/>
                      </a:lnTo>
                      <a:lnTo>
                        <a:pt x="23267" y="6675"/>
                      </a:lnTo>
                      <a:lnTo>
                        <a:pt x="23163" y="6759"/>
                      </a:lnTo>
                      <a:lnTo>
                        <a:pt x="23184" y="6843"/>
                      </a:lnTo>
                      <a:lnTo>
                        <a:pt x="23163" y="6947"/>
                      </a:lnTo>
                      <a:lnTo>
                        <a:pt x="23037" y="6759"/>
                      </a:lnTo>
                      <a:lnTo>
                        <a:pt x="22932" y="6780"/>
                      </a:lnTo>
                      <a:lnTo>
                        <a:pt x="22786" y="6633"/>
                      </a:lnTo>
                      <a:lnTo>
                        <a:pt x="22723" y="6592"/>
                      </a:lnTo>
                      <a:lnTo>
                        <a:pt x="22681" y="6654"/>
                      </a:lnTo>
                      <a:lnTo>
                        <a:pt x="22765" y="6738"/>
                      </a:lnTo>
                      <a:lnTo>
                        <a:pt x="22765" y="6843"/>
                      </a:lnTo>
                      <a:lnTo>
                        <a:pt x="22723" y="6905"/>
                      </a:lnTo>
                      <a:lnTo>
                        <a:pt x="22786" y="7010"/>
                      </a:lnTo>
                      <a:lnTo>
                        <a:pt x="22891" y="6968"/>
                      </a:lnTo>
                      <a:lnTo>
                        <a:pt x="23079" y="7010"/>
                      </a:lnTo>
                      <a:lnTo>
                        <a:pt x="23204" y="7052"/>
                      </a:lnTo>
                      <a:lnTo>
                        <a:pt x="23246" y="7156"/>
                      </a:lnTo>
                      <a:lnTo>
                        <a:pt x="23351" y="7219"/>
                      </a:lnTo>
                      <a:lnTo>
                        <a:pt x="23456" y="7198"/>
                      </a:lnTo>
                      <a:lnTo>
                        <a:pt x="23497" y="7177"/>
                      </a:lnTo>
                      <a:lnTo>
                        <a:pt x="23560" y="7261"/>
                      </a:lnTo>
                      <a:lnTo>
                        <a:pt x="23414" y="7303"/>
                      </a:lnTo>
                      <a:lnTo>
                        <a:pt x="23288" y="7303"/>
                      </a:lnTo>
                      <a:lnTo>
                        <a:pt x="23184" y="7198"/>
                      </a:lnTo>
                      <a:lnTo>
                        <a:pt x="23142" y="7219"/>
                      </a:lnTo>
                      <a:lnTo>
                        <a:pt x="23100" y="7303"/>
                      </a:lnTo>
                      <a:lnTo>
                        <a:pt x="23058" y="7366"/>
                      </a:lnTo>
                      <a:lnTo>
                        <a:pt x="23184" y="7512"/>
                      </a:lnTo>
                      <a:lnTo>
                        <a:pt x="23267" y="7470"/>
                      </a:lnTo>
                      <a:lnTo>
                        <a:pt x="23456" y="7470"/>
                      </a:lnTo>
                      <a:lnTo>
                        <a:pt x="23497" y="7617"/>
                      </a:lnTo>
                      <a:lnTo>
                        <a:pt x="23581" y="7680"/>
                      </a:lnTo>
                      <a:lnTo>
                        <a:pt x="23623" y="7596"/>
                      </a:lnTo>
                      <a:lnTo>
                        <a:pt x="23811" y="7596"/>
                      </a:lnTo>
                      <a:lnTo>
                        <a:pt x="23790" y="7701"/>
                      </a:lnTo>
                      <a:lnTo>
                        <a:pt x="23937" y="7805"/>
                      </a:lnTo>
                      <a:lnTo>
                        <a:pt x="24083" y="7805"/>
                      </a:lnTo>
                      <a:lnTo>
                        <a:pt x="24146" y="7952"/>
                      </a:lnTo>
                      <a:lnTo>
                        <a:pt x="24083" y="8161"/>
                      </a:lnTo>
                      <a:lnTo>
                        <a:pt x="23832" y="8307"/>
                      </a:lnTo>
                      <a:lnTo>
                        <a:pt x="23769" y="8433"/>
                      </a:lnTo>
                      <a:lnTo>
                        <a:pt x="23769" y="8517"/>
                      </a:lnTo>
                      <a:lnTo>
                        <a:pt x="23979" y="8726"/>
                      </a:lnTo>
                      <a:lnTo>
                        <a:pt x="24104" y="8768"/>
                      </a:lnTo>
                      <a:lnTo>
                        <a:pt x="23895" y="8768"/>
                      </a:lnTo>
                      <a:lnTo>
                        <a:pt x="23665" y="8579"/>
                      </a:lnTo>
                      <a:lnTo>
                        <a:pt x="23665" y="8454"/>
                      </a:lnTo>
                      <a:lnTo>
                        <a:pt x="23769" y="8224"/>
                      </a:lnTo>
                      <a:lnTo>
                        <a:pt x="23832" y="8161"/>
                      </a:lnTo>
                      <a:lnTo>
                        <a:pt x="23832" y="8098"/>
                      </a:lnTo>
                      <a:lnTo>
                        <a:pt x="23895" y="7952"/>
                      </a:lnTo>
                      <a:lnTo>
                        <a:pt x="23832" y="7910"/>
                      </a:lnTo>
                      <a:lnTo>
                        <a:pt x="23456" y="8098"/>
                      </a:lnTo>
                      <a:lnTo>
                        <a:pt x="23246" y="8161"/>
                      </a:lnTo>
                      <a:lnTo>
                        <a:pt x="23184" y="8307"/>
                      </a:lnTo>
                      <a:lnTo>
                        <a:pt x="23058" y="8349"/>
                      </a:lnTo>
                      <a:lnTo>
                        <a:pt x="22953" y="8307"/>
                      </a:lnTo>
                      <a:lnTo>
                        <a:pt x="22828" y="8328"/>
                      </a:lnTo>
                      <a:lnTo>
                        <a:pt x="22660" y="8454"/>
                      </a:lnTo>
                      <a:lnTo>
                        <a:pt x="22221" y="8621"/>
                      </a:lnTo>
                      <a:lnTo>
                        <a:pt x="21907" y="8684"/>
                      </a:lnTo>
                      <a:lnTo>
                        <a:pt x="21782" y="8684"/>
                      </a:lnTo>
                      <a:lnTo>
                        <a:pt x="21614" y="8851"/>
                      </a:lnTo>
                      <a:lnTo>
                        <a:pt x="21468" y="8851"/>
                      </a:lnTo>
                      <a:lnTo>
                        <a:pt x="21384" y="8935"/>
                      </a:lnTo>
                      <a:lnTo>
                        <a:pt x="21510" y="9040"/>
                      </a:lnTo>
                      <a:lnTo>
                        <a:pt x="21510" y="9165"/>
                      </a:lnTo>
                      <a:lnTo>
                        <a:pt x="21489" y="9291"/>
                      </a:lnTo>
                      <a:lnTo>
                        <a:pt x="21572" y="9374"/>
                      </a:lnTo>
                      <a:lnTo>
                        <a:pt x="21677" y="9374"/>
                      </a:lnTo>
                      <a:lnTo>
                        <a:pt x="21698" y="9458"/>
                      </a:lnTo>
                      <a:lnTo>
                        <a:pt x="21635" y="9521"/>
                      </a:lnTo>
                      <a:lnTo>
                        <a:pt x="21844" y="9667"/>
                      </a:lnTo>
                      <a:lnTo>
                        <a:pt x="22012" y="9918"/>
                      </a:lnTo>
                      <a:lnTo>
                        <a:pt x="22012" y="10128"/>
                      </a:lnTo>
                      <a:lnTo>
                        <a:pt x="22054" y="10232"/>
                      </a:lnTo>
                      <a:lnTo>
                        <a:pt x="22116" y="10232"/>
                      </a:lnTo>
                      <a:lnTo>
                        <a:pt x="22137" y="10400"/>
                      </a:lnTo>
                      <a:lnTo>
                        <a:pt x="22305" y="10504"/>
                      </a:lnTo>
                      <a:lnTo>
                        <a:pt x="22430" y="10462"/>
                      </a:lnTo>
                      <a:lnTo>
                        <a:pt x="22828" y="10504"/>
                      </a:lnTo>
                      <a:lnTo>
                        <a:pt x="22953" y="10421"/>
                      </a:lnTo>
                      <a:lnTo>
                        <a:pt x="22953" y="10504"/>
                      </a:lnTo>
                      <a:lnTo>
                        <a:pt x="22995" y="10609"/>
                      </a:lnTo>
                      <a:lnTo>
                        <a:pt x="22995" y="10755"/>
                      </a:lnTo>
                      <a:lnTo>
                        <a:pt x="23184" y="10839"/>
                      </a:lnTo>
                      <a:lnTo>
                        <a:pt x="23288" y="10986"/>
                      </a:lnTo>
                      <a:lnTo>
                        <a:pt x="23581" y="10986"/>
                      </a:lnTo>
                      <a:lnTo>
                        <a:pt x="23790" y="11132"/>
                      </a:lnTo>
                      <a:lnTo>
                        <a:pt x="23874" y="11132"/>
                      </a:lnTo>
                      <a:lnTo>
                        <a:pt x="23979" y="11258"/>
                      </a:lnTo>
                      <a:lnTo>
                        <a:pt x="24000" y="11550"/>
                      </a:lnTo>
                      <a:lnTo>
                        <a:pt x="24041" y="11676"/>
                      </a:lnTo>
                      <a:lnTo>
                        <a:pt x="24000" y="11864"/>
                      </a:lnTo>
                      <a:lnTo>
                        <a:pt x="24125" y="12011"/>
                      </a:lnTo>
                      <a:lnTo>
                        <a:pt x="24230" y="12094"/>
                      </a:lnTo>
                      <a:lnTo>
                        <a:pt x="24418" y="12346"/>
                      </a:lnTo>
                      <a:lnTo>
                        <a:pt x="24502" y="12618"/>
                      </a:lnTo>
                      <a:lnTo>
                        <a:pt x="24648" y="12743"/>
                      </a:lnTo>
                      <a:lnTo>
                        <a:pt x="24711" y="12869"/>
                      </a:lnTo>
                      <a:lnTo>
                        <a:pt x="24585" y="13141"/>
                      </a:lnTo>
                      <a:lnTo>
                        <a:pt x="24502" y="13162"/>
                      </a:lnTo>
                      <a:lnTo>
                        <a:pt x="24418" y="13141"/>
                      </a:lnTo>
                      <a:lnTo>
                        <a:pt x="24418" y="13141"/>
                      </a:lnTo>
                      <a:lnTo>
                        <a:pt x="24523" y="13287"/>
                      </a:lnTo>
                      <a:lnTo>
                        <a:pt x="24732" y="13329"/>
                      </a:lnTo>
                      <a:lnTo>
                        <a:pt x="24837" y="13392"/>
                      </a:lnTo>
                      <a:lnTo>
                        <a:pt x="25046" y="13643"/>
                      </a:lnTo>
                      <a:lnTo>
                        <a:pt x="25255" y="13706"/>
                      </a:lnTo>
                      <a:lnTo>
                        <a:pt x="25276" y="13685"/>
                      </a:lnTo>
                      <a:lnTo>
                        <a:pt x="25360" y="13706"/>
                      </a:lnTo>
                      <a:lnTo>
                        <a:pt x="25548" y="13559"/>
                      </a:lnTo>
                      <a:lnTo>
                        <a:pt x="25736" y="13517"/>
                      </a:lnTo>
                      <a:lnTo>
                        <a:pt x="25945" y="13685"/>
                      </a:lnTo>
                      <a:lnTo>
                        <a:pt x="26092" y="13747"/>
                      </a:lnTo>
                      <a:lnTo>
                        <a:pt x="26197" y="13747"/>
                      </a:lnTo>
                      <a:lnTo>
                        <a:pt x="26280" y="13894"/>
                      </a:lnTo>
                      <a:lnTo>
                        <a:pt x="26301" y="14124"/>
                      </a:lnTo>
                      <a:lnTo>
                        <a:pt x="26238" y="13915"/>
                      </a:lnTo>
                      <a:lnTo>
                        <a:pt x="26176" y="13810"/>
                      </a:lnTo>
                      <a:lnTo>
                        <a:pt x="25987" y="13810"/>
                      </a:lnTo>
                      <a:lnTo>
                        <a:pt x="25757" y="13643"/>
                      </a:lnTo>
                      <a:lnTo>
                        <a:pt x="25611" y="13643"/>
                      </a:lnTo>
                      <a:lnTo>
                        <a:pt x="25443" y="13810"/>
                      </a:lnTo>
                      <a:lnTo>
                        <a:pt x="25443" y="13978"/>
                      </a:lnTo>
                      <a:lnTo>
                        <a:pt x="25464" y="14061"/>
                      </a:lnTo>
                      <a:lnTo>
                        <a:pt x="25234" y="13810"/>
                      </a:lnTo>
                      <a:lnTo>
                        <a:pt x="24983" y="13810"/>
                      </a:lnTo>
                      <a:lnTo>
                        <a:pt x="24857" y="13706"/>
                      </a:lnTo>
                      <a:lnTo>
                        <a:pt x="24857" y="13580"/>
                      </a:lnTo>
                      <a:lnTo>
                        <a:pt x="24753" y="13434"/>
                      </a:lnTo>
                      <a:lnTo>
                        <a:pt x="24565" y="13371"/>
                      </a:lnTo>
                      <a:lnTo>
                        <a:pt x="24397" y="13371"/>
                      </a:lnTo>
                      <a:lnTo>
                        <a:pt x="24188" y="13245"/>
                      </a:lnTo>
                      <a:lnTo>
                        <a:pt x="24230" y="13182"/>
                      </a:lnTo>
                      <a:lnTo>
                        <a:pt x="24230" y="13057"/>
                      </a:lnTo>
                      <a:lnTo>
                        <a:pt x="24313" y="13015"/>
                      </a:lnTo>
                      <a:lnTo>
                        <a:pt x="24272" y="12910"/>
                      </a:lnTo>
                      <a:lnTo>
                        <a:pt x="24230" y="12638"/>
                      </a:lnTo>
                      <a:lnTo>
                        <a:pt x="24167" y="12429"/>
                      </a:lnTo>
                      <a:lnTo>
                        <a:pt x="24083" y="12387"/>
                      </a:lnTo>
                      <a:lnTo>
                        <a:pt x="24021" y="12555"/>
                      </a:lnTo>
                      <a:lnTo>
                        <a:pt x="23958" y="12597"/>
                      </a:lnTo>
                      <a:lnTo>
                        <a:pt x="23979" y="12743"/>
                      </a:lnTo>
                      <a:lnTo>
                        <a:pt x="23895" y="12827"/>
                      </a:lnTo>
                      <a:lnTo>
                        <a:pt x="23916" y="12910"/>
                      </a:lnTo>
                      <a:lnTo>
                        <a:pt x="23895" y="13036"/>
                      </a:lnTo>
                      <a:lnTo>
                        <a:pt x="23811" y="13036"/>
                      </a:lnTo>
                      <a:lnTo>
                        <a:pt x="23769" y="12659"/>
                      </a:lnTo>
                      <a:lnTo>
                        <a:pt x="23853" y="12555"/>
                      </a:lnTo>
                      <a:lnTo>
                        <a:pt x="23811" y="12429"/>
                      </a:lnTo>
                      <a:lnTo>
                        <a:pt x="23644" y="12283"/>
                      </a:lnTo>
                      <a:lnTo>
                        <a:pt x="23644" y="12094"/>
                      </a:lnTo>
                      <a:lnTo>
                        <a:pt x="23560" y="11969"/>
                      </a:lnTo>
                      <a:lnTo>
                        <a:pt x="23560" y="11802"/>
                      </a:lnTo>
                      <a:lnTo>
                        <a:pt x="23707" y="11697"/>
                      </a:lnTo>
                      <a:lnTo>
                        <a:pt x="23707" y="11613"/>
                      </a:lnTo>
                      <a:lnTo>
                        <a:pt x="23686" y="11509"/>
                      </a:lnTo>
                      <a:lnTo>
                        <a:pt x="23707" y="11299"/>
                      </a:lnTo>
                      <a:lnTo>
                        <a:pt x="23581" y="11278"/>
                      </a:lnTo>
                      <a:lnTo>
                        <a:pt x="23539" y="11299"/>
                      </a:lnTo>
                      <a:lnTo>
                        <a:pt x="23456" y="11216"/>
                      </a:lnTo>
                      <a:lnTo>
                        <a:pt x="23225" y="11383"/>
                      </a:lnTo>
                      <a:lnTo>
                        <a:pt x="22912" y="11425"/>
                      </a:lnTo>
                      <a:lnTo>
                        <a:pt x="22744" y="11425"/>
                      </a:lnTo>
                      <a:lnTo>
                        <a:pt x="22514" y="11195"/>
                      </a:lnTo>
                      <a:lnTo>
                        <a:pt x="22388" y="11111"/>
                      </a:lnTo>
                      <a:lnTo>
                        <a:pt x="22347" y="11006"/>
                      </a:lnTo>
                      <a:lnTo>
                        <a:pt x="22012" y="10965"/>
                      </a:lnTo>
                      <a:lnTo>
                        <a:pt x="21886" y="10860"/>
                      </a:lnTo>
                      <a:lnTo>
                        <a:pt x="21761" y="10693"/>
                      </a:lnTo>
                      <a:lnTo>
                        <a:pt x="21363" y="10693"/>
                      </a:lnTo>
                      <a:lnTo>
                        <a:pt x="21259" y="10651"/>
                      </a:lnTo>
                      <a:lnTo>
                        <a:pt x="21133" y="10734"/>
                      </a:lnTo>
                      <a:lnTo>
                        <a:pt x="20987" y="10944"/>
                      </a:lnTo>
                      <a:lnTo>
                        <a:pt x="20966" y="11069"/>
                      </a:lnTo>
                      <a:lnTo>
                        <a:pt x="20924" y="11111"/>
                      </a:lnTo>
                      <a:lnTo>
                        <a:pt x="20861" y="11090"/>
                      </a:lnTo>
                      <a:lnTo>
                        <a:pt x="20840" y="11174"/>
                      </a:lnTo>
                      <a:lnTo>
                        <a:pt x="20924" y="11258"/>
                      </a:lnTo>
                      <a:lnTo>
                        <a:pt x="21091" y="11132"/>
                      </a:lnTo>
                      <a:lnTo>
                        <a:pt x="21300" y="11174"/>
                      </a:lnTo>
                      <a:lnTo>
                        <a:pt x="21405" y="11383"/>
                      </a:lnTo>
                      <a:lnTo>
                        <a:pt x="21280" y="11613"/>
                      </a:lnTo>
                      <a:lnTo>
                        <a:pt x="21133" y="11655"/>
                      </a:lnTo>
                      <a:lnTo>
                        <a:pt x="20861" y="11550"/>
                      </a:lnTo>
                      <a:lnTo>
                        <a:pt x="20715" y="11362"/>
                      </a:lnTo>
                      <a:lnTo>
                        <a:pt x="20610" y="11362"/>
                      </a:lnTo>
                      <a:lnTo>
                        <a:pt x="20443" y="11467"/>
                      </a:lnTo>
                      <a:lnTo>
                        <a:pt x="20401" y="11550"/>
                      </a:lnTo>
                      <a:lnTo>
                        <a:pt x="20317" y="11571"/>
                      </a:lnTo>
                      <a:lnTo>
                        <a:pt x="20505" y="11822"/>
                      </a:lnTo>
                      <a:lnTo>
                        <a:pt x="20568" y="11822"/>
                      </a:lnTo>
                      <a:lnTo>
                        <a:pt x="20631" y="11969"/>
                      </a:lnTo>
                      <a:lnTo>
                        <a:pt x="20840" y="12136"/>
                      </a:lnTo>
                      <a:lnTo>
                        <a:pt x="21028" y="12136"/>
                      </a:lnTo>
                      <a:lnTo>
                        <a:pt x="21112" y="12220"/>
                      </a:lnTo>
                      <a:lnTo>
                        <a:pt x="21405" y="12241"/>
                      </a:lnTo>
                      <a:lnTo>
                        <a:pt x="21489" y="12178"/>
                      </a:lnTo>
                      <a:lnTo>
                        <a:pt x="21531" y="12178"/>
                      </a:lnTo>
                      <a:lnTo>
                        <a:pt x="21572" y="12283"/>
                      </a:lnTo>
                      <a:lnTo>
                        <a:pt x="21782" y="12283"/>
                      </a:lnTo>
                      <a:lnTo>
                        <a:pt x="21824" y="12429"/>
                      </a:lnTo>
                      <a:lnTo>
                        <a:pt x="21907" y="12450"/>
                      </a:lnTo>
                      <a:lnTo>
                        <a:pt x="21928" y="12555"/>
                      </a:lnTo>
                      <a:lnTo>
                        <a:pt x="22158" y="12597"/>
                      </a:lnTo>
                      <a:lnTo>
                        <a:pt x="22263" y="12513"/>
                      </a:lnTo>
                      <a:lnTo>
                        <a:pt x="22200" y="12618"/>
                      </a:lnTo>
                      <a:lnTo>
                        <a:pt x="21949" y="12659"/>
                      </a:lnTo>
                      <a:lnTo>
                        <a:pt x="21803" y="12576"/>
                      </a:lnTo>
                      <a:lnTo>
                        <a:pt x="21698" y="12555"/>
                      </a:lnTo>
                      <a:lnTo>
                        <a:pt x="21531" y="12366"/>
                      </a:lnTo>
                      <a:lnTo>
                        <a:pt x="21426" y="12346"/>
                      </a:lnTo>
                      <a:lnTo>
                        <a:pt x="21321" y="12408"/>
                      </a:lnTo>
                      <a:lnTo>
                        <a:pt x="21196" y="12408"/>
                      </a:lnTo>
                      <a:lnTo>
                        <a:pt x="21091" y="12534"/>
                      </a:lnTo>
                      <a:lnTo>
                        <a:pt x="21049" y="12429"/>
                      </a:lnTo>
                      <a:lnTo>
                        <a:pt x="20945" y="12346"/>
                      </a:lnTo>
                      <a:lnTo>
                        <a:pt x="20840" y="12408"/>
                      </a:lnTo>
                      <a:lnTo>
                        <a:pt x="20631" y="12408"/>
                      </a:lnTo>
                      <a:lnTo>
                        <a:pt x="20464" y="12304"/>
                      </a:lnTo>
                      <a:lnTo>
                        <a:pt x="20338" y="12325"/>
                      </a:lnTo>
                      <a:lnTo>
                        <a:pt x="20296" y="12220"/>
                      </a:lnTo>
                      <a:lnTo>
                        <a:pt x="20401" y="12136"/>
                      </a:lnTo>
                      <a:lnTo>
                        <a:pt x="20401" y="12053"/>
                      </a:lnTo>
                      <a:lnTo>
                        <a:pt x="20296" y="11990"/>
                      </a:lnTo>
                      <a:lnTo>
                        <a:pt x="20296" y="11885"/>
                      </a:lnTo>
                      <a:lnTo>
                        <a:pt x="20108" y="11718"/>
                      </a:lnTo>
                      <a:lnTo>
                        <a:pt x="20024" y="11592"/>
                      </a:lnTo>
                      <a:lnTo>
                        <a:pt x="20087" y="11425"/>
                      </a:lnTo>
                      <a:lnTo>
                        <a:pt x="19982" y="11278"/>
                      </a:lnTo>
                      <a:lnTo>
                        <a:pt x="19982" y="11006"/>
                      </a:lnTo>
                      <a:lnTo>
                        <a:pt x="19836" y="10881"/>
                      </a:lnTo>
                      <a:lnTo>
                        <a:pt x="19836" y="10693"/>
                      </a:lnTo>
                      <a:lnTo>
                        <a:pt x="19794" y="10651"/>
                      </a:lnTo>
                      <a:lnTo>
                        <a:pt x="19710" y="10630"/>
                      </a:lnTo>
                      <a:lnTo>
                        <a:pt x="19689" y="10462"/>
                      </a:lnTo>
                      <a:lnTo>
                        <a:pt x="19522" y="10337"/>
                      </a:lnTo>
                      <a:lnTo>
                        <a:pt x="19459" y="10379"/>
                      </a:lnTo>
                      <a:lnTo>
                        <a:pt x="19689" y="10860"/>
                      </a:lnTo>
                      <a:lnTo>
                        <a:pt x="19752" y="11174"/>
                      </a:lnTo>
                      <a:lnTo>
                        <a:pt x="19710" y="11425"/>
                      </a:lnTo>
                      <a:lnTo>
                        <a:pt x="19522" y="11676"/>
                      </a:lnTo>
                      <a:lnTo>
                        <a:pt x="19396" y="11802"/>
                      </a:lnTo>
                      <a:lnTo>
                        <a:pt x="19396" y="11885"/>
                      </a:lnTo>
                      <a:lnTo>
                        <a:pt x="19480" y="11948"/>
                      </a:lnTo>
                      <a:lnTo>
                        <a:pt x="19501" y="12136"/>
                      </a:lnTo>
                      <a:lnTo>
                        <a:pt x="19417" y="12346"/>
                      </a:lnTo>
                      <a:lnTo>
                        <a:pt x="19417" y="12471"/>
                      </a:lnTo>
                      <a:lnTo>
                        <a:pt x="19627" y="12618"/>
                      </a:lnTo>
                      <a:lnTo>
                        <a:pt x="19899" y="12848"/>
                      </a:lnTo>
                      <a:lnTo>
                        <a:pt x="19940" y="12994"/>
                      </a:lnTo>
                      <a:lnTo>
                        <a:pt x="20108" y="12994"/>
                      </a:lnTo>
                      <a:lnTo>
                        <a:pt x="20233" y="13141"/>
                      </a:lnTo>
                      <a:lnTo>
                        <a:pt x="20338" y="13371"/>
                      </a:lnTo>
                      <a:lnTo>
                        <a:pt x="20317" y="13727"/>
                      </a:lnTo>
                      <a:lnTo>
                        <a:pt x="20275" y="13894"/>
                      </a:lnTo>
                      <a:lnTo>
                        <a:pt x="20422" y="14103"/>
                      </a:lnTo>
                      <a:lnTo>
                        <a:pt x="20380" y="14354"/>
                      </a:lnTo>
                      <a:lnTo>
                        <a:pt x="20464" y="14501"/>
                      </a:lnTo>
                      <a:lnTo>
                        <a:pt x="20673" y="14731"/>
                      </a:lnTo>
                      <a:lnTo>
                        <a:pt x="20715" y="14856"/>
                      </a:lnTo>
                      <a:lnTo>
                        <a:pt x="20673" y="15024"/>
                      </a:lnTo>
                      <a:lnTo>
                        <a:pt x="20736" y="15087"/>
                      </a:lnTo>
                      <a:lnTo>
                        <a:pt x="20882" y="15149"/>
                      </a:lnTo>
                      <a:lnTo>
                        <a:pt x="21070" y="15045"/>
                      </a:lnTo>
                      <a:lnTo>
                        <a:pt x="21280" y="15087"/>
                      </a:lnTo>
                      <a:lnTo>
                        <a:pt x="21363" y="15045"/>
                      </a:lnTo>
                      <a:lnTo>
                        <a:pt x="21384" y="14877"/>
                      </a:lnTo>
                      <a:lnTo>
                        <a:pt x="21510" y="14752"/>
                      </a:lnTo>
                      <a:lnTo>
                        <a:pt x="21677" y="14815"/>
                      </a:lnTo>
                      <a:lnTo>
                        <a:pt x="21782" y="14773"/>
                      </a:lnTo>
                      <a:lnTo>
                        <a:pt x="21991" y="14919"/>
                      </a:lnTo>
                      <a:lnTo>
                        <a:pt x="22116" y="14856"/>
                      </a:lnTo>
                      <a:lnTo>
                        <a:pt x="22200" y="14982"/>
                      </a:lnTo>
                      <a:lnTo>
                        <a:pt x="22451" y="15087"/>
                      </a:lnTo>
                      <a:lnTo>
                        <a:pt x="22640" y="15087"/>
                      </a:lnTo>
                      <a:lnTo>
                        <a:pt x="22765" y="15275"/>
                      </a:lnTo>
                      <a:lnTo>
                        <a:pt x="22765" y="15379"/>
                      </a:lnTo>
                      <a:lnTo>
                        <a:pt x="22953" y="15484"/>
                      </a:lnTo>
                      <a:lnTo>
                        <a:pt x="23016" y="15589"/>
                      </a:lnTo>
                      <a:lnTo>
                        <a:pt x="23037" y="15610"/>
                      </a:lnTo>
                      <a:lnTo>
                        <a:pt x="23058" y="15693"/>
                      </a:lnTo>
                      <a:lnTo>
                        <a:pt x="23142" y="15777"/>
                      </a:lnTo>
                      <a:lnTo>
                        <a:pt x="23058" y="15861"/>
                      </a:lnTo>
                      <a:lnTo>
                        <a:pt x="22953" y="15882"/>
                      </a:lnTo>
                      <a:lnTo>
                        <a:pt x="22953" y="16070"/>
                      </a:lnTo>
                      <a:lnTo>
                        <a:pt x="23037" y="16216"/>
                      </a:lnTo>
                      <a:lnTo>
                        <a:pt x="23121" y="16279"/>
                      </a:lnTo>
                      <a:lnTo>
                        <a:pt x="23079" y="16384"/>
                      </a:lnTo>
                      <a:lnTo>
                        <a:pt x="23163" y="16488"/>
                      </a:lnTo>
                      <a:lnTo>
                        <a:pt x="23288" y="16488"/>
                      </a:lnTo>
                      <a:lnTo>
                        <a:pt x="23372" y="16593"/>
                      </a:lnTo>
                      <a:lnTo>
                        <a:pt x="23518" y="16593"/>
                      </a:lnTo>
                      <a:lnTo>
                        <a:pt x="23602" y="16426"/>
                      </a:lnTo>
                      <a:lnTo>
                        <a:pt x="23665" y="16509"/>
                      </a:lnTo>
                      <a:lnTo>
                        <a:pt x="23769" y="16488"/>
                      </a:lnTo>
                      <a:lnTo>
                        <a:pt x="23832" y="16509"/>
                      </a:lnTo>
                      <a:lnTo>
                        <a:pt x="23790" y="16530"/>
                      </a:lnTo>
                      <a:lnTo>
                        <a:pt x="23728" y="16593"/>
                      </a:lnTo>
                      <a:lnTo>
                        <a:pt x="23560" y="16614"/>
                      </a:lnTo>
                      <a:lnTo>
                        <a:pt x="23456" y="16635"/>
                      </a:lnTo>
                      <a:lnTo>
                        <a:pt x="23288" y="16656"/>
                      </a:lnTo>
                      <a:lnTo>
                        <a:pt x="23142" y="16551"/>
                      </a:lnTo>
                      <a:lnTo>
                        <a:pt x="22995" y="16551"/>
                      </a:lnTo>
                      <a:lnTo>
                        <a:pt x="22932" y="16426"/>
                      </a:lnTo>
                      <a:lnTo>
                        <a:pt x="22974" y="16384"/>
                      </a:lnTo>
                      <a:lnTo>
                        <a:pt x="22953" y="16237"/>
                      </a:lnTo>
                      <a:lnTo>
                        <a:pt x="22849" y="16112"/>
                      </a:lnTo>
                      <a:lnTo>
                        <a:pt x="22828" y="15986"/>
                      </a:lnTo>
                      <a:lnTo>
                        <a:pt x="22723" y="15923"/>
                      </a:lnTo>
                      <a:lnTo>
                        <a:pt x="22744" y="15798"/>
                      </a:lnTo>
                      <a:lnTo>
                        <a:pt x="22619" y="15610"/>
                      </a:lnTo>
                      <a:lnTo>
                        <a:pt x="22556" y="15610"/>
                      </a:lnTo>
                      <a:lnTo>
                        <a:pt x="22430" y="15526"/>
                      </a:lnTo>
                      <a:lnTo>
                        <a:pt x="22242" y="15421"/>
                      </a:lnTo>
                      <a:lnTo>
                        <a:pt x="22242" y="15254"/>
                      </a:lnTo>
                      <a:lnTo>
                        <a:pt x="22054" y="15066"/>
                      </a:lnTo>
                      <a:lnTo>
                        <a:pt x="21907" y="15066"/>
                      </a:lnTo>
                      <a:lnTo>
                        <a:pt x="21677" y="15317"/>
                      </a:lnTo>
                      <a:lnTo>
                        <a:pt x="21510" y="15338"/>
                      </a:lnTo>
                      <a:lnTo>
                        <a:pt x="21405" y="15463"/>
                      </a:lnTo>
                      <a:lnTo>
                        <a:pt x="21217" y="15589"/>
                      </a:lnTo>
                      <a:lnTo>
                        <a:pt x="21259" y="15944"/>
                      </a:lnTo>
                      <a:lnTo>
                        <a:pt x="21321" y="16049"/>
                      </a:lnTo>
                      <a:lnTo>
                        <a:pt x="21572" y="16175"/>
                      </a:lnTo>
                      <a:lnTo>
                        <a:pt x="21761" y="16593"/>
                      </a:lnTo>
                      <a:lnTo>
                        <a:pt x="21719" y="16698"/>
                      </a:lnTo>
                      <a:lnTo>
                        <a:pt x="21531" y="17012"/>
                      </a:lnTo>
                      <a:lnTo>
                        <a:pt x="21510" y="17179"/>
                      </a:lnTo>
                      <a:lnTo>
                        <a:pt x="21614" y="17367"/>
                      </a:lnTo>
                      <a:lnTo>
                        <a:pt x="21510" y="17639"/>
                      </a:lnTo>
                      <a:lnTo>
                        <a:pt x="21510" y="17744"/>
                      </a:lnTo>
                      <a:lnTo>
                        <a:pt x="21363" y="17890"/>
                      </a:lnTo>
                      <a:lnTo>
                        <a:pt x="21363" y="17974"/>
                      </a:lnTo>
                      <a:lnTo>
                        <a:pt x="21259" y="18016"/>
                      </a:lnTo>
                      <a:lnTo>
                        <a:pt x="21175" y="18120"/>
                      </a:lnTo>
                      <a:lnTo>
                        <a:pt x="21175" y="18267"/>
                      </a:lnTo>
                      <a:lnTo>
                        <a:pt x="21259" y="18330"/>
                      </a:lnTo>
                      <a:lnTo>
                        <a:pt x="21259" y="18434"/>
                      </a:lnTo>
                      <a:lnTo>
                        <a:pt x="21070" y="18539"/>
                      </a:lnTo>
                      <a:lnTo>
                        <a:pt x="20840" y="18497"/>
                      </a:lnTo>
                      <a:lnTo>
                        <a:pt x="20798" y="18434"/>
                      </a:lnTo>
                      <a:lnTo>
                        <a:pt x="20589" y="18434"/>
                      </a:lnTo>
                      <a:lnTo>
                        <a:pt x="20380" y="18476"/>
                      </a:lnTo>
                      <a:lnTo>
                        <a:pt x="20212" y="18413"/>
                      </a:lnTo>
                      <a:lnTo>
                        <a:pt x="19794" y="18330"/>
                      </a:lnTo>
                      <a:lnTo>
                        <a:pt x="19627" y="18183"/>
                      </a:lnTo>
                      <a:lnTo>
                        <a:pt x="19585" y="18079"/>
                      </a:lnTo>
                      <a:lnTo>
                        <a:pt x="19396" y="18100"/>
                      </a:lnTo>
                      <a:lnTo>
                        <a:pt x="19334" y="18204"/>
                      </a:lnTo>
                      <a:lnTo>
                        <a:pt x="19313" y="18162"/>
                      </a:lnTo>
                      <a:lnTo>
                        <a:pt x="19229" y="18120"/>
                      </a:lnTo>
                      <a:lnTo>
                        <a:pt x="19313" y="17974"/>
                      </a:lnTo>
                      <a:lnTo>
                        <a:pt x="19480" y="17953"/>
                      </a:lnTo>
                      <a:lnTo>
                        <a:pt x="19794" y="17890"/>
                      </a:lnTo>
                      <a:lnTo>
                        <a:pt x="19836" y="17807"/>
                      </a:lnTo>
                      <a:lnTo>
                        <a:pt x="20108" y="17974"/>
                      </a:lnTo>
                      <a:lnTo>
                        <a:pt x="20171" y="17974"/>
                      </a:lnTo>
                      <a:lnTo>
                        <a:pt x="20212" y="17890"/>
                      </a:lnTo>
                      <a:lnTo>
                        <a:pt x="20338" y="17890"/>
                      </a:lnTo>
                      <a:lnTo>
                        <a:pt x="20338" y="17974"/>
                      </a:lnTo>
                      <a:lnTo>
                        <a:pt x="20150" y="18079"/>
                      </a:lnTo>
                      <a:lnTo>
                        <a:pt x="20254" y="18183"/>
                      </a:lnTo>
                      <a:lnTo>
                        <a:pt x="20464" y="18162"/>
                      </a:lnTo>
                      <a:lnTo>
                        <a:pt x="20547" y="18058"/>
                      </a:lnTo>
                      <a:lnTo>
                        <a:pt x="20673" y="17995"/>
                      </a:lnTo>
                      <a:lnTo>
                        <a:pt x="20673" y="17911"/>
                      </a:lnTo>
                      <a:lnTo>
                        <a:pt x="20568" y="17786"/>
                      </a:lnTo>
                      <a:lnTo>
                        <a:pt x="20568" y="17702"/>
                      </a:lnTo>
                      <a:lnTo>
                        <a:pt x="20694" y="17786"/>
                      </a:lnTo>
                      <a:lnTo>
                        <a:pt x="20756" y="17702"/>
                      </a:lnTo>
                      <a:lnTo>
                        <a:pt x="20756" y="17472"/>
                      </a:lnTo>
                      <a:lnTo>
                        <a:pt x="20882" y="17388"/>
                      </a:lnTo>
                      <a:lnTo>
                        <a:pt x="20861" y="17325"/>
                      </a:lnTo>
                      <a:lnTo>
                        <a:pt x="20777" y="17346"/>
                      </a:lnTo>
                      <a:lnTo>
                        <a:pt x="20756" y="17284"/>
                      </a:lnTo>
                      <a:lnTo>
                        <a:pt x="20882" y="17242"/>
                      </a:lnTo>
                      <a:lnTo>
                        <a:pt x="20882" y="17012"/>
                      </a:lnTo>
                      <a:lnTo>
                        <a:pt x="20840" y="16928"/>
                      </a:lnTo>
                      <a:lnTo>
                        <a:pt x="20903" y="16823"/>
                      </a:lnTo>
                      <a:lnTo>
                        <a:pt x="20903" y="16760"/>
                      </a:lnTo>
                      <a:lnTo>
                        <a:pt x="21008" y="16698"/>
                      </a:lnTo>
                      <a:lnTo>
                        <a:pt x="20987" y="16509"/>
                      </a:lnTo>
                      <a:lnTo>
                        <a:pt x="20861" y="16384"/>
                      </a:lnTo>
                      <a:lnTo>
                        <a:pt x="20777" y="16175"/>
                      </a:lnTo>
                      <a:lnTo>
                        <a:pt x="20798" y="16007"/>
                      </a:lnTo>
                      <a:lnTo>
                        <a:pt x="20798" y="15882"/>
                      </a:lnTo>
                      <a:lnTo>
                        <a:pt x="20861" y="15903"/>
                      </a:lnTo>
                      <a:lnTo>
                        <a:pt x="20861" y="15819"/>
                      </a:lnTo>
                      <a:lnTo>
                        <a:pt x="20673" y="15651"/>
                      </a:lnTo>
                      <a:lnTo>
                        <a:pt x="20589" y="15610"/>
                      </a:lnTo>
                      <a:lnTo>
                        <a:pt x="20526" y="15505"/>
                      </a:lnTo>
                      <a:lnTo>
                        <a:pt x="20338" y="15463"/>
                      </a:lnTo>
                      <a:lnTo>
                        <a:pt x="20108" y="15170"/>
                      </a:lnTo>
                      <a:lnTo>
                        <a:pt x="20045" y="14940"/>
                      </a:lnTo>
                      <a:lnTo>
                        <a:pt x="20003" y="14877"/>
                      </a:lnTo>
                      <a:lnTo>
                        <a:pt x="20045" y="14794"/>
                      </a:lnTo>
                      <a:lnTo>
                        <a:pt x="19919" y="14710"/>
                      </a:lnTo>
                      <a:lnTo>
                        <a:pt x="19836" y="14563"/>
                      </a:lnTo>
                      <a:lnTo>
                        <a:pt x="19899" y="14417"/>
                      </a:lnTo>
                      <a:lnTo>
                        <a:pt x="19710" y="14145"/>
                      </a:lnTo>
                      <a:lnTo>
                        <a:pt x="19710" y="13978"/>
                      </a:lnTo>
                      <a:lnTo>
                        <a:pt x="19585" y="13831"/>
                      </a:lnTo>
                      <a:lnTo>
                        <a:pt x="19606" y="13768"/>
                      </a:lnTo>
                      <a:lnTo>
                        <a:pt x="19606" y="13685"/>
                      </a:lnTo>
                      <a:lnTo>
                        <a:pt x="19501" y="13580"/>
                      </a:lnTo>
                      <a:lnTo>
                        <a:pt x="19438" y="13224"/>
                      </a:lnTo>
                      <a:lnTo>
                        <a:pt x="19375" y="13078"/>
                      </a:lnTo>
                      <a:lnTo>
                        <a:pt x="19229" y="12973"/>
                      </a:lnTo>
                      <a:lnTo>
                        <a:pt x="19292" y="12910"/>
                      </a:lnTo>
                      <a:lnTo>
                        <a:pt x="19250" y="12848"/>
                      </a:lnTo>
                      <a:lnTo>
                        <a:pt x="19166" y="12869"/>
                      </a:lnTo>
                      <a:lnTo>
                        <a:pt x="19166" y="12848"/>
                      </a:lnTo>
                      <a:lnTo>
                        <a:pt x="19041" y="12806"/>
                      </a:lnTo>
                      <a:lnTo>
                        <a:pt x="18957" y="12638"/>
                      </a:lnTo>
                      <a:lnTo>
                        <a:pt x="18831" y="12534"/>
                      </a:lnTo>
                      <a:lnTo>
                        <a:pt x="18769" y="12408"/>
                      </a:lnTo>
                      <a:lnTo>
                        <a:pt x="18852" y="12387"/>
                      </a:lnTo>
                      <a:lnTo>
                        <a:pt x="18873" y="12283"/>
                      </a:lnTo>
                      <a:lnTo>
                        <a:pt x="18831" y="12178"/>
                      </a:lnTo>
                      <a:lnTo>
                        <a:pt x="18852" y="12094"/>
                      </a:lnTo>
                      <a:lnTo>
                        <a:pt x="18790" y="11990"/>
                      </a:lnTo>
                      <a:lnTo>
                        <a:pt x="18852" y="11676"/>
                      </a:lnTo>
                      <a:lnTo>
                        <a:pt x="18769" y="11488"/>
                      </a:lnTo>
                      <a:lnTo>
                        <a:pt x="18769" y="11278"/>
                      </a:lnTo>
                      <a:lnTo>
                        <a:pt x="18727" y="11195"/>
                      </a:lnTo>
                      <a:lnTo>
                        <a:pt x="18727" y="11069"/>
                      </a:lnTo>
                      <a:lnTo>
                        <a:pt x="18643" y="10944"/>
                      </a:lnTo>
                      <a:lnTo>
                        <a:pt x="18748" y="10881"/>
                      </a:lnTo>
                      <a:lnTo>
                        <a:pt x="18685" y="10776"/>
                      </a:lnTo>
                      <a:lnTo>
                        <a:pt x="18559" y="10755"/>
                      </a:lnTo>
                      <a:lnTo>
                        <a:pt x="18413" y="10755"/>
                      </a:lnTo>
                      <a:lnTo>
                        <a:pt x="18057" y="10630"/>
                      </a:lnTo>
                      <a:lnTo>
                        <a:pt x="17932" y="10630"/>
                      </a:lnTo>
                      <a:lnTo>
                        <a:pt x="17890" y="10672"/>
                      </a:lnTo>
                      <a:lnTo>
                        <a:pt x="17785" y="10630"/>
                      </a:lnTo>
                      <a:lnTo>
                        <a:pt x="17681" y="10630"/>
                      </a:lnTo>
                      <a:lnTo>
                        <a:pt x="17534" y="10714"/>
                      </a:lnTo>
                      <a:lnTo>
                        <a:pt x="17388" y="10714"/>
                      </a:lnTo>
                      <a:lnTo>
                        <a:pt x="17262" y="10755"/>
                      </a:lnTo>
                      <a:lnTo>
                        <a:pt x="17220" y="10714"/>
                      </a:lnTo>
                      <a:lnTo>
                        <a:pt x="17262" y="10651"/>
                      </a:lnTo>
                      <a:lnTo>
                        <a:pt x="17158" y="10609"/>
                      </a:lnTo>
                      <a:lnTo>
                        <a:pt x="17053" y="10630"/>
                      </a:lnTo>
                      <a:lnTo>
                        <a:pt x="17074" y="10860"/>
                      </a:lnTo>
                      <a:lnTo>
                        <a:pt x="17053" y="11069"/>
                      </a:lnTo>
                      <a:lnTo>
                        <a:pt x="17158" y="11195"/>
                      </a:lnTo>
                      <a:lnTo>
                        <a:pt x="17116" y="11258"/>
                      </a:lnTo>
                      <a:lnTo>
                        <a:pt x="17074" y="11467"/>
                      </a:lnTo>
                      <a:lnTo>
                        <a:pt x="17158" y="11550"/>
                      </a:lnTo>
                      <a:lnTo>
                        <a:pt x="17158" y="11676"/>
                      </a:lnTo>
                      <a:lnTo>
                        <a:pt x="17199" y="11760"/>
                      </a:lnTo>
                      <a:lnTo>
                        <a:pt x="17158" y="11822"/>
                      </a:lnTo>
                      <a:lnTo>
                        <a:pt x="17158" y="12011"/>
                      </a:lnTo>
                      <a:lnTo>
                        <a:pt x="17220" y="12136"/>
                      </a:lnTo>
                      <a:lnTo>
                        <a:pt x="17158" y="12304"/>
                      </a:lnTo>
                      <a:lnTo>
                        <a:pt x="17158" y="12408"/>
                      </a:lnTo>
                      <a:lnTo>
                        <a:pt x="17199" y="12534"/>
                      </a:lnTo>
                      <a:lnTo>
                        <a:pt x="17178" y="12618"/>
                      </a:lnTo>
                      <a:lnTo>
                        <a:pt x="17053" y="12701"/>
                      </a:lnTo>
                      <a:lnTo>
                        <a:pt x="16844" y="13015"/>
                      </a:lnTo>
                      <a:lnTo>
                        <a:pt x="16760" y="13057"/>
                      </a:lnTo>
                      <a:lnTo>
                        <a:pt x="16781" y="13162"/>
                      </a:lnTo>
                      <a:lnTo>
                        <a:pt x="16865" y="13266"/>
                      </a:lnTo>
                      <a:lnTo>
                        <a:pt x="16802" y="13371"/>
                      </a:lnTo>
                      <a:lnTo>
                        <a:pt x="16781" y="13559"/>
                      </a:lnTo>
                      <a:lnTo>
                        <a:pt x="16906" y="13685"/>
                      </a:lnTo>
                      <a:lnTo>
                        <a:pt x="16990" y="13643"/>
                      </a:lnTo>
                      <a:lnTo>
                        <a:pt x="17074" y="13706"/>
                      </a:lnTo>
                      <a:lnTo>
                        <a:pt x="17158" y="13915"/>
                      </a:lnTo>
                      <a:lnTo>
                        <a:pt x="17283" y="13915"/>
                      </a:lnTo>
                      <a:lnTo>
                        <a:pt x="17388" y="14019"/>
                      </a:lnTo>
                      <a:lnTo>
                        <a:pt x="17304" y="13999"/>
                      </a:lnTo>
                      <a:lnTo>
                        <a:pt x="17220" y="14103"/>
                      </a:lnTo>
                      <a:lnTo>
                        <a:pt x="17220" y="14271"/>
                      </a:lnTo>
                      <a:lnTo>
                        <a:pt x="17409" y="14396"/>
                      </a:lnTo>
                      <a:lnTo>
                        <a:pt x="17409" y="14522"/>
                      </a:lnTo>
                      <a:lnTo>
                        <a:pt x="17325" y="14605"/>
                      </a:lnTo>
                      <a:lnTo>
                        <a:pt x="17262" y="14543"/>
                      </a:lnTo>
                      <a:lnTo>
                        <a:pt x="17262" y="14626"/>
                      </a:lnTo>
                      <a:lnTo>
                        <a:pt x="17367" y="14898"/>
                      </a:lnTo>
                      <a:lnTo>
                        <a:pt x="17430" y="14961"/>
                      </a:lnTo>
                      <a:lnTo>
                        <a:pt x="17492" y="15149"/>
                      </a:lnTo>
                      <a:lnTo>
                        <a:pt x="17534" y="15066"/>
                      </a:lnTo>
                      <a:lnTo>
                        <a:pt x="17639" y="15149"/>
                      </a:lnTo>
                      <a:lnTo>
                        <a:pt x="17764" y="15149"/>
                      </a:lnTo>
                      <a:lnTo>
                        <a:pt x="17911" y="15233"/>
                      </a:lnTo>
                      <a:lnTo>
                        <a:pt x="18015" y="15066"/>
                      </a:lnTo>
                      <a:lnTo>
                        <a:pt x="18057" y="15128"/>
                      </a:lnTo>
                      <a:lnTo>
                        <a:pt x="18057" y="15338"/>
                      </a:lnTo>
                      <a:lnTo>
                        <a:pt x="18141" y="15442"/>
                      </a:lnTo>
                      <a:lnTo>
                        <a:pt x="18183" y="15463"/>
                      </a:lnTo>
                      <a:lnTo>
                        <a:pt x="18434" y="15756"/>
                      </a:lnTo>
                      <a:lnTo>
                        <a:pt x="18559" y="15777"/>
                      </a:lnTo>
                      <a:lnTo>
                        <a:pt x="18643" y="15735"/>
                      </a:lnTo>
                      <a:lnTo>
                        <a:pt x="18748" y="15735"/>
                      </a:lnTo>
                      <a:lnTo>
                        <a:pt x="18769" y="15777"/>
                      </a:lnTo>
                      <a:lnTo>
                        <a:pt x="18873" y="15777"/>
                      </a:lnTo>
                      <a:lnTo>
                        <a:pt x="18769" y="15861"/>
                      </a:lnTo>
                      <a:lnTo>
                        <a:pt x="18769" y="16175"/>
                      </a:lnTo>
                      <a:lnTo>
                        <a:pt x="18748" y="16258"/>
                      </a:lnTo>
                      <a:lnTo>
                        <a:pt x="18811" y="16384"/>
                      </a:lnTo>
                      <a:lnTo>
                        <a:pt x="18790" y="16426"/>
                      </a:lnTo>
                      <a:lnTo>
                        <a:pt x="18706" y="16426"/>
                      </a:lnTo>
                      <a:lnTo>
                        <a:pt x="18748" y="16593"/>
                      </a:lnTo>
                      <a:lnTo>
                        <a:pt x="18748" y="16677"/>
                      </a:lnTo>
                      <a:lnTo>
                        <a:pt x="18601" y="16635"/>
                      </a:lnTo>
                      <a:lnTo>
                        <a:pt x="18476" y="16384"/>
                      </a:lnTo>
                      <a:lnTo>
                        <a:pt x="18329" y="16258"/>
                      </a:lnTo>
                      <a:lnTo>
                        <a:pt x="18141" y="16216"/>
                      </a:lnTo>
                      <a:lnTo>
                        <a:pt x="18057" y="16070"/>
                      </a:lnTo>
                      <a:lnTo>
                        <a:pt x="17932" y="15965"/>
                      </a:lnTo>
                      <a:lnTo>
                        <a:pt x="17618" y="15944"/>
                      </a:lnTo>
                      <a:lnTo>
                        <a:pt x="17304" y="15756"/>
                      </a:lnTo>
                      <a:lnTo>
                        <a:pt x="17116" y="15735"/>
                      </a:lnTo>
                      <a:lnTo>
                        <a:pt x="17095" y="15631"/>
                      </a:lnTo>
                      <a:lnTo>
                        <a:pt x="17011" y="15631"/>
                      </a:lnTo>
                      <a:lnTo>
                        <a:pt x="16906" y="15547"/>
                      </a:lnTo>
                      <a:lnTo>
                        <a:pt x="16760" y="15589"/>
                      </a:lnTo>
                      <a:lnTo>
                        <a:pt x="16655" y="15693"/>
                      </a:lnTo>
                      <a:lnTo>
                        <a:pt x="16593" y="15568"/>
                      </a:lnTo>
                      <a:lnTo>
                        <a:pt x="16614" y="15526"/>
                      </a:lnTo>
                      <a:lnTo>
                        <a:pt x="16593" y="15442"/>
                      </a:lnTo>
                      <a:lnTo>
                        <a:pt x="16237" y="15317"/>
                      </a:lnTo>
                      <a:lnTo>
                        <a:pt x="16070" y="15212"/>
                      </a:lnTo>
                      <a:lnTo>
                        <a:pt x="15526" y="15170"/>
                      </a:lnTo>
                      <a:lnTo>
                        <a:pt x="15086" y="15233"/>
                      </a:lnTo>
                      <a:lnTo>
                        <a:pt x="14982" y="15191"/>
                      </a:lnTo>
                      <a:lnTo>
                        <a:pt x="14877" y="15233"/>
                      </a:lnTo>
                      <a:lnTo>
                        <a:pt x="14772" y="15170"/>
                      </a:lnTo>
                      <a:lnTo>
                        <a:pt x="14710" y="15212"/>
                      </a:lnTo>
                      <a:lnTo>
                        <a:pt x="14605" y="15170"/>
                      </a:lnTo>
                      <a:lnTo>
                        <a:pt x="14521" y="15233"/>
                      </a:lnTo>
                      <a:lnTo>
                        <a:pt x="14584" y="15359"/>
                      </a:lnTo>
                      <a:lnTo>
                        <a:pt x="14584" y="15463"/>
                      </a:lnTo>
                      <a:lnTo>
                        <a:pt x="14458" y="15505"/>
                      </a:lnTo>
                      <a:lnTo>
                        <a:pt x="14458" y="15568"/>
                      </a:lnTo>
                      <a:lnTo>
                        <a:pt x="14521" y="15693"/>
                      </a:lnTo>
                      <a:lnTo>
                        <a:pt x="14605" y="15756"/>
                      </a:lnTo>
                      <a:lnTo>
                        <a:pt x="14668" y="15965"/>
                      </a:lnTo>
                      <a:lnTo>
                        <a:pt x="14710" y="16070"/>
                      </a:lnTo>
                      <a:lnTo>
                        <a:pt x="14751" y="15965"/>
                      </a:lnTo>
                      <a:lnTo>
                        <a:pt x="14814" y="15965"/>
                      </a:lnTo>
                      <a:lnTo>
                        <a:pt x="14919" y="16133"/>
                      </a:lnTo>
                      <a:lnTo>
                        <a:pt x="14919" y="16237"/>
                      </a:lnTo>
                      <a:lnTo>
                        <a:pt x="15044" y="16279"/>
                      </a:lnTo>
                      <a:lnTo>
                        <a:pt x="15212" y="16447"/>
                      </a:lnTo>
                      <a:lnTo>
                        <a:pt x="15044" y="16426"/>
                      </a:lnTo>
                      <a:lnTo>
                        <a:pt x="15002" y="16384"/>
                      </a:lnTo>
                      <a:lnTo>
                        <a:pt x="14919" y="16384"/>
                      </a:lnTo>
                      <a:lnTo>
                        <a:pt x="14877" y="16551"/>
                      </a:lnTo>
                      <a:lnTo>
                        <a:pt x="14772" y="16635"/>
                      </a:lnTo>
                      <a:lnTo>
                        <a:pt x="14605" y="16551"/>
                      </a:lnTo>
                      <a:lnTo>
                        <a:pt x="14521" y="16614"/>
                      </a:lnTo>
                      <a:lnTo>
                        <a:pt x="14521" y="16656"/>
                      </a:lnTo>
                      <a:lnTo>
                        <a:pt x="14668" y="16823"/>
                      </a:lnTo>
                      <a:lnTo>
                        <a:pt x="14710" y="16865"/>
                      </a:lnTo>
                      <a:lnTo>
                        <a:pt x="14710" y="16949"/>
                      </a:lnTo>
                      <a:lnTo>
                        <a:pt x="14668" y="17032"/>
                      </a:lnTo>
                      <a:lnTo>
                        <a:pt x="14375" y="17032"/>
                      </a:lnTo>
                      <a:lnTo>
                        <a:pt x="14291" y="16949"/>
                      </a:lnTo>
                      <a:lnTo>
                        <a:pt x="14312" y="16865"/>
                      </a:lnTo>
                      <a:lnTo>
                        <a:pt x="14270" y="16760"/>
                      </a:lnTo>
                      <a:lnTo>
                        <a:pt x="14375" y="16698"/>
                      </a:lnTo>
                      <a:lnTo>
                        <a:pt x="14375" y="16635"/>
                      </a:lnTo>
                      <a:lnTo>
                        <a:pt x="14270" y="16530"/>
                      </a:lnTo>
                      <a:lnTo>
                        <a:pt x="14186" y="16509"/>
                      </a:lnTo>
                      <a:lnTo>
                        <a:pt x="14270" y="16405"/>
                      </a:lnTo>
                      <a:lnTo>
                        <a:pt x="14249" y="16384"/>
                      </a:lnTo>
                      <a:lnTo>
                        <a:pt x="14165" y="16426"/>
                      </a:lnTo>
                      <a:lnTo>
                        <a:pt x="14103" y="16426"/>
                      </a:lnTo>
                      <a:lnTo>
                        <a:pt x="13956" y="16593"/>
                      </a:lnTo>
                      <a:lnTo>
                        <a:pt x="13873" y="16614"/>
                      </a:lnTo>
                      <a:lnTo>
                        <a:pt x="13768" y="16719"/>
                      </a:lnTo>
                      <a:lnTo>
                        <a:pt x="13768" y="16760"/>
                      </a:lnTo>
                      <a:lnTo>
                        <a:pt x="13642" y="16760"/>
                      </a:lnTo>
                      <a:lnTo>
                        <a:pt x="13580" y="16844"/>
                      </a:lnTo>
                      <a:lnTo>
                        <a:pt x="13580" y="16928"/>
                      </a:lnTo>
                      <a:lnTo>
                        <a:pt x="13517" y="16970"/>
                      </a:lnTo>
                      <a:lnTo>
                        <a:pt x="13245" y="16970"/>
                      </a:lnTo>
                      <a:lnTo>
                        <a:pt x="13161" y="16949"/>
                      </a:lnTo>
                      <a:lnTo>
                        <a:pt x="13119" y="16970"/>
                      </a:lnTo>
                      <a:lnTo>
                        <a:pt x="13036" y="16970"/>
                      </a:lnTo>
                      <a:lnTo>
                        <a:pt x="12952" y="16928"/>
                      </a:lnTo>
                      <a:lnTo>
                        <a:pt x="12805" y="17032"/>
                      </a:lnTo>
                      <a:lnTo>
                        <a:pt x="12785" y="17074"/>
                      </a:lnTo>
                      <a:lnTo>
                        <a:pt x="12680" y="17116"/>
                      </a:lnTo>
                      <a:lnTo>
                        <a:pt x="12575" y="17221"/>
                      </a:lnTo>
                      <a:lnTo>
                        <a:pt x="12575" y="17263"/>
                      </a:lnTo>
                      <a:lnTo>
                        <a:pt x="12638" y="17325"/>
                      </a:lnTo>
                      <a:lnTo>
                        <a:pt x="12617" y="17388"/>
                      </a:lnTo>
                      <a:lnTo>
                        <a:pt x="12638" y="17472"/>
                      </a:lnTo>
                      <a:lnTo>
                        <a:pt x="12617" y="17535"/>
                      </a:lnTo>
                      <a:lnTo>
                        <a:pt x="12513" y="17451"/>
                      </a:lnTo>
                      <a:lnTo>
                        <a:pt x="12471" y="17367"/>
                      </a:lnTo>
                      <a:lnTo>
                        <a:pt x="12408" y="17367"/>
                      </a:lnTo>
                      <a:lnTo>
                        <a:pt x="12282" y="17493"/>
                      </a:lnTo>
                      <a:lnTo>
                        <a:pt x="12220" y="17639"/>
                      </a:lnTo>
                      <a:lnTo>
                        <a:pt x="12220" y="17493"/>
                      </a:lnTo>
                      <a:lnTo>
                        <a:pt x="12094" y="17451"/>
                      </a:lnTo>
                      <a:lnTo>
                        <a:pt x="12010" y="17493"/>
                      </a:lnTo>
                      <a:lnTo>
                        <a:pt x="11948" y="17493"/>
                      </a:lnTo>
                      <a:lnTo>
                        <a:pt x="11864" y="17535"/>
                      </a:lnTo>
                      <a:lnTo>
                        <a:pt x="11759" y="17493"/>
                      </a:lnTo>
                      <a:lnTo>
                        <a:pt x="11738" y="17388"/>
                      </a:lnTo>
                      <a:lnTo>
                        <a:pt x="11864" y="17284"/>
                      </a:lnTo>
                      <a:lnTo>
                        <a:pt x="11969" y="17284"/>
                      </a:lnTo>
                      <a:lnTo>
                        <a:pt x="12010" y="17221"/>
                      </a:lnTo>
                      <a:lnTo>
                        <a:pt x="11948" y="17074"/>
                      </a:lnTo>
                      <a:lnTo>
                        <a:pt x="11969" y="17032"/>
                      </a:lnTo>
                      <a:lnTo>
                        <a:pt x="12052" y="16970"/>
                      </a:lnTo>
                      <a:lnTo>
                        <a:pt x="11906" y="16844"/>
                      </a:lnTo>
                      <a:lnTo>
                        <a:pt x="11864" y="16865"/>
                      </a:lnTo>
                      <a:lnTo>
                        <a:pt x="11780" y="16844"/>
                      </a:lnTo>
                      <a:lnTo>
                        <a:pt x="11759" y="16802"/>
                      </a:lnTo>
                      <a:lnTo>
                        <a:pt x="11969" y="16698"/>
                      </a:lnTo>
                      <a:lnTo>
                        <a:pt x="12052" y="16698"/>
                      </a:lnTo>
                      <a:lnTo>
                        <a:pt x="12157" y="16635"/>
                      </a:lnTo>
                      <a:lnTo>
                        <a:pt x="12115" y="16593"/>
                      </a:lnTo>
                      <a:lnTo>
                        <a:pt x="11906" y="16614"/>
                      </a:lnTo>
                      <a:lnTo>
                        <a:pt x="11592" y="16740"/>
                      </a:lnTo>
                      <a:lnTo>
                        <a:pt x="11529" y="16823"/>
                      </a:lnTo>
                      <a:lnTo>
                        <a:pt x="11571" y="16886"/>
                      </a:lnTo>
                      <a:lnTo>
                        <a:pt x="11592" y="16970"/>
                      </a:lnTo>
                      <a:lnTo>
                        <a:pt x="11655" y="17053"/>
                      </a:lnTo>
                      <a:lnTo>
                        <a:pt x="11592" y="17137"/>
                      </a:lnTo>
                      <a:lnTo>
                        <a:pt x="11529" y="17158"/>
                      </a:lnTo>
                      <a:lnTo>
                        <a:pt x="11425" y="17053"/>
                      </a:lnTo>
                      <a:lnTo>
                        <a:pt x="11445" y="17012"/>
                      </a:lnTo>
                      <a:lnTo>
                        <a:pt x="11487" y="16991"/>
                      </a:lnTo>
                      <a:lnTo>
                        <a:pt x="11466" y="16907"/>
                      </a:lnTo>
                      <a:lnTo>
                        <a:pt x="11445" y="16907"/>
                      </a:lnTo>
                      <a:lnTo>
                        <a:pt x="11236" y="17116"/>
                      </a:lnTo>
                      <a:lnTo>
                        <a:pt x="11236" y="17158"/>
                      </a:lnTo>
                      <a:lnTo>
                        <a:pt x="11320" y="17242"/>
                      </a:lnTo>
                      <a:lnTo>
                        <a:pt x="11383" y="17263"/>
                      </a:lnTo>
                      <a:lnTo>
                        <a:pt x="11383" y="17346"/>
                      </a:lnTo>
                      <a:lnTo>
                        <a:pt x="11257" y="17472"/>
                      </a:lnTo>
                      <a:lnTo>
                        <a:pt x="11215" y="17430"/>
                      </a:lnTo>
                      <a:lnTo>
                        <a:pt x="11257" y="17346"/>
                      </a:lnTo>
                      <a:lnTo>
                        <a:pt x="11236" y="17263"/>
                      </a:lnTo>
                      <a:lnTo>
                        <a:pt x="11173" y="17263"/>
                      </a:lnTo>
                      <a:lnTo>
                        <a:pt x="11173" y="17200"/>
                      </a:lnTo>
                      <a:lnTo>
                        <a:pt x="10943" y="17263"/>
                      </a:lnTo>
                      <a:lnTo>
                        <a:pt x="10922" y="17346"/>
                      </a:lnTo>
                      <a:lnTo>
                        <a:pt x="10755" y="17430"/>
                      </a:lnTo>
                      <a:lnTo>
                        <a:pt x="10629" y="17409"/>
                      </a:lnTo>
                      <a:lnTo>
                        <a:pt x="10546" y="17430"/>
                      </a:lnTo>
                      <a:lnTo>
                        <a:pt x="10546" y="17472"/>
                      </a:lnTo>
                      <a:lnTo>
                        <a:pt x="10316" y="17765"/>
                      </a:lnTo>
                      <a:lnTo>
                        <a:pt x="10274" y="17786"/>
                      </a:lnTo>
                      <a:lnTo>
                        <a:pt x="10064" y="18058"/>
                      </a:lnTo>
                      <a:lnTo>
                        <a:pt x="9960" y="18100"/>
                      </a:lnTo>
                      <a:lnTo>
                        <a:pt x="9876" y="18037"/>
                      </a:lnTo>
                      <a:lnTo>
                        <a:pt x="9813" y="18037"/>
                      </a:lnTo>
                      <a:lnTo>
                        <a:pt x="9876" y="18141"/>
                      </a:lnTo>
                      <a:lnTo>
                        <a:pt x="10023" y="18246"/>
                      </a:lnTo>
                      <a:lnTo>
                        <a:pt x="10064" y="18309"/>
                      </a:lnTo>
                      <a:lnTo>
                        <a:pt x="10064" y="18309"/>
                      </a:lnTo>
                      <a:lnTo>
                        <a:pt x="9876" y="18246"/>
                      </a:lnTo>
                      <a:lnTo>
                        <a:pt x="9813" y="18288"/>
                      </a:lnTo>
                      <a:lnTo>
                        <a:pt x="9500" y="18309"/>
                      </a:lnTo>
                      <a:lnTo>
                        <a:pt x="9458" y="18372"/>
                      </a:lnTo>
                      <a:lnTo>
                        <a:pt x="9541" y="18476"/>
                      </a:lnTo>
                      <a:lnTo>
                        <a:pt x="9541" y="18581"/>
                      </a:lnTo>
                      <a:lnTo>
                        <a:pt x="9458" y="18706"/>
                      </a:lnTo>
                      <a:lnTo>
                        <a:pt x="9500" y="18895"/>
                      </a:lnTo>
                      <a:lnTo>
                        <a:pt x="9458" y="19020"/>
                      </a:lnTo>
                      <a:lnTo>
                        <a:pt x="9248" y="19104"/>
                      </a:lnTo>
                      <a:lnTo>
                        <a:pt x="9228" y="19146"/>
                      </a:lnTo>
                      <a:lnTo>
                        <a:pt x="9081" y="19146"/>
                      </a:lnTo>
                      <a:lnTo>
                        <a:pt x="9039" y="19229"/>
                      </a:lnTo>
                      <a:lnTo>
                        <a:pt x="8956" y="19104"/>
                      </a:lnTo>
                      <a:lnTo>
                        <a:pt x="8809" y="19208"/>
                      </a:lnTo>
                      <a:lnTo>
                        <a:pt x="8579" y="19208"/>
                      </a:lnTo>
                      <a:lnTo>
                        <a:pt x="8328" y="18916"/>
                      </a:lnTo>
                      <a:lnTo>
                        <a:pt x="8098" y="18706"/>
                      </a:lnTo>
                      <a:lnTo>
                        <a:pt x="8014" y="18644"/>
                      </a:lnTo>
                      <a:lnTo>
                        <a:pt x="8014" y="18476"/>
                      </a:lnTo>
                      <a:lnTo>
                        <a:pt x="8056" y="18413"/>
                      </a:lnTo>
                      <a:lnTo>
                        <a:pt x="8098" y="18455"/>
                      </a:lnTo>
                      <a:lnTo>
                        <a:pt x="8160" y="18372"/>
                      </a:lnTo>
                      <a:lnTo>
                        <a:pt x="8119" y="18309"/>
                      </a:lnTo>
                      <a:lnTo>
                        <a:pt x="8181" y="18267"/>
                      </a:lnTo>
                      <a:lnTo>
                        <a:pt x="8370" y="18267"/>
                      </a:lnTo>
                      <a:lnTo>
                        <a:pt x="8412" y="18183"/>
                      </a:lnTo>
                      <a:lnTo>
                        <a:pt x="8621" y="18183"/>
                      </a:lnTo>
                      <a:lnTo>
                        <a:pt x="8642" y="18100"/>
                      </a:lnTo>
                      <a:lnTo>
                        <a:pt x="8495" y="17890"/>
                      </a:lnTo>
                      <a:lnTo>
                        <a:pt x="8474" y="17807"/>
                      </a:lnTo>
                      <a:lnTo>
                        <a:pt x="8328" y="17786"/>
                      </a:lnTo>
                      <a:lnTo>
                        <a:pt x="8202" y="17660"/>
                      </a:lnTo>
                      <a:lnTo>
                        <a:pt x="8202" y="17556"/>
                      </a:lnTo>
                      <a:lnTo>
                        <a:pt x="8077" y="17451"/>
                      </a:lnTo>
                      <a:lnTo>
                        <a:pt x="7763" y="17430"/>
                      </a:lnTo>
                      <a:lnTo>
                        <a:pt x="7554" y="17451"/>
                      </a:lnTo>
                      <a:lnTo>
                        <a:pt x="7449" y="17493"/>
                      </a:lnTo>
                      <a:lnTo>
                        <a:pt x="7323" y="17493"/>
                      </a:lnTo>
                      <a:lnTo>
                        <a:pt x="7072" y="17346"/>
                      </a:lnTo>
                      <a:lnTo>
                        <a:pt x="6947" y="17346"/>
                      </a:lnTo>
                      <a:lnTo>
                        <a:pt x="6947" y="17388"/>
                      </a:lnTo>
                      <a:lnTo>
                        <a:pt x="7240" y="17639"/>
                      </a:lnTo>
                      <a:lnTo>
                        <a:pt x="7386" y="17744"/>
                      </a:lnTo>
                      <a:lnTo>
                        <a:pt x="7470" y="17974"/>
                      </a:lnTo>
                      <a:lnTo>
                        <a:pt x="7470" y="18100"/>
                      </a:lnTo>
                      <a:lnTo>
                        <a:pt x="7533" y="18183"/>
                      </a:lnTo>
                      <a:lnTo>
                        <a:pt x="7470" y="18225"/>
                      </a:lnTo>
                      <a:lnTo>
                        <a:pt x="7470" y="18330"/>
                      </a:lnTo>
                      <a:lnTo>
                        <a:pt x="7491" y="18413"/>
                      </a:lnTo>
                      <a:lnTo>
                        <a:pt x="7449" y="18434"/>
                      </a:lnTo>
                      <a:lnTo>
                        <a:pt x="7449" y="18706"/>
                      </a:lnTo>
                      <a:lnTo>
                        <a:pt x="7386" y="18853"/>
                      </a:lnTo>
                      <a:lnTo>
                        <a:pt x="7449" y="18999"/>
                      </a:lnTo>
                      <a:lnTo>
                        <a:pt x="7595" y="18999"/>
                      </a:lnTo>
                      <a:lnTo>
                        <a:pt x="7742" y="19062"/>
                      </a:lnTo>
                      <a:lnTo>
                        <a:pt x="7805" y="19167"/>
                      </a:lnTo>
                      <a:lnTo>
                        <a:pt x="7784" y="19229"/>
                      </a:lnTo>
                      <a:lnTo>
                        <a:pt x="7805" y="19313"/>
                      </a:lnTo>
                      <a:lnTo>
                        <a:pt x="7784" y="19355"/>
                      </a:lnTo>
                      <a:lnTo>
                        <a:pt x="7784" y="19418"/>
                      </a:lnTo>
                      <a:lnTo>
                        <a:pt x="7847" y="19460"/>
                      </a:lnTo>
                      <a:lnTo>
                        <a:pt x="7784" y="19543"/>
                      </a:lnTo>
                      <a:lnTo>
                        <a:pt x="7784" y="19794"/>
                      </a:lnTo>
                      <a:lnTo>
                        <a:pt x="7742" y="19857"/>
                      </a:lnTo>
                      <a:lnTo>
                        <a:pt x="7805" y="20004"/>
                      </a:lnTo>
                      <a:lnTo>
                        <a:pt x="7847" y="20213"/>
                      </a:lnTo>
                      <a:lnTo>
                        <a:pt x="7763" y="20171"/>
                      </a:lnTo>
                      <a:lnTo>
                        <a:pt x="7700" y="20045"/>
                      </a:lnTo>
                      <a:lnTo>
                        <a:pt x="7575" y="19941"/>
                      </a:lnTo>
                      <a:lnTo>
                        <a:pt x="7449" y="20066"/>
                      </a:lnTo>
                      <a:lnTo>
                        <a:pt x="7470" y="19941"/>
                      </a:lnTo>
                      <a:lnTo>
                        <a:pt x="7428" y="19857"/>
                      </a:lnTo>
                      <a:lnTo>
                        <a:pt x="7240" y="19836"/>
                      </a:lnTo>
                      <a:lnTo>
                        <a:pt x="7072" y="19857"/>
                      </a:lnTo>
                      <a:lnTo>
                        <a:pt x="6968" y="19773"/>
                      </a:lnTo>
                      <a:lnTo>
                        <a:pt x="6821" y="19753"/>
                      </a:lnTo>
                      <a:lnTo>
                        <a:pt x="6738" y="19794"/>
                      </a:lnTo>
                      <a:lnTo>
                        <a:pt x="6612" y="20087"/>
                      </a:lnTo>
                      <a:lnTo>
                        <a:pt x="6424" y="20255"/>
                      </a:lnTo>
                      <a:lnTo>
                        <a:pt x="6298" y="20276"/>
                      </a:lnTo>
                      <a:lnTo>
                        <a:pt x="6194" y="20380"/>
                      </a:lnTo>
                      <a:lnTo>
                        <a:pt x="6173" y="20527"/>
                      </a:lnTo>
                      <a:lnTo>
                        <a:pt x="6026" y="20694"/>
                      </a:lnTo>
                      <a:lnTo>
                        <a:pt x="5963" y="20757"/>
                      </a:lnTo>
                      <a:lnTo>
                        <a:pt x="5963" y="20841"/>
                      </a:lnTo>
                      <a:lnTo>
                        <a:pt x="6005" y="21029"/>
                      </a:lnTo>
                      <a:lnTo>
                        <a:pt x="6277" y="21301"/>
                      </a:lnTo>
                      <a:lnTo>
                        <a:pt x="6424" y="21531"/>
                      </a:lnTo>
                      <a:lnTo>
                        <a:pt x="6340" y="21636"/>
                      </a:lnTo>
                      <a:lnTo>
                        <a:pt x="6277" y="21636"/>
                      </a:lnTo>
                      <a:lnTo>
                        <a:pt x="6277" y="21761"/>
                      </a:lnTo>
                      <a:lnTo>
                        <a:pt x="6173" y="21845"/>
                      </a:lnTo>
                      <a:lnTo>
                        <a:pt x="6110" y="21949"/>
                      </a:lnTo>
                      <a:lnTo>
                        <a:pt x="5963" y="21782"/>
                      </a:lnTo>
                      <a:lnTo>
                        <a:pt x="5587" y="21615"/>
                      </a:lnTo>
                      <a:lnTo>
                        <a:pt x="5461" y="21615"/>
                      </a:lnTo>
                      <a:lnTo>
                        <a:pt x="5398" y="21531"/>
                      </a:lnTo>
                      <a:lnTo>
                        <a:pt x="5189" y="21531"/>
                      </a:lnTo>
                      <a:lnTo>
                        <a:pt x="5085" y="21447"/>
                      </a:lnTo>
                      <a:lnTo>
                        <a:pt x="5022" y="21322"/>
                      </a:lnTo>
                      <a:lnTo>
                        <a:pt x="4854" y="21301"/>
                      </a:lnTo>
                      <a:lnTo>
                        <a:pt x="4729" y="21217"/>
                      </a:lnTo>
                      <a:lnTo>
                        <a:pt x="4603" y="21217"/>
                      </a:lnTo>
                      <a:lnTo>
                        <a:pt x="4562" y="21301"/>
                      </a:lnTo>
                      <a:lnTo>
                        <a:pt x="4603" y="21364"/>
                      </a:lnTo>
                      <a:lnTo>
                        <a:pt x="4562" y="21426"/>
                      </a:lnTo>
                      <a:lnTo>
                        <a:pt x="4603" y="21468"/>
                      </a:lnTo>
                      <a:lnTo>
                        <a:pt x="4520" y="21552"/>
                      </a:lnTo>
                      <a:lnTo>
                        <a:pt x="4415" y="21552"/>
                      </a:lnTo>
                      <a:lnTo>
                        <a:pt x="4499" y="21719"/>
                      </a:lnTo>
                      <a:lnTo>
                        <a:pt x="4520" y="21845"/>
                      </a:lnTo>
                      <a:lnTo>
                        <a:pt x="4666" y="21929"/>
                      </a:lnTo>
                      <a:lnTo>
                        <a:pt x="4771" y="22054"/>
                      </a:lnTo>
                      <a:lnTo>
                        <a:pt x="4917" y="22138"/>
                      </a:lnTo>
                      <a:lnTo>
                        <a:pt x="5022" y="22075"/>
                      </a:lnTo>
                      <a:lnTo>
                        <a:pt x="5085" y="22075"/>
                      </a:lnTo>
                      <a:lnTo>
                        <a:pt x="5168" y="22033"/>
                      </a:lnTo>
                      <a:lnTo>
                        <a:pt x="5189" y="22096"/>
                      </a:lnTo>
                      <a:lnTo>
                        <a:pt x="5336" y="22159"/>
                      </a:lnTo>
                      <a:lnTo>
                        <a:pt x="5336" y="22201"/>
                      </a:lnTo>
                      <a:lnTo>
                        <a:pt x="5273" y="22263"/>
                      </a:lnTo>
                      <a:lnTo>
                        <a:pt x="5357" y="22347"/>
                      </a:lnTo>
                      <a:lnTo>
                        <a:pt x="5357" y="22514"/>
                      </a:lnTo>
                      <a:lnTo>
                        <a:pt x="5273" y="22556"/>
                      </a:lnTo>
                      <a:lnTo>
                        <a:pt x="5168" y="22556"/>
                      </a:lnTo>
                      <a:lnTo>
                        <a:pt x="5043" y="22682"/>
                      </a:lnTo>
                      <a:lnTo>
                        <a:pt x="4980" y="22682"/>
                      </a:lnTo>
                      <a:lnTo>
                        <a:pt x="4875" y="22577"/>
                      </a:lnTo>
                      <a:lnTo>
                        <a:pt x="4729" y="22577"/>
                      </a:lnTo>
                      <a:lnTo>
                        <a:pt x="4645" y="22514"/>
                      </a:lnTo>
                      <a:lnTo>
                        <a:pt x="4457" y="22514"/>
                      </a:lnTo>
                      <a:lnTo>
                        <a:pt x="4415" y="22473"/>
                      </a:lnTo>
                      <a:lnTo>
                        <a:pt x="4415" y="22347"/>
                      </a:lnTo>
                      <a:lnTo>
                        <a:pt x="4310" y="22284"/>
                      </a:lnTo>
                      <a:lnTo>
                        <a:pt x="4227" y="22180"/>
                      </a:lnTo>
                      <a:lnTo>
                        <a:pt x="4185" y="22180"/>
                      </a:lnTo>
                      <a:lnTo>
                        <a:pt x="4080" y="22263"/>
                      </a:lnTo>
                      <a:lnTo>
                        <a:pt x="3829" y="22180"/>
                      </a:lnTo>
                      <a:lnTo>
                        <a:pt x="3787" y="22075"/>
                      </a:lnTo>
                      <a:lnTo>
                        <a:pt x="3725" y="22033"/>
                      </a:lnTo>
                      <a:lnTo>
                        <a:pt x="3787" y="21949"/>
                      </a:lnTo>
                      <a:lnTo>
                        <a:pt x="3766" y="21824"/>
                      </a:lnTo>
                      <a:lnTo>
                        <a:pt x="3766" y="21719"/>
                      </a:lnTo>
                      <a:lnTo>
                        <a:pt x="3662" y="21636"/>
                      </a:lnTo>
                      <a:lnTo>
                        <a:pt x="3662" y="21531"/>
                      </a:lnTo>
                      <a:lnTo>
                        <a:pt x="3494" y="21385"/>
                      </a:lnTo>
                      <a:lnTo>
                        <a:pt x="3494" y="21238"/>
                      </a:lnTo>
                      <a:lnTo>
                        <a:pt x="3411" y="21217"/>
                      </a:lnTo>
                      <a:lnTo>
                        <a:pt x="3453" y="21113"/>
                      </a:lnTo>
                      <a:lnTo>
                        <a:pt x="3515" y="21092"/>
                      </a:lnTo>
                      <a:lnTo>
                        <a:pt x="3557" y="20903"/>
                      </a:lnTo>
                      <a:lnTo>
                        <a:pt x="3557" y="20799"/>
                      </a:lnTo>
                      <a:lnTo>
                        <a:pt x="3515" y="20778"/>
                      </a:lnTo>
                      <a:lnTo>
                        <a:pt x="3515" y="20694"/>
                      </a:lnTo>
                      <a:lnTo>
                        <a:pt x="3578" y="20610"/>
                      </a:lnTo>
                      <a:lnTo>
                        <a:pt x="3515" y="20589"/>
                      </a:lnTo>
                      <a:lnTo>
                        <a:pt x="3390" y="20401"/>
                      </a:lnTo>
                      <a:lnTo>
                        <a:pt x="3139" y="20297"/>
                      </a:lnTo>
                      <a:lnTo>
                        <a:pt x="3055" y="20359"/>
                      </a:lnTo>
                      <a:lnTo>
                        <a:pt x="2992" y="20297"/>
                      </a:lnTo>
                      <a:lnTo>
                        <a:pt x="2930" y="20297"/>
                      </a:lnTo>
                      <a:lnTo>
                        <a:pt x="2867" y="20338"/>
                      </a:lnTo>
                      <a:lnTo>
                        <a:pt x="2741" y="20297"/>
                      </a:lnTo>
                      <a:lnTo>
                        <a:pt x="2783" y="20255"/>
                      </a:lnTo>
                      <a:lnTo>
                        <a:pt x="2888" y="20234"/>
                      </a:lnTo>
                      <a:lnTo>
                        <a:pt x="2930" y="20150"/>
                      </a:lnTo>
                      <a:lnTo>
                        <a:pt x="2783" y="20108"/>
                      </a:lnTo>
                      <a:lnTo>
                        <a:pt x="2783" y="20087"/>
                      </a:lnTo>
                      <a:lnTo>
                        <a:pt x="2867" y="20066"/>
                      </a:lnTo>
                      <a:lnTo>
                        <a:pt x="2783" y="20004"/>
                      </a:lnTo>
                      <a:lnTo>
                        <a:pt x="2720" y="20066"/>
                      </a:lnTo>
                      <a:lnTo>
                        <a:pt x="2532" y="20108"/>
                      </a:lnTo>
                      <a:lnTo>
                        <a:pt x="2511" y="20087"/>
                      </a:lnTo>
                      <a:lnTo>
                        <a:pt x="2553" y="20004"/>
                      </a:lnTo>
                      <a:lnTo>
                        <a:pt x="2658" y="19962"/>
                      </a:lnTo>
                      <a:lnTo>
                        <a:pt x="2637" y="19941"/>
                      </a:lnTo>
                      <a:lnTo>
                        <a:pt x="2448" y="19899"/>
                      </a:lnTo>
                      <a:lnTo>
                        <a:pt x="2427" y="19836"/>
                      </a:lnTo>
                      <a:lnTo>
                        <a:pt x="2302" y="19753"/>
                      </a:lnTo>
                      <a:lnTo>
                        <a:pt x="2260" y="19585"/>
                      </a:lnTo>
                      <a:lnTo>
                        <a:pt x="2134" y="19522"/>
                      </a:lnTo>
                      <a:lnTo>
                        <a:pt x="2155" y="19481"/>
                      </a:lnTo>
                      <a:lnTo>
                        <a:pt x="2260" y="19481"/>
                      </a:lnTo>
                      <a:lnTo>
                        <a:pt x="2302" y="19522"/>
                      </a:lnTo>
                      <a:lnTo>
                        <a:pt x="2448" y="19543"/>
                      </a:lnTo>
                      <a:lnTo>
                        <a:pt x="2469" y="19648"/>
                      </a:lnTo>
                      <a:lnTo>
                        <a:pt x="2720" y="19857"/>
                      </a:lnTo>
                      <a:lnTo>
                        <a:pt x="2783" y="19857"/>
                      </a:lnTo>
                      <a:lnTo>
                        <a:pt x="2825" y="19794"/>
                      </a:lnTo>
                      <a:lnTo>
                        <a:pt x="2950" y="19878"/>
                      </a:lnTo>
                      <a:lnTo>
                        <a:pt x="3139" y="19878"/>
                      </a:lnTo>
                      <a:lnTo>
                        <a:pt x="3160" y="19836"/>
                      </a:lnTo>
                      <a:lnTo>
                        <a:pt x="3243" y="19899"/>
                      </a:lnTo>
                      <a:lnTo>
                        <a:pt x="3160" y="19962"/>
                      </a:lnTo>
                      <a:lnTo>
                        <a:pt x="3202" y="19983"/>
                      </a:lnTo>
                      <a:lnTo>
                        <a:pt x="3202" y="20045"/>
                      </a:lnTo>
                      <a:lnTo>
                        <a:pt x="3306" y="20045"/>
                      </a:lnTo>
                      <a:lnTo>
                        <a:pt x="3369" y="19983"/>
                      </a:lnTo>
                      <a:lnTo>
                        <a:pt x="3557" y="19983"/>
                      </a:lnTo>
                      <a:lnTo>
                        <a:pt x="3494" y="20004"/>
                      </a:lnTo>
                      <a:lnTo>
                        <a:pt x="3599" y="20004"/>
                      </a:lnTo>
                      <a:lnTo>
                        <a:pt x="3704" y="19983"/>
                      </a:lnTo>
                      <a:lnTo>
                        <a:pt x="3704" y="20066"/>
                      </a:lnTo>
                      <a:lnTo>
                        <a:pt x="3871" y="20192"/>
                      </a:lnTo>
                      <a:lnTo>
                        <a:pt x="3934" y="20150"/>
                      </a:lnTo>
                      <a:lnTo>
                        <a:pt x="4038" y="20171"/>
                      </a:lnTo>
                      <a:lnTo>
                        <a:pt x="4080" y="20213"/>
                      </a:lnTo>
                      <a:lnTo>
                        <a:pt x="4227" y="20213"/>
                      </a:lnTo>
                      <a:lnTo>
                        <a:pt x="4331" y="20255"/>
                      </a:lnTo>
                      <a:lnTo>
                        <a:pt x="4415" y="20192"/>
                      </a:lnTo>
                      <a:lnTo>
                        <a:pt x="4541" y="20297"/>
                      </a:lnTo>
                      <a:lnTo>
                        <a:pt x="4729" y="20359"/>
                      </a:lnTo>
                      <a:lnTo>
                        <a:pt x="5064" y="20380"/>
                      </a:lnTo>
                      <a:lnTo>
                        <a:pt x="5336" y="20359"/>
                      </a:lnTo>
                      <a:lnTo>
                        <a:pt x="5357" y="20297"/>
                      </a:lnTo>
                      <a:lnTo>
                        <a:pt x="5545" y="20297"/>
                      </a:lnTo>
                      <a:lnTo>
                        <a:pt x="5608" y="20255"/>
                      </a:lnTo>
                      <a:lnTo>
                        <a:pt x="5796" y="20213"/>
                      </a:lnTo>
                      <a:lnTo>
                        <a:pt x="5963" y="20150"/>
                      </a:lnTo>
                      <a:lnTo>
                        <a:pt x="6173" y="19857"/>
                      </a:lnTo>
                      <a:lnTo>
                        <a:pt x="6194" y="19773"/>
                      </a:lnTo>
                      <a:lnTo>
                        <a:pt x="6319" y="19627"/>
                      </a:lnTo>
                      <a:lnTo>
                        <a:pt x="6319" y="19543"/>
                      </a:lnTo>
                      <a:lnTo>
                        <a:pt x="6340" y="19460"/>
                      </a:lnTo>
                      <a:lnTo>
                        <a:pt x="6382" y="19313"/>
                      </a:lnTo>
                      <a:lnTo>
                        <a:pt x="6382" y="19167"/>
                      </a:lnTo>
                      <a:lnTo>
                        <a:pt x="6382" y="19041"/>
                      </a:lnTo>
                      <a:lnTo>
                        <a:pt x="6319" y="18999"/>
                      </a:lnTo>
                      <a:lnTo>
                        <a:pt x="6277" y="18999"/>
                      </a:lnTo>
                      <a:lnTo>
                        <a:pt x="6173" y="18832"/>
                      </a:lnTo>
                      <a:lnTo>
                        <a:pt x="6089" y="18790"/>
                      </a:lnTo>
                      <a:lnTo>
                        <a:pt x="6068" y="18644"/>
                      </a:lnTo>
                      <a:lnTo>
                        <a:pt x="5963" y="18392"/>
                      </a:lnTo>
                      <a:lnTo>
                        <a:pt x="5859" y="18372"/>
                      </a:lnTo>
                      <a:lnTo>
                        <a:pt x="5817" y="18413"/>
                      </a:lnTo>
                      <a:lnTo>
                        <a:pt x="5691" y="18372"/>
                      </a:lnTo>
                      <a:lnTo>
                        <a:pt x="5691" y="18288"/>
                      </a:lnTo>
                      <a:lnTo>
                        <a:pt x="5461" y="18120"/>
                      </a:lnTo>
                      <a:lnTo>
                        <a:pt x="5461" y="18016"/>
                      </a:lnTo>
                      <a:lnTo>
                        <a:pt x="5336" y="17890"/>
                      </a:lnTo>
                      <a:lnTo>
                        <a:pt x="5273" y="17890"/>
                      </a:lnTo>
                      <a:lnTo>
                        <a:pt x="5294" y="17953"/>
                      </a:lnTo>
                      <a:lnTo>
                        <a:pt x="5378" y="18079"/>
                      </a:lnTo>
                      <a:lnTo>
                        <a:pt x="5294" y="18100"/>
                      </a:lnTo>
                      <a:lnTo>
                        <a:pt x="5168" y="17974"/>
                      </a:lnTo>
                      <a:lnTo>
                        <a:pt x="5085" y="17974"/>
                      </a:lnTo>
                      <a:lnTo>
                        <a:pt x="4938" y="17807"/>
                      </a:lnTo>
                      <a:lnTo>
                        <a:pt x="4875" y="17807"/>
                      </a:lnTo>
                      <a:lnTo>
                        <a:pt x="4875" y="17869"/>
                      </a:lnTo>
                      <a:lnTo>
                        <a:pt x="4917" y="17911"/>
                      </a:lnTo>
                      <a:lnTo>
                        <a:pt x="4834" y="17890"/>
                      </a:lnTo>
                      <a:lnTo>
                        <a:pt x="4708" y="17681"/>
                      </a:lnTo>
                      <a:lnTo>
                        <a:pt x="4603" y="17660"/>
                      </a:lnTo>
                      <a:lnTo>
                        <a:pt x="4520" y="17556"/>
                      </a:lnTo>
                      <a:lnTo>
                        <a:pt x="4122" y="17284"/>
                      </a:lnTo>
                      <a:lnTo>
                        <a:pt x="3515" y="16970"/>
                      </a:lnTo>
                      <a:lnTo>
                        <a:pt x="3390" y="16928"/>
                      </a:lnTo>
                      <a:lnTo>
                        <a:pt x="3369" y="16970"/>
                      </a:lnTo>
                      <a:lnTo>
                        <a:pt x="3243" y="16907"/>
                      </a:lnTo>
                      <a:lnTo>
                        <a:pt x="3097" y="16865"/>
                      </a:lnTo>
                      <a:lnTo>
                        <a:pt x="3097" y="16928"/>
                      </a:lnTo>
                      <a:lnTo>
                        <a:pt x="3034" y="16970"/>
                      </a:lnTo>
                      <a:lnTo>
                        <a:pt x="2930" y="16928"/>
                      </a:lnTo>
                      <a:lnTo>
                        <a:pt x="2762" y="16928"/>
                      </a:lnTo>
                      <a:lnTo>
                        <a:pt x="2678" y="16823"/>
                      </a:lnTo>
                      <a:lnTo>
                        <a:pt x="2574" y="16760"/>
                      </a:lnTo>
                      <a:lnTo>
                        <a:pt x="2574" y="16802"/>
                      </a:lnTo>
                      <a:lnTo>
                        <a:pt x="2637" y="16865"/>
                      </a:lnTo>
                      <a:lnTo>
                        <a:pt x="2616" y="16928"/>
                      </a:lnTo>
                      <a:lnTo>
                        <a:pt x="2532" y="16865"/>
                      </a:lnTo>
                      <a:lnTo>
                        <a:pt x="2406" y="16907"/>
                      </a:lnTo>
                      <a:lnTo>
                        <a:pt x="2344" y="16949"/>
                      </a:lnTo>
                      <a:lnTo>
                        <a:pt x="2365" y="17032"/>
                      </a:lnTo>
                      <a:lnTo>
                        <a:pt x="2302" y="17158"/>
                      </a:lnTo>
                      <a:lnTo>
                        <a:pt x="2155" y="17158"/>
                      </a:lnTo>
                      <a:lnTo>
                        <a:pt x="2239" y="17053"/>
                      </a:lnTo>
                      <a:lnTo>
                        <a:pt x="2323" y="17012"/>
                      </a:lnTo>
                      <a:lnTo>
                        <a:pt x="2260" y="16949"/>
                      </a:lnTo>
                      <a:lnTo>
                        <a:pt x="2197" y="16949"/>
                      </a:lnTo>
                      <a:lnTo>
                        <a:pt x="2218" y="16907"/>
                      </a:lnTo>
                      <a:lnTo>
                        <a:pt x="2239" y="16844"/>
                      </a:lnTo>
                      <a:lnTo>
                        <a:pt x="2197" y="16823"/>
                      </a:lnTo>
                      <a:lnTo>
                        <a:pt x="2134" y="16886"/>
                      </a:lnTo>
                      <a:lnTo>
                        <a:pt x="2030" y="17012"/>
                      </a:lnTo>
                      <a:lnTo>
                        <a:pt x="2030" y="16928"/>
                      </a:lnTo>
                      <a:lnTo>
                        <a:pt x="2030" y="16886"/>
                      </a:lnTo>
                      <a:lnTo>
                        <a:pt x="2009" y="16844"/>
                      </a:lnTo>
                      <a:lnTo>
                        <a:pt x="1946" y="16928"/>
                      </a:lnTo>
                      <a:lnTo>
                        <a:pt x="1925" y="16928"/>
                      </a:lnTo>
                      <a:lnTo>
                        <a:pt x="1925" y="16844"/>
                      </a:lnTo>
                      <a:lnTo>
                        <a:pt x="1821" y="16823"/>
                      </a:lnTo>
                      <a:lnTo>
                        <a:pt x="1716" y="16907"/>
                      </a:lnTo>
                      <a:lnTo>
                        <a:pt x="1695" y="16802"/>
                      </a:lnTo>
                      <a:lnTo>
                        <a:pt x="1632" y="16760"/>
                      </a:lnTo>
                      <a:lnTo>
                        <a:pt x="1569" y="16844"/>
                      </a:lnTo>
                      <a:lnTo>
                        <a:pt x="1528" y="16740"/>
                      </a:lnTo>
                      <a:lnTo>
                        <a:pt x="1528" y="16614"/>
                      </a:lnTo>
                      <a:lnTo>
                        <a:pt x="1590" y="16530"/>
                      </a:lnTo>
                      <a:lnTo>
                        <a:pt x="1590" y="16614"/>
                      </a:lnTo>
                      <a:lnTo>
                        <a:pt x="1674" y="16698"/>
                      </a:lnTo>
                      <a:lnTo>
                        <a:pt x="1800" y="16656"/>
                      </a:lnTo>
                      <a:lnTo>
                        <a:pt x="1883" y="16719"/>
                      </a:lnTo>
                      <a:lnTo>
                        <a:pt x="1988" y="16635"/>
                      </a:lnTo>
                      <a:lnTo>
                        <a:pt x="1988" y="16593"/>
                      </a:lnTo>
                      <a:lnTo>
                        <a:pt x="1904" y="16530"/>
                      </a:lnTo>
                      <a:lnTo>
                        <a:pt x="1883" y="16509"/>
                      </a:lnTo>
                      <a:lnTo>
                        <a:pt x="1800" y="16488"/>
                      </a:lnTo>
                      <a:lnTo>
                        <a:pt x="1737" y="16530"/>
                      </a:lnTo>
                      <a:lnTo>
                        <a:pt x="1695" y="16488"/>
                      </a:lnTo>
                      <a:lnTo>
                        <a:pt x="1632" y="16405"/>
                      </a:lnTo>
                      <a:lnTo>
                        <a:pt x="1528" y="16342"/>
                      </a:lnTo>
                      <a:lnTo>
                        <a:pt x="1423" y="16342"/>
                      </a:lnTo>
                      <a:lnTo>
                        <a:pt x="1402" y="16384"/>
                      </a:lnTo>
                      <a:lnTo>
                        <a:pt x="1465" y="16426"/>
                      </a:lnTo>
                      <a:lnTo>
                        <a:pt x="1486" y="16426"/>
                      </a:lnTo>
                      <a:lnTo>
                        <a:pt x="1486" y="16488"/>
                      </a:lnTo>
                      <a:lnTo>
                        <a:pt x="1402" y="16509"/>
                      </a:lnTo>
                      <a:lnTo>
                        <a:pt x="1360" y="16509"/>
                      </a:lnTo>
                      <a:lnTo>
                        <a:pt x="1360" y="16551"/>
                      </a:lnTo>
                      <a:lnTo>
                        <a:pt x="1465" y="16635"/>
                      </a:lnTo>
                      <a:lnTo>
                        <a:pt x="1402" y="16656"/>
                      </a:lnTo>
                      <a:lnTo>
                        <a:pt x="1318" y="16656"/>
                      </a:lnTo>
                      <a:lnTo>
                        <a:pt x="1277" y="16740"/>
                      </a:lnTo>
                      <a:lnTo>
                        <a:pt x="1256" y="16886"/>
                      </a:lnTo>
                      <a:lnTo>
                        <a:pt x="1193" y="16802"/>
                      </a:lnTo>
                      <a:lnTo>
                        <a:pt x="1193" y="16698"/>
                      </a:lnTo>
                      <a:lnTo>
                        <a:pt x="1151" y="16635"/>
                      </a:lnTo>
                      <a:lnTo>
                        <a:pt x="1005" y="16614"/>
                      </a:lnTo>
                      <a:lnTo>
                        <a:pt x="1005" y="16740"/>
                      </a:lnTo>
                      <a:lnTo>
                        <a:pt x="942" y="16823"/>
                      </a:lnTo>
                      <a:lnTo>
                        <a:pt x="795" y="16781"/>
                      </a:lnTo>
                      <a:lnTo>
                        <a:pt x="691" y="16781"/>
                      </a:lnTo>
                      <a:lnTo>
                        <a:pt x="691" y="16928"/>
                      </a:lnTo>
                      <a:lnTo>
                        <a:pt x="628" y="17053"/>
                      </a:lnTo>
                      <a:lnTo>
                        <a:pt x="481" y="17095"/>
                      </a:lnTo>
                      <a:lnTo>
                        <a:pt x="335" y="17242"/>
                      </a:lnTo>
                      <a:lnTo>
                        <a:pt x="335" y="17451"/>
                      </a:lnTo>
                      <a:lnTo>
                        <a:pt x="251" y="17451"/>
                      </a:lnTo>
                      <a:lnTo>
                        <a:pt x="105" y="17514"/>
                      </a:lnTo>
                      <a:lnTo>
                        <a:pt x="0" y="17556"/>
                      </a:lnTo>
                      <a:lnTo>
                        <a:pt x="105" y="17576"/>
                      </a:lnTo>
                      <a:lnTo>
                        <a:pt x="63" y="17744"/>
                      </a:lnTo>
                      <a:lnTo>
                        <a:pt x="21" y="17932"/>
                      </a:lnTo>
                      <a:lnTo>
                        <a:pt x="105" y="18037"/>
                      </a:lnTo>
                      <a:lnTo>
                        <a:pt x="209" y="18288"/>
                      </a:lnTo>
                      <a:lnTo>
                        <a:pt x="272" y="18288"/>
                      </a:lnTo>
                      <a:lnTo>
                        <a:pt x="440" y="18372"/>
                      </a:lnTo>
                      <a:lnTo>
                        <a:pt x="523" y="18497"/>
                      </a:lnTo>
                      <a:lnTo>
                        <a:pt x="565" y="18602"/>
                      </a:lnTo>
                      <a:lnTo>
                        <a:pt x="837" y="18769"/>
                      </a:lnTo>
                      <a:lnTo>
                        <a:pt x="900" y="18832"/>
                      </a:lnTo>
                      <a:lnTo>
                        <a:pt x="858" y="19020"/>
                      </a:lnTo>
                      <a:lnTo>
                        <a:pt x="753" y="19208"/>
                      </a:lnTo>
                      <a:lnTo>
                        <a:pt x="649" y="19460"/>
                      </a:lnTo>
                      <a:lnTo>
                        <a:pt x="774" y="19627"/>
                      </a:lnTo>
                      <a:lnTo>
                        <a:pt x="837" y="19773"/>
                      </a:lnTo>
                      <a:lnTo>
                        <a:pt x="1067" y="20234"/>
                      </a:lnTo>
                      <a:lnTo>
                        <a:pt x="1318" y="20820"/>
                      </a:lnTo>
                      <a:lnTo>
                        <a:pt x="1214" y="20861"/>
                      </a:lnTo>
                      <a:lnTo>
                        <a:pt x="1193" y="21217"/>
                      </a:lnTo>
                      <a:lnTo>
                        <a:pt x="1193" y="21322"/>
                      </a:lnTo>
                      <a:lnTo>
                        <a:pt x="1297" y="21343"/>
                      </a:lnTo>
                      <a:lnTo>
                        <a:pt x="1214" y="21447"/>
                      </a:lnTo>
                      <a:lnTo>
                        <a:pt x="1214" y="21636"/>
                      </a:lnTo>
                      <a:lnTo>
                        <a:pt x="1297" y="21740"/>
                      </a:lnTo>
                      <a:lnTo>
                        <a:pt x="1423" y="21761"/>
                      </a:lnTo>
                      <a:lnTo>
                        <a:pt x="1486" y="21866"/>
                      </a:lnTo>
                      <a:lnTo>
                        <a:pt x="1423" y="21929"/>
                      </a:lnTo>
                      <a:lnTo>
                        <a:pt x="1423" y="22138"/>
                      </a:lnTo>
                      <a:lnTo>
                        <a:pt x="1486" y="22263"/>
                      </a:lnTo>
                      <a:lnTo>
                        <a:pt x="1674" y="22389"/>
                      </a:lnTo>
                      <a:lnTo>
                        <a:pt x="1674" y="22577"/>
                      </a:lnTo>
                      <a:lnTo>
                        <a:pt x="1569" y="22745"/>
                      </a:lnTo>
                      <a:lnTo>
                        <a:pt x="1507" y="22912"/>
                      </a:lnTo>
                      <a:lnTo>
                        <a:pt x="1779" y="23289"/>
                      </a:lnTo>
                      <a:lnTo>
                        <a:pt x="1925" y="23330"/>
                      </a:lnTo>
                      <a:lnTo>
                        <a:pt x="2197" y="23623"/>
                      </a:lnTo>
                      <a:lnTo>
                        <a:pt x="2218" y="23812"/>
                      </a:lnTo>
                      <a:lnTo>
                        <a:pt x="2051" y="24230"/>
                      </a:lnTo>
                      <a:lnTo>
                        <a:pt x="1821" y="24628"/>
                      </a:lnTo>
                      <a:lnTo>
                        <a:pt x="1695" y="24900"/>
                      </a:lnTo>
                      <a:lnTo>
                        <a:pt x="1528" y="25151"/>
                      </a:lnTo>
                      <a:lnTo>
                        <a:pt x="1381" y="25402"/>
                      </a:lnTo>
                      <a:lnTo>
                        <a:pt x="1256" y="25486"/>
                      </a:lnTo>
                      <a:lnTo>
                        <a:pt x="984" y="25737"/>
                      </a:lnTo>
                      <a:lnTo>
                        <a:pt x="1005" y="25904"/>
                      </a:lnTo>
                      <a:cubicBezTo>
                        <a:pt x="1005" y="25883"/>
                        <a:pt x="1046" y="25883"/>
                        <a:pt x="1046" y="25883"/>
                      </a:cubicBezTo>
                      <a:cubicBezTo>
                        <a:pt x="1067" y="25883"/>
                        <a:pt x="1193" y="25799"/>
                        <a:pt x="1193" y="25799"/>
                      </a:cubicBezTo>
                      <a:lnTo>
                        <a:pt x="1318" y="25779"/>
                      </a:lnTo>
                      <a:lnTo>
                        <a:pt x="1256" y="25841"/>
                      </a:lnTo>
                      <a:lnTo>
                        <a:pt x="1297" y="25925"/>
                      </a:lnTo>
                      <a:lnTo>
                        <a:pt x="1297" y="26030"/>
                      </a:lnTo>
                      <a:lnTo>
                        <a:pt x="1172" y="25925"/>
                      </a:lnTo>
                      <a:lnTo>
                        <a:pt x="1151" y="26009"/>
                      </a:lnTo>
                      <a:lnTo>
                        <a:pt x="1277" y="26155"/>
                      </a:lnTo>
                      <a:lnTo>
                        <a:pt x="1402" y="26155"/>
                      </a:lnTo>
                      <a:lnTo>
                        <a:pt x="1486" y="26260"/>
                      </a:lnTo>
                      <a:lnTo>
                        <a:pt x="1611" y="26260"/>
                      </a:lnTo>
                      <a:lnTo>
                        <a:pt x="1674" y="26239"/>
                      </a:lnTo>
                      <a:lnTo>
                        <a:pt x="1779" y="26239"/>
                      </a:lnTo>
                      <a:lnTo>
                        <a:pt x="1883" y="26364"/>
                      </a:lnTo>
                      <a:lnTo>
                        <a:pt x="1800" y="26448"/>
                      </a:lnTo>
                      <a:lnTo>
                        <a:pt x="1611" y="26406"/>
                      </a:lnTo>
                      <a:lnTo>
                        <a:pt x="1528" y="26427"/>
                      </a:lnTo>
                      <a:lnTo>
                        <a:pt x="1507" y="26532"/>
                      </a:lnTo>
                      <a:lnTo>
                        <a:pt x="1381" y="26636"/>
                      </a:lnTo>
                      <a:lnTo>
                        <a:pt x="1277" y="26553"/>
                      </a:lnTo>
                      <a:lnTo>
                        <a:pt x="1214" y="26615"/>
                      </a:lnTo>
                      <a:lnTo>
                        <a:pt x="1214" y="26720"/>
                      </a:lnTo>
                      <a:lnTo>
                        <a:pt x="1109" y="26741"/>
                      </a:lnTo>
                      <a:lnTo>
                        <a:pt x="1067" y="26636"/>
                      </a:lnTo>
                      <a:lnTo>
                        <a:pt x="1005" y="26657"/>
                      </a:lnTo>
                      <a:lnTo>
                        <a:pt x="1005" y="26720"/>
                      </a:lnTo>
                      <a:lnTo>
                        <a:pt x="1067" y="26783"/>
                      </a:lnTo>
                      <a:lnTo>
                        <a:pt x="1046" y="26929"/>
                      </a:lnTo>
                      <a:lnTo>
                        <a:pt x="1088" y="26992"/>
                      </a:lnTo>
                      <a:lnTo>
                        <a:pt x="1088" y="27034"/>
                      </a:lnTo>
                      <a:lnTo>
                        <a:pt x="1067" y="27055"/>
                      </a:lnTo>
                      <a:lnTo>
                        <a:pt x="984" y="27159"/>
                      </a:lnTo>
                      <a:lnTo>
                        <a:pt x="942" y="27306"/>
                      </a:lnTo>
                      <a:lnTo>
                        <a:pt x="858" y="27369"/>
                      </a:lnTo>
                      <a:lnTo>
                        <a:pt x="795" y="27808"/>
                      </a:lnTo>
                      <a:lnTo>
                        <a:pt x="1067" y="28289"/>
                      </a:lnTo>
                      <a:lnTo>
                        <a:pt x="1067" y="28394"/>
                      </a:lnTo>
                      <a:lnTo>
                        <a:pt x="984" y="28457"/>
                      </a:lnTo>
                      <a:lnTo>
                        <a:pt x="1005" y="28561"/>
                      </a:lnTo>
                      <a:lnTo>
                        <a:pt x="942" y="28708"/>
                      </a:lnTo>
                      <a:lnTo>
                        <a:pt x="1046" y="28729"/>
                      </a:lnTo>
                      <a:lnTo>
                        <a:pt x="1067" y="28833"/>
                      </a:lnTo>
                      <a:lnTo>
                        <a:pt x="1046" y="28875"/>
                      </a:lnTo>
                      <a:lnTo>
                        <a:pt x="1088" y="28938"/>
                      </a:lnTo>
                      <a:lnTo>
                        <a:pt x="1109" y="29043"/>
                      </a:lnTo>
                      <a:lnTo>
                        <a:pt x="1088" y="29126"/>
                      </a:lnTo>
                      <a:lnTo>
                        <a:pt x="1172" y="29252"/>
                      </a:lnTo>
                      <a:lnTo>
                        <a:pt x="1193" y="29294"/>
                      </a:lnTo>
                      <a:lnTo>
                        <a:pt x="1256" y="29461"/>
                      </a:lnTo>
                      <a:lnTo>
                        <a:pt x="1318" y="29566"/>
                      </a:lnTo>
                      <a:lnTo>
                        <a:pt x="1360" y="29712"/>
                      </a:lnTo>
                      <a:lnTo>
                        <a:pt x="1402" y="29712"/>
                      </a:lnTo>
                      <a:lnTo>
                        <a:pt x="1507" y="29796"/>
                      </a:lnTo>
                      <a:lnTo>
                        <a:pt x="1632" y="29712"/>
                      </a:lnTo>
                      <a:lnTo>
                        <a:pt x="1737" y="29900"/>
                      </a:lnTo>
                      <a:lnTo>
                        <a:pt x="1883" y="29817"/>
                      </a:lnTo>
                      <a:lnTo>
                        <a:pt x="2009" y="29859"/>
                      </a:lnTo>
                      <a:lnTo>
                        <a:pt x="2113" y="30026"/>
                      </a:lnTo>
                      <a:lnTo>
                        <a:pt x="2260" y="29921"/>
                      </a:lnTo>
                      <a:lnTo>
                        <a:pt x="2427" y="29880"/>
                      </a:lnTo>
                      <a:lnTo>
                        <a:pt x="2511" y="29963"/>
                      </a:lnTo>
                      <a:lnTo>
                        <a:pt x="2574" y="29963"/>
                      </a:lnTo>
                      <a:lnTo>
                        <a:pt x="2846" y="30026"/>
                      </a:lnTo>
                      <a:lnTo>
                        <a:pt x="2867" y="30172"/>
                      </a:lnTo>
                      <a:lnTo>
                        <a:pt x="2825" y="30319"/>
                      </a:lnTo>
                      <a:lnTo>
                        <a:pt x="2930" y="30424"/>
                      </a:lnTo>
                      <a:lnTo>
                        <a:pt x="2930" y="30612"/>
                      </a:lnTo>
                      <a:lnTo>
                        <a:pt x="3055" y="30737"/>
                      </a:lnTo>
                      <a:lnTo>
                        <a:pt x="3139" y="30905"/>
                      </a:lnTo>
                      <a:lnTo>
                        <a:pt x="3285" y="31114"/>
                      </a:lnTo>
                      <a:lnTo>
                        <a:pt x="3390" y="31177"/>
                      </a:lnTo>
                      <a:lnTo>
                        <a:pt x="3453" y="31365"/>
                      </a:lnTo>
                      <a:lnTo>
                        <a:pt x="3620" y="31428"/>
                      </a:lnTo>
                      <a:lnTo>
                        <a:pt x="3829" y="31595"/>
                      </a:lnTo>
                      <a:lnTo>
                        <a:pt x="3871" y="31700"/>
                      </a:lnTo>
                      <a:lnTo>
                        <a:pt x="4018" y="31805"/>
                      </a:lnTo>
                      <a:lnTo>
                        <a:pt x="3934" y="31867"/>
                      </a:lnTo>
                      <a:lnTo>
                        <a:pt x="3829" y="32056"/>
                      </a:lnTo>
                      <a:lnTo>
                        <a:pt x="3557" y="32097"/>
                      </a:lnTo>
                      <a:lnTo>
                        <a:pt x="3411" y="31993"/>
                      </a:lnTo>
                      <a:lnTo>
                        <a:pt x="3369" y="32097"/>
                      </a:lnTo>
                      <a:lnTo>
                        <a:pt x="3369" y="32223"/>
                      </a:lnTo>
                      <a:lnTo>
                        <a:pt x="3474" y="32411"/>
                      </a:lnTo>
                      <a:lnTo>
                        <a:pt x="3453" y="32579"/>
                      </a:lnTo>
                      <a:lnTo>
                        <a:pt x="3578" y="32725"/>
                      </a:lnTo>
                      <a:lnTo>
                        <a:pt x="3578" y="32893"/>
                      </a:lnTo>
                      <a:lnTo>
                        <a:pt x="3683" y="32913"/>
                      </a:lnTo>
                      <a:lnTo>
                        <a:pt x="3808" y="32893"/>
                      </a:lnTo>
                      <a:lnTo>
                        <a:pt x="3808" y="32746"/>
                      </a:lnTo>
                      <a:lnTo>
                        <a:pt x="3892" y="32683"/>
                      </a:lnTo>
                      <a:lnTo>
                        <a:pt x="4185" y="32788"/>
                      </a:lnTo>
                      <a:lnTo>
                        <a:pt x="4457" y="32788"/>
                      </a:lnTo>
                      <a:lnTo>
                        <a:pt x="4624" y="32704"/>
                      </a:lnTo>
                      <a:lnTo>
                        <a:pt x="4750" y="32704"/>
                      </a:lnTo>
                      <a:lnTo>
                        <a:pt x="4834" y="32955"/>
                      </a:lnTo>
                      <a:lnTo>
                        <a:pt x="4959" y="33060"/>
                      </a:lnTo>
                      <a:lnTo>
                        <a:pt x="4875" y="33206"/>
                      </a:lnTo>
                      <a:lnTo>
                        <a:pt x="5043" y="33416"/>
                      </a:lnTo>
                      <a:lnTo>
                        <a:pt x="5357" y="33353"/>
                      </a:lnTo>
                      <a:lnTo>
                        <a:pt x="5461" y="33457"/>
                      </a:lnTo>
                      <a:lnTo>
                        <a:pt x="5482" y="33583"/>
                      </a:lnTo>
                      <a:lnTo>
                        <a:pt x="5587" y="33625"/>
                      </a:lnTo>
                      <a:lnTo>
                        <a:pt x="5587" y="33771"/>
                      </a:lnTo>
                      <a:lnTo>
                        <a:pt x="5650" y="33960"/>
                      </a:lnTo>
                      <a:lnTo>
                        <a:pt x="5901" y="34211"/>
                      </a:lnTo>
                      <a:lnTo>
                        <a:pt x="6005" y="34106"/>
                      </a:lnTo>
                      <a:lnTo>
                        <a:pt x="6173" y="34190"/>
                      </a:lnTo>
                      <a:lnTo>
                        <a:pt x="6298" y="34169"/>
                      </a:lnTo>
                      <a:lnTo>
                        <a:pt x="6424" y="34190"/>
                      </a:lnTo>
                      <a:lnTo>
                        <a:pt x="6612" y="34043"/>
                      </a:lnTo>
                      <a:lnTo>
                        <a:pt x="6696" y="34043"/>
                      </a:lnTo>
                      <a:lnTo>
                        <a:pt x="6821" y="34315"/>
                      </a:lnTo>
                      <a:lnTo>
                        <a:pt x="7010" y="34420"/>
                      </a:lnTo>
                      <a:lnTo>
                        <a:pt x="7051" y="34525"/>
                      </a:lnTo>
                      <a:lnTo>
                        <a:pt x="7135" y="34462"/>
                      </a:lnTo>
                      <a:lnTo>
                        <a:pt x="7344" y="34504"/>
                      </a:lnTo>
                      <a:lnTo>
                        <a:pt x="7491" y="34504"/>
                      </a:lnTo>
                      <a:lnTo>
                        <a:pt x="7595" y="34587"/>
                      </a:lnTo>
                      <a:lnTo>
                        <a:pt x="7742" y="34566"/>
                      </a:lnTo>
                      <a:lnTo>
                        <a:pt x="7888" y="34671"/>
                      </a:lnTo>
                      <a:lnTo>
                        <a:pt x="8077" y="34692"/>
                      </a:lnTo>
                      <a:lnTo>
                        <a:pt x="8160" y="34608"/>
                      </a:lnTo>
                      <a:lnTo>
                        <a:pt x="8202" y="34734"/>
                      </a:lnTo>
                      <a:lnTo>
                        <a:pt x="8286" y="34797"/>
                      </a:lnTo>
                      <a:lnTo>
                        <a:pt x="8286" y="34943"/>
                      </a:lnTo>
                      <a:lnTo>
                        <a:pt x="8181" y="35090"/>
                      </a:lnTo>
                      <a:lnTo>
                        <a:pt x="8056" y="35110"/>
                      </a:lnTo>
                      <a:lnTo>
                        <a:pt x="8014" y="35362"/>
                      </a:lnTo>
                      <a:lnTo>
                        <a:pt x="8181" y="35466"/>
                      </a:lnTo>
                      <a:lnTo>
                        <a:pt x="8202" y="35634"/>
                      </a:lnTo>
                      <a:lnTo>
                        <a:pt x="8119" y="35843"/>
                      </a:lnTo>
                      <a:lnTo>
                        <a:pt x="8160" y="35989"/>
                      </a:lnTo>
                      <a:lnTo>
                        <a:pt x="8056" y="36073"/>
                      </a:lnTo>
                      <a:lnTo>
                        <a:pt x="7763" y="36094"/>
                      </a:lnTo>
                      <a:lnTo>
                        <a:pt x="7637" y="36303"/>
                      </a:lnTo>
                      <a:lnTo>
                        <a:pt x="7554" y="36345"/>
                      </a:lnTo>
                      <a:lnTo>
                        <a:pt x="7533" y="36596"/>
                      </a:lnTo>
                      <a:lnTo>
                        <a:pt x="7554" y="36596"/>
                      </a:lnTo>
                      <a:lnTo>
                        <a:pt x="7658" y="36617"/>
                      </a:lnTo>
                      <a:lnTo>
                        <a:pt x="7784" y="36554"/>
                      </a:lnTo>
                      <a:lnTo>
                        <a:pt x="7951" y="36512"/>
                      </a:lnTo>
                      <a:lnTo>
                        <a:pt x="7972" y="36575"/>
                      </a:lnTo>
                      <a:lnTo>
                        <a:pt x="7951" y="36659"/>
                      </a:lnTo>
                      <a:lnTo>
                        <a:pt x="7637" y="36805"/>
                      </a:lnTo>
                      <a:lnTo>
                        <a:pt x="7491" y="36889"/>
                      </a:lnTo>
                      <a:lnTo>
                        <a:pt x="7554" y="36931"/>
                      </a:lnTo>
                      <a:lnTo>
                        <a:pt x="7637" y="36931"/>
                      </a:lnTo>
                      <a:lnTo>
                        <a:pt x="7554" y="37014"/>
                      </a:lnTo>
                      <a:lnTo>
                        <a:pt x="7428" y="36994"/>
                      </a:lnTo>
                      <a:lnTo>
                        <a:pt x="7240" y="37014"/>
                      </a:lnTo>
                      <a:lnTo>
                        <a:pt x="7323" y="37203"/>
                      </a:lnTo>
                      <a:lnTo>
                        <a:pt x="7386" y="37286"/>
                      </a:lnTo>
                      <a:lnTo>
                        <a:pt x="7449" y="37224"/>
                      </a:lnTo>
                      <a:lnTo>
                        <a:pt x="7470" y="37286"/>
                      </a:lnTo>
                      <a:lnTo>
                        <a:pt x="7575" y="37307"/>
                      </a:lnTo>
                      <a:lnTo>
                        <a:pt x="7575" y="37349"/>
                      </a:lnTo>
                      <a:lnTo>
                        <a:pt x="7491" y="37391"/>
                      </a:lnTo>
                      <a:lnTo>
                        <a:pt x="7449" y="37454"/>
                      </a:lnTo>
                      <a:lnTo>
                        <a:pt x="7365" y="37454"/>
                      </a:lnTo>
                      <a:lnTo>
                        <a:pt x="7323" y="37517"/>
                      </a:lnTo>
                      <a:lnTo>
                        <a:pt x="7323" y="37559"/>
                      </a:lnTo>
                      <a:lnTo>
                        <a:pt x="7177" y="37705"/>
                      </a:lnTo>
                      <a:lnTo>
                        <a:pt x="7177" y="37831"/>
                      </a:lnTo>
                      <a:lnTo>
                        <a:pt x="7240" y="37851"/>
                      </a:lnTo>
                      <a:lnTo>
                        <a:pt x="7219" y="38019"/>
                      </a:lnTo>
                      <a:lnTo>
                        <a:pt x="7114" y="37977"/>
                      </a:lnTo>
                      <a:lnTo>
                        <a:pt x="7072" y="38019"/>
                      </a:lnTo>
                      <a:lnTo>
                        <a:pt x="6968" y="37935"/>
                      </a:lnTo>
                      <a:lnTo>
                        <a:pt x="6842" y="37914"/>
                      </a:lnTo>
                      <a:lnTo>
                        <a:pt x="6842" y="37956"/>
                      </a:lnTo>
                      <a:lnTo>
                        <a:pt x="6905" y="38040"/>
                      </a:lnTo>
                      <a:lnTo>
                        <a:pt x="6821" y="38061"/>
                      </a:lnTo>
                      <a:lnTo>
                        <a:pt x="6738" y="38144"/>
                      </a:lnTo>
                      <a:lnTo>
                        <a:pt x="6863" y="38165"/>
                      </a:lnTo>
                      <a:lnTo>
                        <a:pt x="6947" y="38165"/>
                      </a:lnTo>
                      <a:lnTo>
                        <a:pt x="7114" y="38291"/>
                      </a:lnTo>
                      <a:lnTo>
                        <a:pt x="7114" y="38375"/>
                      </a:lnTo>
                      <a:lnTo>
                        <a:pt x="7240" y="38500"/>
                      </a:lnTo>
                      <a:lnTo>
                        <a:pt x="7449" y="38479"/>
                      </a:lnTo>
                      <a:lnTo>
                        <a:pt x="7679" y="38605"/>
                      </a:lnTo>
                      <a:lnTo>
                        <a:pt x="7847" y="38647"/>
                      </a:lnTo>
                      <a:lnTo>
                        <a:pt x="8202" y="38898"/>
                      </a:lnTo>
                      <a:lnTo>
                        <a:pt x="8286" y="39023"/>
                      </a:lnTo>
                      <a:lnTo>
                        <a:pt x="8391" y="39065"/>
                      </a:lnTo>
                      <a:lnTo>
                        <a:pt x="8412" y="39128"/>
                      </a:lnTo>
                      <a:lnTo>
                        <a:pt x="8516" y="39211"/>
                      </a:lnTo>
                      <a:lnTo>
                        <a:pt x="8600" y="39211"/>
                      </a:lnTo>
                      <a:lnTo>
                        <a:pt x="8621" y="39295"/>
                      </a:lnTo>
                      <a:lnTo>
                        <a:pt x="8725" y="39337"/>
                      </a:lnTo>
                      <a:lnTo>
                        <a:pt x="8788" y="39337"/>
                      </a:lnTo>
                      <a:lnTo>
                        <a:pt x="8893" y="39483"/>
                      </a:lnTo>
                      <a:lnTo>
                        <a:pt x="8997" y="39504"/>
                      </a:lnTo>
                      <a:lnTo>
                        <a:pt x="9039" y="39525"/>
                      </a:lnTo>
                      <a:lnTo>
                        <a:pt x="9102" y="39504"/>
                      </a:lnTo>
                      <a:lnTo>
                        <a:pt x="9248" y="39630"/>
                      </a:lnTo>
                      <a:lnTo>
                        <a:pt x="9248" y="39714"/>
                      </a:lnTo>
                      <a:lnTo>
                        <a:pt x="9374" y="39735"/>
                      </a:lnTo>
                      <a:lnTo>
                        <a:pt x="9520" y="39923"/>
                      </a:lnTo>
                      <a:lnTo>
                        <a:pt x="9583" y="40007"/>
                      </a:lnTo>
                      <a:lnTo>
                        <a:pt x="9625" y="40237"/>
                      </a:lnTo>
                      <a:lnTo>
                        <a:pt x="9730" y="40425"/>
                      </a:lnTo>
                      <a:lnTo>
                        <a:pt x="9688" y="40488"/>
                      </a:lnTo>
                      <a:lnTo>
                        <a:pt x="9730" y="40572"/>
                      </a:lnTo>
                      <a:cubicBezTo>
                        <a:pt x="9939" y="40572"/>
                        <a:pt x="10483" y="40572"/>
                        <a:pt x="10462" y="40446"/>
                      </a:cubicBezTo>
                      <a:lnTo>
                        <a:pt x="10420" y="40279"/>
                      </a:lnTo>
                      <a:lnTo>
                        <a:pt x="11090" y="40258"/>
                      </a:lnTo>
                      <a:cubicBezTo>
                        <a:pt x="11090" y="40258"/>
                        <a:pt x="11215" y="40383"/>
                        <a:pt x="11320" y="40383"/>
                      </a:cubicBezTo>
                      <a:cubicBezTo>
                        <a:pt x="11425" y="40383"/>
                        <a:pt x="11948" y="40153"/>
                        <a:pt x="11948" y="40153"/>
                      </a:cubicBezTo>
                      <a:cubicBezTo>
                        <a:pt x="11948" y="40153"/>
                        <a:pt x="12073" y="40174"/>
                        <a:pt x="12136" y="40279"/>
                      </a:cubicBezTo>
                      <a:cubicBezTo>
                        <a:pt x="12159" y="40337"/>
                        <a:pt x="12208" y="40350"/>
                        <a:pt x="12254" y="40350"/>
                      </a:cubicBezTo>
                      <a:cubicBezTo>
                        <a:pt x="12291" y="40350"/>
                        <a:pt x="12327" y="40341"/>
                        <a:pt x="12345" y="40341"/>
                      </a:cubicBezTo>
                      <a:lnTo>
                        <a:pt x="12345" y="40320"/>
                      </a:lnTo>
                      <a:lnTo>
                        <a:pt x="12492" y="40341"/>
                      </a:lnTo>
                      <a:lnTo>
                        <a:pt x="12764" y="40551"/>
                      </a:lnTo>
                      <a:lnTo>
                        <a:pt x="12826" y="40676"/>
                      </a:lnTo>
                      <a:lnTo>
                        <a:pt x="13098" y="40697"/>
                      </a:lnTo>
                      <a:lnTo>
                        <a:pt x="13140" y="40592"/>
                      </a:lnTo>
                      <a:lnTo>
                        <a:pt x="13308" y="40488"/>
                      </a:lnTo>
                      <a:lnTo>
                        <a:pt x="13496" y="40258"/>
                      </a:lnTo>
                      <a:lnTo>
                        <a:pt x="13433" y="40237"/>
                      </a:lnTo>
                      <a:lnTo>
                        <a:pt x="13119" y="39965"/>
                      </a:lnTo>
                      <a:lnTo>
                        <a:pt x="12910" y="39714"/>
                      </a:lnTo>
                      <a:lnTo>
                        <a:pt x="12889" y="39546"/>
                      </a:lnTo>
                      <a:lnTo>
                        <a:pt x="12805" y="39442"/>
                      </a:lnTo>
                      <a:lnTo>
                        <a:pt x="12805" y="39295"/>
                      </a:lnTo>
                      <a:lnTo>
                        <a:pt x="12785" y="39211"/>
                      </a:lnTo>
                      <a:lnTo>
                        <a:pt x="12764" y="39170"/>
                      </a:lnTo>
                      <a:lnTo>
                        <a:pt x="12680" y="39170"/>
                      </a:lnTo>
                      <a:lnTo>
                        <a:pt x="12680" y="39065"/>
                      </a:lnTo>
                      <a:lnTo>
                        <a:pt x="12722" y="39086"/>
                      </a:lnTo>
                      <a:lnTo>
                        <a:pt x="12764" y="38981"/>
                      </a:lnTo>
                      <a:lnTo>
                        <a:pt x="12805" y="38877"/>
                      </a:lnTo>
                      <a:lnTo>
                        <a:pt x="12722" y="38877"/>
                      </a:lnTo>
                      <a:lnTo>
                        <a:pt x="12680" y="38919"/>
                      </a:lnTo>
                      <a:lnTo>
                        <a:pt x="12554" y="38856"/>
                      </a:lnTo>
                      <a:lnTo>
                        <a:pt x="12554" y="38667"/>
                      </a:lnTo>
                      <a:lnTo>
                        <a:pt x="12450" y="38647"/>
                      </a:lnTo>
                      <a:lnTo>
                        <a:pt x="12366" y="38563"/>
                      </a:lnTo>
                      <a:lnTo>
                        <a:pt x="12282" y="38584"/>
                      </a:lnTo>
                      <a:lnTo>
                        <a:pt x="12178" y="38584"/>
                      </a:lnTo>
                      <a:lnTo>
                        <a:pt x="12136" y="38375"/>
                      </a:lnTo>
                      <a:lnTo>
                        <a:pt x="12157" y="38270"/>
                      </a:lnTo>
                      <a:lnTo>
                        <a:pt x="12199" y="38228"/>
                      </a:lnTo>
                      <a:lnTo>
                        <a:pt x="12199" y="38019"/>
                      </a:lnTo>
                      <a:lnTo>
                        <a:pt x="12261" y="37914"/>
                      </a:lnTo>
                      <a:lnTo>
                        <a:pt x="12282" y="37768"/>
                      </a:lnTo>
                      <a:lnTo>
                        <a:pt x="12345" y="37726"/>
                      </a:lnTo>
                      <a:lnTo>
                        <a:pt x="12366" y="37600"/>
                      </a:lnTo>
                      <a:lnTo>
                        <a:pt x="12408" y="37517"/>
                      </a:lnTo>
                      <a:lnTo>
                        <a:pt x="12408" y="37433"/>
                      </a:lnTo>
                      <a:lnTo>
                        <a:pt x="12471" y="37454"/>
                      </a:lnTo>
                      <a:lnTo>
                        <a:pt x="12513" y="37517"/>
                      </a:lnTo>
                      <a:lnTo>
                        <a:pt x="12575" y="37496"/>
                      </a:lnTo>
                      <a:lnTo>
                        <a:pt x="12596" y="37412"/>
                      </a:lnTo>
                      <a:lnTo>
                        <a:pt x="12659" y="37454"/>
                      </a:lnTo>
                      <a:lnTo>
                        <a:pt x="12701" y="37412"/>
                      </a:lnTo>
                      <a:lnTo>
                        <a:pt x="12785" y="37412"/>
                      </a:lnTo>
                      <a:lnTo>
                        <a:pt x="12868" y="37349"/>
                      </a:lnTo>
                      <a:lnTo>
                        <a:pt x="12826" y="37307"/>
                      </a:lnTo>
                      <a:lnTo>
                        <a:pt x="12764" y="37286"/>
                      </a:lnTo>
                      <a:lnTo>
                        <a:pt x="12805" y="37286"/>
                      </a:lnTo>
                      <a:cubicBezTo>
                        <a:pt x="12805" y="37286"/>
                        <a:pt x="12826" y="37307"/>
                        <a:pt x="12868" y="37307"/>
                      </a:cubicBezTo>
                      <a:cubicBezTo>
                        <a:pt x="12889" y="37307"/>
                        <a:pt x="12931" y="37286"/>
                        <a:pt x="12931" y="37286"/>
                      </a:cubicBezTo>
                      <a:lnTo>
                        <a:pt x="12994" y="37328"/>
                      </a:lnTo>
                      <a:lnTo>
                        <a:pt x="13036" y="37307"/>
                      </a:lnTo>
                      <a:lnTo>
                        <a:pt x="13015" y="37245"/>
                      </a:lnTo>
                      <a:lnTo>
                        <a:pt x="12847" y="37140"/>
                      </a:lnTo>
                      <a:lnTo>
                        <a:pt x="12931" y="37119"/>
                      </a:lnTo>
                      <a:lnTo>
                        <a:pt x="13036" y="37140"/>
                      </a:lnTo>
                      <a:lnTo>
                        <a:pt x="13098" y="37119"/>
                      </a:lnTo>
                      <a:lnTo>
                        <a:pt x="13161" y="37140"/>
                      </a:lnTo>
                      <a:lnTo>
                        <a:pt x="13161" y="37077"/>
                      </a:lnTo>
                      <a:lnTo>
                        <a:pt x="13119" y="37035"/>
                      </a:lnTo>
                      <a:lnTo>
                        <a:pt x="13161" y="37035"/>
                      </a:lnTo>
                      <a:lnTo>
                        <a:pt x="13161" y="36994"/>
                      </a:lnTo>
                      <a:lnTo>
                        <a:pt x="13119" y="36931"/>
                      </a:lnTo>
                      <a:lnTo>
                        <a:pt x="13203" y="36910"/>
                      </a:lnTo>
                      <a:lnTo>
                        <a:pt x="13203" y="36868"/>
                      </a:lnTo>
                      <a:lnTo>
                        <a:pt x="13203" y="36805"/>
                      </a:lnTo>
                      <a:lnTo>
                        <a:pt x="13057" y="36722"/>
                      </a:lnTo>
                      <a:lnTo>
                        <a:pt x="12910" y="36784"/>
                      </a:lnTo>
                      <a:lnTo>
                        <a:pt x="12701" y="36659"/>
                      </a:lnTo>
                      <a:lnTo>
                        <a:pt x="12701" y="36554"/>
                      </a:lnTo>
                      <a:lnTo>
                        <a:pt x="12910" y="36554"/>
                      </a:lnTo>
                      <a:lnTo>
                        <a:pt x="12680" y="36157"/>
                      </a:lnTo>
                      <a:lnTo>
                        <a:pt x="12408" y="35885"/>
                      </a:lnTo>
                      <a:lnTo>
                        <a:pt x="12052" y="35780"/>
                      </a:lnTo>
                      <a:lnTo>
                        <a:pt x="11989" y="35864"/>
                      </a:lnTo>
                      <a:lnTo>
                        <a:pt x="11822" y="35717"/>
                      </a:lnTo>
                      <a:lnTo>
                        <a:pt x="11843" y="35634"/>
                      </a:lnTo>
                      <a:lnTo>
                        <a:pt x="11738" y="35466"/>
                      </a:lnTo>
                      <a:lnTo>
                        <a:pt x="11508" y="35403"/>
                      </a:lnTo>
                      <a:lnTo>
                        <a:pt x="11571" y="35194"/>
                      </a:lnTo>
                      <a:lnTo>
                        <a:pt x="11634" y="34818"/>
                      </a:lnTo>
                      <a:lnTo>
                        <a:pt x="11550" y="34734"/>
                      </a:lnTo>
                      <a:lnTo>
                        <a:pt x="11529" y="34462"/>
                      </a:lnTo>
                      <a:lnTo>
                        <a:pt x="11634" y="34399"/>
                      </a:lnTo>
                      <a:lnTo>
                        <a:pt x="11780" y="34211"/>
                      </a:lnTo>
                      <a:lnTo>
                        <a:pt x="11780" y="34064"/>
                      </a:lnTo>
                      <a:lnTo>
                        <a:pt x="11864" y="33960"/>
                      </a:lnTo>
                      <a:lnTo>
                        <a:pt x="12178" y="34253"/>
                      </a:lnTo>
                      <a:lnTo>
                        <a:pt x="12199" y="34357"/>
                      </a:lnTo>
                      <a:lnTo>
                        <a:pt x="12387" y="34462"/>
                      </a:lnTo>
                      <a:lnTo>
                        <a:pt x="12575" y="34420"/>
                      </a:lnTo>
                      <a:lnTo>
                        <a:pt x="12554" y="34253"/>
                      </a:lnTo>
                      <a:lnTo>
                        <a:pt x="12617" y="34190"/>
                      </a:lnTo>
                      <a:lnTo>
                        <a:pt x="12492" y="33729"/>
                      </a:lnTo>
                      <a:lnTo>
                        <a:pt x="12680" y="33688"/>
                      </a:lnTo>
                      <a:lnTo>
                        <a:pt x="12868" y="33688"/>
                      </a:lnTo>
                      <a:lnTo>
                        <a:pt x="12868" y="33562"/>
                      </a:lnTo>
                      <a:lnTo>
                        <a:pt x="12785" y="33457"/>
                      </a:lnTo>
                      <a:lnTo>
                        <a:pt x="12805" y="33332"/>
                      </a:lnTo>
                      <a:lnTo>
                        <a:pt x="12994" y="33227"/>
                      </a:lnTo>
                      <a:lnTo>
                        <a:pt x="13077" y="33227"/>
                      </a:lnTo>
                      <a:lnTo>
                        <a:pt x="13119" y="33060"/>
                      </a:lnTo>
                      <a:lnTo>
                        <a:pt x="13203" y="32997"/>
                      </a:lnTo>
                      <a:lnTo>
                        <a:pt x="13329" y="33018"/>
                      </a:lnTo>
                      <a:lnTo>
                        <a:pt x="13349" y="32913"/>
                      </a:lnTo>
                      <a:lnTo>
                        <a:pt x="13329" y="32809"/>
                      </a:lnTo>
                      <a:lnTo>
                        <a:pt x="13349" y="32725"/>
                      </a:lnTo>
                      <a:lnTo>
                        <a:pt x="13538" y="32830"/>
                      </a:lnTo>
                      <a:lnTo>
                        <a:pt x="13663" y="32893"/>
                      </a:lnTo>
                      <a:lnTo>
                        <a:pt x="13642" y="32955"/>
                      </a:lnTo>
                      <a:lnTo>
                        <a:pt x="13559" y="33060"/>
                      </a:lnTo>
                      <a:lnTo>
                        <a:pt x="13621" y="33123"/>
                      </a:lnTo>
                      <a:lnTo>
                        <a:pt x="13726" y="33060"/>
                      </a:lnTo>
                      <a:lnTo>
                        <a:pt x="13747" y="32997"/>
                      </a:lnTo>
                      <a:lnTo>
                        <a:pt x="13831" y="32934"/>
                      </a:lnTo>
                      <a:lnTo>
                        <a:pt x="13831" y="33039"/>
                      </a:lnTo>
                      <a:lnTo>
                        <a:pt x="13914" y="32955"/>
                      </a:lnTo>
                      <a:lnTo>
                        <a:pt x="13935" y="32893"/>
                      </a:lnTo>
                      <a:lnTo>
                        <a:pt x="14040" y="32893"/>
                      </a:lnTo>
                      <a:lnTo>
                        <a:pt x="14165" y="32809"/>
                      </a:lnTo>
                      <a:lnTo>
                        <a:pt x="14270" y="32809"/>
                      </a:lnTo>
                      <a:lnTo>
                        <a:pt x="14312" y="32955"/>
                      </a:lnTo>
                      <a:lnTo>
                        <a:pt x="14458" y="33039"/>
                      </a:lnTo>
                      <a:lnTo>
                        <a:pt x="14668" y="32955"/>
                      </a:lnTo>
                      <a:lnTo>
                        <a:pt x="14772" y="32955"/>
                      </a:lnTo>
                      <a:lnTo>
                        <a:pt x="14814" y="33039"/>
                      </a:lnTo>
                      <a:lnTo>
                        <a:pt x="14898" y="33039"/>
                      </a:lnTo>
                      <a:lnTo>
                        <a:pt x="15002" y="33206"/>
                      </a:lnTo>
                      <a:lnTo>
                        <a:pt x="15128" y="33206"/>
                      </a:lnTo>
                      <a:lnTo>
                        <a:pt x="15233" y="33332"/>
                      </a:lnTo>
                      <a:lnTo>
                        <a:pt x="15400" y="33457"/>
                      </a:lnTo>
                      <a:lnTo>
                        <a:pt x="15463" y="33457"/>
                      </a:lnTo>
                      <a:lnTo>
                        <a:pt x="15526" y="33541"/>
                      </a:lnTo>
                      <a:lnTo>
                        <a:pt x="15526" y="33667"/>
                      </a:lnTo>
                      <a:lnTo>
                        <a:pt x="15609" y="33688"/>
                      </a:lnTo>
                      <a:lnTo>
                        <a:pt x="15672" y="33583"/>
                      </a:lnTo>
                      <a:lnTo>
                        <a:pt x="15672" y="33437"/>
                      </a:lnTo>
                      <a:lnTo>
                        <a:pt x="15777" y="33353"/>
                      </a:lnTo>
                      <a:lnTo>
                        <a:pt x="15860" y="33457"/>
                      </a:lnTo>
                      <a:lnTo>
                        <a:pt x="16070" y="33478"/>
                      </a:lnTo>
                      <a:lnTo>
                        <a:pt x="16153" y="33583"/>
                      </a:lnTo>
                      <a:lnTo>
                        <a:pt x="16258" y="33625"/>
                      </a:lnTo>
                      <a:lnTo>
                        <a:pt x="16383" y="33520"/>
                      </a:lnTo>
                      <a:lnTo>
                        <a:pt x="16383" y="33311"/>
                      </a:lnTo>
                      <a:lnTo>
                        <a:pt x="16509" y="33311"/>
                      </a:lnTo>
                      <a:lnTo>
                        <a:pt x="16509" y="33206"/>
                      </a:lnTo>
                      <a:lnTo>
                        <a:pt x="16614" y="33165"/>
                      </a:lnTo>
                      <a:lnTo>
                        <a:pt x="16697" y="33248"/>
                      </a:lnTo>
                      <a:lnTo>
                        <a:pt x="16760" y="33144"/>
                      </a:lnTo>
                      <a:lnTo>
                        <a:pt x="16886" y="33123"/>
                      </a:lnTo>
                      <a:lnTo>
                        <a:pt x="17032" y="33269"/>
                      </a:lnTo>
                      <a:lnTo>
                        <a:pt x="17074" y="33332"/>
                      </a:lnTo>
                      <a:lnTo>
                        <a:pt x="17220" y="33311"/>
                      </a:lnTo>
                      <a:lnTo>
                        <a:pt x="17199" y="33165"/>
                      </a:lnTo>
                      <a:lnTo>
                        <a:pt x="17283" y="33144"/>
                      </a:lnTo>
                      <a:lnTo>
                        <a:pt x="17409" y="33144"/>
                      </a:lnTo>
                      <a:lnTo>
                        <a:pt x="17451" y="33060"/>
                      </a:lnTo>
                      <a:lnTo>
                        <a:pt x="17597" y="33144"/>
                      </a:lnTo>
                      <a:lnTo>
                        <a:pt x="17660" y="33206"/>
                      </a:lnTo>
                      <a:lnTo>
                        <a:pt x="17639" y="33269"/>
                      </a:lnTo>
                      <a:lnTo>
                        <a:pt x="17555" y="33332"/>
                      </a:lnTo>
                      <a:lnTo>
                        <a:pt x="17660" y="33457"/>
                      </a:lnTo>
                      <a:lnTo>
                        <a:pt x="17764" y="33478"/>
                      </a:lnTo>
                      <a:lnTo>
                        <a:pt x="17827" y="33457"/>
                      </a:lnTo>
                      <a:lnTo>
                        <a:pt x="17911" y="33520"/>
                      </a:lnTo>
                      <a:lnTo>
                        <a:pt x="18078" y="33520"/>
                      </a:lnTo>
                      <a:lnTo>
                        <a:pt x="18287" y="33625"/>
                      </a:lnTo>
                      <a:lnTo>
                        <a:pt x="18434" y="33583"/>
                      </a:lnTo>
                      <a:lnTo>
                        <a:pt x="18476" y="33457"/>
                      </a:lnTo>
                      <a:lnTo>
                        <a:pt x="18476" y="33353"/>
                      </a:lnTo>
                      <a:lnTo>
                        <a:pt x="18539" y="33311"/>
                      </a:lnTo>
                      <a:lnTo>
                        <a:pt x="18706" y="33416"/>
                      </a:lnTo>
                      <a:lnTo>
                        <a:pt x="18873" y="33437"/>
                      </a:lnTo>
                      <a:lnTo>
                        <a:pt x="19062" y="33353"/>
                      </a:lnTo>
                      <a:lnTo>
                        <a:pt x="19103" y="33248"/>
                      </a:lnTo>
                      <a:lnTo>
                        <a:pt x="19083" y="32809"/>
                      </a:lnTo>
                      <a:lnTo>
                        <a:pt x="19020" y="32746"/>
                      </a:lnTo>
                      <a:lnTo>
                        <a:pt x="18852" y="32746"/>
                      </a:lnTo>
                      <a:lnTo>
                        <a:pt x="18748" y="32683"/>
                      </a:lnTo>
                      <a:lnTo>
                        <a:pt x="18706" y="32621"/>
                      </a:lnTo>
                      <a:lnTo>
                        <a:pt x="18580" y="32600"/>
                      </a:lnTo>
                      <a:lnTo>
                        <a:pt x="18497" y="32516"/>
                      </a:lnTo>
                      <a:lnTo>
                        <a:pt x="18371" y="32516"/>
                      </a:lnTo>
                      <a:lnTo>
                        <a:pt x="18371" y="32432"/>
                      </a:lnTo>
                      <a:lnTo>
                        <a:pt x="18350" y="32369"/>
                      </a:lnTo>
                      <a:lnTo>
                        <a:pt x="18371" y="32307"/>
                      </a:lnTo>
                      <a:lnTo>
                        <a:pt x="18476" y="32307"/>
                      </a:lnTo>
                      <a:lnTo>
                        <a:pt x="18497" y="32181"/>
                      </a:lnTo>
                      <a:lnTo>
                        <a:pt x="18580" y="32077"/>
                      </a:lnTo>
                      <a:lnTo>
                        <a:pt x="18559" y="31951"/>
                      </a:lnTo>
                      <a:lnTo>
                        <a:pt x="18476" y="31951"/>
                      </a:lnTo>
                      <a:lnTo>
                        <a:pt x="18476" y="31805"/>
                      </a:lnTo>
                      <a:lnTo>
                        <a:pt x="18601" y="31637"/>
                      </a:lnTo>
                      <a:lnTo>
                        <a:pt x="18748" y="31491"/>
                      </a:lnTo>
                      <a:lnTo>
                        <a:pt x="18978" y="31470"/>
                      </a:lnTo>
                      <a:lnTo>
                        <a:pt x="19083" y="31491"/>
                      </a:lnTo>
                      <a:lnTo>
                        <a:pt x="19166" y="31449"/>
                      </a:lnTo>
                      <a:lnTo>
                        <a:pt x="19166" y="31344"/>
                      </a:lnTo>
                      <a:lnTo>
                        <a:pt x="19062" y="31323"/>
                      </a:lnTo>
                      <a:lnTo>
                        <a:pt x="18978" y="31219"/>
                      </a:lnTo>
                      <a:lnTo>
                        <a:pt x="18873" y="31219"/>
                      </a:lnTo>
                      <a:lnTo>
                        <a:pt x="18790" y="31260"/>
                      </a:lnTo>
                      <a:lnTo>
                        <a:pt x="18685" y="31219"/>
                      </a:lnTo>
                      <a:lnTo>
                        <a:pt x="18539" y="31219"/>
                      </a:lnTo>
                      <a:lnTo>
                        <a:pt x="18539" y="31135"/>
                      </a:lnTo>
                      <a:lnTo>
                        <a:pt x="18580" y="31072"/>
                      </a:lnTo>
                      <a:lnTo>
                        <a:pt x="18748" y="31072"/>
                      </a:lnTo>
                      <a:lnTo>
                        <a:pt x="18685" y="30947"/>
                      </a:lnTo>
                      <a:lnTo>
                        <a:pt x="18539" y="30968"/>
                      </a:lnTo>
                      <a:lnTo>
                        <a:pt x="18434" y="30947"/>
                      </a:lnTo>
                      <a:lnTo>
                        <a:pt x="18476" y="30905"/>
                      </a:lnTo>
                      <a:lnTo>
                        <a:pt x="18434" y="30758"/>
                      </a:lnTo>
                      <a:lnTo>
                        <a:pt x="18476" y="30737"/>
                      </a:lnTo>
                      <a:lnTo>
                        <a:pt x="18601" y="30737"/>
                      </a:lnTo>
                      <a:lnTo>
                        <a:pt x="18664" y="30654"/>
                      </a:lnTo>
                      <a:lnTo>
                        <a:pt x="18748" y="30654"/>
                      </a:lnTo>
                      <a:lnTo>
                        <a:pt x="18769" y="30716"/>
                      </a:lnTo>
                      <a:lnTo>
                        <a:pt x="18894" y="30696"/>
                      </a:lnTo>
                      <a:lnTo>
                        <a:pt x="18999" y="30758"/>
                      </a:lnTo>
                      <a:lnTo>
                        <a:pt x="19062" y="30716"/>
                      </a:lnTo>
                      <a:lnTo>
                        <a:pt x="19062" y="30633"/>
                      </a:lnTo>
                      <a:lnTo>
                        <a:pt x="19166" y="30591"/>
                      </a:lnTo>
                      <a:lnTo>
                        <a:pt x="19271" y="30591"/>
                      </a:lnTo>
                      <a:lnTo>
                        <a:pt x="19334" y="30696"/>
                      </a:lnTo>
                      <a:lnTo>
                        <a:pt x="19396" y="30612"/>
                      </a:lnTo>
                      <a:lnTo>
                        <a:pt x="19396" y="30528"/>
                      </a:lnTo>
                      <a:lnTo>
                        <a:pt x="19606" y="30486"/>
                      </a:lnTo>
                      <a:lnTo>
                        <a:pt x="19731" y="30486"/>
                      </a:lnTo>
                      <a:lnTo>
                        <a:pt x="19899" y="30403"/>
                      </a:lnTo>
                      <a:lnTo>
                        <a:pt x="20045" y="30403"/>
                      </a:lnTo>
                      <a:lnTo>
                        <a:pt x="20066" y="30340"/>
                      </a:lnTo>
                      <a:lnTo>
                        <a:pt x="20233" y="30235"/>
                      </a:lnTo>
                      <a:lnTo>
                        <a:pt x="20359" y="30235"/>
                      </a:lnTo>
                      <a:lnTo>
                        <a:pt x="20443" y="30193"/>
                      </a:lnTo>
                      <a:lnTo>
                        <a:pt x="20526" y="30193"/>
                      </a:lnTo>
                      <a:lnTo>
                        <a:pt x="20589" y="30214"/>
                      </a:lnTo>
                      <a:lnTo>
                        <a:pt x="20652" y="30172"/>
                      </a:lnTo>
                      <a:lnTo>
                        <a:pt x="20652" y="30026"/>
                      </a:lnTo>
                      <a:lnTo>
                        <a:pt x="20736" y="29984"/>
                      </a:lnTo>
                      <a:lnTo>
                        <a:pt x="20861" y="29984"/>
                      </a:lnTo>
                      <a:lnTo>
                        <a:pt x="20882" y="29900"/>
                      </a:lnTo>
                      <a:lnTo>
                        <a:pt x="20966" y="29859"/>
                      </a:lnTo>
                      <a:lnTo>
                        <a:pt x="21008" y="29900"/>
                      </a:lnTo>
                      <a:lnTo>
                        <a:pt x="21091" y="29921"/>
                      </a:lnTo>
                      <a:lnTo>
                        <a:pt x="21196" y="29880"/>
                      </a:lnTo>
                      <a:lnTo>
                        <a:pt x="21321" y="29817"/>
                      </a:lnTo>
                      <a:lnTo>
                        <a:pt x="21572" y="29670"/>
                      </a:lnTo>
                      <a:lnTo>
                        <a:pt x="21614" y="29670"/>
                      </a:lnTo>
                      <a:lnTo>
                        <a:pt x="21677" y="29649"/>
                      </a:lnTo>
                      <a:lnTo>
                        <a:pt x="21803" y="29608"/>
                      </a:lnTo>
                      <a:lnTo>
                        <a:pt x="21886" y="29503"/>
                      </a:lnTo>
                      <a:lnTo>
                        <a:pt x="21949" y="29545"/>
                      </a:lnTo>
                      <a:lnTo>
                        <a:pt x="22116" y="29503"/>
                      </a:lnTo>
                      <a:lnTo>
                        <a:pt x="22116" y="29440"/>
                      </a:lnTo>
                      <a:lnTo>
                        <a:pt x="22054" y="29356"/>
                      </a:lnTo>
                      <a:lnTo>
                        <a:pt x="22116" y="29336"/>
                      </a:lnTo>
                      <a:lnTo>
                        <a:pt x="22284" y="29336"/>
                      </a:lnTo>
                      <a:lnTo>
                        <a:pt x="22305" y="29231"/>
                      </a:lnTo>
                      <a:lnTo>
                        <a:pt x="22409" y="29168"/>
                      </a:lnTo>
                      <a:lnTo>
                        <a:pt x="22472" y="29168"/>
                      </a:lnTo>
                      <a:lnTo>
                        <a:pt x="22556" y="29147"/>
                      </a:lnTo>
                      <a:lnTo>
                        <a:pt x="22681" y="29189"/>
                      </a:lnTo>
                      <a:lnTo>
                        <a:pt x="22849" y="29168"/>
                      </a:lnTo>
                      <a:lnTo>
                        <a:pt x="22974" y="29273"/>
                      </a:lnTo>
                      <a:lnTo>
                        <a:pt x="23100" y="29273"/>
                      </a:lnTo>
                      <a:lnTo>
                        <a:pt x="23246" y="29210"/>
                      </a:lnTo>
                      <a:lnTo>
                        <a:pt x="23372" y="29210"/>
                      </a:lnTo>
                      <a:lnTo>
                        <a:pt x="23414" y="29356"/>
                      </a:lnTo>
                      <a:lnTo>
                        <a:pt x="23477" y="29377"/>
                      </a:lnTo>
                      <a:lnTo>
                        <a:pt x="23539" y="29503"/>
                      </a:lnTo>
                      <a:lnTo>
                        <a:pt x="23602" y="29608"/>
                      </a:lnTo>
                      <a:lnTo>
                        <a:pt x="23686" y="29670"/>
                      </a:lnTo>
                      <a:lnTo>
                        <a:pt x="23686" y="29712"/>
                      </a:lnTo>
                      <a:lnTo>
                        <a:pt x="23665" y="29817"/>
                      </a:lnTo>
                      <a:lnTo>
                        <a:pt x="23686" y="29921"/>
                      </a:lnTo>
                      <a:lnTo>
                        <a:pt x="23686" y="29984"/>
                      </a:lnTo>
                      <a:lnTo>
                        <a:pt x="23602" y="30005"/>
                      </a:lnTo>
                      <a:lnTo>
                        <a:pt x="23665" y="30110"/>
                      </a:lnTo>
                      <a:lnTo>
                        <a:pt x="23749" y="30152"/>
                      </a:lnTo>
                      <a:lnTo>
                        <a:pt x="23874" y="30089"/>
                      </a:lnTo>
                      <a:lnTo>
                        <a:pt x="23937" y="30152"/>
                      </a:lnTo>
                      <a:lnTo>
                        <a:pt x="24000" y="30131"/>
                      </a:lnTo>
                      <a:lnTo>
                        <a:pt x="24021" y="30026"/>
                      </a:lnTo>
                      <a:lnTo>
                        <a:pt x="24104" y="30005"/>
                      </a:lnTo>
                      <a:lnTo>
                        <a:pt x="24125" y="30110"/>
                      </a:lnTo>
                      <a:lnTo>
                        <a:pt x="24209" y="30110"/>
                      </a:lnTo>
                      <a:lnTo>
                        <a:pt x="24230" y="30026"/>
                      </a:lnTo>
                      <a:lnTo>
                        <a:pt x="24188" y="29921"/>
                      </a:lnTo>
                      <a:lnTo>
                        <a:pt x="24209" y="29900"/>
                      </a:lnTo>
                      <a:lnTo>
                        <a:pt x="24418" y="30026"/>
                      </a:lnTo>
                      <a:lnTo>
                        <a:pt x="24439" y="30214"/>
                      </a:lnTo>
                      <a:lnTo>
                        <a:pt x="24523" y="30340"/>
                      </a:lnTo>
                      <a:lnTo>
                        <a:pt x="24606" y="30340"/>
                      </a:lnTo>
                      <a:lnTo>
                        <a:pt x="24669" y="30256"/>
                      </a:lnTo>
                      <a:lnTo>
                        <a:pt x="24627" y="30235"/>
                      </a:lnTo>
                      <a:lnTo>
                        <a:pt x="24606" y="30193"/>
                      </a:lnTo>
                      <a:lnTo>
                        <a:pt x="24732" y="30152"/>
                      </a:lnTo>
                      <a:lnTo>
                        <a:pt x="24941" y="30256"/>
                      </a:lnTo>
                      <a:lnTo>
                        <a:pt x="25025" y="30256"/>
                      </a:lnTo>
                      <a:lnTo>
                        <a:pt x="25088" y="30193"/>
                      </a:lnTo>
                      <a:lnTo>
                        <a:pt x="25150" y="30214"/>
                      </a:lnTo>
                      <a:lnTo>
                        <a:pt x="25088" y="30319"/>
                      </a:lnTo>
                      <a:lnTo>
                        <a:pt x="25025" y="30361"/>
                      </a:lnTo>
                      <a:lnTo>
                        <a:pt x="25025" y="30528"/>
                      </a:lnTo>
                      <a:lnTo>
                        <a:pt x="25088" y="30633"/>
                      </a:lnTo>
                      <a:lnTo>
                        <a:pt x="25171" y="30633"/>
                      </a:lnTo>
                      <a:lnTo>
                        <a:pt x="25255" y="30549"/>
                      </a:lnTo>
                      <a:lnTo>
                        <a:pt x="25381" y="30528"/>
                      </a:lnTo>
                      <a:lnTo>
                        <a:pt x="25611" y="30570"/>
                      </a:lnTo>
                      <a:lnTo>
                        <a:pt x="25673" y="30612"/>
                      </a:lnTo>
                      <a:lnTo>
                        <a:pt x="25757" y="30549"/>
                      </a:lnTo>
                      <a:lnTo>
                        <a:pt x="25715" y="30424"/>
                      </a:lnTo>
                      <a:lnTo>
                        <a:pt x="25820" y="30361"/>
                      </a:lnTo>
                      <a:lnTo>
                        <a:pt x="25987" y="30340"/>
                      </a:lnTo>
                      <a:lnTo>
                        <a:pt x="26092" y="30256"/>
                      </a:lnTo>
                      <a:lnTo>
                        <a:pt x="26134" y="30152"/>
                      </a:lnTo>
                      <a:lnTo>
                        <a:pt x="26217" y="30089"/>
                      </a:lnTo>
                      <a:lnTo>
                        <a:pt x="26217" y="30005"/>
                      </a:lnTo>
                      <a:lnTo>
                        <a:pt x="26343" y="29880"/>
                      </a:lnTo>
                      <a:lnTo>
                        <a:pt x="26448" y="29838"/>
                      </a:lnTo>
                      <a:lnTo>
                        <a:pt x="26531" y="29733"/>
                      </a:lnTo>
                      <a:lnTo>
                        <a:pt x="26657" y="29712"/>
                      </a:lnTo>
                      <a:lnTo>
                        <a:pt x="26824" y="29670"/>
                      </a:lnTo>
                      <a:lnTo>
                        <a:pt x="26866" y="29712"/>
                      </a:lnTo>
                      <a:lnTo>
                        <a:pt x="26866" y="29817"/>
                      </a:lnTo>
                      <a:lnTo>
                        <a:pt x="27138" y="29900"/>
                      </a:lnTo>
                      <a:lnTo>
                        <a:pt x="27054" y="29921"/>
                      </a:lnTo>
                      <a:lnTo>
                        <a:pt x="27117" y="30005"/>
                      </a:lnTo>
                      <a:lnTo>
                        <a:pt x="28163" y="30800"/>
                      </a:lnTo>
                      <a:lnTo>
                        <a:pt x="29565" y="32579"/>
                      </a:lnTo>
                      <a:lnTo>
                        <a:pt x="29712" y="32537"/>
                      </a:lnTo>
                      <a:lnTo>
                        <a:pt x="29816" y="32495"/>
                      </a:lnTo>
                      <a:lnTo>
                        <a:pt x="29837" y="32411"/>
                      </a:lnTo>
                      <a:lnTo>
                        <a:pt x="29816" y="32390"/>
                      </a:lnTo>
                      <a:lnTo>
                        <a:pt x="29816" y="32265"/>
                      </a:lnTo>
                      <a:lnTo>
                        <a:pt x="29879" y="32202"/>
                      </a:lnTo>
                      <a:lnTo>
                        <a:pt x="30047" y="32286"/>
                      </a:lnTo>
                      <a:lnTo>
                        <a:pt x="30026" y="32369"/>
                      </a:lnTo>
                      <a:lnTo>
                        <a:pt x="30026" y="32432"/>
                      </a:lnTo>
                      <a:lnTo>
                        <a:pt x="30151" y="32474"/>
                      </a:lnTo>
                      <a:lnTo>
                        <a:pt x="30214" y="32537"/>
                      </a:lnTo>
                      <a:lnTo>
                        <a:pt x="30319" y="32537"/>
                      </a:lnTo>
                      <a:lnTo>
                        <a:pt x="30402" y="32495"/>
                      </a:lnTo>
                      <a:lnTo>
                        <a:pt x="30507" y="32474"/>
                      </a:lnTo>
                      <a:lnTo>
                        <a:pt x="30674" y="32537"/>
                      </a:lnTo>
                      <a:lnTo>
                        <a:pt x="30800" y="32495"/>
                      </a:lnTo>
                      <a:lnTo>
                        <a:pt x="30904" y="32516"/>
                      </a:lnTo>
                      <a:lnTo>
                        <a:pt x="31009" y="32474"/>
                      </a:lnTo>
                      <a:lnTo>
                        <a:pt x="31030" y="32411"/>
                      </a:lnTo>
                      <a:lnTo>
                        <a:pt x="31009" y="32369"/>
                      </a:lnTo>
                      <a:lnTo>
                        <a:pt x="31030" y="32307"/>
                      </a:lnTo>
                      <a:lnTo>
                        <a:pt x="31218" y="32286"/>
                      </a:lnTo>
                      <a:lnTo>
                        <a:pt x="31427" y="32286"/>
                      </a:lnTo>
                      <a:lnTo>
                        <a:pt x="31616" y="32328"/>
                      </a:lnTo>
                      <a:lnTo>
                        <a:pt x="31783" y="32474"/>
                      </a:lnTo>
                      <a:lnTo>
                        <a:pt x="31888" y="32621"/>
                      </a:lnTo>
                      <a:lnTo>
                        <a:pt x="31951" y="32746"/>
                      </a:lnTo>
                      <a:lnTo>
                        <a:pt x="32013" y="32746"/>
                      </a:lnTo>
                      <a:lnTo>
                        <a:pt x="32139" y="32788"/>
                      </a:lnTo>
                      <a:lnTo>
                        <a:pt x="32264" y="32851"/>
                      </a:lnTo>
                      <a:lnTo>
                        <a:pt x="32327" y="32851"/>
                      </a:lnTo>
                      <a:lnTo>
                        <a:pt x="32390" y="32913"/>
                      </a:lnTo>
                      <a:lnTo>
                        <a:pt x="32390" y="32997"/>
                      </a:lnTo>
                      <a:lnTo>
                        <a:pt x="32369" y="33039"/>
                      </a:lnTo>
                      <a:lnTo>
                        <a:pt x="32369" y="33144"/>
                      </a:lnTo>
                      <a:lnTo>
                        <a:pt x="32390" y="33227"/>
                      </a:lnTo>
                      <a:lnTo>
                        <a:pt x="32453" y="33269"/>
                      </a:lnTo>
                      <a:lnTo>
                        <a:pt x="32474" y="33311"/>
                      </a:lnTo>
                      <a:lnTo>
                        <a:pt x="32536" y="33311"/>
                      </a:lnTo>
                      <a:lnTo>
                        <a:pt x="32641" y="33353"/>
                      </a:lnTo>
                      <a:lnTo>
                        <a:pt x="32704" y="33416"/>
                      </a:lnTo>
                      <a:lnTo>
                        <a:pt x="32746" y="33353"/>
                      </a:lnTo>
                      <a:lnTo>
                        <a:pt x="32850" y="33311"/>
                      </a:lnTo>
                      <a:lnTo>
                        <a:pt x="33101" y="33269"/>
                      </a:lnTo>
                      <a:lnTo>
                        <a:pt x="33227" y="33248"/>
                      </a:lnTo>
                      <a:lnTo>
                        <a:pt x="33290" y="33144"/>
                      </a:lnTo>
                      <a:lnTo>
                        <a:pt x="33394" y="33102"/>
                      </a:lnTo>
                      <a:lnTo>
                        <a:pt x="33436" y="33123"/>
                      </a:lnTo>
                      <a:lnTo>
                        <a:pt x="33394" y="33248"/>
                      </a:lnTo>
                      <a:lnTo>
                        <a:pt x="33415" y="33353"/>
                      </a:lnTo>
                      <a:lnTo>
                        <a:pt x="33499" y="33374"/>
                      </a:lnTo>
                      <a:lnTo>
                        <a:pt x="33624" y="33478"/>
                      </a:lnTo>
                      <a:lnTo>
                        <a:pt x="33792" y="33541"/>
                      </a:lnTo>
                      <a:lnTo>
                        <a:pt x="33813" y="33562"/>
                      </a:lnTo>
                      <a:lnTo>
                        <a:pt x="33896" y="33562"/>
                      </a:lnTo>
                      <a:lnTo>
                        <a:pt x="34001" y="33625"/>
                      </a:lnTo>
                      <a:lnTo>
                        <a:pt x="34043" y="33625"/>
                      </a:lnTo>
                      <a:lnTo>
                        <a:pt x="34043" y="33583"/>
                      </a:lnTo>
                      <a:lnTo>
                        <a:pt x="34127" y="33374"/>
                      </a:lnTo>
                      <a:lnTo>
                        <a:pt x="34231" y="33332"/>
                      </a:lnTo>
                      <a:lnTo>
                        <a:pt x="34482" y="33332"/>
                      </a:lnTo>
                      <a:lnTo>
                        <a:pt x="34524" y="33269"/>
                      </a:lnTo>
                      <a:lnTo>
                        <a:pt x="34629" y="33165"/>
                      </a:lnTo>
                      <a:lnTo>
                        <a:pt x="34796" y="33102"/>
                      </a:lnTo>
                      <a:lnTo>
                        <a:pt x="34796" y="32997"/>
                      </a:lnTo>
                      <a:lnTo>
                        <a:pt x="34859" y="32893"/>
                      </a:lnTo>
                      <a:lnTo>
                        <a:pt x="35005" y="32809"/>
                      </a:lnTo>
                      <a:lnTo>
                        <a:pt x="35005" y="32725"/>
                      </a:lnTo>
                      <a:lnTo>
                        <a:pt x="35110" y="32621"/>
                      </a:lnTo>
                      <a:lnTo>
                        <a:pt x="35215" y="32600"/>
                      </a:lnTo>
                      <a:lnTo>
                        <a:pt x="35298" y="32495"/>
                      </a:lnTo>
                      <a:lnTo>
                        <a:pt x="35361" y="32432"/>
                      </a:lnTo>
                      <a:lnTo>
                        <a:pt x="35298" y="32390"/>
                      </a:lnTo>
                      <a:lnTo>
                        <a:pt x="35298" y="32307"/>
                      </a:lnTo>
                      <a:lnTo>
                        <a:pt x="35319" y="32265"/>
                      </a:lnTo>
                      <a:lnTo>
                        <a:pt x="35508" y="32307"/>
                      </a:lnTo>
                      <a:lnTo>
                        <a:pt x="35591" y="32265"/>
                      </a:lnTo>
                      <a:lnTo>
                        <a:pt x="35633" y="32097"/>
                      </a:lnTo>
                      <a:lnTo>
                        <a:pt x="35717" y="32077"/>
                      </a:lnTo>
                      <a:lnTo>
                        <a:pt x="35926" y="32056"/>
                      </a:lnTo>
                      <a:lnTo>
                        <a:pt x="36031" y="32014"/>
                      </a:lnTo>
                      <a:lnTo>
                        <a:pt x="36261" y="32014"/>
                      </a:lnTo>
                      <a:lnTo>
                        <a:pt x="36345" y="31972"/>
                      </a:lnTo>
                      <a:lnTo>
                        <a:pt x="36365" y="31972"/>
                      </a:lnTo>
                      <a:lnTo>
                        <a:pt x="36449" y="32077"/>
                      </a:lnTo>
                      <a:lnTo>
                        <a:pt x="36449" y="32160"/>
                      </a:lnTo>
                      <a:lnTo>
                        <a:pt x="36533" y="32223"/>
                      </a:lnTo>
                      <a:lnTo>
                        <a:pt x="36658" y="32223"/>
                      </a:lnTo>
                      <a:lnTo>
                        <a:pt x="36700" y="32202"/>
                      </a:lnTo>
                      <a:lnTo>
                        <a:pt x="36805" y="32202"/>
                      </a:lnTo>
                      <a:lnTo>
                        <a:pt x="36889" y="32160"/>
                      </a:lnTo>
                      <a:lnTo>
                        <a:pt x="37077" y="32160"/>
                      </a:lnTo>
                      <a:lnTo>
                        <a:pt x="37098" y="32223"/>
                      </a:lnTo>
                      <a:lnTo>
                        <a:pt x="37119" y="32328"/>
                      </a:lnTo>
                      <a:lnTo>
                        <a:pt x="37161" y="32411"/>
                      </a:lnTo>
                      <a:lnTo>
                        <a:pt x="37453" y="32579"/>
                      </a:lnTo>
                      <a:lnTo>
                        <a:pt x="37537" y="32641"/>
                      </a:lnTo>
                      <a:lnTo>
                        <a:pt x="37746" y="32746"/>
                      </a:lnTo>
                      <a:lnTo>
                        <a:pt x="37830" y="32704"/>
                      </a:lnTo>
                      <a:lnTo>
                        <a:pt x="37935" y="32641"/>
                      </a:lnTo>
                      <a:lnTo>
                        <a:pt x="38060" y="32579"/>
                      </a:lnTo>
                      <a:lnTo>
                        <a:pt x="38165" y="32579"/>
                      </a:lnTo>
                      <a:lnTo>
                        <a:pt x="38269" y="32600"/>
                      </a:lnTo>
                      <a:lnTo>
                        <a:pt x="38353" y="32641"/>
                      </a:lnTo>
                      <a:lnTo>
                        <a:pt x="38437" y="32621"/>
                      </a:lnTo>
                      <a:lnTo>
                        <a:pt x="38688" y="32621"/>
                      </a:lnTo>
                      <a:lnTo>
                        <a:pt x="38793" y="32683"/>
                      </a:lnTo>
                      <a:lnTo>
                        <a:pt x="38897" y="32683"/>
                      </a:lnTo>
                      <a:lnTo>
                        <a:pt x="38939" y="32641"/>
                      </a:lnTo>
                      <a:lnTo>
                        <a:pt x="39044" y="32683"/>
                      </a:lnTo>
                      <a:lnTo>
                        <a:pt x="39211" y="32641"/>
                      </a:lnTo>
                      <a:lnTo>
                        <a:pt x="39316" y="32474"/>
                      </a:lnTo>
                      <a:lnTo>
                        <a:pt x="39274" y="32390"/>
                      </a:lnTo>
                      <a:lnTo>
                        <a:pt x="39169" y="32307"/>
                      </a:lnTo>
                      <a:lnTo>
                        <a:pt x="39169" y="32118"/>
                      </a:lnTo>
                      <a:lnTo>
                        <a:pt x="39190" y="31951"/>
                      </a:lnTo>
                      <a:lnTo>
                        <a:pt x="39169" y="31867"/>
                      </a:lnTo>
                      <a:lnTo>
                        <a:pt x="39065" y="31846"/>
                      </a:lnTo>
                      <a:lnTo>
                        <a:pt x="39002" y="31763"/>
                      </a:lnTo>
                      <a:lnTo>
                        <a:pt x="38834" y="31700"/>
                      </a:lnTo>
                      <a:lnTo>
                        <a:pt x="38772" y="31574"/>
                      </a:lnTo>
                      <a:lnTo>
                        <a:pt x="38772" y="31281"/>
                      </a:lnTo>
                      <a:lnTo>
                        <a:pt x="38876" y="31156"/>
                      </a:lnTo>
                      <a:lnTo>
                        <a:pt x="38876" y="31072"/>
                      </a:lnTo>
                      <a:lnTo>
                        <a:pt x="38939" y="30968"/>
                      </a:lnTo>
                      <a:lnTo>
                        <a:pt x="39044" y="30947"/>
                      </a:lnTo>
                      <a:lnTo>
                        <a:pt x="39086" y="30968"/>
                      </a:lnTo>
                      <a:lnTo>
                        <a:pt x="39148" y="30863"/>
                      </a:lnTo>
                      <a:lnTo>
                        <a:pt x="39106" y="30758"/>
                      </a:lnTo>
                      <a:lnTo>
                        <a:pt x="39148" y="30696"/>
                      </a:lnTo>
                      <a:lnTo>
                        <a:pt x="39211" y="30633"/>
                      </a:lnTo>
                      <a:lnTo>
                        <a:pt x="39316" y="30633"/>
                      </a:lnTo>
                      <a:lnTo>
                        <a:pt x="39399" y="30696"/>
                      </a:lnTo>
                      <a:lnTo>
                        <a:pt x="39567" y="30737"/>
                      </a:lnTo>
                      <a:lnTo>
                        <a:pt x="39713" y="30821"/>
                      </a:lnTo>
                      <a:lnTo>
                        <a:pt x="39734" y="30863"/>
                      </a:lnTo>
                      <a:lnTo>
                        <a:pt x="39881" y="30926"/>
                      </a:lnTo>
                      <a:lnTo>
                        <a:pt x="40236" y="30926"/>
                      </a:lnTo>
                      <a:lnTo>
                        <a:pt x="40320" y="30968"/>
                      </a:lnTo>
                      <a:lnTo>
                        <a:pt x="40362" y="31030"/>
                      </a:lnTo>
                      <a:lnTo>
                        <a:pt x="40529" y="31051"/>
                      </a:lnTo>
                      <a:lnTo>
                        <a:pt x="40613" y="31114"/>
                      </a:lnTo>
                      <a:lnTo>
                        <a:pt x="40718" y="31135"/>
                      </a:lnTo>
                      <a:lnTo>
                        <a:pt x="40948" y="31135"/>
                      </a:lnTo>
                      <a:lnTo>
                        <a:pt x="41031" y="31156"/>
                      </a:lnTo>
                      <a:lnTo>
                        <a:pt x="41073" y="31240"/>
                      </a:lnTo>
                      <a:lnTo>
                        <a:pt x="41073" y="31323"/>
                      </a:lnTo>
                      <a:lnTo>
                        <a:pt x="41136" y="31386"/>
                      </a:lnTo>
                      <a:lnTo>
                        <a:pt x="41136" y="31470"/>
                      </a:lnTo>
                      <a:lnTo>
                        <a:pt x="41178" y="31533"/>
                      </a:lnTo>
                      <a:lnTo>
                        <a:pt x="41241" y="31658"/>
                      </a:lnTo>
                      <a:lnTo>
                        <a:pt x="41241" y="31763"/>
                      </a:lnTo>
                      <a:lnTo>
                        <a:pt x="41303" y="31805"/>
                      </a:lnTo>
                      <a:lnTo>
                        <a:pt x="41387" y="31805"/>
                      </a:lnTo>
                      <a:lnTo>
                        <a:pt x="41492" y="31909"/>
                      </a:lnTo>
                      <a:lnTo>
                        <a:pt x="41513" y="31972"/>
                      </a:lnTo>
                      <a:lnTo>
                        <a:pt x="41680" y="32014"/>
                      </a:lnTo>
                      <a:lnTo>
                        <a:pt x="41868" y="32118"/>
                      </a:lnTo>
                      <a:lnTo>
                        <a:pt x="41931" y="32118"/>
                      </a:lnTo>
                      <a:lnTo>
                        <a:pt x="41994" y="32077"/>
                      </a:lnTo>
                      <a:lnTo>
                        <a:pt x="42182" y="32077"/>
                      </a:lnTo>
                      <a:lnTo>
                        <a:pt x="42245" y="32014"/>
                      </a:lnTo>
                      <a:lnTo>
                        <a:pt x="42329" y="32014"/>
                      </a:lnTo>
                      <a:lnTo>
                        <a:pt x="42412" y="32056"/>
                      </a:lnTo>
                      <a:lnTo>
                        <a:pt x="42496" y="32014"/>
                      </a:lnTo>
                      <a:lnTo>
                        <a:pt x="42601" y="31909"/>
                      </a:lnTo>
                      <a:lnTo>
                        <a:pt x="42747" y="31867"/>
                      </a:lnTo>
                      <a:lnTo>
                        <a:pt x="42977" y="31846"/>
                      </a:lnTo>
                      <a:lnTo>
                        <a:pt x="43124" y="31763"/>
                      </a:lnTo>
                      <a:lnTo>
                        <a:pt x="43270" y="31763"/>
                      </a:lnTo>
                      <a:lnTo>
                        <a:pt x="43396" y="31700"/>
                      </a:lnTo>
                      <a:lnTo>
                        <a:pt x="43542" y="31784"/>
                      </a:lnTo>
                      <a:lnTo>
                        <a:pt x="43710" y="31805"/>
                      </a:lnTo>
                      <a:lnTo>
                        <a:pt x="43961" y="31805"/>
                      </a:lnTo>
                      <a:lnTo>
                        <a:pt x="44065" y="31972"/>
                      </a:lnTo>
                      <a:lnTo>
                        <a:pt x="44275" y="32056"/>
                      </a:lnTo>
                      <a:lnTo>
                        <a:pt x="44421" y="32056"/>
                      </a:lnTo>
                      <a:lnTo>
                        <a:pt x="44547" y="32014"/>
                      </a:lnTo>
                      <a:lnTo>
                        <a:pt x="44609" y="32077"/>
                      </a:lnTo>
                      <a:lnTo>
                        <a:pt x="44651" y="32265"/>
                      </a:lnTo>
                      <a:lnTo>
                        <a:pt x="44756" y="32328"/>
                      </a:lnTo>
                      <a:lnTo>
                        <a:pt x="44840" y="32390"/>
                      </a:lnTo>
                      <a:lnTo>
                        <a:pt x="44923" y="32411"/>
                      </a:lnTo>
                      <a:lnTo>
                        <a:pt x="45028" y="32516"/>
                      </a:lnTo>
                      <a:lnTo>
                        <a:pt x="45112" y="32516"/>
                      </a:lnTo>
                      <a:lnTo>
                        <a:pt x="45363" y="32495"/>
                      </a:lnTo>
                      <a:lnTo>
                        <a:pt x="45593" y="32579"/>
                      </a:lnTo>
                      <a:lnTo>
                        <a:pt x="45948" y="32579"/>
                      </a:lnTo>
                      <a:lnTo>
                        <a:pt x="46095" y="32537"/>
                      </a:lnTo>
                      <a:lnTo>
                        <a:pt x="46158" y="32495"/>
                      </a:lnTo>
                      <a:lnTo>
                        <a:pt x="46283" y="32495"/>
                      </a:lnTo>
                      <a:lnTo>
                        <a:pt x="46388" y="32537"/>
                      </a:lnTo>
                      <a:lnTo>
                        <a:pt x="46472" y="32537"/>
                      </a:lnTo>
                      <a:lnTo>
                        <a:pt x="46534" y="32411"/>
                      </a:lnTo>
                      <a:lnTo>
                        <a:pt x="46744" y="32286"/>
                      </a:lnTo>
                      <a:lnTo>
                        <a:pt x="46890" y="32286"/>
                      </a:lnTo>
                      <a:lnTo>
                        <a:pt x="46953" y="32181"/>
                      </a:lnTo>
                      <a:lnTo>
                        <a:pt x="47329" y="32181"/>
                      </a:lnTo>
                      <a:lnTo>
                        <a:pt x="47434" y="32077"/>
                      </a:lnTo>
                      <a:lnTo>
                        <a:pt x="47455" y="31972"/>
                      </a:lnTo>
                      <a:lnTo>
                        <a:pt x="47455" y="31909"/>
                      </a:lnTo>
                      <a:lnTo>
                        <a:pt x="47539" y="31805"/>
                      </a:lnTo>
                      <a:lnTo>
                        <a:pt x="47664" y="31763"/>
                      </a:lnTo>
                      <a:lnTo>
                        <a:pt x="47748" y="31679"/>
                      </a:lnTo>
                      <a:lnTo>
                        <a:pt x="47790" y="31553"/>
                      </a:lnTo>
                      <a:lnTo>
                        <a:pt x="47873" y="31470"/>
                      </a:lnTo>
                      <a:lnTo>
                        <a:pt x="47978" y="31470"/>
                      </a:lnTo>
                      <a:lnTo>
                        <a:pt x="47999" y="31491"/>
                      </a:lnTo>
                      <a:lnTo>
                        <a:pt x="48187" y="31449"/>
                      </a:lnTo>
                      <a:lnTo>
                        <a:pt x="48292" y="31449"/>
                      </a:lnTo>
                      <a:lnTo>
                        <a:pt x="48417" y="31533"/>
                      </a:lnTo>
                      <a:lnTo>
                        <a:pt x="48501" y="31637"/>
                      </a:lnTo>
                      <a:lnTo>
                        <a:pt x="48585" y="31658"/>
                      </a:lnTo>
                      <a:lnTo>
                        <a:pt x="48689" y="31595"/>
                      </a:lnTo>
                      <a:lnTo>
                        <a:pt x="48731" y="31658"/>
                      </a:lnTo>
                      <a:lnTo>
                        <a:pt x="48836" y="31658"/>
                      </a:lnTo>
                      <a:lnTo>
                        <a:pt x="48982" y="31574"/>
                      </a:lnTo>
                      <a:lnTo>
                        <a:pt x="48982" y="31533"/>
                      </a:lnTo>
                      <a:lnTo>
                        <a:pt x="49150" y="31491"/>
                      </a:lnTo>
                      <a:lnTo>
                        <a:pt x="49359" y="31574"/>
                      </a:lnTo>
                      <a:lnTo>
                        <a:pt x="49422" y="31637"/>
                      </a:lnTo>
                      <a:lnTo>
                        <a:pt x="49464" y="31595"/>
                      </a:lnTo>
                      <a:lnTo>
                        <a:pt x="49547" y="31595"/>
                      </a:lnTo>
                      <a:lnTo>
                        <a:pt x="49568" y="31658"/>
                      </a:lnTo>
                      <a:lnTo>
                        <a:pt x="49673" y="31637"/>
                      </a:lnTo>
                      <a:lnTo>
                        <a:pt x="49840" y="31658"/>
                      </a:lnTo>
                      <a:lnTo>
                        <a:pt x="49924" y="31742"/>
                      </a:lnTo>
                      <a:lnTo>
                        <a:pt x="49966" y="31742"/>
                      </a:lnTo>
                      <a:lnTo>
                        <a:pt x="50259" y="31470"/>
                      </a:lnTo>
                      <a:lnTo>
                        <a:pt x="50384" y="31365"/>
                      </a:lnTo>
                      <a:lnTo>
                        <a:pt x="50594" y="31344"/>
                      </a:lnTo>
                      <a:lnTo>
                        <a:pt x="50677" y="31260"/>
                      </a:lnTo>
                      <a:lnTo>
                        <a:pt x="50698" y="31156"/>
                      </a:lnTo>
                      <a:lnTo>
                        <a:pt x="50677" y="31030"/>
                      </a:lnTo>
                      <a:lnTo>
                        <a:pt x="50614" y="31009"/>
                      </a:lnTo>
                      <a:lnTo>
                        <a:pt x="50573" y="31030"/>
                      </a:lnTo>
                      <a:lnTo>
                        <a:pt x="50510" y="31009"/>
                      </a:lnTo>
                      <a:lnTo>
                        <a:pt x="50468" y="31009"/>
                      </a:lnTo>
                      <a:lnTo>
                        <a:pt x="50468" y="30842"/>
                      </a:lnTo>
                      <a:lnTo>
                        <a:pt x="50489" y="30800"/>
                      </a:lnTo>
                      <a:lnTo>
                        <a:pt x="50489" y="30633"/>
                      </a:lnTo>
                      <a:lnTo>
                        <a:pt x="50447" y="30528"/>
                      </a:lnTo>
                      <a:lnTo>
                        <a:pt x="50468" y="30444"/>
                      </a:lnTo>
                      <a:lnTo>
                        <a:pt x="50552" y="30424"/>
                      </a:lnTo>
                      <a:lnTo>
                        <a:pt x="50552" y="30319"/>
                      </a:lnTo>
                      <a:lnTo>
                        <a:pt x="50468" y="30235"/>
                      </a:lnTo>
                      <a:lnTo>
                        <a:pt x="50447" y="30110"/>
                      </a:lnTo>
                      <a:lnTo>
                        <a:pt x="50468" y="30068"/>
                      </a:lnTo>
                      <a:lnTo>
                        <a:pt x="50405" y="29963"/>
                      </a:lnTo>
                      <a:lnTo>
                        <a:pt x="50405" y="29859"/>
                      </a:lnTo>
                      <a:lnTo>
                        <a:pt x="50489" y="29754"/>
                      </a:lnTo>
                      <a:lnTo>
                        <a:pt x="50573" y="29691"/>
                      </a:lnTo>
                      <a:lnTo>
                        <a:pt x="50594" y="29566"/>
                      </a:lnTo>
                      <a:lnTo>
                        <a:pt x="50677" y="29461"/>
                      </a:lnTo>
                      <a:lnTo>
                        <a:pt x="50761" y="29398"/>
                      </a:lnTo>
                      <a:lnTo>
                        <a:pt x="50761" y="29273"/>
                      </a:lnTo>
                      <a:lnTo>
                        <a:pt x="50719" y="29189"/>
                      </a:lnTo>
                      <a:lnTo>
                        <a:pt x="50719" y="29126"/>
                      </a:lnTo>
                      <a:lnTo>
                        <a:pt x="50656" y="29064"/>
                      </a:lnTo>
                      <a:lnTo>
                        <a:pt x="50594" y="28959"/>
                      </a:lnTo>
                      <a:lnTo>
                        <a:pt x="50510" y="28833"/>
                      </a:lnTo>
                      <a:lnTo>
                        <a:pt x="50447" y="28812"/>
                      </a:lnTo>
                      <a:lnTo>
                        <a:pt x="50363" y="28833"/>
                      </a:lnTo>
                      <a:lnTo>
                        <a:pt x="50238" y="28917"/>
                      </a:lnTo>
                      <a:lnTo>
                        <a:pt x="50175" y="28917"/>
                      </a:lnTo>
                      <a:lnTo>
                        <a:pt x="50154" y="28854"/>
                      </a:lnTo>
                      <a:lnTo>
                        <a:pt x="50154" y="28603"/>
                      </a:lnTo>
                      <a:lnTo>
                        <a:pt x="50175" y="28540"/>
                      </a:lnTo>
                      <a:lnTo>
                        <a:pt x="50175" y="28499"/>
                      </a:lnTo>
                      <a:lnTo>
                        <a:pt x="50238" y="28436"/>
                      </a:lnTo>
                      <a:lnTo>
                        <a:pt x="50259" y="28331"/>
                      </a:lnTo>
                      <a:lnTo>
                        <a:pt x="50342" y="28227"/>
                      </a:lnTo>
                      <a:lnTo>
                        <a:pt x="50342" y="28143"/>
                      </a:lnTo>
                      <a:lnTo>
                        <a:pt x="50384" y="28101"/>
                      </a:lnTo>
                      <a:lnTo>
                        <a:pt x="50552" y="28080"/>
                      </a:lnTo>
                      <a:lnTo>
                        <a:pt x="50614" y="28038"/>
                      </a:lnTo>
                      <a:lnTo>
                        <a:pt x="50698" y="28038"/>
                      </a:lnTo>
                      <a:lnTo>
                        <a:pt x="50719" y="28017"/>
                      </a:lnTo>
                      <a:lnTo>
                        <a:pt x="50803" y="28017"/>
                      </a:lnTo>
                      <a:lnTo>
                        <a:pt x="50886" y="27996"/>
                      </a:lnTo>
                      <a:lnTo>
                        <a:pt x="50928" y="27913"/>
                      </a:lnTo>
                      <a:lnTo>
                        <a:pt x="51033" y="27913"/>
                      </a:lnTo>
                      <a:lnTo>
                        <a:pt x="51117" y="27829"/>
                      </a:lnTo>
                      <a:lnTo>
                        <a:pt x="51242" y="27871"/>
                      </a:lnTo>
                      <a:lnTo>
                        <a:pt x="51451" y="27871"/>
                      </a:lnTo>
                      <a:lnTo>
                        <a:pt x="51514" y="27808"/>
                      </a:lnTo>
                      <a:lnTo>
                        <a:pt x="51556" y="27808"/>
                      </a:lnTo>
                      <a:lnTo>
                        <a:pt x="51598" y="27724"/>
                      </a:lnTo>
                      <a:lnTo>
                        <a:pt x="51744" y="27703"/>
                      </a:lnTo>
                      <a:lnTo>
                        <a:pt x="51765" y="27683"/>
                      </a:lnTo>
                      <a:lnTo>
                        <a:pt x="51849" y="27703"/>
                      </a:lnTo>
                      <a:lnTo>
                        <a:pt x="51933" y="27703"/>
                      </a:lnTo>
                      <a:lnTo>
                        <a:pt x="52016" y="27745"/>
                      </a:lnTo>
                      <a:lnTo>
                        <a:pt x="52184" y="27787"/>
                      </a:lnTo>
                      <a:lnTo>
                        <a:pt x="52267" y="27829"/>
                      </a:lnTo>
                      <a:lnTo>
                        <a:pt x="52288" y="27892"/>
                      </a:lnTo>
                      <a:lnTo>
                        <a:pt x="52435" y="27892"/>
                      </a:lnTo>
                      <a:lnTo>
                        <a:pt x="52498" y="27850"/>
                      </a:lnTo>
                      <a:lnTo>
                        <a:pt x="52539" y="27892"/>
                      </a:lnTo>
                      <a:lnTo>
                        <a:pt x="52644" y="27934"/>
                      </a:lnTo>
                      <a:lnTo>
                        <a:pt x="52686" y="27913"/>
                      </a:lnTo>
                      <a:lnTo>
                        <a:pt x="52686" y="27829"/>
                      </a:lnTo>
                      <a:lnTo>
                        <a:pt x="52749" y="27808"/>
                      </a:lnTo>
                      <a:lnTo>
                        <a:pt x="52790" y="27829"/>
                      </a:lnTo>
                      <a:lnTo>
                        <a:pt x="52874" y="27829"/>
                      </a:lnTo>
                      <a:lnTo>
                        <a:pt x="52916" y="27808"/>
                      </a:lnTo>
                      <a:lnTo>
                        <a:pt x="52979" y="27892"/>
                      </a:lnTo>
                      <a:lnTo>
                        <a:pt x="53021" y="27892"/>
                      </a:lnTo>
                      <a:lnTo>
                        <a:pt x="53104" y="27913"/>
                      </a:lnTo>
                      <a:lnTo>
                        <a:pt x="53125" y="27955"/>
                      </a:lnTo>
                      <a:lnTo>
                        <a:pt x="53104" y="28017"/>
                      </a:lnTo>
                      <a:lnTo>
                        <a:pt x="53125" y="28059"/>
                      </a:lnTo>
                      <a:lnTo>
                        <a:pt x="53188" y="28059"/>
                      </a:lnTo>
                      <a:lnTo>
                        <a:pt x="53209" y="28122"/>
                      </a:lnTo>
                      <a:lnTo>
                        <a:pt x="53272" y="28059"/>
                      </a:lnTo>
                      <a:lnTo>
                        <a:pt x="53335" y="28101"/>
                      </a:lnTo>
                      <a:lnTo>
                        <a:pt x="53376" y="28143"/>
                      </a:lnTo>
                      <a:lnTo>
                        <a:pt x="53335" y="28206"/>
                      </a:lnTo>
                      <a:lnTo>
                        <a:pt x="53376" y="28247"/>
                      </a:lnTo>
                      <a:lnTo>
                        <a:pt x="53481" y="28268"/>
                      </a:lnTo>
                      <a:lnTo>
                        <a:pt x="53523" y="28268"/>
                      </a:lnTo>
                      <a:lnTo>
                        <a:pt x="53586" y="28310"/>
                      </a:lnTo>
                      <a:lnTo>
                        <a:pt x="53586" y="28352"/>
                      </a:lnTo>
                      <a:lnTo>
                        <a:pt x="53627" y="28373"/>
                      </a:lnTo>
                      <a:lnTo>
                        <a:pt x="53690" y="28457"/>
                      </a:lnTo>
                      <a:lnTo>
                        <a:pt x="53690" y="28540"/>
                      </a:lnTo>
                      <a:lnTo>
                        <a:pt x="53711" y="28624"/>
                      </a:lnTo>
                      <a:lnTo>
                        <a:pt x="53711" y="28666"/>
                      </a:lnTo>
                      <a:lnTo>
                        <a:pt x="53732" y="28687"/>
                      </a:lnTo>
                      <a:lnTo>
                        <a:pt x="53899" y="28687"/>
                      </a:lnTo>
                      <a:lnTo>
                        <a:pt x="53920" y="28750"/>
                      </a:lnTo>
                      <a:lnTo>
                        <a:pt x="53899" y="28833"/>
                      </a:lnTo>
                      <a:lnTo>
                        <a:pt x="53899" y="28875"/>
                      </a:lnTo>
                      <a:lnTo>
                        <a:pt x="54025" y="28959"/>
                      </a:lnTo>
                      <a:lnTo>
                        <a:pt x="54067" y="29064"/>
                      </a:lnTo>
                      <a:lnTo>
                        <a:pt x="54151" y="29147"/>
                      </a:lnTo>
                      <a:lnTo>
                        <a:pt x="54171" y="29210"/>
                      </a:lnTo>
                      <a:lnTo>
                        <a:pt x="54234" y="29252"/>
                      </a:lnTo>
                      <a:lnTo>
                        <a:pt x="54255" y="29356"/>
                      </a:lnTo>
                      <a:lnTo>
                        <a:pt x="54339" y="29398"/>
                      </a:lnTo>
                      <a:lnTo>
                        <a:pt x="54339" y="29461"/>
                      </a:lnTo>
                      <a:lnTo>
                        <a:pt x="54318" y="29503"/>
                      </a:lnTo>
                      <a:lnTo>
                        <a:pt x="54339" y="29524"/>
                      </a:lnTo>
                      <a:lnTo>
                        <a:pt x="54381" y="29503"/>
                      </a:lnTo>
                      <a:lnTo>
                        <a:pt x="54443" y="29587"/>
                      </a:lnTo>
                      <a:lnTo>
                        <a:pt x="54464" y="29670"/>
                      </a:lnTo>
                      <a:lnTo>
                        <a:pt x="54569" y="29817"/>
                      </a:lnTo>
                      <a:lnTo>
                        <a:pt x="54778" y="29963"/>
                      </a:lnTo>
                      <a:lnTo>
                        <a:pt x="54799" y="30047"/>
                      </a:lnTo>
                      <a:lnTo>
                        <a:pt x="54841" y="30152"/>
                      </a:lnTo>
                      <a:lnTo>
                        <a:pt x="54883" y="30193"/>
                      </a:lnTo>
                      <a:lnTo>
                        <a:pt x="54883" y="30298"/>
                      </a:lnTo>
                      <a:lnTo>
                        <a:pt x="54967" y="30319"/>
                      </a:lnTo>
                      <a:lnTo>
                        <a:pt x="55008" y="30319"/>
                      </a:lnTo>
                      <a:lnTo>
                        <a:pt x="55050" y="30424"/>
                      </a:lnTo>
                      <a:lnTo>
                        <a:pt x="55050" y="30507"/>
                      </a:lnTo>
                      <a:lnTo>
                        <a:pt x="55092" y="30612"/>
                      </a:lnTo>
                      <a:lnTo>
                        <a:pt x="55218" y="30737"/>
                      </a:lnTo>
                      <a:lnTo>
                        <a:pt x="55322" y="30758"/>
                      </a:lnTo>
                      <a:lnTo>
                        <a:pt x="55385" y="30842"/>
                      </a:lnTo>
                      <a:lnTo>
                        <a:pt x="55469" y="30842"/>
                      </a:lnTo>
                      <a:lnTo>
                        <a:pt x="55511" y="30821"/>
                      </a:lnTo>
                      <a:lnTo>
                        <a:pt x="55573" y="30842"/>
                      </a:lnTo>
                      <a:lnTo>
                        <a:pt x="55615" y="30821"/>
                      </a:lnTo>
                      <a:lnTo>
                        <a:pt x="55741" y="30842"/>
                      </a:lnTo>
                      <a:lnTo>
                        <a:pt x="55803" y="30779"/>
                      </a:lnTo>
                      <a:lnTo>
                        <a:pt x="55887" y="30779"/>
                      </a:lnTo>
                      <a:lnTo>
                        <a:pt x="55887" y="30821"/>
                      </a:lnTo>
                      <a:lnTo>
                        <a:pt x="55824" y="30863"/>
                      </a:lnTo>
                      <a:lnTo>
                        <a:pt x="55845" y="30905"/>
                      </a:lnTo>
                      <a:lnTo>
                        <a:pt x="55992" y="30905"/>
                      </a:lnTo>
                      <a:lnTo>
                        <a:pt x="56034" y="30926"/>
                      </a:lnTo>
                      <a:lnTo>
                        <a:pt x="56055" y="30968"/>
                      </a:lnTo>
                      <a:lnTo>
                        <a:pt x="56138" y="31030"/>
                      </a:lnTo>
                      <a:lnTo>
                        <a:pt x="56159" y="30968"/>
                      </a:lnTo>
                      <a:lnTo>
                        <a:pt x="56222" y="30947"/>
                      </a:lnTo>
                      <a:lnTo>
                        <a:pt x="56264" y="30968"/>
                      </a:lnTo>
                      <a:lnTo>
                        <a:pt x="56306" y="30905"/>
                      </a:lnTo>
                      <a:lnTo>
                        <a:pt x="56348" y="30905"/>
                      </a:lnTo>
                      <a:lnTo>
                        <a:pt x="56410" y="30947"/>
                      </a:lnTo>
                      <a:lnTo>
                        <a:pt x="56431" y="31009"/>
                      </a:lnTo>
                      <a:lnTo>
                        <a:pt x="56473" y="31072"/>
                      </a:lnTo>
                      <a:lnTo>
                        <a:pt x="56536" y="31072"/>
                      </a:lnTo>
                      <a:lnTo>
                        <a:pt x="56557" y="31135"/>
                      </a:lnTo>
                      <a:lnTo>
                        <a:pt x="56620" y="31177"/>
                      </a:lnTo>
                      <a:lnTo>
                        <a:pt x="56640" y="31177"/>
                      </a:lnTo>
                      <a:lnTo>
                        <a:pt x="56682" y="31240"/>
                      </a:lnTo>
                      <a:lnTo>
                        <a:pt x="56724" y="31281"/>
                      </a:lnTo>
                      <a:lnTo>
                        <a:pt x="56850" y="31344"/>
                      </a:lnTo>
                      <a:lnTo>
                        <a:pt x="56871" y="31365"/>
                      </a:lnTo>
                      <a:lnTo>
                        <a:pt x="56933" y="31365"/>
                      </a:lnTo>
                      <a:lnTo>
                        <a:pt x="56975" y="31407"/>
                      </a:lnTo>
                      <a:lnTo>
                        <a:pt x="57059" y="31449"/>
                      </a:lnTo>
                      <a:lnTo>
                        <a:pt x="57122" y="31407"/>
                      </a:lnTo>
                      <a:lnTo>
                        <a:pt x="57184" y="31407"/>
                      </a:lnTo>
                      <a:lnTo>
                        <a:pt x="57247" y="31365"/>
                      </a:lnTo>
                      <a:lnTo>
                        <a:pt x="57289" y="31365"/>
                      </a:lnTo>
                      <a:lnTo>
                        <a:pt x="57352" y="31386"/>
                      </a:lnTo>
                      <a:lnTo>
                        <a:pt x="57352" y="31470"/>
                      </a:lnTo>
                      <a:lnTo>
                        <a:pt x="57289" y="31553"/>
                      </a:lnTo>
                      <a:lnTo>
                        <a:pt x="57289" y="31637"/>
                      </a:lnTo>
                      <a:lnTo>
                        <a:pt x="57289" y="31700"/>
                      </a:lnTo>
                      <a:lnTo>
                        <a:pt x="57394" y="31700"/>
                      </a:lnTo>
                      <a:lnTo>
                        <a:pt x="57436" y="31805"/>
                      </a:lnTo>
                      <a:lnTo>
                        <a:pt x="57456" y="31909"/>
                      </a:lnTo>
                      <a:lnTo>
                        <a:pt x="57436" y="32014"/>
                      </a:lnTo>
                      <a:lnTo>
                        <a:pt x="57394" y="32056"/>
                      </a:lnTo>
                      <a:lnTo>
                        <a:pt x="57394" y="32118"/>
                      </a:lnTo>
                      <a:lnTo>
                        <a:pt x="57498" y="32265"/>
                      </a:lnTo>
                      <a:lnTo>
                        <a:pt x="57561" y="32286"/>
                      </a:lnTo>
                      <a:lnTo>
                        <a:pt x="57645" y="32390"/>
                      </a:lnTo>
                      <a:lnTo>
                        <a:pt x="57666" y="32432"/>
                      </a:lnTo>
                      <a:lnTo>
                        <a:pt x="57749" y="32411"/>
                      </a:lnTo>
                      <a:lnTo>
                        <a:pt x="57812" y="32369"/>
                      </a:lnTo>
                      <a:lnTo>
                        <a:pt x="57896" y="32369"/>
                      </a:lnTo>
                      <a:lnTo>
                        <a:pt x="57938" y="32432"/>
                      </a:lnTo>
                      <a:lnTo>
                        <a:pt x="57980" y="32516"/>
                      </a:lnTo>
                      <a:lnTo>
                        <a:pt x="58042" y="32495"/>
                      </a:lnTo>
                      <a:lnTo>
                        <a:pt x="58105" y="32432"/>
                      </a:lnTo>
                      <a:lnTo>
                        <a:pt x="58189" y="32474"/>
                      </a:lnTo>
                      <a:lnTo>
                        <a:pt x="58231" y="32432"/>
                      </a:lnTo>
                      <a:lnTo>
                        <a:pt x="58398" y="32411"/>
                      </a:lnTo>
                      <a:lnTo>
                        <a:pt x="58461" y="32328"/>
                      </a:lnTo>
                      <a:lnTo>
                        <a:pt x="58524" y="32307"/>
                      </a:lnTo>
                      <a:lnTo>
                        <a:pt x="58524" y="32244"/>
                      </a:lnTo>
                      <a:lnTo>
                        <a:pt x="58544" y="32160"/>
                      </a:lnTo>
                      <a:lnTo>
                        <a:pt x="58628" y="32097"/>
                      </a:lnTo>
                      <a:lnTo>
                        <a:pt x="58628" y="31993"/>
                      </a:lnTo>
                      <a:lnTo>
                        <a:pt x="58649" y="31909"/>
                      </a:lnTo>
                      <a:lnTo>
                        <a:pt x="58837" y="31909"/>
                      </a:lnTo>
                      <a:lnTo>
                        <a:pt x="58858" y="31805"/>
                      </a:lnTo>
                      <a:lnTo>
                        <a:pt x="58921" y="31805"/>
                      </a:lnTo>
                      <a:lnTo>
                        <a:pt x="58963" y="31784"/>
                      </a:lnTo>
                      <a:lnTo>
                        <a:pt x="59005" y="31700"/>
                      </a:lnTo>
                      <a:lnTo>
                        <a:pt x="59047" y="31658"/>
                      </a:lnTo>
                      <a:lnTo>
                        <a:pt x="59151" y="31658"/>
                      </a:lnTo>
                      <a:lnTo>
                        <a:pt x="59214" y="31595"/>
                      </a:lnTo>
                      <a:lnTo>
                        <a:pt x="59319" y="31658"/>
                      </a:lnTo>
                      <a:lnTo>
                        <a:pt x="59361" y="31700"/>
                      </a:lnTo>
                      <a:lnTo>
                        <a:pt x="59465" y="31700"/>
                      </a:lnTo>
                      <a:lnTo>
                        <a:pt x="59486" y="31763"/>
                      </a:lnTo>
                      <a:lnTo>
                        <a:pt x="59549" y="31867"/>
                      </a:lnTo>
                      <a:lnTo>
                        <a:pt x="59486" y="31909"/>
                      </a:lnTo>
                      <a:lnTo>
                        <a:pt x="59528" y="31972"/>
                      </a:lnTo>
                      <a:lnTo>
                        <a:pt x="59633" y="32077"/>
                      </a:lnTo>
                      <a:lnTo>
                        <a:pt x="59633" y="32139"/>
                      </a:lnTo>
                      <a:lnTo>
                        <a:pt x="59674" y="32202"/>
                      </a:lnTo>
                      <a:lnTo>
                        <a:pt x="59758" y="32244"/>
                      </a:lnTo>
                      <a:lnTo>
                        <a:pt x="59737" y="32390"/>
                      </a:lnTo>
                      <a:lnTo>
                        <a:pt x="59737" y="32495"/>
                      </a:lnTo>
                      <a:lnTo>
                        <a:pt x="59695" y="32537"/>
                      </a:lnTo>
                      <a:lnTo>
                        <a:pt x="59633" y="32558"/>
                      </a:lnTo>
                      <a:lnTo>
                        <a:pt x="59549" y="32662"/>
                      </a:lnTo>
                      <a:lnTo>
                        <a:pt x="59549" y="32725"/>
                      </a:lnTo>
                      <a:lnTo>
                        <a:pt x="59591" y="32809"/>
                      </a:lnTo>
                      <a:lnTo>
                        <a:pt x="59633" y="32830"/>
                      </a:lnTo>
                      <a:lnTo>
                        <a:pt x="59633" y="32934"/>
                      </a:lnTo>
                      <a:lnTo>
                        <a:pt x="59591" y="33018"/>
                      </a:lnTo>
                      <a:lnTo>
                        <a:pt x="59633" y="33060"/>
                      </a:lnTo>
                      <a:lnTo>
                        <a:pt x="59674" y="33081"/>
                      </a:lnTo>
                      <a:lnTo>
                        <a:pt x="59674" y="33144"/>
                      </a:lnTo>
                      <a:lnTo>
                        <a:pt x="59695" y="33185"/>
                      </a:lnTo>
                      <a:lnTo>
                        <a:pt x="59695" y="33248"/>
                      </a:lnTo>
                      <a:lnTo>
                        <a:pt x="59674" y="33269"/>
                      </a:lnTo>
                      <a:lnTo>
                        <a:pt x="59653" y="33290"/>
                      </a:lnTo>
                      <a:lnTo>
                        <a:pt x="59653" y="33437"/>
                      </a:lnTo>
                      <a:lnTo>
                        <a:pt x="59695" y="33562"/>
                      </a:lnTo>
                      <a:lnTo>
                        <a:pt x="59737" y="33604"/>
                      </a:lnTo>
                      <a:lnTo>
                        <a:pt x="59737" y="33667"/>
                      </a:lnTo>
                      <a:lnTo>
                        <a:pt x="59674" y="33709"/>
                      </a:lnTo>
                      <a:lnTo>
                        <a:pt x="59653" y="33792"/>
                      </a:lnTo>
                      <a:lnTo>
                        <a:pt x="59674" y="33855"/>
                      </a:lnTo>
                      <a:lnTo>
                        <a:pt x="59674" y="33897"/>
                      </a:lnTo>
                      <a:lnTo>
                        <a:pt x="59695" y="33960"/>
                      </a:lnTo>
                      <a:lnTo>
                        <a:pt x="59633" y="34001"/>
                      </a:lnTo>
                      <a:lnTo>
                        <a:pt x="59591" y="34022"/>
                      </a:lnTo>
                      <a:lnTo>
                        <a:pt x="59633" y="34085"/>
                      </a:lnTo>
                      <a:lnTo>
                        <a:pt x="59653" y="34169"/>
                      </a:lnTo>
                      <a:lnTo>
                        <a:pt x="59633" y="34211"/>
                      </a:lnTo>
                      <a:lnTo>
                        <a:pt x="59570" y="34315"/>
                      </a:lnTo>
                      <a:lnTo>
                        <a:pt x="59591" y="34378"/>
                      </a:lnTo>
                      <a:lnTo>
                        <a:pt x="59633" y="34420"/>
                      </a:lnTo>
                      <a:lnTo>
                        <a:pt x="59591" y="34483"/>
                      </a:lnTo>
                      <a:lnTo>
                        <a:pt x="59591" y="34525"/>
                      </a:lnTo>
                      <a:lnTo>
                        <a:pt x="59633" y="34587"/>
                      </a:lnTo>
                      <a:lnTo>
                        <a:pt x="59653" y="34650"/>
                      </a:lnTo>
                      <a:lnTo>
                        <a:pt x="59591" y="34713"/>
                      </a:lnTo>
                      <a:lnTo>
                        <a:pt x="59549" y="34713"/>
                      </a:lnTo>
                      <a:lnTo>
                        <a:pt x="59486" y="34692"/>
                      </a:lnTo>
                      <a:lnTo>
                        <a:pt x="59130" y="34608"/>
                      </a:lnTo>
                      <a:lnTo>
                        <a:pt x="59047" y="34587"/>
                      </a:lnTo>
                      <a:lnTo>
                        <a:pt x="58942" y="34546"/>
                      </a:lnTo>
                      <a:lnTo>
                        <a:pt x="58900" y="34546"/>
                      </a:lnTo>
                      <a:lnTo>
                        <a:pt x="58796" y="34713"/>
                      </a:lnTo>
                      <a:lnTo>
                        <a:pt x="58754" y="34797"/>
                      </a:lnTo>
                      <a:lnTo>
                        <a:pt x="58712" y="34859"/>
                      </a:lnTo>
                      <a:lnTo>
                        <a:pt x="58628" y="34859"/>
                      </a:lnTo>
                      <a:lnTo>
                        <a:pt x="58544" y="34922"/>
                      </a:lnTo>
                      <a:lnTo>
                        <a:pt x="58524" y="34964"/>
                      </a:lnTo>
                      <a:lnTo>
                        <a:pt x="58586" y="35069"/>
                      </a:lnTo>
                      <a:lnTo>
                        <a:pt x="58712" y="35278"/>
                      </a:lnTo>
                      <a:lnTo>
                        <a:pt x="58733" y="35362"/>
                      </a:lnTo>
                      <a:lnTo>
                        <a:pt x="58754" y="35445"/>
                      </a:lnTo>
                      <a:lnTo>
                        <a:pt x="58837" y="35550"/>
                      </a:lnTo>
                      <a:lnTo>
                        <a:pt x="58837" y="35654"/>
                      </a:lnTo>
                      <a:lnTo>
                        <a:pt x="58837" y="35780"/>
                      </a:lnTo>
                      <a:lnTo>
                        <a:pt x="58837" y="35885"/>
                      </a:lnTo>
                      <a:lnTo>
                        <a:pt x="58837" y="36094"/>
                      </a:lnTo>
                      <a:lnTo>
                        <a:pt x="58921" y="36157"/>
                      </a:lnTo>
                      <a:lnTo>
                        <a:pt x="58921" y="36261"/>
                      </a:lnTo>
                      <a:lnTo>
                        <a:pt x="58921" y="36366"/>
                      </a:lnTo>
                      <a:lnTo>
                        <a:pt x="58900" y="36408"/>
                      </a:lnTo>
                      <a:lnTo>
                        <a:pt x="58900" y="36491"/>
                      </a:lnTo>
                      <a:lnTo>
                        <a:pt x="58921" y="36533"/>
                      </a:lnTo>
                      <a:lnTo>
                        <a:pt x="58921" y="36638"/>
                      </a:lnTo>
                      <a:lnTo>
                        <a:pt x="58858" y="36638"/>
                      </a:lnTo>
                      <a:lnTo>
                        <a:pt x="58733" y="36617"/>
                      </a:lnTo>
                      <a:lnTo>
                        <a:pt x="58649" y="36680"/>
                      </a:lnTo>
                      <a:lnTo>
                        <a:pt x="58649" y="36722"/>
                      </a:lnTo>
                      <a:lnTo>
                        <a:pt x="58691" y="36826"/>
                      </a:lnTo>
                      <a:lnTo>
                        <a:pt x="58733" y="36847"/>
                      </a:lnTo>
                      <a:lnTo>
                        <a:pt x="58733" y="36931"/>
                      </a:lnTo>
                      <a:lnTo>
                        <a:pt x="58733" y="36952"/>
                      </a:lnTo>
                      <a:lnTo>
                        <a:pt x="58837" y="37098"/>
                      </a:lnTo>
                      <a:lnTo>
                        <a:pt x="58858" y="37098"/>
                      </a:lnTo>
                      <a:lnTo>
                        <a:pt x="58921" y="36931"/>
                      </a:lnTo>
                      <a:lnTo>
                        <a:pt x="59068" y="36910"/>
                      </a:lnTo>
                      <a:lnTo>
                        <a:pt x="59130" y="36952"/>
                      </a:lnTo>
                      <a:lnTo>
                        <a:pt x="59172" y="36784"/>
                      </a:lnTo>
                      <a:lnTo>
                        <a:pt x="59256" y="36722"/>
                      </a:lnTo>
                      <a:lnTo>
                        <a:pt x="59256" y="36512"/>
                      </a:lnTo>
                      <a:lnTo>
                        <a:pt x="59361" y="36429"/>
                      </a:lnTo>
                      <a:lnTo>
                        <a:pt x="59361" y="36324"/>
                      </a:lnTo>
                      <a:lnTo>
                        <a:pt x="59381" y="36282"/>
                      </a:lnTo>
                      <a:lnTo>
                        <a:pt x="59528" y="36366"/>
                      </a:lnTo>
                      <a:lnTo>
                        <a:pt x="59653" y="36303"/>
                      </a:lnTo>
                      <a:lnTo>
                        <a:pt x="59695" y="36366"/>
                      </a:lnTo>
                      <a:lnTo>
                        <a:pt x="59695" y="36575"/>
                      </a:lnTo>
                      <a:lnTo>
                        <a:pt x="59884" y="36617"/>
                      </a:lnTo>
                      <a:lnTo>
                        <a:pt x="60072" y="36722"/>
                      </a:lnTo>
                      <a:lnTo>
                        <a:pt x="60114" y="36680"/>
                      </a:lnTo>
                      <a:lnTo>
                        <a:pt x="60197" y="36742"/>
                      </a:lnTo>
                      <a:lnTo>
                        <a:pt x="60323" y="36617"/>
                      </a:lnTo>
                      <a:lnTo>
                        <a:pt x="60490" y="36596"/>
                      </a:lnTo>
                      <a:lnTo>
                        <a:pt x="60511" y="36512"/>
                      </a:lnTo>
                      <a:lnTo>
                        <a:pt x="60595" y="36512"/>
                      </a:lnTo>
                      <a:lnTo>
                        <a:pt x="60679" y="36366"/>
                      </a:lnTo>
                      <a:lnTo>
                        <a:pt x="60846" y="36115"/>
                      </a:lnTo>
                      <a:lnTo>
                        <a:pt x="60825" y="36073"/>
                      </a:lnTo>
                      <a:lnTo>
                        <a:pt x="60951" y="36010"/>
                      </a:lnTo>
                      <a:lnTo>
                        <a:pt x="60951" y="35926"/>
                      </a:lnTo>
                      <a:lnTo>
                        <a:pt x="60909" y="35780"/>
                      </a:lnTo>
                      <a:lnTo>
                        <a:pt x="60993" y="35822"/>
                      </a:lnTo>
                      <a:lnTo>
                        <a:pt x="60993" y="35843"/>
                      </a:lnTo>
                      <a:lnTo>
                        <a:pt x="61118" y="35654"/>
                      </a:lnTo>
                      <a:lnTo>
                        <a:pt x="61055" y="35550"/>
                      </a:lnTo>
                      <a:lnTo>
                        <a:pt x="61118" y="35529"/>
                      </a:lnTo>
                      <a:lnTo>
                        <a:pt x="61118" y="35341"/>
                      </a:lnTo>
                      <a:lnTo>
                        <a:pt x="61223" y="35299"/>
                      </a:lnTo>
                      <a:lnTo>
                        <a:pt x="61223" y="35194"/>
                      </a:lnTo>
                      <a:lnTo>
                        <a:pt x="61369" y="35090"/>
                      </a:lnTo>
                      <a:lnTo>
                        <a:pt x="61411" y="35027"/>
                      </a:lnTo>
                      <a:lnTo>
                        <a:pt x="61348" y="34985"/>
                      </a:lnTo>
                      <a:lnTo>
                        <a:pt x="61369" y="34838"/>
                      </a:lnTo>
                      <a:lnTo>
                        <a:pt x="61453" y="34818"/>
                      </a:lnTo>
                      <a:lnTo>
                        <a:pt x="61557" y="34315"/>
                      </a:lnTo>
                      <a:lnTo>
                        <a:pt x="61683" y="34169"/>
                      </a:lnTo>
                      <a:lnTo>
                        <a:pt x="61683" y="34064"/>
                      </a:lnTo>
                      <a:lnTo>
                        <a:pt x="61829" y="33960"/>
                      </a:lnTo>
                      <a:lnTo>
                        <a:pt x="61850" y="33834"/>
                      </a:lnTo>
                      <a:lnTo>
                        <a:pt x="61976" y="33667"/>
                      </a:lnTo>
                      <a:lnTo>
                        <a:pt x="61976" y="33541"/>
                      </a:lnTo>
                      <a:lnTo>
                        <a:pt x="61934" y="33520"/>
                      </a:lnTo>
                      <a:lnTo>
                        <a:pt x="61892" y="33353"/>
                      </a:lnTo>
                      <a:lnTo>
                        <a:pt x="62039" y="33227"/>
                      </a:lnTo>
                      <a:lnTo>
                        <a:pt x="61976" y="32955"/>
                      </a:lnTo>
                      <a:lnTo>
                        <a:pt x="62081" y="32830"/>
                      </a:lnTo>
                      <a:lnTo>
                        <a:pt x="62081" y="32746"/>
                      </a:lnTo>
                      <a:lnTo>
                        <a:pt x="62039" y="32746"/>
                      </a:lnTo>
                      <a:lnTo>
                        <a:pt x="62101" y="32579"/>
                      </a:lnTo>
                      <a:lnTo>
                        <a:pt x="62101" y="32411"/>
                      </a:lnTo>
                      <a:lnTo>
                        <a:pt x="62206" y="32307"/>
                      </a:lnTo>
                      <a:lnTo>
                        <a:pt x="62206" y="32118"/>
                      </a:lnTo>
                      <a:lnTo>
                        <a:pt x="62185" y="32097"/>
                      </a:lnTo>
                      <a:lnTo>
                        <a:pt x="62164" y="31909"/>
                      </a:lnTo>
                      <a:lnTo>
                        <a:pt x="62248" y="31742"/>
                      </a:lnTo>
                      <a:lnTo>
                        <a:pt x="62248" y="31574"/>
                      </a:lnTo>
                      <a:lnTo>
                        <a:pt x="62394" y="31386"/>
                      </a:lnTo>
                      <a:lnTo>
                        <a:pt x="62394" y="31240"/>
                      </a:lnTo>
                      <a:lnTo>
                        <a:pt x="62353" y="31135"/>
                      </a:lnTo>
                      <a:lnTo>
                        <a:pt x="62353" y="30947"/>
                      </a:lnTo>
                      <a:lnTo>
                        <a:pt x="62394" y="30905"/>
                      </a:lnTo>
                      <a:lnTo>
                        <a:pt x="62394" y="30758"/>
                      </a:lnTo>
                      <a:lnTo>
                        <a:pt x="62311" y="30758"/>
                      </a:lnTo>
                      <a:lnTo>
                        <a:pt x="62269" y="30486"/>
                      </a:lnTo>
                      <a:lnTo>
                        <a:pt x="62269" y="30403"/>
                      </a:lnTo>
                      <a:lnTo>
                        <a:pt x="62248" y="30319"/>
                      </a:lnTo>
                      <a:lnTo>
                        <a:pt x="62248" y="30110"/>
                      </a:lnTo>
                      <a:lnTo>
                        <a:pt x="62081" y="29921"/>
                      </a:lnTo>
                      <a:lnTo>
                        <a:pt x="62039" y="29921"/>
                      </a:lnTo>
                      <a:lnTo>
                        <a:pt x="61976" y="29817"/>
                      </a:lnTo>
                      <a:lnTo>
                        <a:pt x="62039" y="29775"/>
                      </a:lnTo>
                      <a:lnTo>
                        <a:pt x="62101" y="29608"/>
                      </a:lnTo>
                      <a:lnTo>
                        <a:pt x="62101" y="29566"/>
                      </a:lnTo>
                      <a:lnTo>
                        <a:pt x="61997" y="29649"/>
                      </a:lnTo>
                      <a:lnTo>
                        <a:pt x="61892" y="29608"/>
                      </a:lnTo>
                      <a:lnTo>
                        <a:pt x="61788" y="29231"/>
                      </a:lnTo>
                      <a:lnTo>
                        <a:pt x="61788" y="29126"/>
                      </a:lnTo>
                      <a:lnTo>
                        <a:pt x="61767" y="29043"/>
                      </a:lnTo>
                      <a:lnTo>
                        <a:pt x="61746" y="28833"/>
                      </a:lnTo>
                      <a:lnTo>
                        <a:pt x="61788" y="28750"/>
                      </a:lnTo>
                      <a:lnTo>
                        <a:pt x="61683" y="28457"/>
                      </a:lnTo>
                      <a:lnTo>
                        <a:pt x="61767" y="28394"/>
                      </a:lnTo>
                      <a:lnTo>
                        <a:pt x="61725" y="28352"/>
                      </a:lnTo>
                      <a:lnTo>
                        <a:pt x="61746" y="28310"/>
                      </a:lnTo>
                      <a:lnTo>
                        <a:pt x="61746" y="28227"/>
                      </a:lnTo>
                      <a:lnTo>
                        <a:pt x="61683" y="28185"/>
                      </a:lnTo>
                      <a:lnTo>
                        <a:pt x="61746" y="28080"/>
                      </a:lnTo>
                      <a:lnTo>
                        <a:pt x="61683" y="27975"/>
                      </a:lnTo>
                      <a:lnTo>
                        <a:pt x="61683" y="27892"/>
                      </a:lnTo>
                      <a:lnTo>
                        <a:pt x="61767" y="27829"/>
                      </a:lnTo>
                      <a:lnTo>
                        <a:pt x="61662" y="27766"/>
                      </a:lnTo>
                      <a:lnTo>
                        <a:pt x="61641" y="27620"/>
                      </a:lnTo>
                      <a:lnTo>
                        <a:pt x="61683" y="27557"/>
                      </a:lnTo>
                      <a:lnTo>
                        <a:pt x="61662" y="27452"/>
                      </a:lnTo>
                      <a:lnTo>
                        <a:pt x="61578" y="27515"/>
                      </a:lnTo>
                      <a:lnTo>
                        <a:pt x="61474" y="27494"/>
                      </a:lnTo>
                      <a:lnTo>
                        <a:pt x="61348" y="27390"/>
                      </a:lnTo>
                      <a:lnTo>
                        <a:pt x="61348" y="27264"/>
                      </a:lnTo>
                      <a:lnTo>
                        <a:pt x="61411" y="27180"/>
                      </a:lnTo>
                      <a:lnTo>
                        <a:pt x="61411" y="27076"/>
                      </a:lnTo>
                      <a:lnTo>
                        <a:pt x="61244" y="26887"/>
                      </a:lnTo>
                      <a:lnTo>
                        <a:pt x="61160" y="26887"/>
                      </a:lnTo>
                      <a:lnTo>
                        <a:pt x="61055" y="26762"/>
                      </a:lnTo>
                      <a:lnTo>
                        <a:pt x="61139" y="26720"/>
                      </a:lnTo>
                      <a:lnTo>
                        <a:pt x="61139" y="26615"/>
                      </a:lnTo>
                      <a:lnTo>
                        <a:pt x="61202" y="26511"/>
                      </a:lnTo>
                      <a:lnTo>
                        <a:pt x="61097" y="26323"/>
                      </a:lnTo>
                      <a:lnTo>
                        <a:pt x="61013" y="26323"/>
                      </a:lnTo>
                      <a:lnTo>
                        <a:pt x="60930" y="26239"/>
                      </a:lnTo>
                      <a:lnTo>
                        <a:pt x="60825" y="26218"/>
                      </a:lnTo>
                      <a:lnTo>
                        <a:pt x="60804" y="26134"/>
                      </a:lnTo>
                      <a:lnTo>
                        <a:pt x="60532" y="26051"/>
                      </a:lnTo>
                      <a:lnTo>
                        <a:pt x="60490" y="25988"/>
                      </a:lnTo>
                      <a:lnTo>
                        <a:pt x="60323" y="25946"/>
                      </a:lnTo>
                      <a:lnTo>
                        <a:pt x="60260" y="25904"/>
                      </a:lnTo>
                      <a:lnTo>
                        <a:pt x="60197" y="25779"/>
                      </a:lnTo>
                      <a:lnTo>
                        <a:pt x="60114" y="25695"/>
                      </a:lnTo>
                      <a:lnTo>
                        <a:pt x="59988" y="25695"/>
                      </a:lnTo>
                      <a:lnTo>
                        <a:pt x="59863" y="25590"/>
                      </a:lnTo>
                      <a:lnTo>
                        <a:pt x="59737" y="25695"/>
                      </a:lnTo>
                      <a:lnTo>
                        <a:pt x="59633" y="25695"/>
                      </a:lnTo>
                      <a:lnTo>
                        <a:pt x="59570" y="25779"/>
                      </a:lnTo>
                      <a:lnTo>
                        <a:pt x="59486" y="25779"/>
                      </a:lnTo>
                      <a:lnTo>
                        <a:pt x="59444" y="25716"/>
                      </a:lnTo>
                      <a:lnTo>
                        <a:pt x="59444" y="25674"/>
                      </a:lnTo>
                      <a:lnTo>
                        <a:pt x="59340" y="25611"/>
                      </a:lnTo>
                      <a:lnTo>
                        <a:pt x="59235" y="25611"/>
                      </a:lnTo>
                      <a:lnTo>
                        <a:pt x="59277" y="25799"/>
                      </a:lnTo>
                      <a:lnTo>
                        <a:pt x="59381" y="25904"/>
                      </a:lnTo>
                      <a:lnTo>
                        <a:pt x="59340" y="26009"/>
                      </a:lnTo>
                      <a:lnTo>
                        <a:pt x="59381" y="26197"/>
                      </a:lnTo>
                      <a:lnTo>
                        <a:pt x="59340" y="26343"/>
                      </a:lnTo>
                      <a:lnTo>
                        <a:pt x="59256" y="26406"/>
                      </a:lnTo>
                      <a:lnTo>
                        <a:pt x="59256" y="26239"/>
                      </a:lnTo>
                      <a:lnTo>
                        <a:pt x="59277" y="26113"/>
                      </a:lnTo>
                      <a:lnTo>
                        <a:pt x="59214" y="25946"/>
                      </a:lnTo>
                      <a:lnTo>
                        <a:pt x="59151" y="26030"/>
                      </a:lnTo>
                      <a:lnTo>
                        <a:pt x="59172" y="26134"/>
                      </a:lnTo>
                      <a:lnTo>
                        <a:pt x="59130" y="26323"/>
                      </a:lnTo>
                      <a:lnTo>
                        <a:pt x="59005" y="26406"/>
                      </a:lnTo>
                      <a:lnTo>
                        <a:pt x="58733" y="26427"/>
                      </a:lnTo>
                      <a:lnTo>
                        <a:pt x="58712" y="26364"/>
                      </a:lnTo>
                      <a:lnTo>
                        <a:pt x="58816" y="26302"/>
                      </a:lnTo>
                      <a:lnTo>
                        <a:pt x="58858" y="26302"/>
                      </a:lnTo>
                      <a:lnTo>
                        <a:pt x="58858" y="26134"/>
                      </a:lnTo>
                      <a:lnTo>
                        <a:pt x="58921" y="26051"/>
                      </a:lnTo>
                      <a:lnTo>
                        <a:pt x="58963" y="26009"/>
                      </a:lnTo>
                      <a:lnTo>
                        <a:pt x="58837" y="26009"/>
                      </a:lnTo>
                      <a:lnTo>
                        <a:pt x="58796" y="26051"/>
                      </a:lnTo>
                      <a:lnTo>
                        <a:pt x="58733" y="26009"/>
                      </a:lnTo>
                      <a:lnTo>
                        <a:pt x="58649" y="26030"/>
                      </a:lnTo>
                      <a:lnTo>
                        <a:pt x="58607" y="26134"/>
                      </a:lnTo>
                      <a:lnTo>
                        <a:pt x="58524" y="26197"/>
                      </a:lnTo>
                      <a:lnTo>
                        <a:pt x="58503" y="26197"/>
                      </a:lnTo>
                      <a:lnTo>
                        <a:pt x="58419" y="26302"/>
                      </a:lnTo>
                      <a:lnTo>
                        <a:pt x="58272" y="26155"/>
                      </a:lnTo>
                      <a:lnTo>
                        <a:pt x="58293" y="26009"/>
                      </a:lnTo>
                      <a:lnTo>
                        <a:pt x="58231" y="25820"/>
                      </a:lnTo>
                      <a:lnTo>
                        <a:pt x="58105" y="25632"/>
                      </a:lnTo>
                      <a:lnTo>
                        <a:pt x="58105" y="25339"/>
                      </a:lnTo>
                      <a:lnTo>
                        <a:pt x="57980" y="25381"/>
                      </a:lnTo>
                      <a:lnTo>
                        <a:pt x="57917" y="25381"/>
                      </a:lnTo>
                      <a:lnTo>
                        <a:pt x="57812" y="25423"/>
                      </a:lnTo>
                      <a:lnTo>
                        <a:pt x="57749" y="25465"/>
                      </a:lnTo>
                      <a:lnTo>
                        <a:pt x="57603" y="25548"/>
                      </a:lnTo>
                      <a:lnTo>
                        <a:pt x="57498" y="25548"/>
                      </a:lnTo>
                      <a:lnTo>
                        <a:pt x="57394" y="25486"/>
                      </a:lnTo>
                      <a:lnTo>
                        <a:pt x="57289" y="25527"/>
                      </a:lnTo>
                      <a:lnTo>
                        <a:pt x="57184" y="25444"/>
                      </a:lnTo>
                      <a:lnTo>
                        <a:pt x="57143" y="25339"/>
                      </a:lnTo>
                      <a:lnTo>
                        <a:pt x="57184" y="25255"/>
                      </a:lnTo>
                      <a:lnTo>
                        <a:pt x="57226" y="25109"/>
                      </a:lnTo>
                      <a:lnTo>
                        <a:pt x="57331" y="24942"/>
                      </a:lnTo>
                      <a:lnTo>
                        <a:pt x="57477" y="24774"/>
                      </a:lnTo>
                      <a:lnTo>
                        <a:pt x="57477" y="24586"/>
                      </a:lnTo>
                      <a:lnTo>
                        <a:pt x="57666" y="24439"/>
                      </a:lnTo>
                      <a:lnTo>
                        <a:pt x="57666" y="24272"/>
                      </a:lnTo>
                      <a:lnTo>
                        <a:pt x="57708" y="24251"/>
                      </a:lnTo>
                      <a:lnTo>
                        <a:pt x="57708" y="24188"/>
                      </a:lnTo>
                      <a:lnTo>
                        <a:pt x="57812" y="24021"/>
                      </a:lnTo>
                      <a:lnTo>
                        <a:pt x="57854" y="23874"/>
                      </a:lnTo>
                      <a:lnTo>
                        <a:pt x="57917" y="23749"/>
                      </a:lnTo>
                      <a:lnTo>
                        <a:pt x="57875" y="23623"/>
                      </a:lnTo>
                      <a:lnTo>
                        <a:pt x="57917" y="23540"/>
                      </a:lnTo>
                      <a:lnTo>
                        <a:pt x="57917" y="23330"/>
                      </a:lnTo>
                      <a:lnTo>
                        <a:pt x="57980" y="23038"/>
                      </a:lnTo>
                      <a:lnTo>
                        <a:pt x="58021" y="23038"/>
                      </a:lnTo>
                      <a:lnTo>
                        <a:pt x="58063" y="22828"/>
                      </a:lnTo>
                      <a:lnTo>
                        <a:pt x="58168" y="22786"/>
                      </a:lnTo>
                      <a:lnTo>
                        <a:pt x="58126" y="22661"/>
                      </a:lnTo>
                      <a:lnTo>
                        <a:pt x="58293" y="22473"/>
                      </a:lnTo>
                      <a:lnTo>
                        <a:pt x="58314" y="22305"/>
                      </a:lnTo>
                      <a:lnTo>
                        <a:pt x="58419" y="22242"/>
                      </a:lnTo>
                      <a:lnTo>
                        <a:pt x="58377" y="22033"/>
                      </a:lnTo>
                      <a:lnTo>
                        <a:pt x="58419" y="21970"/>
                      </a:lnTo>
                      <a:lnTo>
                        <a:pt x="58419" y="21845"/>
                      </a:lnTo>
                      <a:lnTo>
                        <a:pt x="58503" y="21782"/>
                      </a:lnTo>
                      <a:lnTo>
                        <a:pt x="58544" y="21782"/>
                      </a:lnTo>
                      <a:lnTo>
                        <a:pt x="58544" y="21657"/>
                      </a:lnTo>
                      <a:lnTo>
                        <a:pt x="58503" y="21573"/>
                      </a:lnTo>
                      <a:lnTo>
                        <a:pt x="58503" y="21343"/>
                      </a:lnTo>
                      <a:lnTo>
                        <a:pt x="58482" y="21217"/>
                      </a:lnTo>
                      <a:lnTo>
                        <a:pt x="58544" y="21029"/>
                      </a:lnTo>
                      <a:lnTo>
                        <a:pt x="58712" y="20841"/>
                      </a:lnTo>
                      <a:lnTo>
                        <a:pt x="58754" y="20631"/>
                      </a:lnTo>
                      <a:lnTo>
                        <a:pt x="58607" y="20401"/>
                      </a:lnTo>
                      <a:lnTo>
                        <a:pt x="58628" y="20276"/>
                      </a:lnTo>
                      <a:lnTo>
                        <a:pt x="58733" y="20171"/>
                      </a:lnTo>
                      <a:lnTo>
                        <a:pt x="58754" y="20045"/>
                      </a:lnTo>
                      <a:lnTo>
                        <a:pt x="58963" y="19878"/>
                      </a:lnTo>
                      <a:lnTo>
                        <a:pt x="59005" y="19773"/>
                      </a:lnTo>
                      <a:lnTo>
                        <a:pt x="59068" y="19773"/>
                      </a:lnTo>
                      <a:lnTo>
                        <a:pt x="59151" y="19857"/>
                      </a:lnTo>
                      <a:lnTo>
                        <a:pt x="59277" y="19836"/>
                      </a:lnTo>
                      <a:lnTo>
                        <a:pt x="59486" y="19669"/>
                      </a:lnTo>
                      <a:lnTo>
                        <a:pt x="59674" y="19669"/>
                      </a:lnTo>
                      <a:lnTo>
                        <a:pt x="59842" y="19564"/>
                      </a:lnTo>
                      <a:lnTo>
                        <a:pt x="59967" y="19564"/>
                      </a:lnTo>
                      <a:lnTo>
                        <a:pt x="60072" y="19481"/>
                      </a:lnTo>
                      <a:lnTo>
                        <a:pt x="60177" y="19481"/>
                      </a:lnTo>
                      <a:lnTo>
                        <a:pt x="60281" y="19460"/>
                      </a:lnTo>
                      <a:lnTo>
                        <a:pt x="60323" y="19376"/>
                      </a:lnTo>
                      <a:lnTo>
                        <a:pt x="60428" y="19460"/>
                      </a:lnTo>
                      <a:lnTo>
                        <a:pt x="60386" y="19585"/>
                      </a:lnTo>
                      <a:lnTo>
                        <a:pt x="60469" y="19627"/>
                      </a:lnTo>
                      <a:lnTo>
                        <a:pt x="60574" y="19732"/>
                      </a:lnTo>
                      <a:lnTo>
                        <a:pt x="60616" y="19627"/>
                      </a:lnTo>
                      <a:lnTo>
                        <a:pt x="60721" y="19543"/>
                      </a:lnTo>
                      <a:lnTo>
                        <a:pt x="60574" y="19418"/>
                      </a:lnTo>
                      <a:lnTo>
                        <a:pt x="60574" y="19355"/>
                      </a:lnTo>
                      <a:lnTo>
                        <a:pt x="60700" y="19271"/>
                      </a:lnTo>
                      <a:lnTo>
                        <a:pt x="60909" y="19313"/>
                      </a:lnTo>
                      <a:lnTo>
                        <a:pt x="61013" y="19250"/>
                      </a:lnTo>
                      <a:lnTo>
                        <a:pt x="61244" y="19250"/>
                      </a:lnTo>
                      <a:lnTo>
                        <a:pt x="61306" y="19334"/>
                      </a:lnTo>
                      <a:lnTo>
                        <a:pt x="61348" y="19334"/>
                      </a:lnTo>
                      <a:lnTo>
                        <a:pt x="61432" y="19250"/>
                      </a:lnTo>
                      <a:lnTo>
                        <a:pt x="61516" y="19250"/>
                      </a:lnTo>
                      <a:lnTo>
                        <a:pt x="61474" y="19146"/>
                      </a:lnTo>
                      <a:lnTo>
                        <a:pt x="61557" y="19104"/>
                      </a:lnTo>
                      <a:lnTo>
                        <a:pt x="61746" y="19104"/>
                      </a:lnTo>
                      <a:lnTo>
                        <a:pt x="61829" y="19208"/>
                      </a:lnTo>
                      <a:lnTo>
                        <a:pt x="62039" y="19125"/>
                      </a:lnTo>
                      <a:lnTo>
                        <a:pt x="62039" y="19041"/>
                      </a:lnTo>
                      <a:lnTo>
                        <a:pt x="61955" y="18999"/>
                      </a:lnTo>
                      <a:lnTo>
                        <a:pt x="61892" y="19041"/>
                      </a:lnTo>
                      <a:lnTo>
                        <a:pt x="61767" y="18957"/>
                      </a:lnTo>
                      <a:lnTo>
                        <a:pt x="61850" y="18832"/>
                      </a:lnTo>
                      <a:lnTo>
                        <a:pt x="61871" y="18916"/>
                      </a:lnTo>
                      <a:lnTo>
                        <a:pt x="62039" y="18853"/>
                      </a:lnTo>
                      <a:lnTo>
                        <a:pt x="61871" y="18748"/>
                      </a:lnTo>
                      <a:lnTo>
                        <a:pt x="61871" y="18685"/>
                      </a:lnTo>
                      <a:lnTo>
                        <a:pt x="61955" y="18685"/>
                      </a:lnTo>
                      <a:lnTo>
                        <a:pt x="62101" y="18497"/>
                      </a:lnTo>
                      <a:lnTo>
                        <a:pt x="62269" y="18497"/>
                      </a:lnTo>
                      <a:lnTo>
                        <a:pt x="62353" y="18581"/>
                      </a:lnTo>
                      <a:lnTo>
                        <a:pt x="62457" y="18518"/>
                      </a:lnTo>
                      <a:lnTo>
                        <a:pt x="62666" y="18581"/>
                      </a:lnTo>
                      <a:lnTo>
                        <a:pt x="62813" y="18581"/>
                      </a:lnTo>
                      <a:lnTo>
                        <a:pt x="62813" y="18623"/>
                      </a:lnTo>
                      <a:lnTo>
                        <a:pt x="62897" y="18685"/>
                      </a:lnTo>
                      <a:lnTo>
                        <a:pt x="62959" y="18644"/>
                      </a:lnTo>
                      <a:lnTo>
                        <a:pt x="62918" y="18581"/>
                      </a:lnTo>
                      <a:lnTo>
                        <a:pt x="63106" y="18581"/>
                      </a:lnTo>
                      <a:lnTo>
                        <a:pt x="63252" y="18602"/>
                      </a:lnTo>
                      <a:lnTo>
                        <a:pt x="63357" y="18602"/>
                      </a:lnTo>
                      <a:lnTo>
                        <a:pt x="63462" y="18685"/>
                      </a:lnTo>
                      <a:lnTo>
                        <a:pt x="63462" y="18727"/>
                      </a:lnTo>
                      <a:lnTo>
                        <a:pt x="63629" y="18748"/>
                      </a:lnTo>
                      <a:lnTo>
                        <a:pt x="63734" y="18664"/>
                      </a:lnTo>
                      <a:lnTo>
                        <a:pt x="63796" y="18685"/>
                      </a:lnTo>
                      <a:lnTo>
                        <a:pt x="63838" y="18769"/>
                      </a:lnTo>
                      <a:lnTo>
                        <a:pt x="63629" y="18916"/>
                      </a:lnTo>
                      <a:lnTo>
                        <a:pt x="63441" y="18916"/>
                      </a:lnTo>
                      <a:lnTo>
                        <a:pt x="63378" y="18978"/>
                      </a:lnTo>
                      <a:lnTo>
                        <a:pt x="63378" y="19083"/>
                      </a:lnTo>
                      <a:lnTo>
                        <a:pt x="63273" y="19083"/>
                      </a:lnTo>
                      <a:lnTo>
                        <a:pt x="63252" y="19125"/>
                      </a:lnTo>
                      <a:lnTo>
                        <a:pt x="63315" y="19146"/>
                      </a:lnTo>
                      <a:lnTo>
                        <a:pt x="63378" y="19146"/>
                      </a:lnTo>
                      <a:lnTo>
                        <a:pt x="63545" y="19355"/>
                      </a:lnTo>
                      <a:lnTo>
                        <a:pt x="63587" y="19313"/>
                      </a:lnTo>
                      <a:lnTo>
                        <a:pt x="63775" y="19250"/>
                      </a:lnTo>
                      <a:lnTo>
                        <a:pt x="63859" y="19146"/>
                      </a:lnTo>
                      <a:lnTo>
                        <a:pt x="63838" y="19104"/>
                      </a:lnTo>
                      <a:lnTo>
                        <a:pt x="63964" y="19041"/>
                      </a:lnTo>
                      <a:lnTo>
                        <a:pt x="63880" y="18916"/>
                      </a:lnTo>
                      <a:lnTo>
                        <a:pt x="63964" y="18916"/>
                      </a:lnTo>
                      <a:lnTo>
                        <a:pt x="64089" y="19083"/>
                      </a:lnTo>
                      <a:lnTo>
                        <a:pt x="64173" y="19104"/>
                      </a:lnTo>
                      <a:lnTo>
                        <a:pt x="64215" y="19020"/>
                      </a:lnTo>
                      <a:lnTo>
                        <a:pt x="64173" y="18978"/>
                      </a:lnTo>
                      <a:lnTo>
                        <a:pt x="64257" y="18916"/>
                      </a:lnTo>
                      <a:lnTo>
                        <a:pt x="64298" y="18832"/>
                      </a:lnTo>
                      <a:lnTo>
                        <a:pt x="64319" y="18832"/>
                      </a:lnTo>
                      <a:lnTo>
                        <a:pt x="64319" y="18727"/>
                      </a:lnTo>
                      <a:lnTo>
                        <a:pt x="64298" y="18664"/>
                      </a:lnTo>
                      <a:lnTo>
                        <a:pt x="64382" y="18623"/>
                      </a:lnTo>
                      <a:lnTo>
                        <a:pt x="64466" y="18685"/>
                      </a:lnTo>
                      <a:lnTo>
                        <a:pt x="64529" y="18623"/>
                      </a:lnTo>
                      <a:lnTo>
                        <a:pt x="64591" y="18685"/>
                      </a:lnTo>
                      <a:lnTo>
                        <a:pt x="64612" y="18769"/>
                      </a:lnTo>
                      <a:lnTo>
                        <a:pt x="64696" y="18811"/>
                      </a:lnTo>
                      <a:lnTo>
                        <a:pt x="64842" y="18664"/>
                      </a:lnTo>
                      <a:lnTo>
                        <a:pt x="64780" y="18602"/>
                      </a:lnTo>
                      <a:lnTo>
                        <a:pt x="64780" y="18581"/>
                      </a:lnTo>
                      <a:lnTo>
                        <a:pt x="64842" y="18518"/>
                      </a:lnTo>
                      <a:lnTo>
                        <a:pt x="64926" y="18560"/>
                      </a:lnTo>
                      <a:lnTo>
                        <a:pt x="65010" y="18497"/>
                      </a:lnTo>
                      <a:lnTo>
                        <a:pt x="65094" y="18497"/>
                      </a:lnTo>
                      <a:lnTo>
                        <a:pt x="65114" y="18455"/>
                      </a:lnTo>
                      <a:lnTo>
                        <a:pt x="65010" y="18351"/>
                      </a:lnTo>
                      <a:lnTo>
                        <a:pt x="65031" y="18288"/>
                      </a:lnTo>
                      <a:lnTo>
                        <a:pt x="65031" y="18246"/>
                      </a:lnTo>
                      <a:lnTo>
                        <a:pt x="64926" y="18183"/>
                      </a:lnTo>
                      <a:lnTo>
                        <a:pt x="64884" y="18141"/>
                      </a:lnTo>
                      <a:lnTo>
                        <a:pt x="64884" y="18162"/>
                      </a:lnTo>
                      <a:lnTo>
                        <a:pt x="64884" y="18204"/>
                      </a:lnTo>
                      <a:lnTo>
                        <a:pt x="64822" y="18204"/>
                      </a:lnTo>
                      <a:lnTo>
                        <a:pt x="64717" y="18162"/>
                      </a:lnTo>
                      <a:lnTo>
                        <a:pt x="64696" y="18183"/>
                      </a:lnTo>
                      <a:lnTo>
                        <a:pt x="64696" y="18246"/>
                      </a:lnTo>
                      <a:lnTo>
                        <a:pt x="64591" y="18246"/>
                      </a:lnTo>
                      <a:lnTo>
                        <a:pt x="64529" y="18288"/>
                      </a:lnTo>
                      <a:lnTo>
                        <a:pt x="64466" y="18246"/>
                      </a:lnTo>
                      <a:lnTo>
                        <a:pt x="64487" y="18141"/>
                      </a:lnTo>
                      <a:lnTo>
                        <a:pt x="64529" y="18100"/>
                      </a:lnTo>
                      <a:lnTo>
                        <a:pt x="64382" y="17890"/>
                      </a:lnTo>
                      <a:lnTo>
                        <a:pt x="64487" y="17828"/>
                      </a:lnTo>
                      <a:lnTo>
                        <a:pt x="64382" y="17660"/>
                      </a:lnTo>
                      <a:lnTo>
                        <a:pt x="64424" y="17451"/>
                      </a:lnTo>
                      <a:lnTo>
                        <a:pt x="64424" y="17325"/>
                      </a:lnTo>
                      <a:lnTo>
                        <a:pt x="64508" y="17221"/>
                      </a:lnTo>
                      <a:lnTo>
                        <a:pt x="64508" y="17032"/>
                      </a:lnTo>
                      <a:lnTo>
                        <a:pt x="64612" y="16928"/>
                      </a:lnTo>
                      <a:lnTo>
                        <a:pt x="64612" y="16802"/>
                      </a:lnTo>
                      <a:lnTo>
                        <a:pt x="64591" y="16781"/>
                      </a:lnTo>
                      <a:lnTo>
                        <a:pt x="64717" y="16719"/>
                      </a:lnTo>
                      <a:lnTo>
                        <a:pt x="64591" y="16572"/>
                      </a:lnTo>
                      <a:lnTo>
                        <a:pt x="64633" y="16175"/>
                      </a:lnTo>
                      <a:lnTo>
                        <a:pt x="64738" y="16091"/>
                      </a:lnTo>
                      <a:lnTo>
                        <a:pt x="64633" y="15944"/>
                      </a:lnTo>
                      <a:lnTo>
                        <a:pt x="64612" y="15777"/>
                      </a:lnTo>
                      <a:lnTo>
                        <a:pt x="64529" y="15735"/>
                      </a:lnTo>
                      <a:lnTo>
                        <a:pt x="64529" y="15672"/>
                      </a:lnTo>
                      <a:lnTo>
                        <a:pt x="64633" y="15589"/>
                      </a:lnTo>
                      <a:lnTo>
                        <a:pt x="64612" y="15442"/>
                      </a:lnTo>
                      <a:lnTo>
                        <a:pt x="64696" y="15379"/>
                      </a:lnTo>
                      <a:lnTo>
                        <a:pt x="64822" y="15170"/>
                      </a:lnTo>
                      <a:lnTo>
                        <a:pt x="64947" y="15212"/>
                      </a:lnTo>
                      <a:lnTo>
                        <a:pt x="65031" y="15149"/>
                      </a:lnTo>
                      <a:lnTo>
                        <a:pt x="65114" y="15170"/>
                      </a:lnTo>
                      <a:lnTo>
                        <a:pt x="65156" y="15107"/>
                      </a:lnTo>
                      <a:lnTo>
                        <a:pt x="65366" y="15107"/>
                      </a:lnTo>
                      <a:lnTo>
                        <a:pt x="65407" y="15045"/>
                      </a:lnTo>
                      <a:lnTo>
                        <a:pt x="65470" y="15024"/>
                      </a:lnTo>
                      <a:lnTo>
                        <a:pt x="65512" y="14919"/>
                      </a:lnTo>
                      <a:lnTo>
                        <a:pt x="65554" y="14919"/>
                      </a:lnTo>
                      <a:lnTo>
                        <a:pt x="65617" y="14898"/>
                      </a:lnTo>
                      <a:lnTo>
                        <a:pt x="65742" y="14898"/>
                      </a:lnTo>
                      <a:lnTo>
                        <a:pt x="65763" y="15003"/>
                      </a:lnTo>
                      <a:lnTo>
                        <a:pt x="65826" y="14961"/>
                      </a:lnTo>
                      <a:lnTo>
                        <a:pt x="65868" y="14961"/>
                      </a:lnTo>
                      <a:lnTo>
                        <a:pt x="65951" y="15107"/>
                      </a:lnTo>
                      <a:lnTo>
                        <a:pt x="65993" y="15107"/>
                      </a:lnTo>
                      <a:lnTo>
                        <a:pt x="66098" y="14961"/>
                      </a:lnTo>
                      <a:lnTo>
                        <a:pt x="66098" y="14835"/>
                      </a:lnTo>
                      <a:lnTo>
                        <a:pt x="66182" y="14815"/>
                      </a:lnTo>
                      <a:lnTo>
                        <a:pt x="66203" y="14689"/>
                      </a:lnTo>
                      <a:lnTo>
                        <a:pt x="66265" y="14689"/>
                      </a:lnTo>
                      <a:lnTo>
                        <a:pt x="66286" y="14794"/>
                      </a:lnTo>
                      <a:lnTo>
                        <a:pt x="66412" y="14856"/>
                      </a:lnTo>
                      <a:lnTo>
                        <a:pt x="66412" y="15003"/>
                      </a:lnTo>
                      <a:lnTo>
                        <a:pt x="66391" y="15045"/>
                      </a:lnTo>
                      <a:lnTo>
                        <a:pt x="66454" y="15107"/>
                      </a:lnTo>
                      <a:lnTo>
                        <a:pt x="66475" y="15212"/>
                      </a:lnTo>
                      <a:lnTo>
                        <a:pt x="66391" y="15275"/>
                      </a:lnTo>
                      <a:lnTo>
                        <a:pt x="66454" y="15317"/>
                      </a:lnTo>
                      <a:lnTo>
                        <a:pt x="66475" y="15442"/>
                      </a:lnTo>
                      <a:lnTo>
                        <a:pt x="66454" y="15442"/>
                      </a:lnTo>
                      <a:lnTo>
                        <a:pt x="66454" y="15526"/>
                      </a:lnTo>
                      <a:lnTo>
                        <a:pt x="66475" y="15568"/>
                      </a:lnTo>
                      <a:lnTo>
                        <a:pt x="66412" y="15651"/>
                      </a:lnTo>
                      <a:lnTo>
                        <a:pt x="66391" y="15693"/>
                      </a:lnTo>
                      <a:lnTo>
                        <a:pt x="66412" y="15756"/>
                      </a:lnTo>
                      <a:lnTo>
                        <a:pt x="66516" y="15651"/>
                      </a:lnTo>
                      <a:lnTo>
                        <a:pt x="66558" y="15735"/>
                      </a:lnTo>
                      <a:lnTo>
                        <a:pt x="66663" y="15756"/>
                      </a:lnTo>
                      <a:lnTo>
                        <a:pt x="66684" y="15965"/>
                      </a:lnTo>
                      <a:lnTo>
                        <a:pt x="66726" y="15903"/>
                      </a:lnTo>
                      <a:lnTo>
                        <a:pt x="66726" y="15840"/>
                      </a:lnTo>
                      <a:lnTo>
                        <a:pt x="66830" y="15735"/>
                      </a:lnTo>
                      <a:lnTo>
                        <a:pt x="66914" y="15735"/>
                      </a:lnTo>
                      <a:lnTo>
                        <a:pt x="66977" y="15777"/>
                      </a:lnTo>
                      <a:lnTo>
                        <a:pt x="66872" y="15944"/>
                      </a:lnTo>
                      <a:lnTo>
                        <a:pt x="66977" y="16049"/>
                      </a:lnTo>
                      <a:lnTo>
                        <a:pt x="66998" y="16175"/>
                      </a:lnTo>
                      <a:lnTo>
                        <a:pt x="67081" y="15986"/>
                      </a:lnTo>
                      <a:lnTo>
                        <a:pt x="67144" y="15944"/>
                      </a:lnTo>
                      <a:lnTo>
                        <a:pt x="67144" y="15861"/>
                      </a:lnTo>
                      <a:lnTo>
                        <a:pt x="67207" y="15777"/>
                      </a:lnTo>
                      <a:lnTo>
                        <a:pt x="67207" y="15484"/>
                      </a:lnTo>
                      <a:lnTo>
                        <a:pt x="67291" y="15421"/>
                      </a:lnTo>
                      <a:lnTo>
                        <a:pt x="67207" y="15338"/>
                      </a:lnTo>
                      <a:lnTo>
                        <a:pt x="67311" y="15254"/>
                      </a:lnTo>
                      <a:lnTo>
                        <a:pt x="67311" y="15149"/>
                      </a:lnTo>
                      <a:lnTo>
                        <a:pt x="67249" y="15128"/>
                      </a:lnTo>
                      <a:lnTo>
                        <a:pt x="67249" y="15066"/>
                      </a:lnTo>
                      <a:lnTo>
                        <a:pt x="67311" y="15045"/>
                      </a:lnTo>
                      <a:lnTo>
                        <a:pt x="67332" y="14856"/>
                      </a:lnTo>
                      <a:lnTo>
                        <a:pt x="67249" y="14794"/>
                      </a:lnTo>
                      <a:lnTo>
                        <a:pt x="67311" y="14605"/>
                      </a:lnTo>
                      <a:lnTo>
                        <a:pt x="67395" y="14522"/>
                      </a:lnTo>
                      <a:lnTo>
                        <a:pt x="67542" y="14501"/>
                      </a:lnTo>
                      <a:lnTo>
                        <a:pt x="67604" y="14584"/>
                      </a:lnTo>
                      <a:lnTo>
                        <a:pt x="67667" y="14647"/>
                      </a:lnTo>
                      <a:lnTo>
                        <a:pt x="67730" y="14584"/>
                      </a:lnTo>
                      <a:lnTo>
                        <a:pt x="67646" y="14501"/>
                      </a:lnTo>
                      <a:lnTo>
                        <a:pt x="67688" y="14375"/>
                      </a:lnTo>
                      <a:lnTo>
                        <a:pt x="67521" y="14291"/>
                      </a:lnTo>
                      <a:lnTo>
                        <a:pt x="67479" y="14061"/>
                      </a:lnTo>
                      <a:lnTo>
                        <a:pt x="67395" y="13999"/>
                      </a:lnTo>
                      <a:lnTo>
                        <a:pt x="67395" y="13957"/>
                      </a:lnTo>
                      <a:lnTo>
                        <a:pt x="67291" y="13873"/>
                      </a:lnTo>
                      <a:lnTo>
                        <a:pt x="67270" y="13706"/>
                      </a:lnTo>
                      <a:lnTo>
                        <a:pt x="67311" y="13664"/>
                      </a:lnTo>
                      <a:lnTo>
                        <a:pt x="67291" y="13538"/>
                      </a:lnTo>
                      <a:lnTo>
                        <a:pt x="67165" y="13434"/>
                      </a:lnTo>
                      <a:lnTo>
                        <a:pt x="67186" y="13329"/>
                      </a:lnTo>
                      <a:lnTo>
                        <a:pt x="67123" y="13266"/>
                      </a:lnTo>
                      <a:lnTo>
                        <a:pt x="67291" y="13141"/>
                      </a:lnTo>
                      <a:lnTo>
                        <a:pt x="67416" y="13141"/>
                      </a:lnTo>
                      <a:lnTo>
                        <a:pt x="67521" y="13015"/>
                      </a:lnTo>
                      <a:lnTo>
                        <a:pt x="67688" y="13015"/>
                      </a:lnTo>
                      <a:lnTo>
                        <a:pt x="67730" y="12952"/>
                      </a:lnTo>
                      <a:lnTo>
                        <a:pt x="67897" y="13078"/>
                      </a:lnTo>
                      <a:lnTo>
                        <a:pt x="68044" y="13078"/>
                      </a:lnTo>
                      <a:lnTo>
                        <a:pt x="68107" y="13120"/>
                      </a:lnTo>
                      <a:lnTo>
                        <a:pt x="68211" y="13141"/>
                      </a:lnTo>
                      <a:lnTo>
                        <a:pt x="68274" y="13120"/>
                      </a:lnTo>
                      <a:lnTo>
                        <a:pt x="68127" y="13182"/>
                      </a:lnTo>
                      <a:lnTo>
                        <a:pt x="68211" y="13245"/>
                      </a:lnTo>
                      <a:lnTo>
                        <a:pt x="68065" y="13287"/>
                      </a:lnTo>
                      <a:lnTo>
                        <a:pt x="67939" y="13266"/>
                      </a:lnTo>
                      <a:lnTo>
                        <a:pt x="67793" y="13434"/>
                      </a:lnTo>
                      <a:lnTo>
                        <a:pt x="67793" y="13496"/>
                      </a:lnTo>
                      <a:lnTo>
                        <a:pt x="67835" y="13643"/>
                      </a:lnTo>
                      <a:lnTo>
                        <a:pt x="67835" y="13768"/>
                      </a:lnTo>
                      <a:lnTo>
                        <a:pt x="67918" y="13810"/>
                      </a:lnTo>
                      <a:lnTo>
                        <a:pt x="67939" y="13894"/>
                      </a:lnTo>
                      <a:lnTo>
                        <a:pt x="68065" y="14061"/>
                      </a:lnTo>
                      <a:lnTo>
                        <a:pt x="68065" y="14103"/>
                      </a:lnTo>
                      <a:lnTo>
                        <a:pt x="68107" y="14103"/>
                      </a:lnTo>
                      <a:lnTo>
                        <a:pt x="68065" y="14166"/>
                      </a:lnTo>
                      <a:lnTo>
                        <a:pt x="68211" y="14208"/>
                      </a:lnTo>
                      <a:lnTo>
                        <a:pt x="68232" y="14333"/>
                      </a:lnTo>
                      <a:lnTo>
                        <a:pt x="68232" y="14396"/>
                      </a:lnTo>
                      <a:lnTo>
                        <a:pt x="68169" y="14438"/>
                      </a:lnTo>
                      <a:lnTo>
                        <a:pt x="68211" y="14710"/>
                      </a:lnTo>
                      <a:lnTo>
                        <a:pt x="68253" y="14731"/>
                      </a:lnTo>
                      <a:lnTo>
                        <a:pt x="68316" y="14647"/>
                      </a:lnTo>
                      <a:lnTo>
                        <a:pt x="68358" y="14647"/>
                      </a:lnTo>
                      <a:lnTo>
                        <a:pt x="68441" y="14752"/>
                      </a:lnTo>
                      <a:lnTo>
                        <a:pt x="68483" y="14835"/>
                      </a:lnTo>
                      <a:lnTo>
                        <a:pt x="68420" y="15024"/>
                      </a:lnTo>
                      <a:lnTo>
                        <a:pt x="68420" y="15233"/>
                      </a:lnTo>
                      <a:lnTo>
                        <a:pt x="68483" y="15317"/>
                      </a:lnTo>
                      <a:lnTo>
                        <a:pt x="68567" y="15254"/>
                      </a:lnTo>
                      <a:lnTo>
                        <a:pt x="68672" y="15275"/>
                      </a:lnTo>
                      <a:lnTo>
                        <a:pt x="68692" y="15338"/>
                      </a:lnTo>
                      <a:lnTo>
                        <a:pt x="68672" y="15421"/>
                      </a:lnTo>
                      <a:lnTo>
                        <a:pt x="68588" y="15421"/>
                      </a:lnTo>
                      <a:lnTo>
                        <a:pt x="68483" y="15484"/>
                      </a:lnTo>
                      <a:lnTo>
                        <a:pt x="68462" y="15484"/>
                      </a:lnTo>
                      <a:lnTo>
                        <a:pt x="68337" y="15631"/>
                      </a:lnTo>
                      <a:lnTo>
                        <a:pt x="68316" y="15735"/>
                      </a:lnTo>
                      <a:lnTo>
                        <a:pt x="68169" y="15798"/>
                      </a:lnTo>
                      <a:lnTo>
                        <a:pt x="68148" y="15861"/>
                      </a:lnTo>
                      <a:lnTo>
                        <a:pt x="68065" y="15882"/>
                      </a:lnTo>
                      <a:lnTo>
                        <a:pt x="68065" y="15986"/>
                      </a:lnTo>
                      <a:lnTo>
                        <a:pt x="68023" y="16070"/>
                      </a:lnTo>
                      <a:lnTo>
                        <a:pt x="68065" y="16195"/>
                      </a:lnTo>
                      <a:lnTo>
                        <a:pt x="68148" y="16175"/>
                      </a:lnTo>
                      <a:lnTo>
                        <a:pt x="68148" y="16321"/>
                      </a:lnTo>
                      <a:lnTo>
                        <a:pt x="68044" y="16509"/>
                      </a:lnTo>
                      <a:lnTo>
                        <a:pt x="68065" y="16593"/>
                      </a:lnTo>
                      <a:lnTo>
                        <a:pt x="68127" y="16614"/>
                      </a:lnTo>
                      <a:lnTo>
                        <a:pt x="68107" y="16844"/>
                      </a:lnTo>
                      <a:lnTo>
                        <a:pt x="68127" y="17032"/>
                      </a:lnTo>
                      <a:lnTo>
                        <a:pt x="68065" y="17116"/>
                      </a:lnTo>
                      <a:lnTo>
                        <a:pt x="67939" y="17158"/>
                      </a:lnTo>
                      <a:lnTo>
                        <a:pt x="67918" y="17263"/>
                      </a:lnTo>
                      <a:lnTo>
                        <a:pt x="67960" y="17325"/>
                      </a:lnTo>
                      <a:lnTo>
                        <a:pt x="67939" y="17535"/>
                      </a:lnTo>
                      <a:lnTo>
                        <a:pt x="67918" y="17576"/>
                      </a:lnTo>
                      <a:lnTo>
                        <a:pt x="67939" y="17660"/>
                      </a:lnTo>
                      <a:lnTo>
                        <a:pt x="68044" y="17765"/>
                      </a:lnTo>
                      <a:lnTo>
                        <a:pt x="67960" y="17765"/>
                      </a:lnTo>
                      <a:lnTo>
                        <a:pt x="67939" y="17953"/>
                      </a:lnTo>
                      <a:lnTo>
                        <a:pt x="67960" y="17995"/>
                      </a:lnTo>
                      <a:lnTo>
                        <a:pt x="67960" y="18141"/>
                      </a:lnTo>
                      <a:lnTo>
                        <a:pt x="67855" y="18246"/>
                      </a:lnTo>
                      <a:lnTo>
                        <a:pt x="67939" y="18372"/>
                      </a:lnTo>
                      <a:lnTo>
                        <a:pt x="67939" y="18602"/>
                      </a:lnTo>
                      <a:lnTo>
                        <a:pt x="68023" y="18811"/>
                      </a:lnTo>
                      <a:lnTo>
                        <a:pt x="67835" y="19146"/>
                      </a:lnTo>
                      <a:lnTo>
                        <a:pt x="67939" y="19292"/>
                      </a:lnTo>
                      <a:lnTo>
                        <a:pt x="67835" y="19250"/>
                      </a:lnTo>
                      <a:lnTo>
                        <a:pt x="67625" y="19292"/>
                      </a:lnTo>
                      <a:lnTo>
                        <a:pt x="67625" y="19501"/>
                      </a:lnTo>
                      <a:lnTo>
                        <a:pt x="67646" y="19564"/>
                      </a:lnTo>
                      <a:lnTo>
                        <a:pt x="67521" y="19711"/>
                      </a:lnTo>
                      <a:lnTo>
                        <a:pt x="67291" y="19606"/>
                      </a:lnTo>
                      <a:lnTo>
                        <a:pt x="67186" y="19711"/>
                      </a:lnTo>
                      <a:lnTo>
                        <a:pt x="67186" y="19773"/>
                      </a:lnTo>
                      <a:lnTo>
                        <a:pt x="67332" y="19773"/>
                      </a:lnTo>
                      <a:lnTo>
                        <a:pt x="67542" y="20087"/>
                      </a:lnTo>
                      <a:lnTo>
                        <a:pt x="67542" y="20380"/>
                      </a:lnTo>
                      <a:lnTo>
                        <a:pt x="67500" y="20464"/>
                      </a:lnTo>
                      <a:lnTo>
                        <a:pt x="67542" y="20548"/>
                      </a:lnTo>
                      <a:lnTo>
                        <a:pt x="67437" y="20569"/>
                      </a:lnTo>
                      <a:lnTo>
                        <a:pt x="67416" y="20778"/>
                      </a:lnTo>
                      <a:lnTo>
                        <a:pt x="67291" y="20924"/>
                      </a:lnTo>
                      <a:lnTo>
                        <a:pt x="67270" y="21175"/>
                      </a:lnTo>
                      <a:lnTo>
                        <a:pt x="67374" y="21385"/>
                      </a:lnTo>
                      <a:lnTo>
                        <a:pt x="67416" y="21761"/>
                      </a:lnTo>
                      <a:lnTo>
                        <a:pt x="67583" y="22033"/>
                      </a:lnTo>
                      <a:lnTo>
                        <a:pt x="67583" y="22242"/>
                      </a:lnTo>
                      <a:lnTo>
                        <a:pt x="67835" y="22807"/>
                      </a:lnTo>
                      <a:lnTo>
                        <a:pt x="68148" y="23414"/>
                      </a:lnTo>
                      <a:lnTo>
                        <a:pt x="68462" y="23916"/>
                      </a:lnTo>
                      <a:lnTo>
                        <a:pt x="68630" y="24063"/>
                      </a:lnTo>
                      <a:lnTo>
                        <a:pt x="68630" y="24251"/>
                      </a:lnTo>
                      <a:lnTo>
                        <a:pt x="69048" y="24732"/>
                      </a:lnTo>
                      <a:lnTo>
                        <a:pt x="69488" y="25527"/>
                      </a:lnTo>
                      <a:lnTo>
                        <a:pt x="69697" y="25632"/>
                      </a:lnTo>
                      <a:lnTo>
                        <a:pt x="69843" y="25632"/>
                      </a:lnTo>
                      <a:lnTo>
                        <a:pt x="69927" y="25590"/>
                      </a:lnTo>
                      <a:lnTo>
                        <a:pt x="69927" y="25590"/>
                      </a:lnTo>
                      <a:lnTo>
                        <a:pt x="69885" y="25695"/>
                      </a:lnTo>
                      <a:lnTo>
                        <a:pt x="69780" y="25737"/>
                      </a:lnTo>
                      <a:lnTo>
                        <a:pt x="69697" y="25737"/>
                      </a:lnTo>
                      <a:lnTo>
                        <a:pt x="69843" y="25988"/>
                      </a:lnTo>
                      <a:lnTo>
                        <a:pt x="70052" y="26469"/>
                      </a:lnTo>
                      <a:lnTo>
                        <a:pt x="70094" y="26678"/>
                      </a:lnTo>
                      <a:lnTo>
                        <a:pt x="70220" y="26867"/>
                      </a:lnTo>
                      <a:lnTo>
                        <a:pt x="70450" y="26887"/>
                      </a:lnTo>
                      <a:lnTo>
                        <a:pt x="70471" y="26971"/>
                      </a:lnTo>
                      <a:lnTo>
                        <a:pt x="70471" y="27076"/>
                      </a:lnTo>
                      <a:lnTo>
                        <a:pt x="70513" y="27159"/>
                      </a:lnTo>
                      <a:lnTo>
                        <a:pt x="70471" y="27285"/>
                      </a:lnTo>
                      <a:lnTo>
                        <a:pt x="70617" y="27034"/>
                      </a:lnTo>
                      <a:lnTo>
                        <a:pt x="70659" y="26762"/>
                      </a:lnTo>
                      <a:lnTo>
                        <a:pt x="70680" y="26741"/>
                      </a:lnTo>
                      <a:lnTo>
                        <a:pt x="70680" y="26636"/>
                      </a:lnTo>
                      <a:lnTo>
                        <a:pt x="70827" y="26511"/>
                      </a:lnTo>
                      <a:lnTo>
                        <a:pt x="70848" y="26406"/>
                      </a:lnTo>
                      <a:lnTo>
                        <a:pt x="70827" y="26343"/>
                      </a:lnTo>
                      <a:lnTo>
                        <a:pt x="70868" y="26239"/>
                      </a:lnTo>
                      <a:lnTo>
                        <a:pt x="70931" y="25988"/>
                      </a:lnTo>
                      <a:lnTo>
                        <a:pt x="70868" y="25883"/>
                      </a:lnTo>
                      <a:lnTo>
                        <a:pt x="70889" y="25695"/>
                      </a:lnTo>
                      <a:lnTo>
                        <a:pt x="70994" y="25611"/>
                      </a:lnTo>
                      <a:lnTo>
                        <a:pt x="70889" y="25507"/>
                      </a:lnTo>
                      <a:lnTo>
                        <a:pt x="70848" y="25527"/>
                      </a:lnTo>
                      <a:lnTo>
                        <a:pt x="70764" y="25507"/>
                      </a:lnTo>
                      <a:lnTo>
                        <a:pt x="70827" y="25423"/>
                      </a:lnTo>
                      <a:lnTo>
                        <a:pt x="70743" y="25276"/>
                      </a:lnTo>
                      <a:lnTo>
                        <a:pt x="70785" y="25297"/>
                      </a:lnTo>
                      <a:lnTo>
                        <a:pt x="70848" y="25255"/>
                      </a:lnTo>
                      <a:lnTo>
                        <a:pt x="70743" y="25151"/>
                      </a:lnTo>
                      <a:lnTo>
                        <a:pt x="70764" y="25067"/>
                      </a:lnTo>
                      <a:lnTo>
                        <a:pt x="70785" y="24942"/>
                      </a:lnTo>
                      <a:lnTo>
                        <a:pt x="70659" y="24942"/>
                      </a:lnTo>
                      <a:lnTo>
                        <a:pt x="70576" y="24879"/>
                      </a:lnTo>
                      <a:lnTo>
                        <a:pt x="70638" y="24774"/>
                      </a:lnTo>
                      <a:lnTo>
                        <a:pt x="70743" y="24879"/>
                      </a:lnTo>
                      <a:lnTo>
                        <a:pt x="70889" y="24732"/>
                      </a:lnTo>
                      <a:lnTo>
                        <a:pt x="70973" y="24753"/>
                      </a:lnTo>
                      <a:lnTo>
                        <a:pt x="71078" y="24649"/>
                      </a:lnTo>
                      <a:lnTo>
                        <a:pt x="71182" y="24565"/>
                      </a:lnTo>
                      <a:lnTo>
                        <a:pt x="71203" y="24586"/>
                      </a:lnTo>
                      <a:lnTo>
                        <a:pt x="71350" y="24628"/>
                      </a:lnTo>
                      <a:lnTo>
                        <a:pt x="71266" y="24523"/>
                      </a:lnTo>
                      <a:lnTo>
                        <a:pt x="71099" y="24439"/>
                      </a:lnTo>
                      <a:lnTo>
                        <a:pt x="71099" y="24314"/>
                      </a:lnTo>
                      <a:lnTo>
                        <a:pt x="70952" y="24230"/>
                      </a:lnTo>
                      <a:lnTo>
                        <a:pt x="70848" y="23895"/>
                      </a:lnTo>
                      <a:lnTo>
                        <a:pt x="70931" y="23602"/>
                      </a:lnTo>
                      <a:lnTo>
                        <a:pt x="70827" y="23498"/>
                      </a:lnTo>
                      <a:lnTo>
                        <a:pt x="70889" y="23414"/>
                      </a:lnTo>
                      <a:lnTo>
                        <a:pt x="70931" y="23268"/>
                      </a:lnTo>
                      <a:lnTo>
                        <a:pt x="71036" y="23058"/>
                      </a:lnTo>
                      <a:lnTo>
                        <a:pt x="71078" y="23372"/>
                      </a:lnTo>
                      <a:lnTo>
                        <a:pt x="71161" y="23393"/>
                      </a:lnTo>
                      <a:lnTo>
                        <a:pt x="71350" y="23289"/>
                      </a:lnTo>
                      <a:lnTo>
                        <a:pt x="71371" y="23330"/>
                      </a:lnTo>
                      <a:lnTo>
                        <a:pt x="71705" y="23205"/>
                      </a:lnTo>
                      <a:lnTo>
                        <a:pt x="71705" y="23058"/>
                      </a:lnTo>
                      <a:lnTo>
                        <a:pt x="71789" y="22975"/>
                      </a:lnTo>
                      <a:lnTo>
                        <a:pt x="71664" y="22891"/>
                      </a:lnTo>
                      <a:lnTo>
                        <a:pt x="71454" y="22598"/>
                      </a:lnTo>
                      <a:lnTo>
                        <a:pt x="71371" y="22598"/>
                      </a:lnTo>
                      <a:lnTo>
                        <a:pt x="71078" y="22159"/>
                      </a:lnTo>
                      <a:lnTo>
                        <a:pt x="71078" y="22054"/>
                      </a:lnTo>
                      <a:lnTo>
                        <a:pt x="70994" y="21970"/>
                      </a:lnTo>
                      <a:lnTo>
                        <a:pt x="70973" y="21594"/>
                      </a:lnTo>
                      <a:lnTo>
                        <a:pt x="70994" y="21531"/>
                      </a:lnTo>
                      <a:lnTo>
                        <a:pt x="70952" y="21343"/>
                      </a:lnTo>
                      <a:lnTo>
                        <a:pt x="71036" y="21217"/>
                      </a:lnTo>
                      <a:lnTo>
                        <a:pt x="71036" y="21092"/>
                      </a:lnTo>
                      <a:lnTo>
                        <a:pt x="70889" y="21113"/>
                      </a:lnTo>
                      <a:lnTo>
                        <a:pt x="70868" y="21029"/>
                      </a:lnTo>
                      <a:lnTo>
                        <a:pt x="70973" y="20882"/>
                      </a:lnTo>
                      <a:lnTo>
                        <a:pt x="71078" y="20841"/>
                      </a:lnTo>
                      <a:lnTo>
                        <a:pt x="71078" y="20778"/>
                      </a:lnTo>
                      <a:lnTo>
                        <a:pt x="71078" y="20757"/>
                      </a:lnTo>
                      <a:lnTo>
                        <a:pt x="71161" y="20673"/>
                      </a:lnTo>
                      <a:lnTo>
                        <a:pt x="71182" y="20778"/>
                      </a:lnTo>
                      <a:lnTo>
                        <a:pt x="71182" y="20903"/>
                      </a:lnTo>
                      <a:lnTo>
                        <a:pt x="71140" y="21029"/>
                      </a:lnTo>
                      <a:lnTo>
                        <a:pt x="71140" y="21196"/>
                      </a:lnTo>
                      <a:lnTo>
                        <a:pt x="71308" y="21238"/>
                      </a:lnTo>
                      <a:lnTo>
                        <a:pt x="71475" y="21343"/>
                      </a:lnTo>
                      <a:lnTo>
                        <a:pt x="71559" y="21322"/>
                      </a:lnTo>
                      <a:lnTo>
                        <a:pt x="71559" y="21154"/>
                      </a:lnTo>
                      <a:lnTo>
                        <a:pt x="71601" y="21092"/>
                      </a:lnTo>
                      <a:lnTo>
                        <a:pt x="71496" y="20903"/>
                      </a:lnTo>
                      <a:lnTo>
                        <a:pt x="71245" y="20673"/>
                      </a:lnTo>
                      <a:lnTo>
                        <a:pt x="71245" y="20401"/>
                      </a:lnTo>
                      <a:lnTo>
                        <a:pt x="71099" y="20359"/>
                      </a:lnTo>
                      <a:lnTo>
                        <a:pt x="71078" y="20317"/>
                      </a:lnTo>
                      <a:lnTo>
                        <a:pt x="71057" y="20380"/>
                      </a:lnTo>
                      <a:lnTo>
                        <a:pt x="70973" y="20464"/>
                      </a:lnTo>
                      <a:lnTo>
                        <a:pt x="70973" y="20506"/>
                      </a:lnTo>
                      <a:lnTo>
                        <a:pt x="70931" y="20569"/>
                      </a:lnTo>
                      <a:lnTo>
                        <a:pt x="70785" y="20485"/>
                      </a:lnTo>
                      <a:lnTo>
                        <a:pt x="70785" y="20276"/>
                      </a:lnTo>
                      <a:lnTo>
                        <a:pt x="70722" y="20150"/>
                      </a:lnTo>
                      <a:lnTo>
                        <a:pt x="70617" y="19941"/>
                      </a:lnTo>
                      <a:lnTo>
                        <a:pt x="70680" y="19836"/>
                      </a:lnTo>
                      <a:lnTo>
                        <a:pt x="70743" y="19794"/>
                      </a:lnTo>
                      <a:lnTo>
                        <a:pt x="70722" y="19690"/>
                      </a:lnTo>
                      <a:lnTo>
                        <a:pt x="70785" y="19585"/>
                      </a:lnTo>
                      <a:lnTo>
                        <a:pt x="70722" y="19522"/>
                      </a:lnTo>
                      <a:lnTo>
                        <a:pt x="70743" y="19439"/>
                      </a:lnTo>
                      <a:lnTo>
                        <a:pt x="70743" y="19334"/>
                      </a:lnTo>
                      <a:lnTo>
                        <a:pt x="70659" y="19271"/>
                      </a:lnTo>
                      <a:lnTo>
                        <a:pt x="70555" y="19313"/>
                      </a:lnTo>
                      <a:lnTo>
                        <a:pt x="70366" y="19146"/>
                      </a:lnTo>
                      <a:lnTo>
                        <a:pt x="70241" y="19146"/>
                      </a:lnTo>
                      <a:lnTo>
                        <a:pt x="70157" y="19229"/>
                      </a:lnTo>
                      <a:lnTo>
                        <a:pt x="70157" y="19313"/>
                      </a:lnTo>
                      <a:lnTo>
                        <a:pt x="70304" y="19460"/>
                      </a:lnTo>
                      <a:lnTo>
                        <a:pt x="70262" y="19564"/>
                      </a:lnTo>
                      <a:lnTo>
                        <a:pt x="70220" y="19627"/>
                      </a:lnTo>
                      <a:lnTo>
                        <a:pt x="70094" y="19564"/>
                      </a:lnTo>
                      <a:lnTo>
                        <a:pt x="69927" y="19355"/>
                      </a:lnTo>
                      <a:lnTo>
                        <a:pt x="69822" y="19250"/>
                      </a:lnTo>
                      <a:lnTo>
                        <a:pt x="69739" y="19208"/>
                      </a:lnTo>
                      <a:lnTo>
                        <a:pt x="69801" y="19146"/>
                      </a:lnTo>
                      <a:lnTo>
                        <a:pt x="69697" y="18936"/>
                      </a:lnTo>
                      <a:lnTo>
                        <a:pt x="69697" y="18811"/>
                      </a:lnTo>
                      <a:lnTo>
                        <a:pt x="69697" y="18727"/>
                      </a:lnTo>
                      <a:lnTo>
                        <a:pt x="69634" y="18623"/>
                      </a:lnTo>
                      <a:lnTo>
                        <a:pt x="69697" y="18539"/>
                      </a:lnTo>
                      <a:lnTo>
                        <a:pt x="69634" y="18372"/>
                      </a:lnTo>
                      <a:lnTo>
                        <a:pt x="69718" y="18267"/>
                      </a:lnTo>
                      <a:lnTo>
                        <a:pt x="69718" y="18162"/>
                      </a:lnTo>
                      <a:lnTo>
                        <a:pt x="69739" y="18037"/>
                      </a:lnTo>
                      <a:lnTo>
                        <a:pt x="69739" y="17890"/>
                      </a:lnTo>
                      <a:lnTo>
                        <a:pt x="69697" y="17932"/>
                      </a:lnTo>
                      <a:lnTo>
                        <a:pt x="69592" y="17786"/>
                      </a:lnTo>
                      <a:lnTo>
                        <a:pt x="69613" y="17744"/>
                      </a:lnTo>
                      <a:lnTo>
                        <a:pt x="69697" y="17723"/>
                      </a:lnTo>
                      <a:lnTo>
                        <a:pt x="69801" y="17786"/>
                      </a:lnTo>
                      <a:lnTo>
                        <a:pt x="69801" y="17744"/>
                      </a:lnTo>
                      <a:lnTo>
                        <a:pt x="69718" y="17660"/>
                      </a:lnTo>
                      <a:lnTo>
                        <a:pt x="69634" y="17576"/>
                      </a:lnTo>
                      <a:lnTo>
                        <a:pt x="69676" y="17514"/>
                      </a:lnTo>
                      <a:lnTo>
                        <a:pt x="69718" y="17514"/>
                      </a:lnTo>
                      <a:lnTo>
                        <a:pt x="69697" y="17430"/>
                      </a:lnTo>
                      <a:lnTo>
                        <a:pt x="69613" y="17346"/>
                      </a:lnTo>
                      <a:lnTo>
                        <a:pt x="69488" y="17325"/>
                      </a:lnTo>
                      <a:lnTo>
                        <a:pt x="69467" y="17242"/>
                      </a:lnTo>
                      <a:lnTo>
                        <a:pt x="69508" y="17221"/>
                      </a:lnTo>
                      <a:lnTo>
                        <a:pt x="69488" y="17074"/>
                      </a:lnTo>
                      <a:lnTo>
                        <a:pt x="69383" y="16970"/>
                      </a:lnTo>
                      <a:lnTo>
                        <a:pt x="69404" y="16886"/>
                      </a:lnTo>
                      <a:lnTo>
                        <a:pt x="69425" y="16781"/>
                      </a:lnTo>
                      <a:lnTo>
                        <a:pt x="69488" y="16719"/>
                      </a:lnTo>
                      <a:lnTo>
                        <a:pt x="69404" y="16614"/>
                      </a:lnTo>
                      <a:lnTo>
                        <a:pt x="69425" y="16530"/>
                      </a:lnTo>
                      <a:lnTo>
                        <a:pt x="69508" y="16530"/>
                      </a:lnTo>
                      <a:lnTo>
                        <a:pt x="69613" y="16593"/>
                      </a:lnTo>
                      <a:lnTo>
                        <a:pt x="69697" y="16572"/>
                      </a:lnTo>
                      <a:lnTo>
                        <a:pt x="69739" y="16405"/>
                      </a:lnTo>
                      <a:lnTo>
                        <a:pt x="69822" y="16405"/>
                      </a:lnTo>
                      <a:lnTo>
                        <a:pt x="69885" y="16488"/>
                      </a:lnTo>
                      <a:lnTo>
                        <a:pt x="69927" y="16488"/>
                      </a:lnTo>
                      <a:lnTo>
                        <a:pt x="70011" y="16614"/>
                      </a:lnTo>
                      <a:lnTo>
                        <a:pt x="70136" y="16363"/>
                      </a:lnTo>
                      <a:lnTo>
                        <a:pt x="70011" y="16300"/>
                      </a:lnTo>
                      <a:lnTo>
                        <a:pt x="70032" y="16195"/>
                      </a:lnTo>
                      <a:lnTo>
                        <a:pt x="70115" y="16154"/>
                      </a:lnTo>
                      <a:lnTo>
                        <a:pt x="70241" y="15903"/>
                      </a:lnTo>
                      <a:lnTo>
                        <a:pt x="70241" y="15777"/>
                      </a:lnTo>
                      <a:lnTo>
                        <a:pt x="70324" y="15882"/>
                      </a:lnTo>
                      <a:lnTo>
                        <a:pt x="70429" y="15944"/>
                      </a:lnTo>
                      <a:lnTo>
                        <a:pt x="70429" y="16070"/>
                      </a:lnTo>
                      <a:lnTo>
                        <a:pt x="70555" y="16426"/>
                      </a:lnTo>
                      <a:lnTo>
                        <a:pt x="70638" y="16509"/>
                      </a:lnTo>
                      <a:lnTo>
                        <a:pt x="70680" y="16468"/>
                      </a:lnTo>
                      <a:lnTo>
                        <a:pt x="70722" y="16154"/>
                      </a:lnTo>
                      <a:lnTo>
                        <a:pt x="70743" y="16049"/>
                      </a:lnTo>
                      <a:lnTo>
                        <a:pt x="70722" y="15903"/>
                      </a:lnTo>
                      <a:lnTo>
                        <a:pt x="70785" y="15798"/>
                      </a:lnTo>
                      <a:lnTo>
                        <a:pt x="70722" y="15651"/>
                      </a:lnTo>
                      <a:lnTo>
                        <a:pt x="70827" y="15693"/>
                      </a:lnTo>
                      <a:lnTo>
                        <a:pt x="70889" y="15631"/>
                      </a:lnTo>
                      <a:lnTo>
                        <a:pt x="70952" y="15421"/>
                      </a:lnTo>
                      <a:lnTo>
                        <a:pt x="71057" y="15421"/>
                      </a:lnTo>
                      <a:lnTo>
                        <a:pt x="71182" y="15254"/>
                      </a:lnTo>
                      <a:lnTo>
                        <a:pt x="71308" y="15233"/>
                      </a:lnTo>
                      <a:lnTo>
                        <a:pt x="71371" y="15275"/>
                      </a:lnTo>
                      <a:lnTo>
                        <a:pt x="71559" y="15149"/>
                      </a:lnTo>
                      <a:lnTo>
                        <a:pt x="71705" y="15170"/>
                      </a:lnTo>
                      <a:lnTo>
                        <a:pt x="72019" y="15359"/>
                      </a:lnTo>
                      <a:lnTo>
                        <a:pt x="72040" y="15463"/>
                      </a:lnTo>
                      <a:lnTo>
                        <a:pt x="72124" y="15484"/>
                      </a:lnTo>
                      <a:lnTo>
                        <a:pt x="72229" y="15463"/>
                      </a:lnTo>
                      <a:lnTo>
                        <a:pt x="72291" y="15484"/>
                      </a:lnTo>
                      <a:lnTo>
                        <a:pt x="72229" y="15547"/>
                      </a:lnTo>
                      <a:lnTo>
                        <a:pt x="72396" y="15714"/>
                      </a:lnTo>
                      <a:lnTo>
                        <a:pt x="72438" y="15672"/>
                      </a:lnTo>
                      <a:lnTo>
                        <a:pt x="72542" y="15777"/>
                      </a:lnTo>
                      <a:lnTo>
                        <a:pt x="72668" y="15756"/>
                      </a:lnTo>
                      <a:lnTo>
                        <a:pt x="72752" y="15777"/>
                      </a:lnTo>
                      <a:lnTo>
                        <a:pt x="72752" y="15672"/>
                      </a:lnTo>
                      <a:lnTo>
                        <a:pt x="72647" y="15526"/>
                      </a:lnTo>
                      <a:lnTo>
                        <a:pt x="72710" y="15442"/>
                      </a:lnTo>
                      <a:lnTo>
                        <a:pt x="72668" y="15359"/>
                      </a:lnTo>
                      <a:lnTo>
                        <a:pt x="72605" y="15338"/>
                      </a:lnTo>
                      <a:lnTo>
                        <a:pt x="72605" y="15233"/>
                      </a:lnTo>
                      <a:lnTo>
                        <a:pt x="72668" y="15128"/>
                      </a:lnTo>
                      <a:lnTo>
                        <a:pt x="72731" y="14856"/>
                      </a:lnTo>
                      <a:lnTo>
                        <a:pt x="72814" y="14647"/>
                      </a:lnTo>
                      <a:lnTo>
                        <a:pt x="72773" y="14543"/>
                      </a:lnTo>
                      <a:lnTo>
                        <a:pt x="72919" y="14375"/>
                      </a:lnTo>
                      <a:lnTo>
                        <a:pt x="72856" y="14291"/>
                      </a:lnTo>
                      <a:lnTo>
                        <a:pt x="72940" y="14229"/>
                      </a:lnTo>
                      <a:lnTo>
                        <a:pt x="72856" y="14061"/>
                      </a:lnTo>
                      <a:lnTo>
                        <a:pt x="72773" y="13999"/>
                      </a:lnTo>
                      <a:lnTo>
                        <a:pt x="72773" y="13957"/>
                      </a:lnTo>
                      <a:lnTo>
                        <a:pt x="72940" y="13957"/>
                      </a:lnTo>
                      <a:lnTo>
                        <a:pt x="72982" y="13810"/>
                      </a:lnTo>
                      <a:lnTo>
                        <a:pt x="72814" y="13747"/>
                      </a:lnTo>
                      <a:lnTo>
                        <a:pt x="72752" y="13643"/>
                      </a:lnTo>
                      <a:lnTo>
                        <a:pt x="72835" y="13601"/>
                      </a:lnTo>
                      <a:lnTo>
                        <a:pt x="72877" y="13664"/>
                      </a:lnTo>
                      <a:lnTo>
                        <a:pt x="72961" y="13643"/>
                      </a:lnTo>
                      <a:lnTo>
                        <a:pt x="72982" y="13559"/>
                      </a:lnTo>
                      <a:lnTo>
                        <a:pt x="72940" y="13475"/>
                      </a:lnTo>
                      <a:lnTo>
                        <a:pt x="73065" y="13371"/>
                      </a:lnTo>
                      <a:lnTo>
                        <a:pt x="73065" y="13287"/>
                      </a:lnTo>
                      <a:lnTo>
                        <a:pt x="72982" y="13224"/>
                      </a:lnTo>
                      <a:lnTo>
                        <a:pt x="73065" y="13162"/>
                      </a:lnTo>
                      <a:lnTo>
                        <a:pt x="73149" y="13182"/>
                      </a:lnTo>
                      <a:lnTo>
                        <a:pt x="73191" y="13078"/>
                      </a:lnTo>
                      <a:lnTo>
                        <a:pt x="73233" y="13036"/>
                      </a:lnTo>
                      <a:lnTo>
                        <a:pt x="73170" y="12973"/>
                      </a:lnTo>
                      <a:lnTo>
                        <a:pt x="73275" y="12952"/>
                      </a:lnTo>
                      <a:lnTo>
                        <a:pt x="73400" y="12827"/>
                      </a:lnTo>
                      <a:lnTo>
                        <a:pt x="73358" y="12743"/>
                      </a:lnTo>
                      <a:lnTo>
                        <a:pt x="73379" y="12638"/>
                      </a:lnTo>
                      <a:lnTo>
                        <a:pt x="73421" y="12722"/>
                      </a:lnTo>
                      <a:lnTo>
                        <a:pt x="73526" y="12618"/>
                      </a:lnTo>
                      <a:lnTo>
                        <a:pt x="73463" y="12450"/>
                      </a:lnTo>
                      <a:lnTo>
                        <a:pt x="73463" y="12304"/>
                      </a:lnTo>
                      <a:lnTo>
                        <a:pt x="73568" y="12304"/>
                      </a:lnTo>
                      <a:lnTo>
                        <a:pt x="73589" y="12325"/>
                      </a:lnTo>
                      <a:lnTo>
                        <a:pt x="73651" y="12283"/>
                      </a:lnTo>
                      <a:lnTo>
                        <a:pt x="73819" y="12074"/>
                      </a:lnTo>
                      <a:lnTo>
                        <a:pt x="73756" y="12032"/>
                      </a:lnTo>
                      <a:lnTo>
                        <a:pt x="73756" y="11927"/>
                      </a:lnTo>
                      <a:lnTo>
                        <a:pt x="73861" y="11927"/>
                      </a:lnTo>
                      <a:lnTo>
                        <a:pt x="74070" y="11760"/>
                      </a:lnTo>
                      <a:lnTo>
                        <a:pt x="73986" y="11697"/>
                      </a:lnTo>
                      <a:lnTo>
                        <a:pt x="74028" y="11655"/>
                      </a:lnTo>
                      <a:lnTo>
                        <a:pt x="74174" y="11655"/>
                      </a:lnTo>
                      <a:lnTo>
                        <a:pt x="74342" y="11550"/>
                      </a:lnTo>
                      <a:lnTo>
                        <a:pt x="74300" y="11467"/>
                      </a:lnTo>
                      <a:lnTo>
                        <a:pt x="74321" y="11404"/>
                      </a:lnTo>
                      <a:lnTo>
                        <a:pt x="74405" y="11467"/>
                      </a:lnTo>
                      <a:lnTo>
                        <a:pt x="74426" y="11571"/>
                      </a:lnTo>
                      <a:lnTo>
                        <a:pt x="74530" y="11592"/>
                      </a:lnTo>
                      <a:lnTo>
                        <a:pt x="74614" y="11550"/>
                      </a:lnTo>
                      <a:lnTo>
                        <a:pt x="74739" y="11613"/>
                      </a:lnTo>
                      <a:lnTo>
                        <a:pt x="75158" y="11613"/>
                      </a:lnTo>
                      <a:lnTo>
                        <a:pt x="75242" y="11676"/>
                      </a:lnTo>
                      <a:lnTo>
                        <a:pt x="75283" y="11655"/>
                      </a:lnTo>
                      <a:lnTo>
                        <a:pt x="75242" y="11488"/>
                      </a:lnTo>
                      <a:lnTo>
                        <a:pt x="75137" y="11404"/>
                      </a:lnTo>
                      <a:lnTo>
                        <a:pt x="75137" y="11362"/>
                      </a:lnTo>
                      <a:lnTo>
                        <a:pt x="75221" y="11341"/>
                      </a:lnTo>
                      <a:lnTo>
                        <a:pt x="75221" y="10986"/>
                      </a:lnTo>
                      <a:lnTo>
                        <a:pt x="75053" y="10755"/>
                      </a:lnTo>
                      <a:lnTo>
                        <a:pt x="74928" y="10734"/>
                      </a:lnTo>
                      <a:lnTo>
                        <a:pt x="74760" y="10525"/>
                      </a:lnTo>
                      <a:lnTo>
                        <a:pt x="74844" y="10442"/>
                      </a:lnTo>
                      <a:lnTo>
                        <a:pt x="74677" y="10316"/>
                      </a:lnTo>
                      <a:lnTo>
                        <a:pt x="74426" y="10253"/>
                      </a:lnTo>
                      <a:lnTo>
                        <a:pt x="74153" y="10086"/>
                      </a:lnTo>
                      <a:lnTo>
                        <a:pt x="74049" y="9918"/>
                      </a:lnTo>
                      <a:lnTo>
                        <a:pt x="74028" y="10023"/>
                      </a:lnTo>
                      <a:lnTo>
                        <a:pt x="73944" y="10002"/>
                      </a:lnTo>
                      <a:lnTo>
                        <a:pt x="73902" y="10023"/>
                      </a:lnTo>
                      <a:lnTo>
                        <a:pt x="73881" y="10149"/>
                      </a:lnTo>
                      <a:lnTo>
                        <a:pt x="73735" y="10190"/>
                      </a:lnTo>
                      <a:lnTo>
                        <a:pt x="73693" y="10107"/>
                      </a:lnTo>
                      <a:lnTo>
                        <a:pt x="73693" y="9981"/>
                      </a:lnTo>
                      <a:lnTo>
                        <a:pt x="73819" y="9897"/>
                      </a:lnTo>
                      <a:lnTo>
                        <a:pt x="73735" y="9793"/>
                      </a:lnTo>
                      <a:lnTo>
                        <a:pt x="73777" y="9730"/>
                      </a:lnTo>
                      <a:lnTo>
                        <a:pt x="73840" y="9730"/>
                      </a:lnTo>
                      <a:lnTo>
                        <a:pt x="73923" y="9814"/>
                      </a:lnTo>
                      <a:lnTo>
                        <a:pt x="73693" y="9458"/>
                      </a:lnTo>
                      <a:lnTo>
                        <a:pt x="73526" y="9312"/>
                      </a:lnTo>
                      <a:lnTo>
                        <a:pt x="73526" y="9479"/>
                      </a:lnTo>
                      <a:lnTo>
                        <a:pt x="73526" y="9521"/>
                      </a:lnTo>
                      <a:lnTo>
                        <a:pt x="73463" y="9521"/>
                      </a:lnTo>
                      <a:lnTo>
                        <a:pt x="73254" y="9312"/>
                      </a:lnTo>
                      <a:lnTo>
                        <a:pt x="73254" y="9207"/>
                      </a:lnTo>
                      <a:lnTo>
                        <a:pt x="73358" y="9249"/>
                      </a:lnTo>
                      <a:lnTo>
                        <a:pt x="73296" y="9144"/>
                      </a:lnTo>
                      <a:lnTo>
                        <a:pt x="73003" y="8893"/>
                      </a:lnTo>
                      <a:lnTo>
                        <a:pt x="72961" y="8893"/>
                      </a:lnTo>
                      <a:lnTo>
                        <a:pt x="72982" y="8977"/>
                      </a:lnTo>
                      <a:lnTo>
                        <a:pt x="72940" y="9081"/>
                      </a:lnTo>
                      <a:lnTo>
                        <a:pt x="72773" y="9102"/>
                      </a:lnTo>
                      <a:lnTo>
                        <a:pt x="72647" y="8977"/>
                      </a:lnTo>
                      <a:lnTo>
                        <a:pt x="72521" y="8956"/>
                      </a:lnTo>
                      <a:lnTo>
                        <a:pt x="72375" y="8726"/>
                      </a:lnTo>
                      <a:lnTo>
                        <a:pt x="72375" y="8642"/>
                      </a:lnTo>
                      <a:lnTo>
                        <a:pt x="72312" y="8579"/>
                      </a:lnTo>
                      <a:lnTo>
                        <a:pt x="72208" y="8621"/>
                      </a:lnTo>
                      <a:lnTo>
                        <a:pt x="72019" y="8768"/>
                      </a:lnTo>
                      <a:lnTo>
                        <a:pt x="72019" y="8830"/>
                      </a:lnTo>
                      <a:lnTo>
                        <a:pt x="71915" y="8789"/>
                      </a:lnTo>
                      <a:lnTo>
                        <a:pt x="71831" y="8851"/>
                      </a:lnTo>
                      <a:lnTo>
                        <a:pt x="71831" y="9081"/>
                      </a:lnTo>
                      <a:lnTo>
                        <a:pt x="71894" y="9144"/>
                      </a:lnTo>
                      <a:lnTo>
                        <a:pt x="71894" y="9144"/>
                      </a:lnTo>
                      <a:lnTo>
                        <a:pt x="71789" y="9081"/>
                      </a:lnTo>
                      <a:lnTo>
                        <a:pt x="71705" y="8872"/>
                      </a:lnTo>
                      <a:lnTo>
                        <a:pt x="71747" y="8726"/>
                      </a:lnTo>
                      <a:lnTo>
                        <a:pt x="71580" y="8621"/>
                      </a:lnTo>
                      <a:lnTo>
                        <a:pt x="71517" y="8454"/>
                      </a:lnTo>
                      <a:lnTo>
                        <a:pt x="71475" y="8454"/>
                      </a:lnTo>
                      <a:lnTo>
                        <a:pt x="71580" y="8433"/>
                      </a:lnTo>
                      <a:lnTo>
                        <a:pt x="71685" y="8558"/>
                      </a:lnTo>
                      <a:lnTo>
                        <a:pt x="71685" y="8433"/>
                      </a:lnTo>
                      <a:lnTo>
                        <a:pt x="71810" y="8433"/>
                      </a:lnTo>
                      <a:lnTo>
                        <a:pt x="71915" y="8475"/>
                      </a:lnTo>
                      <a:lnTo>
                        <a:pt x="72061" y="8370"/>
                      </a:lnTo>
                      <a:lnTo>
                        <a:pt x="72019" y="8265"/>
                      </a:lnTo>
                      <a:lnTo>
                        <a:pt x="71705" y="8140"/>
                      </a:lnTo>
                      <a:lnTo>
                        <a:pt x="71622" y="8265"/>
                      </a:lnTo>
                      <a:lnTo>
                        <a:pt x="71475" y="8265"/>
                      </a:lnTo>
                      <a:lnTo>
                        <a:pt x="71329" y="8224"/>
                      </a:lnTo>
                      <a:lnTo>
                        <a:pt x="71475" y="8224"/>
                      </a:lnTo>
                      <a:lnTo>
                        <a:pt x="71580" y="8098"/>
                      </a:lnTo>
                      <a:lnTo>
                        <a:pt x="71685" y="8056"/>
                      </a:lnTo>
                      <a:lnTo>
                        <a:pt x="71789" y="8119"/>
                      </a:lnTo>
                      <a:lnTo>
                        <a:pt x="71936" y="8140"/>
                      </a:lnTo>
                      <a:lnTo>
                        <a:pt x="72061" y="8245"/>
                      </a:lnTo>
                      <a:lnTo>
                        <a:pt x="72229" y="8433"/>
                      </a:lnTo>
                      <a:lnTo>
                        <a:pt x="72354" y="8433"/>
                      </a:lnTo>
                      <a:lnTo>
                        <a:pt x="72417" y="8537"/>
                      </a:lnTo>
                      <a:lnTo>
                        <a:pt x="72480" y="8558"/>
                      </a:lnTo>
                      <a:lnTo>
                        <a:pt x="72626" y="8475"/>
                      </a:lnTo>
                      <a:lnTo>
                        <a:pt x="72668" y="8558"/>
                      </a:lnTo>
                      <a:lnTo>
                        <a:pt x="72940" y="8349"/>
                      </a:lnTo>
                      <a:lnTo>
                        <a:pt x="72961" y="8391"/>
                      </a:lnTo>
                      <a:lnTo>
                        <a:pt x="72940" y="8496"/>
                      </a:lnTo>
                      <a:lnTo>
                        <a:pt x="73045" y="8433"/>
                      </a:lnTo>
                      <a:lnTo>
                        <a:pt x="73045" y="8286"/>
                      </a:lnTo>
                      <a:lnTo>
                        <a:pt x="73170" y="8077"/>
                      </a:lnTo>
                      <a:lnTo>
                        <a:pt x="73149" y="8014"/>
                      </a:lnTo>
                      <a:lnTo>
                        <a:pt x="73149" y="7847"/>
                      </a:lnTo>
                      <a:lnTo>
                        <a:pt x="73086" y="7617"/>
                      </a:lnTo>
                      <a:lnTo>
                        <a:pt x="73191" y="7240"/>
                      </a:lnTo>
                      <a:lnTo>
                        <a:pt x="73191" y="7010"/>
                      </a:lnTo>
                      <a:lnTo>
                        <a:pt x="73086" y="6884"/>
                      </a:lnTo>
                      <a:lnTo>
                        <a:pt x="73045" y="6759"/>
                      </a:lnTo>
                      <a:lnTo>
                        <a:pt x="72877" y="6612"/>
                      </a:lnTo>
                      <a:lnTo>
                        <a:pt x="72793" y="6445"/>
                      </a:lnTo>
                      <a:lnTo>
                        <a:pt x="72856" y="6445"/>
                      </a:lnTo>
                      <a:lnTo>
                        <a:pt x="72961" y="6571"/>
                      </a:lnTo>
                      <a:lnTo>
                        <a:pt x="72982" y="6571"/>
                      </a:lnTo>
                      <a:lnTo>
                        <a:pt x="72940" y="6403"/>
                      </a:lnTo>
                      <a:lnTo>
                        <a:pt x="72773" y="6340"/>
                      </a:lnTo>
                      <a:lnTo>
                        <a:pt x="72647" y="6382"/>
                      </a:lnTo>
                      <a:lnTo>
                        <a:pt x="72417" y="6340"/>
                      </a:lnTo>
                      <a:lnTo>
                        <a:pt x="72103" y="5943"/>
                      </a:lnTo>
                      <a:lnTo>
                        <a:pt x="72019" y="5880"/>
                      </a:lnTo>
                      <a:lnTo>
                        <a:pt x="72040" y="5817"/>
                      </a:lnTo>
                      <a:lnTo>
                        <a:pt x="72208" y="5817"/>
                      </a:lnTo>
                      <a:lnTo>
                        <a:pt x="72249" y="5671"/>
                      </a:lnTo>
                      <a:lnTo>
                        <a:pt x="72166" y="5608"/>
                      </a:lnTo>
                      <a:lnTo>
                        <a:pt x="72040" y="5608"/>
                      </a:lnTo>
                      <a:lnTo>
                        <a:pt x="71998" y="5545"/>
                      </a:lnTo>
                      <a:lnTo>
                        <a:pt x="72061" y="5504"/>
                      </a:lnTo>
                      <a:lnTo>
                        <a:pt x="72019" y="5336"/>
                      </a:lnTo>
                      <a:lnTo>
                        <a:pt x="72040" y="5315"/>
                      </a:lnTo>
                      <a:lnTo>
                        <a:pt x="72166" y="5462"/>
                      </a:lnTo>
                      <a:lnTo>
                        <a:pt x="72354" y="5566"/>
                      </a:lnTo>
                      <a:lnTo>
                        <a:pt x="72375" y="5504"/>
                      </a:lnTo>
                      <a:lnTo>
                        <a:pt x="72312" y="5420"/>
                      </a:lnTo>
                      <a:lnTo>
                        <a:pt x="72312" y="5315"/>
                      </a:lnTo>
                      <a:lnTo>
                        <a:pt x="72270" y="5232"/>
                      </a:lnTo>
                      <a:lnTo>
                        <a:pt x="72333" y="5190"/>
                      </a:lnTo>
                      <a:lnTo>
                        <a:pt x="72375" y="5252"/>
                      </a:lnTo>
                      <a:lnTo>
                        <a:pt x="72417" y="5336"/>
                      </a:lnTo>
                      <a:lnTo>
                        <a:pt x="72521" y="5357"/>
                      </a:lnTo>
                      <a:lnTo>
                        <a:pt x="72563" y="5650"/>
                      </a:lnTo>
                      <a:lnTo>
                        <a:pt x="72542" y="5734"/>
                      </a:lnTo>
                      <a:lnTo>
                        <a:pt x="72835" y="5943"/>
                      </a:lnTo>
                      <a:lnTo>
                        <a:pt x="72940" y="5880"/>
                      </a:lnTo>
                      <a:lnTo>
                        <a:pt x="73065" y="5943"/>
                      </a:lnTo>
                      <a:lnTo>
                        <a:pt x="73065" y="6152"/>
                      </a:lnTo>
                      <a:lnTo>
                        <a:pt x="73170" y="6152"/>
                      </a:lnTo>
                      <a:lnTo>
                        <a:pt x="73379" y="5859"/>
                      </a:lnTo>
                      <a:lnTo>
                        <a:pt x="73421" y="5734"/>
                      </a:lnTo>
                      <a:lnTo>
                        <a:pt x="73379" y="5608"/>
                      </a:lnTo>
                      <a:lnTo>
                        <a:pt x="73400" y="5357"/>
                      </a:lnTo>
                      <a:lnTo>
                        <a:pt x="73379" y="5252"/>
                      </a:lnTo>
                      <a:lnTo>
                        <a:pt x="73421" y="5357"/>
                      </a:lnTo>
                      <a:lnTo>
                        <a:pt x="73421" y="5524"/>
                      </a:lnTo>
                      <a:lnTo>
                        <a:pt x="73505" y="5524"/>
                      </a:lnTo>
                      <a:lnTo>
                        <a:pt x="73609" y="5420"/>
                      </a:lnTo>
                      <a:lnTo>
                        <a:pt x="73798" y="5357"/>
                      </a:lnTo>
                      <a:lnTo>
                        <a:pt x="73819" y="5232"/>
                      </a:lnTo>
                      <a:lnTo>
                        <a:pt x="74007" y="5294"/>
                      </a:lnTo>
                      <a:lnTo>
                        <a:pt x="73986" y="5336"/>
                      </a:lnTo>
                      <a:lnTo>
                        <a:pt x="74007" y="5399"/>
                      </a:lnTo>
                      <a:lnTo>
                        <a:pt x="74300" y="5608"/>
                      </a:lnTo>
                      <a:lnTo>
                        <a:pt x="74342" y="5629"/>
                      </a:lnTo>
                      <a:lnTo>
                        <a:pt x="74405" y="5776"/>
                      </a:lnTo>
                      <a:lnTo>
                        <a:pt x="74405" y="5838"/>
                      </a:lnTo>
                      <a:lnTo>
                        <a:pt x="74446" y="5859"/>
                      </a:lnTo>
                      <a:lnTo>
                        <a:pt x="74698" y="5817"/>
                      </a:lnTo>
                      <a:lnTo>
                        <a:pt x="74739" y="5838"/>
                      </a:lnTo>
                      <a:lnTo>
                        <a:pt x="74739" y="5880"/>
                      </a:lnTo>
                      <a:lnTo>
                        <a:pt x="74760" y="5880"/>
                      </a:lnTo>
                      <a:lnTo>
                        <a:pt x="74865" y="5776"/>
                      </a:lnTo>
                      <a:lnTo>
                        <a:pt x="74823" y="5671"/>
                      </a:lnTo>
                      <a:lnTo>
                        <a:pt x="74844" y="5650"/>
                      </a:lnTo>
                      <a:lnTo>
                        <a:pt x="74928" y="5650"/>
                      </a:lnTo>
                      <a:lnTo>
                        <a:pt x="74886" y="5504"/>
                      </a:lnTo>
                      <a:lnTo>
                        <a:pt x="74970" y="5524"/>
                      </a:lnTo>
                      <a:lnTo>
                        <a:pt x="75032" y="5608"/>
                      </a:lnTo>
                      <a:lnTo>
                        <a:pt x="74990" y="5671"/>
                      </a:lnTo>
                      <a:lnTo>
                        <a:pt x="75095" y="5671"/>
                      </a:lnTo>
                      <a:lnTo>
                        <a:pt x="75200" y="5629"/>
                      </a:lnTo>
                      <a:lnTo>
                        <a:pt x="75472" y="5650"/>
                      </a:lnTo>
                      <a:lnTo>
                        <a:pt x="75555" y="5713"/>
                      </a:lnTo>
                      <a:lnTo>
                        <a:pt x="75618" y="5713"/>
                      </a:lnTo>
                      <a:lnTo>
                        <a:pt x="75660" y="5755"/>
                      </a:lnTo>
                      <a:lnTo>
                        <a:pt x="75702" y="5755"/>
                      </a:lnTo>
                      <a:lnTo>
                        <a:pt x="75786" y="5671"/>
                      </a:lnTo>
                      <a:lnTo>
                        <a:pt x="75723" y="5462"/>
                      </a:lnTo>
                      <a:lnTo>
                        <a:pt x="75786" y="5504"/>
                      </a:lnTo>
                      <a:lnTo>
                        <a:pt x="75911" y="5671"/>
                      </a:lnTo>
                      <a:lnTo>
                        <a:pt x="76078" y="5608"/>
                      </a:lnTo>
                      <a:lnTo>
                        <a:pt x="76078" y="5524"/>
                      </a:lnTo>
                      <a:lnTo>
                        <a:pt x="75995" y="5357"/>
                      </a:lnTo>
                      <a:lnTo>
                        <a:pt x="75869" y="5378"/>
                      </a:lnTo>
                      <a:lnTo>
                        <a:pt x="75744" y="5294"/>
                      </a:lnTo>
                      <a:lnTo>
                        <a:pt x="75806" y="5190"/>
                      </a:lnTo>
                      <a:lnTo>
                        <a:pt x="75911" y="5232"/>
                      </a:lnTo>
                      <a:lnTo>
                        <a:pt x="75995" y="5211"/>
                      </a:lnTo>
                      <a:lnTo>
                        <a:pt x="75995" y="5064"/>
                      </a:lnTo>
                      <a:lnTo>
                        <a:pt x="75890" y="5022"/>
                      </a:lnTo>
                      <a:lnTo>
                        <a:pt x="75806" y="4980"/>
                      </a:lnTo>
                      <a:lnTo>
                        <a:pt x="75744" y="5022"/>
                      </a:lnTo>
                      <a:lnTo>
                        <a:pt x="75744" y="5127"/>
                      </a:lnTo>
                      <a:lnTo>
                        <a:pt x="75681" y="5064"/>
                      </a:lnTo>
                      <a:lnTo>
                        <a:pt x="75555" y="5085"/>
                      </a:lnTo>
                      <a:lnTo>
                        <a:pt x="75576" y="4918"/>
                      </a:lnTo>
                      <a:lnTo>
                        <a:pt x="75493" y="4855"/>
                      </a:lnTo>
                      <a:lnTo>
                        <a:pt x="75388" y="4876"/>
                      </a:lnTo>
                      <a:lnTo>
                        <a:pt x="75388" y="4980"/>
                      </a:lnTo>
                      <a:lnTo>
                        <a:pt x="75346" y="4897"/>
                      </a:lnTo>
                      <a:lnTo>
                        <a:pt x="75346" y="4813"/>
                      </a:lnTo>
                      <a:lnTo>
                        <a:pt x="75472" y="4771"/>
                      </a:lnTo>
                      <a:lnTo>
                        <a:pt x="75451" y="4583"/>
                      </a:lnTo>
                      <a:lnTo>
                        <a:pt x="75367" y="4562"/>
                      </a:lnTo>
                      <a:lnTo>
                        <a:pt x="75493" y="4457"/>
                      </a:lnTo>
                      <a:lnTo>
                        <a:pt x="75430" y="4290"/>
                      </a:lnTo>
                      <a:lnTo>
                        <a:pt x="75451" y="4227"/>
                      </a:lnTo>
                      <a:lnTo>
                        <a:pt x="75283" y="4081"/>
                      </a:lnTo>
                      <a:lnTo>
                        <a:pt x="75158" y="4102"/>
                      </a:lnTo>
                      <a:lnTo>
                        <a:pt x="75032" y="4248"/>
                      </a:lnTo>
                      <a:lnTo>
                        <a:pt x="75053" y="4060"/>
                      </a:lnTo>
                      <a:lnTo>
                        <a:pt x="75158" y="4018"/>
                      </a:lnTo>
                      <a:lnTo>
                        <a:pt x="75053" y="3851"/>
                      </a:lnTo>
                      <a:lnTo>
                        <a:pt x="75053" y="3746"/>
                      </a:lnTo>
                      <a:lnTo>
                        <a:pt x="75011" y="3746"/>
                      </a:lnTo>
                      <a:lnTo>
                        <a:pt x="74928" y="3830"/>
                      </a:lnTo>
                      <a:lnTo>
                        <a:pt x="74865" y="3746"/>
                      </a:lnTo>
                      <a:lnTo>
                        <a:pt x="74739" y="3746"/>
                      </a:lnTo>
                      <a:lnTo>
                        <a:pt x="74593" y="3767"/>
                      </a:lnTo>
                      <a:lnTo>
                        <a:pt x="74718" y="3662"/>
                      </a:lnTo>
                      <a:lnTo>
                        <a:pt x="74865" y="3662"/>
                      </a:lnTo>
                      <a:lnTo>
                        <a:pt x="75011" y="3558"/>
                      </a:lnTo>
                      <a:lnTo>
                        <a:pt x="75053" y="3620"/>
                      </a:lnTo>
                      <a:lnTo>
                        <a:pt x="75158" y="3432"/>
                      </a:lnTo>
                      <a:lnTo>
                        <a:pt x="75283" y="3411"/>
                      </a:lnTo>
                      <a:lnTo>
                        <a:pt x="75325" y="3307"/>
                      </a:lnTo>
                      <a:lnTo>
                        <a:pt x="75242" y="3202"/>
                      </a:lnTo>
                      <a:lnTo>
                        <a:pt x="74970" y="3139"/>
                      </a:lnTo>
                      <a:lnTo>
                        <a:pt x="75158" y="3118"/>
                      </a:lnTo>
                      <a:lnTo>
                        <a:pt x="75346" y="3118"/>
                      </a:lnTo>
                      <a:lnTo>
                        <a:pt x="75388" y="3035"/>
                      </a:lnTo>
                      <a:lnTo>
                        <a:pt x="75346" y="2909"/>
                      </a:lnTo>
                      <a:lnTo>
                        <a:pt x="75221" y="2867"/>
                      </a:lnTo>
                      <a:lnTo>
                        <a:pt x="75137" y="2721"/>
                      </a:lnTo>
                      <a:lnTo>
                        <a:pt x="75032" y="2763"/>
                      </a:lnTo>
                      <a:lnTo>
                        <a:pt x="75011" y="2679"/>
                      </a:lnTo>
                      <a:lnTo>
                        <a:pt x="75053" y="2511"/>
                      </a:lnTo>
                      <a:lnTo>
                        <a:pt x="74949" y="2198"/>
                      </a:lnTo>
                      <a:lnTo>
                        <a:pt x="74970" y="2135"/>
                      </a:lnTo>
                      <a:lnTo>
                        <a:pt x="75032" y="2051"/>
                      </a:lnTo>
                      <a:lnTo>
                        <a:pt x="75032" y="1967"/>
                      </a:lnTo>
                      <a:lnTo>
                        <a:pt x="74928" y="1905"/>
                      </a:lnTo>
                      <a:lnTo>
                        <a:pt x="74823" y="2051"/>
                      </a:lnTo>
                      <a:lnTo>
                        <a:pt x="74718" y="2135"/>
                      </a:lnTo>
                      <a:lnTo>
                        <a:pt x="74718" y="1967"/>
                      </a:lnTo>
                      <a:lnTo>
                        <a:pt x="74614" y="1967"/>
                      </a:lnTo>
                      <a:lnTo>
                        <a:pt x="74614" y="2051"/>
                      </a:lnTo>
                      <a:lnTo>
                        <a:pt x="74530" y="2072"/>
                      </a:lnTo>
                      <a:lnTo>
                        <a:pt x="74509" y="2030"/>
                      </a:lnTo>
                      <a:lnTo>
                        <a:pt x="74530" y="1884"/>
                      </a:lnTo>
                      <a:lnTo>
                        <a:pt x="74174" y="1842"/>
                      </a:lnTo>
                      <a:lnTo>
                        <a:pt x="74091" y="1884"/>
                      </a:lnTo>
                      <a:lnTo>
                        <a:pt x="73923" y="1863"/>
                      </a:lnTo>
                      <a:lnTo>
                        <a:pt x="73819" y="1758"/>
                      </a:lnTo>
                      <a:lnTo>
                        <a:pt x="73798" y="1716"/>
                      </a:lnTo>
                      <a:lnTo>
                        <a:pt x="73693" y="1675"/>
                      </a:lnTo>
                      <a:lnTo>
                        <a:pt x="73651" y="1716"/>
                      </a:lnTo>
                      <a:lnTo>
                        <a:pt x="73589" y="1633"/>
                      </a:lnTo>
                      <a:lnTo>
                        <a:pt x="73484" y="1633"/>
                      </a:lnTo>
                      <a:lnTo>
                        <a:pt x="73379" y="1779"/>
                      </a:lnTo>
                      <a:lnTo>
                        <a:pt x="73275" y="1821"/>
                      </a:lnTo>
                      <a:lnTo>
                        <a:pt x="73233" y="1842"/>
                      </a:lnTo>
                      <a:lnTo>
                        <a:pt x="73170" y="1884"/>
                      </a:lnTo>
                      <a:lnTo>
                        <a:pt x="73296" y="1884"/>
                      </a:lnTo>
                      <a:lnTo>
                        <a:pt x="73254" y="1967"/>
                      </a:lnTo>
                      <a:lnTo>
                        <a:pt x="73128" y="2051"/>
                      </a:lnTo>
                      <a:lnTo>
                        <a:pt x="73065" y="2051"/>
                      </a:lnTo>
                      <a:lnTo>
                        <a:pt x="73086" y="2156"/>
                      </a:lnTo>
                      <a:lnTo>
                        <a:pt x="73191" y="2239"/>
                      </a:lnTo>
                      <a:lnTo>
                        <a:pt x="73170" y="2281"/>
                      </a:lnTo>
                      <a:lnTo>
                        <a:pt x="73065" y="2260"/>
                      </a:lnTo>
                      <a:lnTo>
                        <a:pt x="72982" y="2051"/>
                      </a:lnTo>
                      <a:lnTo>
                        <a:pt x="73024" y="1988"/>
                      </a:lnTo>
                      <a:lnTo>
                        <a:pt x="73024" y="1988"/>
                      </a:lnTo>
                      <a:lnTo>
                        <a:pt x="72940" y="2030"/>
                      </a:lnTo>
                      <a:lnTo>
                        <a:pt x="72773" y="2239"/>
                      </a:lnTo>
                      <a:lnTo>
                        <a:pt x="72710" y="2386"/>
                      </a:lnTo>
                      <a:lnTo>
                        <a:pt x="72605" y="2491"/>
                      </a:lnTo>
                      <a:lnTo>
                        <a:pt x="72626" y="2553"/>
                      </a:lnTo>
                      <a:lnTo>
                        <a:pt x="72773" y="2407"/>
                      </a:lnTo>
                      <a:lnTo>
                        <a:pt x="72856" y="2407"/>
                      </a:lnTo>
                      <a:lnTo>
                        <a:pt x="72919" y="2511"/>
                      </a:lnTo>
                      <a:lnTo>
                        <a:pt x="73024" y="2616"/>
                      </a:lnTo>
                      <a:lnTo>
                        <a:pt x="73233" y="2783"/>
                      </a:lnTo>
                      <a:lnTo>
                        <a:pt x="73254" y="2909"/>
                      </a:lnTo>
                      <a:lnTo>
                        <a:pt x="73170" y="2993"/>
                      </a:lnTo>
                      <a:lnTo>
                        <a:pt x="73191" y="3097"/>
                      </a:lnTo>
                      <a:lnTo>
                        <a:pt x="73358" y="3076"/>
                      </a:lnTo>
                      <a:lnTo>
                        <a:pt x="73505" y="2993"/>
                      </a:lnTo>
                      <a:lnTo>
                        <a:pt x="73589" y="3097"/>
                      </a:lnTo>
                      <a:lnTo>
                        <a:pt x="73589" y="3202"/>
                      </a:lnTo>
                      <a:lnTo>
                        <a:pt x="73672" y="3390"/>
                      </a:lnTo>
                      <a:lnTo>
                        <a:pt x="73672" y="3432"/>
                      </a:lnTo>
                      <a:lnTo>
                        <a:pt x="73568" y="3327"/>
                      </a:lnTo>
                      <a:lnTo>
                        <a:pt x="73484" y="3181"/>
                      </a:lnTo>
                      <a:lnTo>
                        <a:pt x="73400" y="3139"/>
                      </a:lnTo>
                      <a:lnTo>
                        <a:pt x="73358" y="3244"/>
                      </a:lnTo>
                      <a:lnTo>
                        <a:pt x="73379" y="3348"/>
                      </a:lnTo>
                      <a:lnTo>
                        <a:pt x="73442" y="3390"/>
                      </a:lnTo>
                      <a:lnTo>
                        <a:pt x="73400" y="3411"/>
                      </a:lnTo>
                      <a:lnTo>
                        <a:pt x="73296" y="3390"/>
                      </a:lnTo>
                      <a:lnTo>
                        <a:pt x="73191" y="3223"/>
                      </a:lnTo>
                      <a:lnTo>
                        <a:pt x="73045" y="3202"/>
                      </a:lnTo>
                      <a:lnTo>
                        <a:pt x="72940" y="3307"/>
                      </a:lnTo>
                      <a:lnTo>
                        <a:pt x="72856" y="3286"/>
                      </a:lnTo>
                      <a:lnTo>
                        <a:pt x="72835" y="3139"/>
                      </a:lnTo>
                      <a:lnTo>
                        <a:pt x="72877" y="3097"/>
                      </a:lnTo>
                      <a:lnTo>
                        <a:pt x="72814" y="2972"/>
                      </a:lnTo>
                      <a:lnTo>
                        <a:pt x="72710" y="2888"/>
                      </a:lnTo>
                      <a:lnTo>
                        <a:pt x="72668" y="2763"/>
                      </a:lnTo>
                      <a:lnTo>
                        <a:pt x="72459" y="2700"/>
                      </a:lnTo>
                      <a:lnTo>
                        <a:pt x="72291" y="2365"/>
                      </a:lnTo>
                      <a:lnTo>
                        <a:pt x="72187" y="2239"/>
                      </a:lnTo>
                      <a:lnTo>
                        <a:pt x="72208" y="2177"/>
                      </a:lnTo>
                      <a:lnTo>
                        <a:pt x="72124" y="2093"/>
                      </a:lnTo>
                      <a:lnTo>
                        <a:pt x="72019" y="2072"/>
                      </a:lnTo>
                      <a:lnTo>
                        <a:pt x="72019" y="2072"/>
                      </a:lnTo>
                      <a:lnTo>
                        <a:pt x="72040" y="2135"/>
                      </a:lnTo>
                      <a:lnTo>
                        <a:pt x="72019" y="2239"/>
                      </a:lnTo>
                      <a:lnTo>
                        <a:pt x="71977" y="2198"/>
                      </a:lnTo>
                      <a:lnTo>
                        <a:pt x="71915" y="2072"/>
                      </a:lnTo>
                      <a:lnTo>
                        <a:pt x="71685" y="1947"/>
                      </a:lnTo>
                      <a:lnTo>
                        <a:pt x="71559" y="1926"/>
                      </a:lnTo>
                      <a:lnTo>
                        <a:pt x="71454" y="1947"/>
                      </a:lnTo>
                      <a:lnTo>
                        <a:pt x="71475" y="2030"/>
                      </a:lnTo>
                      <a:lnTo>
                        <a:pt x="71580" y="2072"/>
                      </a:lnTo>
                      <a:lnTo>
                        <a:pt x="71789" y="2156"/>
                      </a:lnTo>
                      <a:lnTo>
                        <a:pt x="71622" y="2198"/>
                      </a:lnTo>
                      <a:lnTo>
                        <a:pt x="71413" y="2135"/>
                      </a:lnTo>
                      <a:lnTo>
                        <a:pt x="71308" y="2030"/>
                      </a:lnTo>
                      <a:lnTo>
                        <a:pt x="71350" y="1947"/>
                      </a:lnTo>
                      <a:lnTo>
                        <a:pt x="71287" y="1926"/>
                      </a:lnTo>
                      <a:lnTo>
                        <a:pt x="71099" y="1926"/>
                      </a:lnTo>
                      <a:lnTo>
                        <a:pt x="71161" y="1947"/>
                      </a:lnTo>
                      <a:lnTo>
                        <a:pt x="71161" y="1988"/>
                      </a:lnTo>
                      <a:lnTo>
                        <a:pt x="70994" y="2051"/>
                      </a:lnTo>
                      <a:lnTo>
                        <a:pt x="70931" y="1947"/>
                      </a:lnTo>
                      <a:lnTo>
                        <a:pt x="70952" y="1884"/>
                      </a:lnTo>
                      <a:lnTo>
                        <a:pt x="70764" y="1863"/>
                      </a:lnTo>
                      <a:lnTo>
                        <a:pt x="70722" y="1884"/>
                      </a:lnTo>
                      <a:lnTo>
                        <a:pt x="70743" y="1988"/>
                      </a:lnTo>
                      <a:lnTo>
                        <a:pt x="70638" y="1967"/>
                      </a:lnTo>
                      <a:lnTo>
                        <a:pt x="70576" y="1863"/>
                      </a:lnTo>
                      <a:lnTo>
                        <a:pt x="70429" y="1863"/>
                      </a:lnTo>
                      <a:lnTo>
                        <a:pt x="70471" y="1967"/>
                      </a:lnTo>
                      <a:lnTo>
                        <a:pt x="70471" y="1967"/>
                      </a:lnTo>
                      <a:lnTo>
                        <a:pt x="69990" y="1863"/>
                      </a:lnTo>
                      <a:lnTo>
                        <a:pt x="69843" y="1926"/>
                      </a:lnTo>
                      <a:lnTo>
                        <a:pt x="69676" y="1842"/>
                      </a:lnTo>
                      <a:lnTo>
                        <a:pt x="69676" y="1758"/>
                      </a:lnTo>
                      <a:lnTo>
                        <a:pt x="69508" y="1716"/>
                      </a:lnTo>
                      <a:lnTo>
                        <a:pt x="69488" y="1737"/>
                      </a:lnTo>
                      <a:lnTo>
                        <a:pt x="69488" y="1779"/>
                      </a:lnTo>
                      <a:lnTo>
                        <a:pt x="69425" y="1737"/>
                      </a:lnTo>
                      <a:lnTo>
                        <a:pt x="69320" y="1716"/>
                      </a:lnTo>
                      <a:lnTo>
                        <a:pt x="69216" y="1633"/>
                      </a:lnTo>
                      <a:lnTo>
                        <a:pt x="69153" y="1654"/>
                      </a:lnTo>
                      <a:lnTo>
                        <a:pt x="69174" y="1758"/>
                      </a:lnTo>
                      <a:lnTo>
                        <a:pt x="69006" y="1758"/>
                      </a:lnTo>
                      <a:lnTo>
                        <a:pt x="68860" y="1779"/>
                      </a:lnTo>
                      <a:lnTo>
                        <a:pt x="68839" y="1884"/>
                      </a:lnTo>
                      <a:lnTo>
                        <a:pt x="68651" y="1884"/>
                      </a:lnTo>
                      <a:lnTo>
                        <a:pt x="68316" y="1758"/>
                      </a:lnTo>
                      <a:lnTo>
                        <a:pt x="68337" y="1716"/>
                      </a:lnTo>
                      <a:lnTo>
                        <a:pt x="68546" y="1779"/>
                      </a:lnTo>
                      <a:lnTo>
                        <a:pt x="68651" y="1842"/>
                      </a:lnTo>
                      <a:lnTo>
                        <a:pt x="68672" y="1779"/>
                      </a:lnTo>
                      <a:lnTo>
                        <a:pt x="68337" y="1549"/>
                      </a:lnTo>
                      <a:lnTo>
                        <a:pt x="67939" y="1507"/>
                      </a:lnTo>
                      <a:lnTo>
                        <a:pt x="67793" y="1549"/>
                      </a:lnTo>
                      <a:lnTo>
                        <a:pt x="67730" y="1507"/>
                      </a:lnTo>
                      <a:lnTo>
                        <a:pt x="67793" y="1444"/>
                      </a:lnTo>
                      <a:lnTo>
                        <a:pt x="67688" y="1402"/>
                      </a:lnTo>
                      <a:lnTo>
                        <a:pt x="67542" y="1423"/>
                      </a:lnTo>
                      <a:lnTo>
                        <a:pt x="67604" y="1444"/>
                      </a:lnTo>
                      <a:lnTo>
                        <a:pt x="67521" y="1465"/>
                      </a:lnTo>
                      <a:lnTo>
                        <a:pt x="67395" y="1423"/>
                      </a:lnTo>
                      <a:lnTo>
                        <a:pt x="67019" y="1319"/>
                      </a:lnTo>
                      <a:lnTo>
                        <a:pt x="66851" y="1340"/>
                      </a:lnTo>
                      <a:lnTo>
                        <a:pt x="66788" y="1423"/>
                      </a:lnTo>
                      <a:lnTo>
                        <a:pt x="66705" y="1402"/>
                      </a:lnTo>
                      <a:lnTo>
                        <a:pt x="66663" y="1319"/>
                      </a:lnTo>
                      <a:lnTo>
                        <a:pt x="66558" y="1361"/>
                      </a:lnTo>
                      <a:lnTo>
                        <a:pt x="66349" y="1361"/>
                      </a:lnTo>
                      <a:lnTo>
                        <a:pt x="66244" y="1298"/>
                      </a:lnTo>
                      <a:lnTo>
                        <a:pt x="66161" y="1319"/>
                      </a:lnTo>
                      <a:lnTo>
                        <a:pt x="66014" y="1340"/>
                      </a:lnTo>
                      <a:lnTo>
                        <a:pt x="65951" y="1319"/>
                      </a:lnTo>
                      <a:lnTo>
                        <a:pt x="65847" y="1402"/>
                      </a:lnTo>
                      <a:lnTo>
                        <a:pt x="65826" y="1507"/>
                      </a:lnTo>
                      <a:lnTo>
                        <a:pt x="65763" y="1402"/>
                      </a:lnTo>
                      <a:lnTo>
                        <a:pt x="65303" y="1528"/>
                      </a:lnTo>
                      <a:lnTo>
                        <a:pt x="65303" y="1633"/>
                      </a:lnTo>
                      <a:lnTo>
                        <a:pt x="65198" y="1612"/>
                      </a:lnTo>
                      <a:lnTo>
                        <a:pt x="65135" y="1737"/>
                      </a:lnTo>
                      <a:lnTo>
                        <a:pt x="65094" y="1737"/>
                      </a:lnTo>
                      <a:lnTo>
                        <a:pt x="65031" y="1654"/>
                      </a:lnTo>
                      <a:lnTo>
                        <a:pt x="64884" y="1675"/>
                      </a:lnTo>
                      <a:lnTo>
                        <a:pt x="64884" y="1779"/>
                      </a:lnTo>
                      <a:lnTo>
                        <a:pt x="64801" y="1779"/>
                      </a:lnTo>
                      <a:lnTo>
                        <a:pt x="64696" y="1842"/>
                      </a:lnTo>
                      <a:lnTo>
                        <a:pt x="64529" y="1737"/>
                      </a:lnTo>
                      <a:lnTo>
                        <a:pt x="64403" y="1779"/>
                      </a:lnTo>
                      <a:lnTo>
                        <a:pt x="64403" y="1863"/>
                      </a:lnTo>
                      <a:lnTo>
                        <a:pt x="64152" y="1863"/>
                      </a:lnTo>
                      <a:lnTo>
                        <a:pt x="63838" y="1884"/>
                      </a:lnTo>
                      <a:lnTo>
                        <a:pt x="63754" y="1842"/>
                      </a:lnTo>
                      <a:lnTo>
                        <a:pt x="63482" y="1884"/>
                      </a:lnTo>
                      <a:lnTo>
                        <a:pt x="63462" y="1905"/>
                      </a:lnTo>
                      <a:lnTo>
                        <a:pt x="63629" y="2009"/>
                      </a:lnTo>
                      <a:lnTo>
                        <a:pt x="63692" y="2198"/>
                      </a:lnTo>
                      <a:lnTo>
                        <a:pt x="63775" y="2260"/>
                      </a:lnTo>
                      <a:lnTo>
                        <a:pt x="63796" y="2386"/>
                      </a:lnTo>
                      <a:lnTo>
                        <a:pt x="63880" y="2574"/>
                      </a:lnTo>
                      <a:lnTo>
                        <a:pt x="63838" y="2637"/>
                      </a:lnTo>
                      <a:lnTo>
                        <a:pt x="63838" y="2804"/>
                      </a:lnTo>
                      <a:lnTo>
                        <a:pt x="63880" y="2804"/>
                      </a:lnTo>
                      <a:lnTo>
                        <a:pt x="63985" y="2700"/>
                      </a:lnTo>
                      <a:lnTo>
                        <a:pt x="64194" y="2804"/>
                      </a:lnTo>
                      <a:lnTo>
                        <a:pt x="64257" y="2888"/>
                      </a:lnTo>
                      <a:lnTo>
                        <a:pt x="64319" y="2909"/>
                      </a:lnTo>
                      <a:lnTo>
                        <a:pt x="64529" y="3118"/>
                      </a:lnTo>
                      <a:lnTo>
                        <a:pt x="64570" y="3307"/>
                      </a:lnTo>
                      <a:lnTo>
                        <a:pt x="64717" y="3348"/>
                      </a:lnTo>
                      <a:lnTo>
                        <a:pt x="64822" y="3516"/>
                      </a:lnTo>
                      <a:lnTo>
                        <a:pt x="64822" y="3579"/>
                      </a:lnTo>
                      <a:lnTo>
                        <a:pt x="64842" y="3662"/>
                      </a:lnTo>
                      <a:lnTo>
                        <a:pt x="64801" y="3725"/>
                      </a:lnTo>
                      <a:lnTo>
                        <a:pt x="64884" y="3830"/>
                      </a:lnTo>
                      <a:lnTo>
                        <a:pt x="64822" y="3871"/>
                      </a:lnTo>
                      <a:lnTo>
                        <a:pt x="64738" y="3851"/>
                      </a:lnTo>
                      <a:lnTo>
                        <a:pt x="64612" y="3934"/>
                      </a:lnTo>
                      <a:lnTo>
                        <a:pt x="64633" y="4039"/>
                      </a:lnTo>
                      <a:lnTo>
                        <a:pt x="64508" y="4060"/>
                      </a:lnTo>
                      <a:lnTo>
                        <a:pt x="64403" y="4143"/>
                      </a:lnTo>
                      <a:lnTo>
                        <a:pt x="64215" y="4102"/>
                      </a:lnTo>
                      <a:lnTo>
                        <a:pt x="64152" y="4039"/>
                      </a:lnTo>
                      <a:lnTo>
                        <a:pt x="64152" y="3892"/>
                      </a:lnTo>
                      <a:lnTo>
                        <a:pt x="63964" y="3641"/>
                      </a:lnTo>
                      <a:lnTo>
                        <a:pt x="63880" y="3641"/>
                      </a:lnTo>
                      <a:lnTo>
                        <a:pt x="63838" y="3662"/>
                      </a:lnTo>
                      <a:lnTo>
                        <a:pt x="63566" y="3620"/>
                      </a:lnTo>
                      <a:lnTo>
                        <a:pt x="63378" y="3641"/>
                      </a:lnTo>
                      <a:lnTo>
                        <a:pt x="63315" y="3579"/>
                      </a:lnTo>
                      <a:lnTo>
                        <a:pt x="63148" y="3411"/>
                      </a:lnTo>
                      <a:lnTo>
                        <a:pt x="63148" y="3286"/>
                      </a:lnTo>
                      <a:lnTo>
                        <a:pt x="63043" y="3202"/>
                      </a:lnTo>
                      <a:lnTo>
                        <a:pt x="62897" y="3181"/>
                      </a:lnTo>
                      <a:lnTo>
                        <a:pt x="62855" y="3097"/>
                      </a:lnTo>
                      <a:lnTo>
                        <a:pt x="62813" y="2951"/>
                      </a:lnTo>
                      <a:lnTo>
                        <a:pt x="62625" y="2909"/>
                      </a:lnTo>
                      <a:lnTo>
                        <a:pt x="62583" y="2951"/>
                      </a:lnTo>
                      <a:lnTo>
                        <a:pt x="62583" y="3097"/>
                      </a:lnTo>
                      <a:lnTo>
                        <a:pt x="62583" y="3244"/>
                      </a:lnTo>
                      <a:lnTo>
                        <a:pt x="62604" y="3327"/>
                      </a:lnTo>
                      <a:lnTo>
                        <a:pt x="62478" y="3516"/>
                      </a:lnTo>
                      <a:lnTo>
                        <a:pt x="62415" y="3641"/>
                      </a:lnTo>
                      <a:lnTo>
                        <a:pt x="62332" y="3558"/>
                      </a:lnTo>
                      <a:lnTo>
                        <a:pt x="62311" y="3474"/>
                      </a:lnTo>
                      <a:lnTo>
                        <a:pt x="62269" y="3474"/>
                      </a:lnTo>
                      <a:lnTo>
                        <a:pt x="62164" y="3558"/>
                      </a:lnTo>
                      <a:lnTo>
                        <a:pt x="61913" y="3537"/>
                      </a:lnTo>
                      <a:lnTo>
                        <a:pt x="61704" y="3620"/>
                      </a:lnTo>
                      <a:lnTo>
                        <a:pt x="61641" y="3579"/>
                      </a:lnTo>
                      <a:lnTo>
                        <a:pt x="61474" y="3725"/>
                      </a:lnTo>
                      <a:lnTo>
                        <a:pt x="61327" y="3746"/>
                      </a:lnTo>
                      <a:lnTo>
                        <a:pt x="61223" y="3725"/>
                      </a:lnTo>
                      <a:lnTo>
                        <a:pt x="61118" y="3620"/>
                      </a:lnTo>
                      <a:lnTo>
                        <a:pt x="61034" y="3620"/>
                      </a:lnTo>
                      <a:lnTo>
                        <a:pt x="60972" y="3662"/>
                      </a:lnTo>
                      <a:lnTo>
                        <a:pt x="61013" y="3746"/>
                      </a:lnTo>
                      <a:lnTo>
                        <a:pt x="60804" y="3830"/>
                      </a:lnTo>
                      <a:lnTo>
                        <a:pt x="60700" y="3913"/>
                      </a:lnTo>
                      <a:lnTo>
                        <a:pt x="60449" y="3934"/>
                      </a:lnTo>
                      <a:lnTo>
                        <a:pt x="60323" y="4081"/>
                      </a:lnTo>
                      <a:lnTo>
                        <a:pt x="60323" y="4290"/>
                      </a:lnTo>
                      <a:lnTo>
                        <a:pt x="60323" y="4562"/>
                      </a:lnTo>
                      <a:lnTo>
                        <a:pt x="60532" y="4855"/>
                      </a:lnTo>
                      <a:lnTo>
                        <a:pt x="60553" y="5022"/>
                      </a:lnTo>
                      <a:lnTo>
                        <a:pt x="60407" y="4813"/>
                      </a:lnTo>
                      <a:lnTo>
                        <a:pt x="60281" y="4688"/>
                      </a:lnTo>
                      <a:lnTo>
                        <a:pt x="60177" y="4708"/>
                      </a:lnTo>
                      <a:lnTo>
                        <a:pt x="60030" y="4625"/>
                      </a:lnTo>
                      <a:lnTo>
                        <a:pt x="60072" y="4729"/>
                      </a:lnTo>
                      <a:lnTo>
                        <a:pt x="60177" y="4792"/>
                      </a:lnTo>
                      <a:lnTo>
                        <a:pt x="60218" y="4980"/>
                      </a:lnTo>
                      <a:lnTo>
                        <a:pt x="60218" y="5022"/>
                      </a:lnTo>
                      <a:lnTo>
                        <a:pt x="60072" y="4813"/>
                      </a:lnTo>
                      <a:lnTo>
                        <a:pt x="59967" y="4813"/>
                      </a:lnTo>
                      <a:lnTo>
                        <a:pt x="59925" y="4604"/>
                      </a:lnTo>
                      <a:lnTo>
                        <a:pt x="59758" y="4415"/>
                      </a:lnTo>
                      <a:lnTo>
                        <a:pt x="59674" y="4269"/>
                      </a:lnTo>
                      <a:lnTo>
                        <a:pt x="59570" y="4269"/>
                      </a:lnTo>
                      <a:lnTo>
                        <a:pt x="59612" y="4457"/>
                      </a:lnTo>
                      <a:lnTo>
                        <a:pt x="59591" y="4562"/>
                      </a:lnTo>
                      <a:lnTo>
                        <a:pt x="59549" y="4415"/>
                      </a:lnTo>
                      <a:lnTo>
                        <a:pt x="59402" y="4353"/>
                      </a:lnTo>
                      <a:lnTo>
                        <a:pt x="59256" y="4374"/>
                      </a:lnTo>
                      <a:lnTo>
                        <a:pt x="59256" y="4457"/>
                      </a:lnTo>
                      <a:lnTo>
                        <a:pt x="59172" y="4374"/>
                      </a:lnTo>
                      <a:lnTo>
                        <a:pt x="59026" y="4374"/>
                      </a:lnTo>
                      <a:lnTo>
                        <a:pt x="58879" y="4520"/>
                      </a:lnTo>
                      <a:lnTo>
                        <a:pt x="58754" y="4562"/>
                      </a:lnTo>
                      <a:lnTo>
                        <a:pt x="58837" y="4415"/>
                      </a:lnTo>
                      <a:lnTo>
                        <a:pt x="58837" y="4311"/>
                      </a:lnTo>
                      <a:lnTo>
                        <a:pt x="58712" y="4081"/>
                      </a:lnTo>
                      <a:lnTo>
                        <a:pt x="58712" y="3934"/>
                      </a:lnTo>
                      <a:lnTo>
                        <a:pt x="58649" y="3871"/>
                      </a:lnTo>
                      <a:lnTo>
                        <a:pt x="58649" y="3767"/>
                      </a:lnTo>
                      <a:lnTo>
                        <a:pt x="58544" y="3558"/>
                      </a:lnTo>
                      <a:lnTo>
                        <a:pt x="58335" y="3327"/>
                      </a:lnTo>
                      <a:lnTo>
                        <a:pt x="58105" y="3202"/>
                      </a:lnTo>
                      <a:lnTo>
                        <a:pt x="57875" y="2930"/>
                      </a:lnTo>
                      <a:lnTo>
                        <a:pt x="57310" y="2742"/>
                      </a:lnTo>
                      <a:lnTo>
                        <a:pt x="57038" y="2742"/>
                      </a:lnTo>
                      <a:lnTo>
                        <a:pt x="56892" y="2783"/>
                      </a:lnTo>
                      <a:lnTo>
                        <a:pt x="56661" y="2930"/>
                      </a:lnTo>
                      <a:lnTo>
                        <a:pt x="56661" y="2993"/>
                      </a:lnTo>
                      <a:lnTo>
                        <a:pt x="56536" y="2951"/>
                      </a:lnTo>
                      <a:lnTo>
                        <a:pt x="56327" y="3035"/>
                      </a:lnTo>
                      <a:lnTo>
                        <a:pt x="55887" y="3244"/>
                      </a:lnTo>
                      <a:lnTo>
                        <a:pt x="55720" y="3265"/>
                      </a:lnTo>
                      <a:lnTo>
                        <a:pt x="55531" y="3453"/>
                      </a:lnTo>
                      <a:lnTo>
                        <a:pt x="55427" y="3516"/>
                      </a:lnTo>
                      <a:lnTo>
                        <a:pt x="55197" y="3683"/>
                      </a:lnTo>
                      <a:lnTo>
                        <a:pt x="55071" y="3746"/>
                      </a:lnTo>
                      <a:lnTo>
                        <a:pt x="54946" y="3871"/>
                      </a:lnTo>
                      <a:lnTo>
                        <a:pt x="54757" y="3934"/>
                      </a:lnTo>
                      <a:lnTo>
                        <a:pt x="54590" y="3871"/>
                      </a:lnTo>
                      <a:lnTo>
                        <a:pt x="54360" y="3934"/>
                      </a:lnTo>
                      <a:lnTo>
                        <a:pt x="54213" y="3997"/>
                      </a:lnTo>
                      <a:lnTo>
                        <a:pt x="54339" y="3871"/>
                      </a:lnTo>
                      <a:lnTo>
                        <a:pt x="54527" y="3767"/>
                      </a:lnTo>
                      <a:lnTo>
                        <a:pt x="54548" y="3662"/>
                      </a:lnTo>
                      <a:lnTo>
                        <a:pt x="54381" y="3474"/>
                      </a:lnTo>
                      <a:lnTo>
                        <a:pt x="54109" y="3411"/>
                      </a:lnTo>
                      <a:lnTo>
                        <a:pt x="53837" y="3223"/>
                      </a:lnTo>
                      <a:lnTo>
                        <a:pt x="53753" y="3160"/>
                      </a:lnTo>
                      <a:lnTo>
                        <a:pt x="53711" y="3223"/>
                      </a:lnTo>
                      <a:lnTo>
                        <a:pt x="53607" y="3453"/>
                      </a:lnTo>
                      <a:lnTo>
                        <a:pt x="53607" y="3579"/>
                      </a:lnTo>
                      <a:lnTo>
                        <a:pt x="53544" y="3516"/>
                      </a:lnTo>
                      <a:lnTo>
                        <a:pt x="53502" y="3537"/>
                      </a:lnTo>
                      <a:lnTo>
                        <a:pt x="53439" y="3662"/>
                      </a:lnTo>
                      <a:lnTo>
                        <a:pt x="53376" y="3725"/>
                      </a:lnTo>
                      <a:lnTo>
                        <a:pt x="53335" y="3662"/>
                      </a:lnTo>
                      <a:lnTo>
                        <a:pt x="53397" y="3516"/>
                      </a:lnTo>
                      <a:lnTo>
                        <a:pt x="53439" y="3432"/>
                      </a:lnTo>
                      <a:lnTo>
                        <a:pt x="53397" y="3265"/>
                      </a:lnTo>
                      <a:lnTo>
                        <a:pt x="53272" y="3202"/>
                      </a:lnTo>
                      <a:lnTo>
                        <a:pt x="53125" y="3327"/>
                      </a:lnTo>
                      <a:lnTo>
                        <a:pt x="53167" y="3411"/>
                      </a:lnTo>
                      <a:lnTo>
                        <a:pt x="53083" y="3537"/>
                      </a:lnTo>
                      <a:lnTo>
                        <a:pt x="53000" y="3453"/>
                      </a:lnTo>
                      <a:lnTo>
                        <a:pt x="52979" y="3307"/>
                      </a:lnTo>
                      <a:lnTo>
                        <a:pt x="52916" y="3160"/>
                      </a:lnTo>
                      <a:lnTo>
                        <a:pt x="52874" y="3014"/>
                      </a:lnTo>
                      <a:lnTo>
                        <a:pt x="52770" y="3118"/>
                      </a:lnTo>
                      <a:lnTo>
                        <a:pt x="52560" y="3139"/>
                      </a:lnTo>
                      <a:lnTo>
                        <a:pt x="52246" y="3223"/>
                      </a:lnTo>
                      <a:lnTo>
                        <a:pt x="52163" y="3202"/>
                      </a:lnTo>
                      <a:lnTo>
                        <a:pt x="52267" y="3118"/>
                      </a:lnTo>
                      <a:lnTo>
                        <a:pt x="52246" y="3014"/>
                      </a:lnTo>
                      <a:lnTo>
                        <a:pt x="52246" y="2909"/>
                      </a:lnTo>
                      <a:lnTo>
                        <a:pt x="52226" y="2783"/>
                      </a:lnTo>
                      <a:lnTo>
                        <a:pt x="52246" y="2763"/>
                      </a:lnTo>
                      <a:lnTo>
                        <a:pt x="52456" y="2909"/>
                      </a:lnTo>
                      <a:lnTo>
                        <a:pt x="52560" y="2825"/>
                      </a:lnTo>
                      <a:lnTo>
                        <a:pt x="52581" y="2700"/>
                      </a:lnTo>
                      <a:lnTo>
                        <a:pt x="52393" y="2428"/>
                      </a:lnTo>
                      <a:lnTo>
                        <a:pt x="52016" y="2302"/>
                      </a:lnTo>
                      <a:lnTo>
                        <a:pt x="51702" y="2281"/>
                      </a:lnTo>
                      <a:lnTo>
                        <a:pt x="51347" y="2365"/>
                      </a:lnTo>
                      <a:lnTo>
                        <a:pt x="51033" y="2407"/>
                      </a:lnTo>
                      <a:lnTo>
                        <a:pt x="50824" y="2574"/>
                      </a:lnTo>
                      <a:lnTo>
                        <a:pt x="50886" y="3139"/>
                      </a:lnTo>
                      <a:lnTo>
                        <a:pt x="50866" y="3307"/>
                      </a:lnTo>
                      <a:lnTo>
                        <a:pt x="50907" y="3411"/>
                      </a:lnTo>
                      <a:lnTo>
                        <a:pt x="50803" y="3579"/>
                      </a:lnTo>
                      <a:lnTo>
                        <a:pt x="50803" y="3746"/>
                      </a:lnTo>
                      <a:lnTo>
                        <a:pt x="50656" y="3851"/>
                      </a:lnTo>
                      <a:lnTo>
                        <a:pt x="50552" y="3851"/>
                      </a:lnTo>
                      <a:lnTo>
                        <a:pt x="50489" y="3788"/>
                      </a:lnTo>
                      <a:lnTo>
                        <a:pt x="50489" y="3725"/>
                      </a:lnTo>
                      <a:lnTo>
                        <a:pt x="50363" y="3620"/>
                      </a:lnTo>
                      <a:lnTo>
                        <a:pt x="50447" y="3537"/>
                      </a:lnTo>
                      <a:lnTo>
                        <a:pt x="50510" y="3558"/>
                      </a:lnTo>
                      <a:lnTo>
                        <a:pt x="50594" y="3369"/>
                      </a:lnTo>
                      <a:lnTo>
                        <a:pt x="50552" y="3139"/>
                      </a:lnTo>
                      <a:lnTo>
                        <a:pt x="50405" y="3097"/>
                      </a:lnTo>
                      <a:lnTo>
                        <a:pt x="50342" y="2888"/>
                      </a:lnTo>
                      <a:lnTo>
                        <a:pt x="50405" y="2909"/>
                      </a:lnTo>
                      <a:lnTo>
                        <a:pt x="50510" y="2804"/>
                      </a:lnTo>
                      <a:lnTo>
                        <a:pt x="50510" y="2930"/>
                      </a:lnTo>
                      <a:lnTo>
                        <a:pt x="50614" y="3035"/>
                      </a:lnTo>
                      <a:lnTo>
                        <a:pt x="50698" y="3223"/>
                      </a:lnTo>
                      <a:lnTo>
                        <a:pt x="50719" y="3160"/>
                      </a:lnTo>
                      <a:lnTo>
                        <a:pt x="50698" y="2888"/>
                      </a:lnTo>
                      <a:lnTo>
                        <a:pt x="50656" y="2679"/>
                      </a:lnTo>
                      <a:lnTo>
                        <a:pt x="50259" y="2825"/>
                      </a:lnTo>
                      <a:lnTo>
                        <a:pt x="49945" y="3035"/>
                      </a:lnTo>
                      <a:lnTo>
                        <a:pt x="49945" y="3160"/>
                      </a:lnTo>
                      <a:lnTo>
                        <a:pt x="49757" y="3307"/>
                      </a:lnTo>
                      <a:lnTo>
                        <a:pt x="49652" y="3223"/>
                      </a:lnTo>
                      <a:lnTo>
                        <a:pt x="49673" y="3139"/>
                      </a:lnTo>
                      <a:lnTo>
                        <a:pt x="49777" y="3118"/>
                      </a:lnTo>
                      <a:lnTo>
                        <a:pt x="49673" y="2993"/>
                      </a:lnTo>
                      <a:lnTo>
                        <a:pt x="49757" y="2742"/>
                      </a:lnTo>
                      <a:lnTo>
                        <a:pt x="49882" y="2804"/>
                      </a:lnTo>
                      <a:lnTo>
                        <a:pt x="49945" y="2783"/>
                      </a:lnTo>
                      <a:lnTo>
                        <a:pt x="50070" y="2825"/>
                      </a:lnTo>
                      <a:lnTo>
                        <a:pt x="50468" y="2637"/>
                      </a:lnTo>
                      <a:lnTo>
                        <a:pt x="50614" y="2595"/>
                      </a:lnTo>
                      <a:lnTo>
                        <a:pt x="50342" y="2595"/>
                      </a:lnTo>
                      <a:lnTo>
                        <a:pt x="50175" y="2616"/>
                      </a:lnTo>
                      <a:lnTo>
                        <a:pt x="49945" y="2595"/>
                      </a:lnTo>
                      <a:lnTo>
                        <a:pt x="49443" y="2595"/>
                      </a:lnTo>
                      <a:lnTo>
                        <a:pt x="49338" y="2637"/>
                      </a:lnTo>
                      <a:lnTo>
                        <a:pt x="48669" y="2700"/>
                      </a:lnTo>
                      <a:lnTo>
                        <a:pt x="48271" y="2700"/>
                      </a:lnTo>
                      <a:lnTo>
                        <a:pt x="48041" y="2742"/>
                      </a:lnTo>
                      <a:lnTo>
                        <a:pt x="47769" y="2637"/>
                      </a:lnTo>
                      <a:lnTo>
                        <a:pt x="47539" y="2679"/>
                      </a:lnTo>
                      <a:lnTo>
                        <a:pt x="47371" y="2742"/>
                      </a:lnTo>
                      <a:lnTo>
                        <a:pt x="47518" y="2909"/>
                      </a:lnTo>
                      <a:lnTo>
                        <a:pt x="47685" y="2909"/>
                      </a:lnTo>
                      <a:lnTo>
                        <a:pt x="47790" y="2951"/>
                      </a:lnTo>
                      <a:lnTo>
                        <a:pt x="47894" y="2930"/>
                      </a:lnTo>
                      <a:lnTo>
                        <a:pt x="48041" y="3055"/>
                      </a:lnTo>
                      <a:lnTo>
                        <a:pt x="48041" y="3139"/>
                      </a:lnTo>
                      <a:lnTo>
                        <a:pt x="47832" y="3327"/>
                      </a:lnTo>
                      <a:lnTo>
                        <a:pt x="47685" y="3307"/>
                      </a:lnTo>
                      <a:lnTo>
                        <a:pt x="47518" y="3369"/>
                      </a:lnTo>
                      <a:lnTo>
                        <a:pt x="47476" y="3537"/>
                      </a:lnTo>
                      <a:lnTo>
                        <a:pt x="47434" y="3641"/>
                      </a:lnTo>
                      <a:lnTo>
                        <a:pt x="47560" y="3871"/>
                      </a:lnTo>
                      <a:lnTo>
                        <a:pt x="47769" y="3934"/>
                      </a:lnTo>
                      <a:lnTo>
                        <a:pt x="47790" y="3788"/>
                      </a:lnTo>
                      <a:lnTo>
                        <a:pt x="47936" y="3662"/>
                      </a:lnTo>
                      <a:lnTo>
                        <a:pt x="48145" y="3579"/>
                      </a:lnTo>
                      <a:lnTo>
                        <a:pt x="48104" y="3788"/>
                      </a:lnTo>
                      <a:lnTo>
                        <a:pt x="47894" y="3788"/>
                      </a:lnTo>
                      <a:lnTo>
                        <a:pt x="47999" y="3934"/>
                      </a:lnTo>
                      <a:lnTo>
                        <a:pt x="47978" y="3955"/>
                      </a:lnTo>
                      <a:lnTo>
                        <a:pt x="48041" y="4060"/>
                      </a:lnTo>
                      <a:lnTo>
                        <a:pt x="47894" y="4143"/>
                      </a:lnTo>
                      <a:lnTo>
                        <a:pt x="48041" y="4164"/>
                      </a:lnTo>
                      <a:lnTo>
                        <a:pt x="48166" y="4102"/>
                      </a:lnTo>
                      <a:lnTo>
                        <a:pt x="48208" y="4206"/>
                      </a:lnTo>
                      <a:lnTo>
                        <a:pt x="48187" y="4353"/>
                      </a:lnTo>
                      <a:lnTo>
                        <a:pt x="48313" y="4478"/>
                      </a:lnTo>
                      <a:lnTo>
                        <a:pt x="48459" y="4499"/>
                      </a:lnTo>
                      <a:lnTo>
                        <a:pt x="48627" y="4708"/>
                      </a:lnTo>
                      <a:lnTo>
                        <a:pt x="48606" y="4813"/>
                      </a:lnTo>
                      <a:lnTo>
                        <a:pt x="48522" y="4771"/>
                      </a:lnTo>
                      <a:lnTo>
                        <a:pt x="48397" y="4813"/>
                      </a:lnTo>
                      <a:lnTo>
                        <a:pt x="48459" y="4939"/>
                      </a:lnTo>
                      <a:lnTo>
                        <a:pt x="48376" y="5001"/>
                      </a:lnTo>
                      <a:lnTo>
                        <a:pt x="48313" y="4939"/>
                      </a:lnTo>
                      <a:lnTo>
                        <a:pt x="48250" y="4980"/>
                      </a:lnTo>
                      <a:lnTo>
                        <a:pt x="48187" y="4834"/>
                      </a:lnTo>
                      <a:lnTo>
                        <a:pt x="47999" y="4708"/>
                      </a:lnTo>
                      <a:lnTo>
                        <a:pt x="47936" y="4729"/>
                      </a:lnTo>
                      <a:lnTo>
                        <a:pt x="47978" y="4813"/>
                      </a:lnTo>
                      <a:lnTo>
                        <a:pt x="47873" y="4897"/>
                      </a:lnTo>
                      <a:lnTo>
                        <a:pt x="47790" y="4834"/>
                      </a:lnTo>
                      <a:lnTo>
                        <a:pt x="47727" y="4897"/>
                      </a:lnTo>
                      <a:lnTo>
                        <a:pt x="47769" y="5022"/>
                      </a:lnTo>
                      <a:lnTo>
                        <a:pt x="47790" y="5211"/>
                      </a:lnTo>
                      <a:lnTo>
                        <a:pt x="47936" y="5232"/>
                      </a:lnTo>
                      <a:lnTo>
                        <a:pt x="48083" y="5148"/>
                      </a:lnTo>
                      <a:lnTo>
                        <a:pt x="48187" y="5252"/>
                      </a:lnTo>
                      <a:lnTo>
                        <a:pt x="48104" y="5336"/>
                      </a:lnTo>
                      <a:lnTo>
                        <a:pt x="48250" y="5399"/>
                      </a:lnTo>
                      <a:lnTo>
                        <a:pt x="48145" y="5462"/>
                      </a:lnTo>
                      <a:lnTo>
                        <a:pt x="47978" y="5420"/>
                      </a:lnTo>
                      <a:lnTo>
                        <a:pt x="47978" y="5462"/>
                      </a:lnTo>
                      <a:lnTo>
                        <a:pt x="48145" y="5566"/>
                      </a:lnTo>
                      <a:lnTo>
                        <a:pt x="47873" y="5566"/>
                      </a:lnTo>
                      <a:lnTo>
                        <a:pt x="47832" y="5462"/>
                      </a:lnTo>
                      <a:lnTo>
                        <a:pt x="47643" y="5462"/>
                      </a:lnTo>
                      <a:lnTo>
                        <a:pt x="47560" y="5336"/>
                      </a:lnTo>
                      <a:lnTo>
                        <a:pt x="47434" y="5315"/>
                      </a:lnTo>
                      <a:lnTo>
                        <a:pt x="47308" y="5190"/>
                      </a:lnTo>
                      <a:lnTo>
                        <a:pt x="47120" y="5190"/>
                      </a:lnTo>
                      <a:lnTo>
                        <a:pt x="46995" y="5106"/>
                      </a:lnTo>
                      <a:lnTo>
                        <a:pt x="46890" y="5127"/>
                      </a:lnTo>
                      <a:lnTo>
                        <a:pt x="46827" y="5106"/>
                      </a:lnTo>
                      <a:lnTo>
                        <a:pt x="46430" y="5252"/>
                      </a:lnTo>
                      <a:lnTo>
                        <a:pt x="46409" y="5357"/>
                      </a:lnTo>
                      <a:lnTo>
                        <a:pt x="46367" y="5420"/>
                      </a:lnTo>
                      <a:lnTo>
                        <a:pt x="46430" y="5504"/>
                      </a:lnTo>
                      <a:lnTo>
                        <a:pt x="46409" y="5566"/>
                      </a:lnTo>
                      <a:lnTo>
                        <a:pt x="46492" y="5713"/>
                      </a:lnTo>
                      <a:lnTo>
                        <a:pt x="46472" y="5734"/>
                      </a:lnTo>
                      <a:lnTo>
                        <a:pt x="46367" y="5629"/>
                      </a:lnTo>
                      <a:lnTo>
                        <a:pt x="46283" y="5671"/>
                      </a:lnTo>
                      <a:lnTo>
                        <a:pt x="46179" y="5629"/>
                      </a:lnTo>
                      <a:lnTo>
                        <a:pt x="45739" y="5671"/>
                      </a:lnTo>
                      <a:lnTo>
                        <a:pt x="45530" y="5650"/>
                      </a:lnTo>
                      <a:lnTo>
                        <a:pt x="45384" y="5524"/>
                      </a:lnTo>
                      <a:lnTo>
                        <a:pt x="45258" y="5504"/>
                      </a:lnTo>
                      <a:lnTo>
                        <a:pt x="45132" y="5357"/>
                      </a:lnTo>
                      <a:lnTo>
                        <a:pt x="45049" y="5211"/>
                      </a:lnTo>
                      <a:lnTo>
                        <a:pt x="44944" y="5148"/>
                      </a:lnTo>
                      <a:lnTo>
                        <a:pt x="44944" y="5232"/>
                      </a:lnTo>
                      <a:lnTo>
                        <a:pt x="45028" y="5420"/>
                      </a:lnTo>
                      <a:lnTo>
                        <a:pt x="45049" y="5734"/>
                      </a:lnTo>
                      <a:lnTo>
                        <a:pt x="45216" y="6068"/>
                      </a:lnTo>
                      <a:lnTo>
                        <a:pt x="45342" y="6340"/>
                      </a:lnTo>
                      <a:lnTo>
                        <a:pt x="45446" y="6926"/>
                      </a:lnTo>
                      <a:lnTo>
                        <a:pt x="45425" y="7073"/>
                      </a:lnTo>
                      <a:lnTo>
                        <a:pt x="45342" y="7073"/>
                      </a:lnTo>
                      <a:lnTo>
                        <a:pt x="45258" y="6968"/>
                      </a:lnTo>
                      <a:lnTo>
                        <a:pt x="45237" y="6864"/>
                      </a:lnTo>
                      <a:lnTo>
                        <a:pt x="45132" y="6759"/>
                      </a:lnTo>
                      <a:lnTo>
                        <a:pt x="45070" y="6801"/>
                      </a:lnTo>
                      <a:lnTo>
                        <a:pt x="45132" y="6884"/>
                      </a:lnTo>
                      <a:lnTo>
                        <a:pt x="45112" y="6968"/>
                      </a:lnTo>
                      <a:lnTo>
                        <a:pt x="44923" y="6905"/>
                      </a:lnTo>
                      <a:lnTo>
                        <a:pt x="44756" y="6717"/>
                      </a:lnTo>
                      <a:lnTo>
                        <a:pt x="44505" y="6696"/>
                      </a:lnTo>
                      <a:lnTo>
                        <a:pt x="44379" y="6550"/>
                      </a:lnTo>
                      <a:lnTo>
                        <a:pt x="44275" y="6508"/>
                      </a:lnTo>
                      <a:lnTo>
                        <a:pt x="43898" y="6173"/>
                      </a:lnTo>
                      <a:lnTo>
                        <a:pt x="43877" y="6173"/>
                      </a:lnTo>
                      <a:lnTo>
                        <a:pt x="43793" y="6236"/>
                      </a:lnTo>
                      <a:lnTo>
                        <a:pt x="43689" y="6236"/>
                      </a:lnTo>
                      <a:lnTo>
                        <a:pt x="43647" y="6152"/>
                      </a:lnTo>
                      <a:lnTo>
                        <a:pt x="43877" y="5943"/>
                      </a:lnTo>
                      <a:lnTo>
                        <a:pt x="43982" y="5943"/>
                      </a:lnTo>
                      <a:lnTo>
                        <a:pt x="43898" y="5880"/>
                      </a:lnTo>
                      <a:lnTo>
                        <a:pt x="43772" y="5817"/>
                      </a:lnTo>
                      <a:lnTo>
                        <a:pt x="43647" y="5671"/>
                      </a:lnTo>
                      <a:lnTo>
                        <a:pt x="43626" y="5671"/>
                      </a:lnTo>
                      <a:lnTo>
                        <a:pt x="43647" y="5755"/>
                      </a:lnTo>
                      <a:lnTo>
                        <a:pt x="43751" y="5859"/>
                      </a:lnTo>
                      <a:lnTo>
                        <a:pt x="43751" y="5964"/>
                      </a:lnTo>
                      <a:lnTo>
                        <a:pt x="43626" y="6048"/>
                      </a:lnTo>
                      <a:lnTo>
                        <a:pt x="43417" y="5985"/>
                      </a:lnTo>
                      <a:lnTo>
                        <a:pt x="43207" y="5838"/>
                      </a:lnTo>
                      <a:lnTo>
                        <a:pt x="43145" y="5755"/>
                      </a:lnTo>
                      <a:lnTo>
                        <a:pt x="42935" y="5734"/>
                      </a:lnTo>
                      <a:lnTo>
                        <a:pt x="42894" y="5608"/>
                      </a:lnTo>
                      <a:lnTo>
                        <a:pt x="42789" y="5545"/>
                      </a:lnTo>
                      <a:lnTo>
                        <a:pt x="43040" y="5545"/>
                      </a:lnTo>
                      <a:lnTo>
                        <a:pt x="43270" y="5608"/>
                      </a:lnTo>
                      <a:lnTo>
                        <a:pt x="43375" y="5671"/>
                      </a:lnTo>
                      <a:lnTo>
                        <a:pt x="43521" y="5629"/>
                      </a:lnTo>
                      <a:lnTo>
                        <a:pt x="43626" y="5441"/>
                      </a:lnTo>
                      <a:lnTo>
                        <a:pt x="43626" y="5378"/>
                      </a:lnTo>
                      <a:lnTo>
                        <a:pt x="43542" y="5420"/>
                      </a:lnTo>
                      <a:lnTo>
                        <a:pt x="43521" y="5336"/>
                      </a:lnTo>
                      <a:lnTo>
                        <a:pt x="43417" y="5357"/>
                      </a:lnTo>
                      <a:lnTo>
                        <a:pt x="43459" y="5190"/>
                      </a:lnTo>
                      <a:lnTo>
                        <a:pt x="43333" y="5043"/>
                      </a:lnTo>
                      <a:lnTo>
                        <a:pt x="43249" y="5106"/>
                      </a:lnTo>
                      <a:lnTo>
                        <a:pt x="43228" y="5001"/>
                      </a:lnTo>
                      <a:lnTo>
                        <a:pt x="43145" y="4980"/>
                      </a:lnTo>
                      <a:lnTo>
                        <a:pt x="43061" y="5022"/>
                      </a:lnTo>
                      <a:lnTo>
                        <a:pt x="43019" y="5085"/>
                      </a:lnTo>
                      <a:lnTo>
                        <a:pt x="42831" y="5043"/>
                      </a:lnTo>
                      <a:lnTo>
                        <a:pt x="42810" y="4897"/>
                      </a:lnTo>
                      <a:lnTo>
                        <a:pt x="43019" y="4708"/>
                      </a:lnTo>
                      <a:lnTo>
                        <a:pt x="42998" y="4625"/>
                      </a:lnTo>
                      <a:lnTo>
                        <a:pt x="42894" y="4625"/>
                      </a:lnTo>
                      <a:lnTo>
                        <a:pt x="42726" y="4792"/>
                      </a:lnTo>
                      <a:lnTo>
                        <a:pt x="42705" y="4667"/>
                      </a:lnTo>
                      <a:lnTo>
                        <a:pt x="42768" y="4562"/>
                      </a:lnTo>
                      <a:lnTo>
                        <a:pt x="42726" y="4415"/>
                      </a:lnTo>
                      <a:lnTo>
                        <a:pt x="42663" y="4457"/>
                      </a:lnTo>
                      <a:lnTo>
                        <a:pt x="42622" y="4499"/>
                      </a:lnTo>
                      <a:lnTo>
                        <a:pt x="42601" y="4395"/>
                      </a:lnTo>
                      <a:lnTo>
                        <a:pt x="42496" y="4395"/>
                      </a:lnTo>
                      <a:lnTo>
                        <a:pt x="42454" y="4353"/>
                      </a:lnTo>
                      <a:lnTo>
                        <a:pt x="42391" y="4269"/>
                      </a:lnTo>
                      <a:lnTo>
                        <a:pt x="42433" y="4102"/>
                      </a:lnTo>
                      <a:lnTo>
                        <a:pt x="42391" y="4060"/>
                      </a:lnTo>
                      <a:lnTo>
                        <a:pt x="42308" y="4102"/>
                      </a:lnTo>
                      <a:lnTo>
                        <a:pt x="42224" y="4248"/>
                      </a:lnTo>
                      <a:lnTo>
                        <a:pt x="42203" y="4039"/>
                      </a:lnTo>
                      <a:lnTo>
                        <a:pt x="42099" y="3955"/>
                      </a:lnTo>
                      <a:lnTo>
                        <a:pt x="41994" y="4039"/>
                      </a:lnTo>
                      <a:lnTo>
                        <a:pt x="41910" y="4039"/>
                      </a:lnTo>
                      <a:lnTo>
                        <a:pt x="41868" y="3871"/>
                      </a:lnTo>
                      <a:lnTo>
                        <a:pt x="41764" y="3976"/>
                      </a:lnTo>
                      <a:lnTo>
                        <a:pt x="41701" y="3976"/>
                      </a:lnTo>
                      <a:lnTo>
                        <a:pt x="41680" y="4060"/>
                      </a:lnTo>
                      <a:lnTo>
                        <a:pt x="41659" y="3892"/>
                      </a:lnTo>
                      <a:lnTo>
                        <a:pt x="41659" y="3830"/>
                      </a:lnTo>
                      <a:lnTo>
                        <a:pt x="41492" y="3830"/>
                      </a:lnTo>
                      <a:lnTo>
                        <a:pt x="41408" y="3851"/>
                      </a:lnTo>
                      <a:lnTo>
                        <a:pt x="41366" y="3788"/>
                      </a:lnTo>
                      <a:lnTo>
                        <a:pt x="41199" y="3851"/>
                      </a:lnTo>
                      <a:lnTo>
                        <a:pt x="41094" y="3851"/>
                      </a:lnTo>
                      <a:lnTo>
                        <a:pt x="41073" y="3892"/>
                      </a:lnTo>
                      <a:lnTo>
                        <a:pt x="41136" y="3955"/>
                      </a:lnTo>
                      <a:lnTo>
                        <a:pt x="41178" y="4081"/>
                      </a:lnTo>
                      <a:lnTo>
                        <a:pt x="41115" y="4060"/>
                      </a:lnTo>
                      <a:lnTo>
                        <a:pt x="41052" y="4081"/>
                      </a:lnTo>
                      <a:lnTo>
                        <a:pt x="41052" y="4164"/>
                      </a:lnTo>
                      <a:lnTo>
                        <a:pt x="41031" y="4143"/>
                      </a:lnTo>
                      <a:lnTo>
                        <a:pt x="40885" y="4164"/>
                      </a:lnTo>
                      <a:lnTo>
                        <a:pt x="40843" y="4143"/>
                      </a:lnTo>
                      <a:lnTo>
                        <a:pt x="40885" y="4039"/>
                      </a:lnTo>
                      <a:lnTo>
                        <a:pt x="40969" y="3976"/>
                      </a:lnTo>
                      <a:lnTo>
                        <a:pt x="40927" y="3871"/>
                      </a:lnTo>
                      <a:lnTo>
                        <a:pt x="40822" y="3851"/>
                      </a:lnTo>
                      <a:lnTo>
                        <a:pt x="40822" y="3955"/>
                      </a:lnTo>
                      <a:lnTo>
                        <a:pt x="40738" y="3997"/>
                      </a:lnTo>
                      <a:lnTo>
                        <a:pt x="40655" y="3892"/>
                      </a:lnTo>
                      <a:lnTo>
                        <a:pt x="40550" y="3871"/>
                      </a:lnTo>
                      <a:lnTo>
                        <a:pt x="40446" y="3767"/>
                      </a:lnTo>
                      <a:lnTo>
                        <a:pt x="40425" y="3851"/>
                      </a:lnTo>
                      <a:lnTo>
                        <a:pt x="40341" y="3871"/>
                      </a:lnTo>
                      <a:lnTo>
                        <a:pt x="40194" y="3871"/>
                      </a:lnTo>
                      <a:lnTo>
                        <a:pt x="40132" y="3788"/>
                      </a:lnTo>
                      <a:lnTo>
                        <a:pt x="40111" y="3892"/>
                      </a:lnTo>
                      <a:lnTo>
                        <a:pt x="40027" y="3955"/>
                      </a:lnTo>
                      <a:lnTo>
                        <a:pt x="39902" y="3851"/>
                      </a:lnTo>
                      <a:lnTo>
                        <a:pt x="39818" y="3851"/>
                      </a:lnTo>
                      <a:lnTo>
                        <a:pt x="39860" y="3955"/>
                      </a:lnTo>
                      <a:lnTo>
                        <a:pt x="39881" y="3997"/>
                      </a:lnTo>
                      <a:lnTo>
                        <a:pt x="39755" y="4102"/>
                      </a:lnTo>
                      <a:lnTo>
                        <a:pt x="39692" y="4081"/>
                      </a:lnTo>
                      <a:lnTo>
                        <a:pt x="39671" y="3997"/>
                      </a:lnTo>
                      <a:lnTo>
                        <a:pt x="39609" y="4102"/>
                      </a:lnTo>
                      <a:lnTo>
                        <a:pt x="39630" y="4269"/>
                      </a:lnTo>
                      <a:lnTo>
                        <a:pt x="39713" y="4353"/>
                      </a:lnTo>
                      <a:lnTo>
                        <a:pt x="39734" y="4457"/>
                      </a:lnTo>
                      <a:lnTo>
                        <a:pt x="39797" y="4478"/>
                      </a:lnTo>
                      <a:lnTo>
                        <a:pt x="39818" y="4625"/>
                      </a:lnTo>
                      <a:lnTo>
                        <a:pt x="39964" y="4667"/>
                      </a:lnTo>
                      <a:lnTo>
                        <a:pt x="40006" y="4729"/>
                      </a:lnTo>
                      <a:lnTo>
                        <a:pt x="40006" y="4834"/>
                      </a:lnTo>
                      <a:lnTo>
                        <a:pt x="40111" y="4918"/>
                      </a:lnTo>
                      <a:lnTo>
                        <a:pt x="40132" y="5001"/>
                      </a:lnTo>
                      <a:lnTo>
                        <a:pt x="40069" y="5106"/>
                      </a:lnTo>
                      <a:lnTo>
                        <a:pt x="40006" y="5085"/>
                      </a:lnTo>
                      <a:lnTo>
                        <a:pt x="39985" y="5001"/>
                      </a:lnTo>
                      <a:lnTo>
                        <a:pt x="39818" y="5043"/>
                      </a:lnTo>
                      <a:lnTo>
                        <a:pt x="39713" y="5022"/>
                      </a:lnTo>
                      <a:lnTo>
                        <a:pt x="39609" y="5043"/>
                      </a:lnTo>
                      <a:lnTo>
                        <a:pt x="39671" y="5127"/>
                      </a:lnTo>
                      <a:lnTo>
                        <a:pt x="39588" y="5232"/>
                      </a:lnTo>
                      <a:lnTo>
                        <a:pt x="39462" y="5232"/>
                      </a:lnTo>
                      <a:lnTo>
                        <a:pt x="39378" y="5211"/>
                      </a:lnTo>
                      <a:lnTo>
                        <a:pt x="39127" y="5336"/>
                      </a:lnTo>
                      <a:lnTo>
                        <a:pt x="38751" y="5399"/>
                      </a:lnTo>
                      <a:lnTo>
                        <a:pt x="38625" y="5336"/>
                      </a:lnTo>
                      <a:lnTo>
                        <a:pt x="38437" y="5336"/>
                      </a:lnTo>
                      <a:lnTo>
                        <a:pt x="38416" y="5357"/>
                      </a:lnTo>
                      <a:lnTo>
                        <a:pt x="38311" y="5336"/>
                      </a:lnTo>
                      <a:lnTo>
                        <a:pt x="37788" y="5315"/>
                      </a:lnTo>
                      <a:lnTo>
                        <a:pt x="37621" y="5190"/>
                      </a:lnTo>
                      <a:lnTo>
                        <a:pt x="37579" y="4980"/>
                      </a:lnTo>
                      <a:lnTo>
                        <a:pt x="37663" y="4834"/>
                      </a:lnTo>
                      <a:lnTo>
                        <a:pt x="37705" y="4813"/>
                      </a:lnTo>
                      <a:lnTo>
                        <a:pt x="37705" y="4729"/>
                      </a:lnTo>
                      <a:lnTo>
                        <a:pt x="37558" y="4688"/>
                      </a:lnTo>
                      <a:lnTo>
                        <a:pt x="37370" y="4688"/>
                      </a:lnTo>
                      <a:lnTo>
                        <a:pt x="37035" y="4834"/>
                      </a:lnTo>
                      <a:lnTo>
                        <a:pt x="36554" y="4876"/>
                      </a:lnTo>
                      <a:lnTo>
                        <a:pt x="36156" y="4980"/>
                      </a:lnTo>
                      <a:lnTo>
                        <a:pt x="35926" y="5022"/>
                      </a:lnTo>
                      <a:lnTo>
                        <a:pt x="35884" y="5106"/>
                      </a:lnTo>
                      <a:lnTo>
                        <a:pt x="35801" y="5106"/>
                      </a:lnTo>
                      <a:lnTo>
                        <a:pt x="35738" y="5190"/>
                      </a:lnTo>
                      <a:lnTo>
                        <a:pt x="35612" y="5252"/>
                      </a:lnTo>
                      <a:lnTo>
                        <a:pt x="35466" y="5399"/>
                      </a:lnTo>
                      <a:lnTo>
                        <a:pt x="35529" y="5545"/>
                      </a:lnTo>
                      <a:lnTo>
                        <a:pt x="35612" y="5566"/>
                      </a:lnTo>
                      <a:lnTo>
                        <a:pt x="35717" y="5524"/>
                      </a:lnTo>
                      <a:lnTo>
                        <a:pt x="35780" y="5545"/>
                      </a:lnTo>
                      <a:lnTo>
                        <a:pt x="35717" y="5629"/>
                      </a:lnTo>
                      <a:lnTo>
                        <a:pt x="35654" y="5650"/>
                      </a:lnTo>
                      <a:lnTo>
                        <a:pt x="35549" y="5755"/>
                      </a:lnTo>
                      <a:lnTo>
                        <a:pt x="35549" y="5817"/>
                      </a:lnTo>
                      <a:lnTo>
                        <a:pt x="35508" y="5755"/>
                      </a:lnTo>
                      <a:lnTo>
                        <a:pt x="35487" y="5545"/>
                      </a:lnTo>
                      <a:lnTo>
                        <a:pt x="35319" y="5420"/>
                      </a:lnTo>
                      <a:lnTo>
                        <a:pt x="35298" y="5336"/>
                      </a:lnTo>
                      <a:lnTo>
                        <a:pt x="35319" y="5252"/>
                      </a:lnTo>
                      <a:lnTo>
                        <a:pt x="35194" y="5148"/>
                      </a:lnTo>
                      <a:lnTo>
                        <a:pt x="35110" y="5148"/>
                      </a:lnTo>
                      <a:lnTo>
                        <a:pt x="34880" y="4939"/>
                      </a:lnTo>
                      <a:lnTo>
                        <a:pt x="34817" y="4939"/>
                      </a:lnTo>
                      <a:lnTo>
                        <a:pt x="34817" y="5022"/>
                      </a:lnTo>
                      <a:lnTo>
                        <a:pt x="35005" y="5232"/>
                      </a:lnTo>
                      <a:lnTo>
                        <a:pt x="35026" y="5357"/>
                      </a:lnTo>
                      <a:lnTo>
                        <a:pt x="34922" y="5462"/>
                      </a:lnTo>
                      <a:lnTo>
                        <a:pt x="34733" y="5504"/>
                      </a:lnTo>
                      <a:lnTo>
                        <a:pt x="34650" y="5545"/>
                      </a:lnTo>
                      <a:lnTo>
                        <a:pt x="34482" y="5545"/>
                      </a:lnTo>
                      <a:lnTo>
                        <a:pt x="34168" y="5294"/>
                      </a:lnTo>
                      <a:lnTo>
                        <a:pt x="34168" y="5190"/>
                      </a:lnTo>
                      <a:lnTo>
                        <a:pt x="34231" y="5106"/>
                      </a:lnTo>
                      <a:lnTo>
                        <a:pt x="34210" y="5022"/>
                      </a:lnTo>
                      <a:lnTo>
                        <a:pt x="34043" y="5085"/>
                      </a:lnTo>
                      <a:lnTo>
                        <a:pt x="34043" y="5211"/>
                      </a:lnTo>
                      <a:lnTo>
                        <a:pt x="33959" y="5294"/>
                      </a:lnTo>
                      <a:lnTo>
                        <a:pt x="33750" y="5148"/>
                      </a:lnTo>
                      <a:lnTo>
                        <a:pt x="33604" y="5148"/>
                      </a:lnTo>
                      <a:lnTo>
                        <a:pt x="33499" y="5252"/>
                      </a:lnTo>
                      <a:lnTo>
                        <a:pt x="33520" y="5441"/>
                      </a:lnTo>
                      <a:lnTo>
                        <a:pt x="33436" y="5566"/>
                      </a:lnTo>
                      <a:lnTo>
                        <a:pt x="33520" y="5734"/>
                      </a:lnTo>
                      <a:lnTo>
                        <a:pt x="33645" y="5776"/>
                      </a:lnTo>
                      <a:lnTo>
                        <a:pt x="33813" y="5650"/>
                      </a:lnTo>
                      <a:lnTo>
                        <a:pt x="33834" y="5566"/>
                      </a:lnTo>
                      <a:lnTo>
                        <a:pt x="34043" y="5441"/>
                      </a:lnTo>
                      <a:lnTo>
                        <a:pt x="34106" y="5524"/>
                      </a:lnTo>
                      <a:lnTo>
                        <a:pt x="34064" y="5650"/>
                      </a:lnTo>
                      <a:lnTo>
                        <a:pt x="33855" y="5817"/>
                      </a:lnTo>
                      <a:lnTo>
                        <a:pt x="33938" y="5880"/>
                      </a:lnTo>
                      <a:lnTo>
                        <a:pt x="33855" y="6027"/>
                      </a:lnTo>
                      <a:lnTo>
                        <a:pt x="33729" y="6068"/>
                      </a:lnTo>
                      <a:lnTo>
                        <a:pt x="33604" y="5985"/>
                      </a:lnTo>
                      <a:lnTo>
                        <a:pt x="33604" y="6048"/>
                      </a:lnTo>
                      <a:lnTo>
                        <a:pt x="33645" y="6173"/>
                      </a:lnTo>
                      <a:lnTo>
                        <a:pt x="33583" y="6299"/>
                      </a:lnTo>
                      <a:lnTo>
                        <a:pt x="33394" y="6445"/>
                      </a:lnTo>
                      <a:lnTo>
                        <a:pt x="33436" y="6550"/>
                      </a:lnTo>
                      <a:lnTo>
                        <a:pt x="33394" y="6592"/>
                      </a:lnTo>
                      <a:lnTo>
                        <a:pt x="33311" y="6592"/>
                      </a:lnTo>
                      <a:lnTo>
                        <a:pt x="33164" y="6759"/>
                      </a:lnTo>
                      <a:lnTo>
                        <a:pt x="32955" y="6780"/>
                      </a:lnTo>
                      <a:lnTo>
                        <a:pt x="32746" y="6801"/>
                      </a:lnTo>
                      <a:lnTo>
                        <a:pt x="32683" y="6926"/>
                      </a:lnTo>
                      <a:lnTo>
                        <a:pt x="32746" y="7094"/>
                      </a:lnTo>
                      <a:lnTo>
                        <a:pt x="32913" y="7303"/>
                      </a:lnTo>
                      <a:lnTo>
                        <a:pt x="32997" y="7324"/>
                      </a:lnTo>
                      <a:lnTo>
                        <a:pt x="32913" y="7345"/>
                      </a:lnTo>
                      <a:lnTo>
                        <a:pt x="32767" y="7345"/>
                      </a:lnTo>
                      <a:lnTo>
                        <a:pt x="32746" y="7429"/>
                      </a:lnTo>
                      <a:lnTo>
                        <a:pt x="32767" y="7491"/>
                      </a:lnTo>
                      <a:lnTo>
                        <a:pt x="32704" y="7596"/>
                      </a:lnTo>
                      <a:lnTo>
                        <a:pt x="32599" y="7701"/>
                      </a:lnTo>
                      <a:lnTo>
                        <a:pt x="32495" y="7701"/>
                      </a:lnTo>
                      <a:lnTo>
                        <a:pt x="32474" y="7763"/>
                      </a:lnTo>
                      <a:lnTo>
                        <a:pt x="32495" y="7659"/>
                      </a:lnTo>
                      <a:lnTo>
                        <a:pt x="32599" y="7596"/>
                      </a:lnTo>
                      <a:lnTo>
                        <a:pt x="32683" y="7282"/>
                      </a:lnTo>
                      <a:lnTo>
                        <a:pt x="32599" y="7219"/>
                      </a:lnTo>
                      <a:lnTo>
                        <a:pt x="32599" y="7115"/>
                      </a:lnTo>
                      <a:lnTo>
                        <a:pt x="32662" y="7073"/>
                      </a:lnTo>
                      <a:lnTo>
                        <a:pt x="32662" y="6926"/>
                      </a:lnTo>
                      <a:lnTo>
                        <a:pt x="32599" y="6780"/>
                      </a:lnTo>
                      <a:lnTo>
                        <a:pt x="32662" y="6612"/>
                      </a:lnTo>
                      <a:lnTo>
                        <a:pt x="32767" y="6550"/>
                      </a:lnTo>
                      <a:lnTo>
                        <a:pt x="32808" y="6445"/>
                      </a:lnTo>
                      <a:lnTo>
                        <a:pt x="32767" y="6194"/>
                      </a:lnTo>
                      <a:lnTo>
                        <a:pt x="32746" y="6152"/>
                      </a:lnTo>
                      <a:lnTo>
                        <a:pt x="32788" y="6068"/>
                      </a:lnTo>
                      <a:lnTo>
                        <a:pt x="32871" y="6068"/>
                      </a:lnTo>
                      <a:lnTo>
                        <a:pt x="32913" y="6089"/>
                      </a:lnTo>
                      <a:lnTo>
                        <a:pt x="33080" y="6048"/>
                      </a:lnTo>
                      <a:lnTo>
                        <a:pt x="33185" y="5776"/>
                      </a:lnTo>
                      <a:lnTo>
                        <a:pt x="33164" y="5671"/>
                      </a:lnTo>
                      <a:lnTo>
                        <a:pt x="33101" y="5545"/>
                      </a:lnTo>
                      <a:lnTo>
                        <a:pt x="33185" y="5252"/>
                      </a:lnTo>
                      <a:lnTo>
                        <a:pt x="33269" y="5127"/>
                      </a:lnTo>
                      <a:lnTo>
                        <a:pt x="33373" y="4939"/>
                      </a:lnTo>
                      <a:lnTo>
                        <a:pt x="33311" y="4792"/>
                      </a:lnTo>
                      <a:lnTo>
                        <a:pt x="33290" y="4792"/>
                      </a:lnTo>
                      <a:lnTo>
                        <a:pt x="33206" y="4876"/>
                      </a:lnTo>
                      <a:lnTo>
                        <a:pt x="33122" y="4876"/>
                      </a:lnTo>
                      <a:lnTo>
                        <a:pt x="32997" y="4813"/>
                      </a:lnTo>
                      <a:lnTo>
                        <a:pt x="33122" y="4813"/>
                      </a:lnTo>
                      <a:lnTo>
                        <a:pt x="33269" y="4708"/>
                      </a:lnTo>
                      <a:lnTo>
                        <a:pt x="33373" y="4667"/>
                      </a:lnTo>
                      <a:lnTo>
                        <a:pt x="33415" y="4562"/>
                      </a:lnTo>
                      <a:lnTo>
                        <a:pt x="33394" y="4499"/>
                      </a:lnTo>
                      <a:lnTo>
                        <a:pt x="33436" y="4415"/>
                      </a:lnTo>
                      <a:lnTo>
                        <a:pt x="33520" y="4248"/>
                      </a:lnTo>
                      <a:lnTo>
                        <a:pt x="33499" y="4185"/>
                      </a:lnTo>
                      <a:lnTo>
                        <a:pt x="33541" y="4081"/>
                      </a:lnTo>
                      <a:lnTo>
                        <a:pt x="33708" y="3997"/>
                      </a:lnTo>
                      <a:lnTo>
                        <a:pt x="33708" y="3892"/>
                      </a:lnTo>
                      <a:lnTo>
                        <a:pt x="33624" y="3830"/>
                      </a:lnTo>
                      <a:lnTo>
                        <a:pt x="33624" y="3767"/>
                      </a:lnTo>
                      <a:lnTo>
                        <a:pt x="33708" y="3641"/>
                      </a:lnTo>
                      <a:lnTo>
                        <a:pt x="33687" y="3537"/>
                      </a:lnTo>
                      <a:lnTo>
                        <a:pt x="33729" y="3432"/>
                      </a:lnTo>
                      <a:lnTo>
                        <a:pt x="33792" y="3411"/>
                      </a:lnTo>
                      <a:lnTo>
                        <a:pt x="33855" y="3223"/>
                      </a:lnTo>
                      <a:lnTo>
                        <a:pt x="33855" y="3014"/>
                      </a:lnTo>
                      <a:lnTo>
                        <a:pt x="33813" y="2804"/>
                      </a:lnTo>
                      <a:lnTo>
                        <a:pt x="33708" y="2616"/>
                      </a:lnTo>
                      <a:lnTo>
                        <a:pt x="33729" y="2574"/>
                      </a:lnTo>
                      <a:lnTo>
                        <a:pt x="33708" y="2491"/>
                      </a:lnTo>
                      <a:lnTo>
                        <a:pt x="33645" y="2470"/>
                      </a:lnTo>
                      <a:lnTo>
                        <a:pt x="33604" y="2491"/>
                      </a:lnTo>
                      <a:lnTo>
                        <a:pt x="33520" y="2428"/>
                      </a:lnTo>
                      <a:lnTo>
                        <a:pt x="33478" y="2365"/>
                      </a:lnTo>
                      <a:lnTo>
                        <a:pt x="33436" y="2365"/>
                      </a:lnTo>
                      <a:lnTo>
                        <a:pt x="33394" y="2491"/>
                      </a:lnTo>
                      <a:lnTo>
                        <a:pt x="33332" y="2532"/>
                      </a:lnTo>
                      <a:lnTo>
                        <a:pt x="33290" y="2491"/>
                      </a:lnTo>
                      <a:lnTo>
                        <a:pt x="33206" y="2365"/>
                      </a:lnTo>
                      <a:lnTo>
                        <a:pt x="33227" y="2323"/>
                      </a:lnTo>
                      <a:lnTo>
                        <a:pt x="33185" y="2302"/>
                      </a:lnTo>
                      <a:lnTo>
                        <a:pt x="33018" y="2281"/>
                      </a:lnTo>
                      <a:lnTo>
                        <a:pt x="32955" y="2177"/>
                      </a:lnTo>
                      <a:lnTo>
                        <a:pt x="32976" y="2156"/>
                      </a:lnTo>
                      <a:lnTo>
                        <a:pt x="33122" y="2156"/>
                      </a:lnTo>
                      <a:lnTo>
                        <a:pt x="33332" y="2219"/>
                      </a:lnTo>
                      <a:lnTo>
                        <a:pt x="33415" y="2302"/>
                      </a:lnTo>
                      <a:lnTo>
                        <a:pt x="33478" y="2260"/>
                      </a:lnTo>
                      <a:lnTo>
                        <a:pt x="33520" y="2260"/>
                      </a:lnTo>
                      <a:lnTo>
                        <a:pt x="33583" y="2323"/>
                      </a:lnTo>
                      <a:lnTo>
                        <a:pt x="33604" y="2386"/>
                      </a:lnTo>
                      <a:lnTo>
                        <a:pt x="33645" y="2386"/>
                      </a:lnTo>
                      <a:lnTo>
                        <a:pt x="33645" y="2302"/>
                      </a:lnTo>
                      <a:lnTo>
                        <a:pt x="33541" y="2177"/>
                      </a:lnTo>
                      <a:lnTo>
                        <a:pt x="33541" y="2072"/>
                      </a:lnTo>
                      <a:lnTo>
                        <a:pt x="33478" y="1967"/>
                      </a:lnTo>
                      <a:lnTo>
                        <a:pt x="33394" y="1905"/>
                      </a:lnTo>
                      <a:lnTo>
                        <a:pt x="33332" y="1905"/>
                      </a:lnTo>
                      <a:lnTo>
                        <a:pt x="33290" y="1967"/>
                      </a:lnTo>
                      <a:lnTo>
                        <a:pt x="33206" y="1947"/>
                      </a:lnTo>
                      <a:lnTo>
                        <a:pt x="33185" y="1800"/>
                      </a:lnTo>
                      <a:lnTo>
                        <a:pt x="33018" y="1654"/>
                      </a:lnTo>
                      <a:lnTo>
                        <a:pt x="33018" y="1549"/>
                      </a:lnTo>
                      <a:lnTo>
                        <a:pt x="32955" y="1465"/>
                      </a:lnTo>
                      <a:lnTo>
                        <a:pt x="32892" y="1382"/>
                      </a:lnTo>
                      <a:lnTo>
                        <a:pt x="32808" y="1382"/>
                      </a:lnTo>
                      <a:lnTo>
                        <a:pt x="32704" y="1444"/>
                      </a:lnTo>
                      <a:lnTo>
                        <a:pt x="32704" y="1549"/>
                      </a:lnTo>
                      <a:lnTo>
                        <a:pt x="32808" y="1549"/>
                      </a:lnTo>
                      <a:lnTo>
                        <a:pt x="32892" y="1591"/>
                      </a:lnTo>
                      <a:lnTo>
                        <a:pt x="32871" y="1654"/>
                      </a:lnTo>
                      <a:lnTo>
                        <a:pt x="32788" y="1695"/>
                      </a:lnTo>
                      <a:lnTo>
                        <a:pt x="32788" y="1779"/>
                      </a:lnTo>
                      <a:lnTo>
                        <a:pt x="32746" y="1800"/>
                      </a:lnTo>
                      <a:lnTo>
                        <a:pt x="32536" y="1570"/>
                      </a:lnTo>
                      <a:lnTo>
                        <a:pt x="32536" y="1486"/>
                      </a:lnTo>
                      <a:lnTo>
                        <a:pt x="32474" y="1361"/>
                      </a:lnTo>
                      <a:lnTo>
                        <a:pt x="32369" y="1340"/>
                      </a:lnTo>
                      <a:lnTo>
                        <a:pt x="31930" y="1068"/>
                      </a:lnTo>
                      <a:lnTo>
                        <a:pt x="31825" y="1026"/>
                      </a:lnTo>
                      <a:lnTo>
                        <a:pt x="31804" y="1005"/>
                      </a:lnTo>
                      <a:lnTo>
                        <a:pt x="31532" y="1026"/>
                      </a:lnTo>
                      <a:lnTo>
                        <a:pt x="31511" y="921"/>
                      </a:lnTo>
                      <a:lnTo>
                        <a:pt x="31553" y="858"/>
                      </a:lnTo>
                      <a:lnTo>
                        <a:pt x="31532" y="796"/>
                      </a:lnTo>
                      <a:lnTo>
                        <a:pt x="31407" y="817"/>
                      </a:lnTo>
                      <a:lnTo>
                        <a:pt x="31344" y="754"/>
                      </a:lnTo>
                      <a:lnTo>
                        <a:pt x="31218" y="796"/>
                      </a:lnTo>
                      <a:lnTo>
                        <a:pt x="31135" y="858"/>
                      </a:lnTo>
                      <a:lnTo>
                        <a:pt x="31093" y="838"/>
                      </a:lnTo>
                      <a:lnTo>
                        <a:pt x="30988" y="942"/>
                      </a:lnTo>
                      <a:lnTo>
                        <a:pt x="30925" y="1047"/>
                      </a:lnTo>
                      <a:lnTo>
                        <a:pt x="30779" y="1047"/>
                      </a:lnTo>
                      <a:lnTo>
                        <a:pt x="30695" y="1026"/>
                      </a:lnTo>
                      <a:lnTo>
                        <a:pt x="30570" y="1172"/>
                      </a:lnTo>
                      <a:lnTo>
                        <a:pt x="30381" y="1235"/>
                      </a:lnTo>
                      <a:lnTo>
                        <a:pt x="30298" y="1256"/>
                      </a:lnTo>
                      <a:lnTo>
                        <a:pt x="30256" y="1214"/>
                      </a:lnTo>
                      <a:lnTo>
                        <a:pt x="30172" y="1214"/>
                      </a:lnTo>
                      <a:lnTo>
                        <a:pt x="30130" y="1256"/>
                      </a:lnTo>
                      <a:lnTo>
                        <a:pt x="30130" y="1361"/>
                      </a:lnTo>
                      <a:lnTo>
                        <a:pt x="30193" y="1382"/>
                      </a:lnTo>
                      <a:lnTo>
                        <a:pt x="30256" y="1382"/>
                      </a:lnTo>
                      <a:lnTo>
                        <a:pt x="30298" y="1549"/>
                      </a:lnTo>
                      <a:lnTo>
                        <a:pt x="30339" y="1758"/>
                      </a:lnTo>
                      <a:lnTo>
                        <a:pt x="30256" y="1905"/>
                      </a:lnTo>
                      <a:lnTo>
                        <a:pt x="30067" y="1905"/>
                      </a:lnTo>
                      <a:lnTo>
                        <a:pt x="29942" y="2051"/>
                      </a:lnTo>
                      <a:lnTo>
                        <a:pt x="29733" y="2093"/>
                      </a:lnTo>
                      <a:lnTo>
                        <a:pt x="29649" y="2072"/>
                      </a:lnTo>
                      <a:lnTo>
                        <a:pt x="29754" y="1988"/>
                      </a:lnTo>
                      <a:lnTo>
                        <a:pt x="29837" y="1967"/>
                      </a:lnTo>
                      <a:lnTo>
                        <a:pt x="29858" y="1842"/>
                      </a:lnTo>
                      <a:lnTo>
                        <a:pt x="29733" y="1591"/>
                      </a:lnTo>
                      <a:lnTo>
                        <a:pt x="29816" y="1444"/>
                      </a:lnTo>
                      <a:lnTo>
                        <a:pt x="29816" y="1340"/>
                      </a:lnTo>
                      <a:lnTo>
                        <a:pt x="29858" y="1256"/>
                      </a:lnTo>
                      <a:lnTo>
                        <a:pt x="29775" y="1068"/>
                      </a:lnTo>
                      <a:lnTo>
                        <a:pt x="29775" y="963"/>
                      </a:lnTo>
                      <a:lnTo>
                        <a:pt x="29628" y="817"/>
                      </a:lnTo>
                      <a:lnTo>
                        <a:pt x="29523" y="858"/>
                      </a:lnTo>
                      <a:lnTo>
                        <a:pt x="29440" y="817"/>
                      </a:lnTo>
                      <a:lnTo>
                        <a:pt x="29398" y="817"/>
                      </a:lnTo>
                      <a:lnTo>
                        <a:pt x="29356" y="942"/>
                      </a:lnTo>
                      <a:lnTo>
                        <a:pt x="29210" y="963"/>
                      </a:lnTo>
                      <a:lnTo>
                        <a:pt x="29147" y="921"/>
                      </a:lnTo>
                      <a:lnTo>
                        <a:pt x="29042" y="963"/>
                      </a:lnTo>
                      <a:lnTo>
                        <a:pt x="28938" y="1130"/>
                      </a:lnTo>
                      <a:lnTo>
                        <a:pt x="28707" y="1130"/>
                      </a:lnTo>
                      <a:lnTo>
                        <a:pt x="28707" y="1047"/>
                      </a:lnTo>
                      <a:lnTo>
                        <a:pt x="28791" y="921"/>
                      </a:lnTo>
                      <a:lnTo>
                        <a:pt x="28791" y="838"/>
                      </a:lnTo>
                      <a:lnTo>
                        <a:pt x="28707" y="817"/>
                      </a:lnTo>
                      <a:lnTo>
                        <a:pt x="28519" y="1110"/>
                      </a:lnTo>
                      <a:lnTo>
                        <a:pt x="28268" y="1214"/>
                      </a:lnTo>
                      <a:lnTo>
                        <a:pt x="28163" y="1172"/>
                      </a:lnTo>
                      <a:lnTo>
                        <a:pt x="28268" y="1026"/>
                      </a:lnTo>
                      <a:lnTo>
                        <a:pt x="28394" y="1005"/>
                      </a:lnTo>
                      <a:lnTo>
                        <a:pt x="28519" y="817"/>
                      </a:lnTo>
                      <a:lnTo>
                        <a:pt x="28498" y="691"/>
                      </a:lnTo>
                      <a:lnTo>
                        <a:pt x="28561" y="586"/>
                      </a:lnTo>
                      <a:lnTo>
                        <a:pt x="28561" y="524"/>
                      </a:lnTo>
                      <a:lnTo>
                        <a:pt x="28645" y="440"/>
                      </a:lnTo>
                      <a:lnTo>
                        <a:pt x="28645" y="398"/>
                      </a:lnTo>
                      <a:lnTo>
                        <a:pt x="28477" y="335"/>
                      </a:lnTo>
                      <a:lnTo>
                        <a:pt x="28414" y="294"/>
                      </a:lnTo>
                      <a:lnTo>
                        <a:pt x="28414" y="126"/>
                      </a:lnTo>
                      <a:lnTo>
                        <a:pt x="28373" y="105"/>
                      </a:lnTo>
                      <a:lnTo>
                        <a:pt x="28205" y="231"/>
                      </a:lnTo>
                      <a:lnTo>
                        <a:pt x="28059" y="210"/>
                      </a:lnTo>
                      <a:lnTo>
                        <a:pt x="27996" y="63"/>
                      </a:lnTo>
                      <a:lnTo>
                        <a:pt x="27891" y="63"/>
                      </a:lnTo>
                      <a:lnTo>
                        <a:pt x="27787" y="168"/>
                      </a:lnTo>
                      <a:lnTo>
                        <a:pt x="27661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rgbClr val="A6CBC2"/>
                    </a:solidFill>
                  </a:endParaRPr>
                </a:p>
              </p:txBody>
            </p:sp>
            <p:sp>
              <p:nvSpPr>
                <p:cNvPr id="2138" name="Google Shape;2138;p45"/>
                <p:cNvSpPr/>
                <p:nvPr/>
              </p:nvSpPr>
              <p:spPr>
                <a:xfrm>
                  <a:off x="5538025" y="2213300"/>
                  <a:ext cx="94175" cy="20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7" h="8350" extrusionOk="0">
                      <a:moveTo>
                        <a:pt x="251" y="1"/>
                      </a:moveTo>
                      <a:lnTo>
                        <a:pt x="209" y="63"/>
                      </a:lnTo>
                      <a:lnTo>
                        <a:pt x="251" y="105"/>
                      </a:lnTo>
                      <a:lnTo>
                        <a:pt x="251" y="189"/>
                      </a:lnTo>
                      <a:lnTo>
                        <a:pt x="188" y="210"/>
                      </a:lnTo>
                      <a:lnTo>
                        <a:pt x="105" y="168"/>
                      </a:lnTo>
                      <a:lnTo>
                        <a:pt x="0" y="168"/>
                      </a:lnTo>
                      <a:lnTo>
                        <a:pt x="168" y="314"/>
                      </a:lnTo>
                      <a:lnTo>
                        <a:pt x="356" y="461"/>
                      </a:lnTo>
                      <a:lnTo>
                        <a:pt x="419" y="524"/>
                      </a:lnTo>
                      <a:lnTo>
                        <a:pt x="398" y="670"/>
                      </a:lnTo>
                      <a:lnTo>
                        <a:pt x="460" y="607"/>
                      </a:lnTo>
                      <a:lnTo>
                        <a:pt x="502" y="607"/>
                      </a:lnTo>
                      <a:lnTo>
                        <a:pt x="565" y="691"/>
                      </a:lnTo>
                      <a:lnTo>
                        <a:pt x="502" y="733"/>
                      </a:lnTo>
                      <a:lnTo>
                        <a:pt x="419" y="775"/>
                      </a:lnTo>
                      <a:lnTo>
                        <a:pt x="460" y="838"/>
                      </a:lnTo>
                      <a:lnTo>
                        <a:pt x="523" y="838"/>
                      </a:lnTo>
                      <a:lnTo>
                        <a:pt x="565" y="984"/>
                      </a:lnTo>
                      <a:lnTo>
                        <a:pt x="481" y="1026"/>
                      </a:lnTo>
                      <a:lnTo>
                        <a:pt x="377" y="1005"/>
                      </a:lnTo>
                      <a:lnTo>
                        <a:pt x="314" y="900"/>
                      </a:lnTo>
                      <a:lnTo>
                        <a:pt x="251" y="984"/>
                      </a:lnTo>
                      <a:lnTo>
                        <a:pt x="168" y="1130"/>
                      </a:lnTo>
                      <a:lnTo>
                        <a:pt x="272" y="1235"/>
                      </a:lnTo>
                      <a:lnTo>
                        <a:pt x="314" y="1382"/>
                      </a:lnTo>
                      <a:lnTo>
                        <a:pt x="419" y="1528"/>
                      </a:lnTo>
                      <a:lnTo>
                        <a:pt x="523" y="1716"/>
                      </a:lnTo>
                      <a:lnTo>
                        <a:pt x="523" y="1946"/>
                      </a:lnTo>
                      <a:lnTo>
                        <a:pt x="586" y="1988"/>
                      </a:lnTo>
                      <a:lnTo>
                        <a:pt x="607" y="2177"/>
                      </a:lnTo>
                      <a:lnTo>
                        <a:pt x="691" y="2470"/>
                      </a:lnTo>
                      <a:lnTo>
                        <a:pt x="774" y="2658"/>
                      </a:lnTo>
                      <a:lnTo>
                        <a:pt x="900" y="2700"/>
                      </a:lnTo>
                      <a:lnTo>
                        <a:pt x="900" y="2762"/>
                      </a:lnTo>
                      <a:lnTo>
                        <a:pt x="837" y="2804"/>
                      </a:lnTo>
                      <a:lnTo>
                        <a:pt x="1130" y="3097"/>
                      </a:lnTo>
                      <a:lnTo>
                        <a:pt x="1235" y="3118"/>
                      </a:lnTo>
                      <a:lnTo>
                        <a:pt x="1360" y="3307"/>
                      </a:lnTo>
                      <a:lnTo>
                        <a:pt x="1402" y="3516"/>
                      </a:lnTo>
                      <a:lnTo>
                        <a:pt x="1402" y="3641"/>
                      </a:lnTo>
                      <a:lnTo>
                        <a:pt x="1465" y="3809"/>
                      </a:lnTo>
                      <a:lnTo>
                        <a:pt x="1465" y="3934"/>
                      </a:lnTo>
                      <a:lnTo>
                        <a:pt x="1569" y="3976"/>
                      </a:lnTo>
                      <a:lnTo>
                        <a:pt x="1674" y="4123"/>
                      </a:lnTo>
                      <a:lnTo>
                        <a:pt x="1653" y="4143"/>
                      </a:lnTo>
                      <a:lnTo>
                        <a:pt x="1653" y="4227"/>
                      </a:lnTo>
                      <a:lnTo>
                        <a:pt x="1779" y="4436"/>
                      </a:lnTo>
                      <a:lnTo>
                        <a:pt x="1821" y="4562"/>
                      </a:lnTo>
                      <a:lnTo>
                        <a:pt x="1883" y="4708"/>
                      </a:lnTo>
                      <a:lnTo>
                        <a:pt x="1883" y="4918"/>
                      </a:lnTo>
                      <a:lnTo>
                        <a:pt x="1946" y="5001"/>
                      </a:lnTo>
                      <a:lnTo>
                        <a:pt x="1925" y="5106"/>
                      </a:lnTo>
                      <a:lnTo>
                        <a:pt x="1946" y="5315"/>
                      </a:lnTo>
                      <a:lnTo>
                        <a:pt x="2051" y="5524"/>
                      </a:lnTo>
                      <a:lnTo>
                        <a:pt x="2030" y="5608"/>
                      </a:lnTo>
                      <a:lnTo>
                        <a:pt x="2030" y="5755"/>
                      </a:lnTo>
                      <a:lnTo>
                        <a:pt x="2155" y="5859"/>
                      </a:lnTo>
                      <a:lnTo>
                        <a:pt x="2365" y="6131"/>
                      </a:lnTo>
                      <a:lnTo>
                        <a:pt x="2365" y="6257"/>
                      </a:lnTo>
                      <a:lnTo>
                        <a:pt x="2448" y="6424"/>
                      </a:lnTo>
                      <a:lnTo>
                        <a:pt x="2406" y="6654"/>
                      </a:lnTo>
                      <a:lnTo>
                        <a:pt x="2448" y="6843"/>
                      </a:lnTo>
                      <a:lnTo>
                        <a:pt x="2553" y="7010"/>
                      </a:lnTo>
                      <a:lnTo>
                        <a:pt x="2574" y="7156"/>
                      </a:lnTo>
                      <a:lnTo>
                        <a:pt x="2720" y="7324"/>
                      </a:lnTo>
                      <a:lnTo>
                        <a:pt x="2762" y="7408"/>
                      </a:lnTo>
                      <a:lnTo>
                        <a:pt x="2699" y="7596"/>
                      </a:lnTo>
                      <a:lnTo>
                        <a:pt x="2699" y="7847"/>
                      </a:lnTo>
                      <a:lnTo>
                        <a:pt x="2762" y="7993"/>
                      </a:lnTo>
                      <a:lnTo>
                        <a:pt x="2867" y="8098"/>
                      </a:lnTo>
                      <a:lnTo>
                        <a:pt x="2929" y="8244"/>
                      </a:lnTo>
                      <a:lnTo>
                        <a:pt x="3097" y="8349"/>
                      </a:lnTo>
                      <a:lnTo>
                        <a:pt x="3097" y="8349"/>
                      </a:lnTo>
                      <a:lnTo>
                        <a:pt x="3076" y="8224"/>
                      </a:lnTo>
                      <a:lnTo>
                        <a:pt x="3097" y="8098"/>
                      </a:lnTo>
                      <a:lnTo>
                        <a:pt x="3034" y="7993"/>
                      </a:lnTo>
                      <a:lnTo>
                        <a:pt x="3013" y="7847"/>
                      </a:lnTo>
                      <a:lnTo>
                        <a:pt x="3034" y="7680"/>
                      </a:lnTo>
                      <a:lnTo>
                        <a:pt x="3139" y="7575"/>
                      </a:lnTo>
                      <a:lnTo>
                        <a:pt x="3201" y="7596"/>
                      </a:lnTo>
                      <a:lnTo>
                        <a:pt x="3201" y="7680"/>
                      </a:lnTo>
                      <a:lnTo>
                        <a:pt x="3243" y="7721"/>
                      </a:lnTo>
                      <a:lnTo>
                        <a:pt x="3494" y="7700"/>
                      </a:lnTo>
                      <a:lnTo>
                        <a:pt x="3515" y="7638"/>
                      </a:lnTo>
                      <a:lnTo>
                        <a:pt x="3557" y="7638"/>
                      </a:lnTo>
                      <a:lnTo>
                        <a:pt x="3599" y="7700"/>
                      </a:lnTo>
                      <a:lnTo>
                        <a:pt x="3557" y="7721"/>
                      </a:lnTo>
                      <a:lnTo>
                        <a:pt x="3557" y="7826"/>
                      </a:lnTo>
                      <a:lnTo>
                        <a:pt x="3704" y="7952"/>
                      </a:lnTo>
                      <a:lnTo>
                        <a:pt x="3725" y="8056"/>
                      </a:lnTo>
                      <a:lnTo>
                        <a:pt x="3766" y="8119"/>
                      </a:lnTo>
                      <a:lnTo>
                        <a:pt x="3766" y="8035"/>
                      </a:lnTo>
                      <a:lnTo>
                        <a:pt x="3745" y="7993"/>
                      </a:lnTo>
                      <a:lnTo>
                        <a:pt x="3766" y="7847"/>
                      </a:lnTo>
                      <a:lnTo>
                        <a:pt x="3766" y="7721"/>
                      </a:lnTo>
                      <a:lnTo>
                        <a:pt x="3662" y="7638"/>
                      </a:lnTo>
                      <a:lnTo>
                        <a:pt x="3641" y="7491"/>
                      </a:lnTo>
                      <a:lnTo>
                        <a:pt x="3599" y="7387"/>
                      </a:lnTo>
                      <a:lnTo>
                        <a:pt x="3515" y="7428"/>
                      </a:lnTo>
                      <a:lnTo>
                        <a:pt x="3432" y="7428"/>
                      </a:lnTo>
                      <a:lnTo>
                        <a:pt x="3285" y="7324"/>
                      </a:lnTo>
                      <a:lnTo>
                        <a:pt x="3243" y="7156"/>
                      </a:lnTo>
                      <a:lnTo>
                        <a:pt x="3181" y="7010"/>
                      </a:lnTo>
                      <a:lnTo>
                        <a:pt x="3034" y="6905"/>
                      </a:lnTo>
                      <a:lnTo>
                        <a:pt x="2929" y="6884"/>
                      </a:lnTo>
                      <a:lnTo>
                        <a:pt x="2867" y="6780"/>
                      </a:lnTo>
                      <a:lnTo>
                        <a:pt x="2804" y="6571"/>
                      </a:lnTo>
                      <a:lnTo>
                        <a:pt x="2720" y="6424"/>
                      </a:lnTo>
                      <a:lnTo>
                        <a:pt x="2678" y="6278"/>
                      </a:lnTo>
                      <a:lnTo>
                        <a:pt x="2678" y="6089"/>
                      </a:lnTo>
                      <a:lnTo>
                        <a:pt x="2657" y="5859"/>
                      </a:lnTo>
                      <a:lnTo>
                        <a:pt x="2595" y="5755"/>
                      </a:lnTo>
                      <a:lnTo>
                        <a:pt x="2616" y="5545"/>
                      </a:lnTo>
                      <a:lnTo>
                        <a:pt x="2595" y="5441"/>
                      </a:lnTo>
                      <a:lnTo>
                        <a:pt x="2511" y="5294"/>
                      </a:lnTo>
                      <a:lnTo>
                        <a:pt x="2574" y="5211"/>
                      </a:lnTo>
                      <a:lnTo>
                        <a:pt x="2595" y="5127"/>
                      </a:lnTo>
                      <a:lnTo>
                        <a:pt x="2595" y="5085"/>
                      </a:lnTo>
                      <a:lnTo>
                        <a:pt x="2657" y="5043"/>
                      </a:lnTo>
                      <a:lnTo>
                        <a:pt x="2720" y="5085"/>
                      </a:lnTo>
                      <a:lnTo>
                        <a:pt x="2867" y="5043"/>
                      </a:lnTo>
                      <a:lnTo>
                        <a:pt x="2992" y="5043"/>
                      </a:lnTo>
                      <a:lnTo>
                        <a:pt x="3118" y="5127"/>
                      </a:lnTo>
                      <a:lnTo>
                        <a:pt x="3201" y="5315"/>
                      </a:lnTo>
                      <a:lnTo>
                        <a:pt x="3306" y="5336"/>
                      </a:lnTo>
                      <a:lnTo>
                        <a:pt x="3411" y="5420"/>
                      </a:lnTo>
                      <a:lnTo>
                        <a:pt x="3515" y="5566"/>
                      </a:lnTo>
                      <a:lnTo>
                        <a:pt x="3599" y="5608"/>
                      </a:lnTo>
                      <a:lnTo>
                        <a:pt x="3536" y="5483"/>
                      </a:lnTo>
                      <a:lnTo>
                        <a:pt x="3411" y="5315"/>
                      </a:lnTo>
                      <a:lnTo>
                        <a:pt x="3243" y="5211"/>
                      </a:lnTo>
                      <a:lnTo>
                        <a:pt x="3139" y="5022"/>
                      </a:lnTo>
                      <a:lnTo>
                        <a:pt x="3034" y="4897"/>
                      </a:lnTo>
                      <a:lnTo>
                        <a:pt x="3034" y="4813"/>
                      </a:lnTo>
                      <a:lnTo>
                        <a:pt x="2992" y="4771"/>
                      </a:lnTo>
                      <a:lnTo>
                        <a:pt x="2888" y="4562"/>
                      </a:lnTo>
                      <a:lnTo>
                        <a:pt x="2825" y="4436"/>
                      </a:lnTo>
                      <a:lnTo>
                        <a:pt x="2762" y="4395"/>
                      </a:lnTo>
                      <a:lnTo>
                        <a:pt x="2720" y="4269"/>
                      </a:lnTo>
                      <a:lnTo>
                        <a:pt x="2574" y="4060"/>
                      </a:lnTo>
                      <a:lnTo>
                        <a:pt x="2406" y="3809"/>
                      </a:lnTo>
                      <a:lnTo>
                        <a:pt x="2365" y="3641"/>
                      </a:lnTo>
                      <a:lnTo>
                        <a:pt x="2155" y="3390"/>
                      </a:lnTo>
                      <a:lnTo>
                        <a:pt x="2072" y="3181"/>
                      </a:lnTo>
                      <a:lnTo>
                        <a:pt x="1967" y="3118"/>
                      </a:lnTo>
                      <a:lnTo>
                        <a:pt x="1967" y="3014"/>
                      </a:lnTo>
                      <a:lnTo>
                        <a:pt x="1925" y="2888"/>
                      </a:lnTo>
                      <a:lnTo>
                        <a:pt x="1841" y="2867"/>
                      </a:lnTo>
                      <a:lnTo>
                        <a:pt x="1841" y="2909"/>
                      </a:lnTo>
                      <a:lnTo>
                        <a:pt x="1758" y="2909"/>
                      </a:lnTo>
                      <a:lnTo>
                        <a:pt x="1737" y="2867"/>
                      </a:lnTo>
                      <a:lnTo>
                        <a:pt x="1758" y="2762"/>
                      </a:lnTo>
                      <a:lnTo>
                        <a:pt x="1737" y="2679"/>
                      </a:lnTo>
                      <a:lnTo>
                        <a:pt x="1632" y="2616"/>
                      </a:lnTo>
                      <a:lnTo>
                        <a:pt x="1528" y="2490"/>
                      </a:lnTo>
                      <a:lnTo>
                        <a:pt x="1465" y="2344"/>
                      </a:lnTo>
                      <a:lnTo>
                        <a:pt x="1402" y="2260"/>
                      </a:lnTo>
                      <a:lnTo>
                        <a:pt x="1402" y="2135"/>
                      </a:lnTo>
                      <a:lnTo>
                        <a:pt x="1423" y="2030"/>
                      </a:lnTo>
                      <a:lnTo>
                        <a:pt x="1444" y="2051"/>
                      </a:lnTo>
                      <a:lnTo>
                        <a:pt x="1423" y="1884"/>
                      </a:lnTo>
                      <a:lnTo>
                        <a:pt x="1402" y="1716"/>
                      </a:lnTo>
                      <a:lnTo>
                        <a:pt x="1360" y="1570"/>
                      </a:lnTo>
                      <a:lnTo>
                        <a:pt x="1235" y="1528"/>
                      </a:lnTo>
                      <a:lnTo>
                        <a:pt x="1109" y="1382"/>
                      </a:lnTo>
                      <a:lnTo>
                        <a:pt x="1109" y="1319"/>
                      </a:lnTo>
                      <a:lnTo>
                        <a:pt x="1046" y="1256"/>
                      </a:lnTo>
                      <a:lnTo>
                        <a:pt x="1046" y="1193"/>
                      </a:lnTo>
                      <a:lnTo>
                        <a:pt x="1109" y="1193"/>
                      </a:lnTo>
                      <a:lnTo>
                        <a:pt x="1214" y="1298"/>
                      </a:lnTo>
                      <a:lnTo>
                        <a:pt x="1318" y="1444"/>
                      </a:lnTo>
                      <a:lnTo>
                        <a:pt x="1318" y="1444"/>
                      </a:lnTo>
                      <a:lnTo>
                        <a:pt x="1256" y="1298"/>
                      </a:lnTo>
                      <a:lnTo>
                        <a:pt x="1130" y="1110"/>
                      </a:lnTo>
                      <a:lnTo>
                        <a:pt x="1005" y="942"/>
                      </a:lnTo>
                      <a:lnTo>
                        <a:pt x="942" y="942"/>
                      </a:lnTo>
                      <a:lnTo>
                        <a:pt x="921" y="858"/>
                      </a:lnTo>
                      <a:lnTo>
                        <a:pt x="691" y="670"/>
                      </a:lnTo>
                      <a:lnTo>
                        <a:pt x="607" y="566"/>
                      </a:lnTo>
                      <a:lnTo>
                        <a:pt x="607" y="335"/>
                      </a:lnTo>
                      <a:lnTo>
                        <a:pt x="523" y="273"/>
                      </a:lnTo>
                      <a:lnTo>
                        <a:pt x="377" y="210"/>
                      </a:lnTo>
                      <a:lnTo>
                        <a:pt x="293" y="63"/>
                      </a:lnTo>
                      <a:lnTo>
                        <a:pt x="251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139" name="Google Shape;2139;p45"/>
            <p:cNvGrpSpPr/>
            <p:nvPr/>
          </p:nvGrpSpPr>
          <p:grpSpPr>
            <a:xfrm>
              <a:off x="3875768" y="2846704"/>
              <a:ext cx="44796" cy="47366"/>
              <a:chOff x="3960625" y="2587825"/>
              <a:chExt cx="94050" cy="104125"/>
            </a:xfrm>
          </p:grpSpPr>
          <p:sp>
            <p:nvSpPr>
              <p:cNvPr id="2140" name="Google Shape;2140;p45"/>
              <p:cNvSpPr/>
              <p:nvPr/>
            </p:nvSpPr>
            <p:spPr>
              <a:xfrm>
                <a:off x="3960625" y="2587825"/>
                <a:ext cx="94050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3762" h="2048" extrusionOk="0">
                    <a:moveTo>
                      <a:pt x="190" y="2048"/>
                    </a:moveTo>
                    <a:lnTo>
                      <a:pt x="0" y="1762"/>
                    </a:lnTo>
                    <a:lnTo>
                      <a:pt x="309" y="1048"/>
                    </a:lnTo>
                    <a:lnTo>
                      <a:pt x="3762" y="0"/>
                    </a:lnTo>
                    <a:lnTo>
                      <a:pt x="3714" y="1072"/>
                    </a:lnTo>
                    <a:lnTo>
                      <a:pt x="2929" y="1143"/>
                    </a:lnTo>
                    <a:lnTo>
                      <a:pt x="2167" y="100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141" name="Google Shape;2141;p45"/>
              <p:cNvSpPr/>
              <p:nvPr/>
            </p:nvSpPr>
            <p:spPr>
              <a:xfrm>
                <a:off x="3963000" y="2596725"/>
                <a:ext cx="86850" cy="95225"/>
              </a:xfrm>
              <a:custGeom>
                <a:avLst/>
                <a:gdLst/>
                <a:ahLst/>
                <a:cxnLst/>
                <a:rect l="l" t="t" r="r" b="b"/>
                <a:pathLst>
                  <a:path w="3474" h="3809" extrusionOk="0">
                    <a:moveTo>
                      <a:pt x="1549" y="2009"/>
                    </a:moveTo>
                    <a:lnTo>
                      <a:pt x="1632" y="2030"/>
                    </a:lnTo>
                    <a:lnTo>
                      <a:pt x="1695" y="2093"/>
                    </a:lnTo>
                    <a:lnTo>
                      <a:pt x="1674" y="2135"/>
                    </a:lnTo>
                    <a:lnTo>
                      <a:pt x="1674" y="2189"/>
                    </a:lnTo>
                    <a:lnTo>
                      <a:pt x="1674" y="2189"/>
                    </a:lnTo>
                    <a:cubicBezTo>
                      <a:pt x="1645" y="2167"/>
                      <a:pt x="1613" y="2146"/>
                      <a:pt x="1569" y="2135"/>
                    </a:cubicBezTo>
                    <a:cubicBezTo>
                      <a:pt x="1549" y="2114"/>
                      <a:pt x="1528" y="2114"/>
                      <a:pt x="1486" y="2114"/>
                    </a:cubicBezTo>
                    <a:lnTo>
                      <a:pt x="1549" y="2072"/>
                    </a:lnTo>
                    <a:lnTo>
                      <a:pt x="1549" y="2009"/>
                    </a:lnTo>
                    <a:close/>
                    <a:moveTo>
                      <a:pt x="3327" y="1"/>
                    </a:moveTo>
                    <a:lnTo>
                      <a:pt x="3201" y="105"/>
                    </a:lnTo>
                    <a:lnTo>
                      <a:pt x="3201" y="231"/>
                    </a:lnTo>
                    <a:lnTo>
                      <a:pt x="3243" y="335"/>
                    </a:lnTo>
                    <a:lnTo>
                      <a:pt x="3160" y="377"/>
                    </a:lnTo>
                    <a:lnTo>
                      <a:pt x="2929" y="356"/>
                    </a:lnTo>
                    <a:lnTo>
                      <a:pt x="2825" y="419"/>
                    </a:lnTo>
                    <a:lnTo>
                      <a:pt x="2720" y="356"/>
                    </a:lnTo>
                    <a:lnTo>
                      <a:pt x="2616" y="356"/>
                    </a:lnTo>
                    <a:lnTo>
                      <a:pt x="2532" y="419"/>
                    </a:lnTo>
                    <a:lnTo>
                      <a:pt x="2427" y="419"/>
                    </a:lnTo>
                    <a:lnTo>
                      <a:pt x="2406" y="314"/>
                    </a:lnTo>
                    <a:lnTo>
                      <a:pt x="2260" y="314"/>
                    </a:lnTo>
                    <a:lnTo>
                      <a:pt x="2113" y="273"/>
                    </a:lnTo>
                    <a:lnTo>
                      <a:pt x="2009" y="377"/>
                    </a:lnTo>
                    <a:lnTo>
                      <a:pt x="1862" y="419"/>
                    </a:lnTo>
                    <a:lnTo>
                      <a:pt x="1674" y="419"/>
                    </a:lnTo>
                    <a:lnTo>
                      <a:pt x="1632" y="377"/>
                    </a:lnTo>
                    <a:lnTo>
                      <a:pt x="1549" y="440"/>
                    </a:lnTo>
                    <a:lnTo>
                      <a:pt x="1444" y="440"/>
                    </a:lnTo>
                    <a:lnTo>
                      <a:pt x="1318" y="524"/>
                    </a:lnTo>
                    <a:lnTo>
                      <a:pt x="1025" y="524"/>
                    </a:lnTo>
                    <a:lnTo>
                      <a:pt x="900" y="586"/>
                    </a:lnTo>
                    <a:lnTo>
                      <a:pt x="900" y="649"/>
                    </a:lnTo>
                    <a:lnTo>
                      <a:pt x="732" y="691"/>
                    </a:lnTo>
                    <a:lnTo>
                      <a:pt x="502" y="838"/>
                    </a:lnTo>
                    <a:lnTo>
                      <a:pt x="481" y="984"/>
                    </a:lnTo>
                    <a:lnTo>
                      <a:pt x="398" y="1151"/>
                    </a:lnTo>
                    <a:lnTo>
                      <a:pt x="168" y="1214"/>
                    </a:lnTo>
                    <a:lnTo>
                      <a:pt x="168" y="1361"/>
                    </a:lnTo>
                    <a:lnTo>
                      <a:pt x="84" y="1507"/>
                    </a:lnTo>
                    <a:lnTo>
                      <a:pt x="0" y="1570"/>
                    </a:lnTo>
                    <a:lnTo>
                      <a:pt x="0" y="1716"/>
                    </a:lnTo>
                    <a:lnTo>
                      <a:pt x="209" y="1884"/>
                    </a:lnTo>
                    <a:lnTo>
                      <a:pt x="335" y="2072"/>
                    </a:lnTo>
                    <a:lnTo>
                      <a:pt x="398" y="2093"/>
                    </a:lnTo>
                    <a:lnTo>
                      <a:pt x="398" y="2135"/>
                    </a:lnTo>
                    <a:lnTo>
                      <a:pt x="544" y="2365"/>
                    </a:lnTo>
                    <a:lnTo>
                      <a:pt x="586" y="2532"/>
                    </a:lnTo>
                    <a:lnTo>
                      <a:pt x="649" y="2553"/>
                    </a:lnTo>
                    <a:lnTo>
                      <a:pt x="753" y="2449"/>
                    </a:lnTo>
                    <a:lnTo>
                      <a:pt x="837" y="2553"/>
                    </a:lnTo>
                    <a:lnTo>
                      <a:pt x="963" y="2595"/>
                    </a:lnTo>
                    <a:lnTo>
                      <a:pt x="1025" y="2511"/>
                    </a:lnTo>
                    <a:lnTo>
                      <a:pt x="1130" y="2511"/>
                    </a:lnTo>
                    <a:lnTo>
                      <a:pt x="1277" y="2595"/>
                    </a:lnTo>
                    <a:lnTo>
                      <a:pt x="1360" y="2532"/>
                    </a:lnTo>
                    <a:lnTo>
                      <a:pt x="1381" y="2616"/>
                    </a:lnTo>
                    <a:lnTo>
                      <a:pt x="1465" y="2616"/>
                    </a:lnTo>
                    <a:lnTo>
                      <a:pt x="1528" y="2658"/>
                    </a:lnTo>
                    <a:lnTo>
                      <a:pt x="1653" y="2700"/>
                    </a:lnTo>
                    <a:lnTo>
                      <a:pt x="1569" y="2742"/>
                    </a:lnTo>
                    <a:lnTo>
                      <a:pt x="1486" y="2825"/>
                    </a:lnTo>
                    <a:lnTo>
                      <a:pt x="1423" y="2762"/>
                    </a:lnTo>
                    <a:lnTo>
                      <a:pt x="1318" y="2742"/>
                    </a:lnTo>
                    <a:lnTo>
                      <a:pt x="1067" y="2595"/>
                    </a:lnTo>
                    <a:lnTo>
                      <a:pt x="963" y="2616"/>
                    </a:lnTo>
                    <a:lnTo>
                      <a:pt x="858" y="2658"/>
                    </a:lnTo>
                    <a:lnTo>
                      <a:pt x="753" y="2616"/>
                    </a:lnTo>
                    <a:lnTo>
                      <a:pt x="691" y="2721"/>
                    </a:lnTo>
                    <a:lnTo>
                      <a:pt x="628" y="2742"/>
                    </a:lnTo>
                    <a:lnTo>
                      <a:pt x="607" y="2846"/>
                    </a:lnTo>
                    <a:lnTo>
                      <a:pt x="732" y="2972"/>
                    </a:lnTo>
                    <a:lnTo>
                      <a:pt x="858" y="3035"/>
                    </a:lnTo>
                    <a:lnTo>
                      <a:pt x="1004" y="3139"/>
                    </a:lnTo>
                    <a:lnTo>
                      <a:pt x="1004" y="3223"/>
                    </a:lnTo>
                    <a:lnTo>
                      <a:pt x="942" y="3265"/>
                    </a:lnTo>
                    <a:lnTo>
                      <a:pt x="942" y="3369"/>
                    </a:lnTo>
                    <a:lnTo>
                      <a:pt x="1046" y="3495"/>
                    </a:lnTo>
                    <a:lnTo>
                      <a:pt x="1130" y="3579"/>
                    </a:lnTo>
                    <a:lnTo>
                      <a:pt x="1151" y="3495"/>
                    </a:lnTo>
                    <a:lnTo>
                      <a:pt x="1130" y="3453"/>
                    </a:lnTo>
                    <a:lnTo>
                      <a:pt x="1172" y="3348"/>
                    </a:lnTo>
                    <a:lnTo>
                      <a:pt x="1214" y="3474"/>
                    </a:lnTo>
                    <a:lnTo>
                      <a:pt x="1360" y="3537"/>
                    </a:lnTo>
                    <a:lnTo>
                      <a:pt x="1381" y="3599"/>
                    </a:lnTo>
                    <a:lnTo>
                      <a:pt x="1360" y="3704"/>
                    </a:lnTo>
                    <a:lnTo>
                      <a:pt x="1423" y="3788"/>
                    </a:lnTo>
                    <a:lnTo>
                      <a:pt x="1423" y="3746"/>
                    </a:lnTo>
                    <a:lnTo>
                      <a:pt x="1465" y="3599"/>
                    </a:lnTo>
                    <a:lnTo>
                      <a:pt x="1569" y="3599"/>
                    </a:lnTo>
                    <a:lnTo>
                      <a:pt x="1632" y="3704"/>
                    </a:lnTo>
                    <a:lnTo>
                      <a:pt x="1800" y="3809"/>
                    </a:lnTo>
                    <a:lnTo>
                      <a:pt x="1800" y="3809"/>
                    </a:lnTo>
                    <a:lnTo>
                      <a:pt x="1737" y="3704"/>
                    </a:lnTo>
                    <a:lnTo>
                      <a:pt x="1758" y="3641"/>
                    </a:lnTo>
                    <a:lnTo>
                      <a:pt x="1695" y="3537"/>
                    </a:lnTo>
                    <a:lnTo>
                      <a:pt x="1632" y="3348"/>
                    </a:lnTo>
                    <a:lnTo>
                      <a:pt x="1549" y="3244"/>
                    </a:lnTo>
                    <a:lnTo>
                      <a:pt x="1549" y="3181"/>
                    </a:lnTo>
                    <a:lnTo>
                      <a:pt x="1632" y="3181"/>
                    </a:lnTo>
                    <a:lnTo>
                      <a:pt x="1758" y="3265"/>
                    </a:lnTo>
                    <a:lnTo>
                      <a:pt x="1737" y="3327"/>
                    </a:lnTo>
                    <a:lnTo>
                      <a:pt x="1758" y="3369"/>
                    </a:lnTo>
                    <a:lnTo>
                      <a:pt x="1841" y="3286"/>
                    </a:lnTo>
                    <a:lnTo>
                      <a:pt x="1967" y="3348"/>
                    </a:lnTo>
                    <a:lnTo>
                      <a:pt x="1967" y="3286"/>
                    </a:lnTo>
                    <a:lnTo>
                      <a:pt x="1904" y="3244"/>
                    </a:lnTo>
                    <a:lnTo>
                      <a:pt x="1904" y="3181"/>
                    </a:lnTo>
                    <a:lnTo>
                      <a:pt x="1862" y="3181"/>
                    </a:lnTo>
                    <a:lnTo>
                      <a:pt x="1758" y="3139"/>
                    </a:lnTo>
                    <a:lnTo>
                      <a:pt x="1758" y="3076"/>
                    </a:lnTo>
                    <a:lnTo>
                      <a:pt x="1653" y="3014"/>
                    </a:lnTo>
                    <a:lnTo>
                      <a:pt x="1758" y="2951"/>
                    </a:lnTo>
                    <a:lnTo>
                      <a:pt x="1862" y="2951"/>
                    </a:lnTo>
                    <a:lnTo>
                      <a:pt x="1904" y="2909"/>
                    </a:lnTo>
                    <a:lnTo>
                      <a:pt x="2072" y="3014"/>
                    </a:lnTo>
                    <a:lnTo>
                      <a:pt x="2093" y="3055"/>
                    </a:lnTo>
                    <a:lnTo>
                      <a:pt x="2197" y="3076"/>
                    </a:lnTo>
                    <a:lnTo>
                      <a:pt x="2218" y="3035"/>
                    </a:lnTo>
                    <a:lnTo>
                      <a:pt x="2113" y="2909"/>
                    </a:lnTo>
                    <a:lnTo>
                      <a:pt x="2155" y="2762"/>
                    </a:lnTo>
                    <a:lnTo>
                      <a:pt x="2093" y="2700"/>
                    </a:lnTo>
                    <a:lnTo>
                      <a:pt x="1841" y="2532"/>
                    </a:lnTo>
                    <a:lnTo>
                      <a:pt x="1758" y="2511"/>
                    </a:lnTo>
                    <a:lnTo>
                      <a:pt x="1737" y="2490"/>
                    </a:lnTo>
                    <a:cubicBezTo>
                      <a:pt x="1758" y="2490"/>
                      <a:pt x="1779" y="2449"/>
                      <a:pt x="1800" y="2407"/>
                    </a:cubicBezTo>
                    <a:lnTo>
                      <a:pt x="1862" y="2449"/>
                    </a:lnTo>
                    <a:lnTo>
                      <a:pt x="1946" y="2490"/>
                    </a:lnTo>
                    <a:lnTo>
                      <a:pt x="1988" y="2553"/>
                    </a:lnTo>
                    <a:lnTo>
                      <a:pt x="2093" y="2616"/>
                    </a:lnTo>
                    <a:lnTo>
                      <a:pt x="2176" y="2616"/>
                    </a:lnTo>
                    <a:lnTo>
                      <a:pt x="2197" y="2658"/>
                    </a:lnTo>
                    <a:lnTo>
                      <a:pt x="2281" y="2762"/>
                    </a:lnTo>
                    <a:lnTo>
                      <a:pt x="2323" y="2825"/>
                    </a:lnTo>
                    <a:lnTo>
                      <a:pt x="2323" y="2867"/>
                    </a:lnTo>
                    <a:lnTo>
                      <a:pt x="2365" y="2930"/>
                    </a:lnTo>
                    <a:lnTo>
                      <a:pt x="2427" y="2972"/>
                    </a:lnTo>
                    <a:lnTo>
                      <a:pt x="2490" y="2951"/>
                    </a:lnTo>
                    <a:lnTo>
                      <a:pt x="2532" y="2972"/>
                    </a:lnTo>
                    <a:lnTo>
                      <a:pt x="2595" y="2867"/>
                    </a:lnTo>
                    <a:lnTo>
                      <a:pt x="2490" y="2867"/>
                    </a:lnTo>
                    <a:lnTo>
                      <a:pt x="2469" y="2888"/>
                    </a:lnTo>
                    <a:lnTo>
                      <a:pt x="2385" y="2825"/>
                    </a:lnTo>
                    <a:lnTo>
                      <a:pt x="2385" y="2742"/>
                    </a:lnTo>
                    <a:lnTo>
                      <a:pt x="2365" y="2679"/>
                    </a:lnTo>
                    <a:lnTo>
                      <a:pt x="2365" y="2637"/>
                    </a:lnTo>
                    <a:lnTo>
                      <a:pt x="2302" y="2553"/>
                    </a:lnTo>
                    <a:lnTo>
                      <a:pt x="2176" y="2428"/>
                    </a:lnTo>
                    <a:lnTo>
                      <a:pt x="2176" y="2449"/>
                    </a:lnTo>
                    <a:lnTo>
                      <a:pt x="2093" y="2449"/>
                    </a:lnTo>
                    <a:lnTo>
                      <a:pt x="2093" y="2428"/>
                    </a:lnTo>
                    <a:lnTo>
                      <a:pt x="1988" y="2365"/>
                    </a:lnTo>
                    <a:lnTo>
                      <a:pt x="1883" y="2344"/>
                    </a:lnTo>
                    <a:lnTo>
                      <a:pt x="1800" y="2239"/>
                    </a:lnTo>
                    <a:lnTo>
                      <a:pt x="1758" y="2239"/>
                    </a:lnTo>
                    <a:cubicBezTo>
                      <a:pt x="1730" y="2230"/>
                      <a:pt x="1706" y="2212"/>
                      <a:pt x="1680" y="2193"/>
                    </a:cubicBezTo>
                    <a:lnTo>
                      <a:pt x="1680" y="2193"/>
                    </a:lnTo>
                    <a:lnTo>
                      <a:pt x="1737" y="2156"/>
                    </a:lnTo>
                    <a:lnTo>
                      <a:pt x="1758" y="2030"/>
                    </a:lnTo>
                    <a:lnTo>
                      <a:pt x="1674" y="1946"/>
                    </a:lnTo>
                    <a:lnTo>
                      <a:pt x="1486" y="1737"/>
                    </a:lnTo>
                    <a:lnTo>
                      <a:pt x="1423" y="1695"/>
                    </a:lnTo>
                    <a:lnTo>
                      <a:pt x="1381" y="1612"/>
                    </a:lnTo>
                    <a:lnTo>
                      <a:pt x="1256" y="1507"/>
                    </a:lnTo>
                    <a:lnTo>
                      <a:pt x="1318" y="1465"/>
                    </a:lnTo>
                    <a:lnTo>
                      <a:pt x="1277" y="1235"/>
                    </a:lnTo>
                    <a:lnTo>
                      <a:pt x="1360" y="1130"/>
                    </a:lnTo>
                    <a:lnTo>
                      <a:pt x="1486" y="1089"/>
                    </a:lnTo>
                    <a:lnTo>
                      <a:pt x="1528" y="1193"/>
                    </a:lnTo>
                    <a:lnTo>
                      <a:pt x="1465" y="1193"/>
                    </a:lnTo>
                    <a:lnTo>
                      <a:pt x="1465" y="1256"/>
                    </a:lnTo>
                    <a:lnTo>
                      <a:pt x="1653" y="1319"/>
                    </a:lnTo>
                    <a:lnTo>
                      <a:pt x="1674" y="1465"/>
                    </a:lnTo>
                    <a:lnTo>
                      <a:pt x="1779" y="1570"/>
                    </a:lnTo>
                    <a:lnTo>
                      <a:pt x="1904" y="1570"/>
                    </a:lnTo>
                    <a:lnTo>
                      <a:pt x="1841" y="1507"/>
                    </a:lnTo>
                    <a:lnTo>
                      <a:pt x="1779" y="1423"/>
                    </a:lnTo>
                    <a:lnTo>
                      <a:pt x="1800" y="1361"/>
                    </a:lnTo>
                    <a:lnTo>
                      <a:pt x="1946" y="1402"/>
                    </a:lnTo>
                    <a:lnTo>
                      <a:pt x="2009" y="1528"/>
                    </a:lnTo>
                    <a:lnTo>
                      <a:pt x="2093" y="1570"/>
                    </a:lnTo>
                    <a:lnTo>
                      <a:pt x="2155" y="1486"/>
                    </a:lnTo>
                    <a:lnTo>
                      <a:pt x="2072" y="1423"/>
                    </a:lnTo>
                    <a:lnTo>
                      <a:pt x="1988" y="1402"/>
                    </a:lnTo>
                    <a:lnTo>
                      <a:pt x="1988" y="1361"/>
                    </a:lnTo>
                    <a:lnTo>
                      <a:pt x="2197" y="1361"/>
                    </a:lnTo>
                    <a:lnTo>
                      <a:pt x="2281" y="1423"/>
                    </a:lnTo>
                    <a:lnTo>
                      <a:pt x="2302" y="1402"/>
                    </a:lnTo>
                    <a:lnTo>
                      <a:pt x="2176" y="1298"/>
                    </a:lnTo>
                    <a:lnTo>
                      <a:pt x="2051" y="1277"/>
                    </a:lnTo>
                    <a:lnTo>
                      <a:pt x="1946" y="1151"/>
                    </a:lnTo>
                    <a:lnTo>
                      <a:pt x="1988" y="1068"/>
                    </a:lnTo>
                    <a:lnTo>
                      <a:pt x="2093" y="1089"/>
                    </a:lnTo>
                    <a:lnTo>
                      <a:pt x="2176" y="1047"/>
                    </a:lnTo>
                    <a:lnTo>
                      <a:pt x="2218" y="879"/>
                    </a:lnTo>
                    <a:lnTo>
                      <a:pt x="2302" y="858"/>
                    </a:lnTo>
                    <a:lnTo>
                      <a:pt x="2427" y="963"/>
                    </a:lnTo>
                    <a:lnTo>
                      <a:pt x="2532" y="963"/>
                    </a:lnTo>
                    <a:lnTo>
                      <a:pt x="2637" y="858"/>
                    </a:lnTo>
                    <a:lnTo>
                      <a:pt x="2637" y="796"/>
                    </a:lnTo>
                    <a:lnTo>
                      <a:pt x="2699" y="796"/>
                    </a:lnTo>
                    <a:lnTo>
                      <a:pt x="2783" y="879"/>
                    </a:lnTo>
                    <a:lnTo>
                      <a:pt x="3013" y="879"/>
                    </a:lnTo>
                    <a:lnTo>
                      <a:pt x="3201" y="942"/>
                    </a:lnTo>
                    <a:lnTo>
                      <a:pt x="3327" y="900"/>
                    </a:lnTo>
                    <a:lnTo>
                      <a:pt x="3348" y="566"/>
                    </a:lnTo>
                    <a:lnTo>
                      <a:pt x="3327" y="440"/>
                    </a:lnTo>
                    <a:lnTo>
                      <a:pt x="3473" y="335"/>
                    </a:lnTo>
                    <a:lnTo>
                      <a:pt x="3473" y="210"/>
                    </a:lnTo>
                    <a:lnTo>
                      <a:pt x="3369" y="147"/>
                    </a:lnTo>
                    <a:lnTo>
                      <a:pt x="341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42" name="Google Shape;2142;p45"/>
            <p:cNvGrpSpPr/>
            <p:nvPr/>
          </p:nvGrpSpPr>
          <p:grpSpPr>
            <a:xfrm>
              <a:off x="3782759" y="2807162"/>
              <a:ext cx="82686" cy="85487"/>
              <a:chOff x="3765350" y="2500900"/>
              <a:chExt cx="173600" cy="187925"/>
            </a:xfrm>
          </p:grpSpPr>
          <p:sp>
            <p:nvSpPr>
              <p:cNvPr id="2143" name="Google Shape;2143;p45"/>
              <p:cNvSpPr/>
              <p:nvPr/>
            </p:nvSpPr>
            <p:spPr>
              <a:xfrm>
                <a:off x="3765350" y="2500900"/>
                <a:ext cx="108950" cy="64300"/>
              </a:xfrm>
              <a:custGeom>
                <a:avLst/>
                <a:gdLst/>
                <a:ahLst/>
                <a:cxnLst/>
                <a:rect l="l" t="t" r="r" b="b"/>
                <a:pathLst>
                  <a:path w="4358" h="2572" extrusionOk="0">
                    <a:moveTo>
                      <a:pt x="1286" y="596"/>
                    </a:moveTo>
                    <a:lnTo>
                      <a:pt x="0" y="1072"/>
                    </a:lnTo>
                    <a:lnTo>
                      <a:pt x="429" y="2239"/>
                    </a:lnTo>
                    <a:lnTo>
                      <a:pt x="857" y="2572"/>
                    </a:lnTo>
                    <a:lnTo>
                      <a:pt x="2191" y="1215"/>
                    </a:lnTo>
                    <a:lnTo>
                      <a:pt x="4024" y="1072"/>
                    </a:lnTo>
                    <a:lnTo>
                      <a:pt x="4358" y="429"/>
                    </a:lnTo>
                    <a:lnTo>
                      <a:pt x="3120" y="0"/>
                    </a:lnTo>
                    <a:lnTo>
                      <a:pt x="2477" y="35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144" name="Google Shape;2144;p45"/>
              <p:cNvSpPr/>
              <p:nvPr/>
            </p:nvSpPr>
            <p:spPr>
              <a:xfrm>
                <a:off x="3797175" y="2609800"/>
                <a:ext cx="2625" cy="370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148" extrusionOk="0">
                    <a:moveTo>
                      <a:pt x="42" y="1"/>
                    </a:moveTo>
                    <a:lnTo>
                      <a:pt x="21" y="43"/>
                    </a:lnTo>
                    <a:lnTo>
                      <a:pt x="0" y="84"/>
                    </a:lnTo>
                    <a:lnTo>
                      <a:pt x="0" y="147"/>
                    </a:lnTo>
                    <a:lnTo>
                      <a:pt x="21" y="147"/>
                    </a:lnTo>
                    <a:lnTo>
                      <a:pt x="42" y="105"/>
                    </a:lnTo>
                    <a:lnTo>
                      <a:pt x="105" y="22"/>
                    </a:lnTo>
                    <a:lnTo>
                      <a:pt x="4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Google Shape;2145;p45"/>
              <p:cNvSpPr/>
              <p:nvPr/>
            </p:nvSpPr>
            <p:spPr>
              <a:xfrm>
                <a:off x="3796125" y="2610325"/>
                <a:ext cx="22525" cy="41875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675" extrusionOk="0">
                    <a:moveTo>
                      <a:pt x="565" y="1"/>
                    </a:moveTo>
                    <a:lnTo>
                      <a:pt x="461" y="22"/>
                    </a:lnTo>
                    <a:lnTo>
                      <a:pt x="252" y="273"/>
                    </a:lnTo>
                    <a:lnTo>
                      <a:pt x="168" y="273"/>
                    </a:lnTo>
                    <a:lnTo>
                      <a:pt x="42" y="189"/>
                    </a:lnTo>
                    <a:lnTo>
                      <a:pt x="42" y="314"/>
                    </a:lnTo>
                    <a:lnTo>
                      <a:pt x="1" y="398"/>
                    </a:lnTo>
                    <a:lnTo>
                      <a:pt x="105" y="503"/>
                    </a:lnTo>
                    <a:lnTo>
                      <a:pt x="105" y="586"/>
                    </a:lnTo>
                    <a:lnTo>
                      <a:pt x="189" y="649"/>
                    </a:lnTo>
                    <a:lnTo>
                      <a:pt x="189" y="796"/>
                    </a:lnTo>
                    <a:lnTo>
                      <a:pt x="105" y="858"/>
                    </a:lnTo>
                    <a:lnTo>
                      <a:pt x="147" y="942"/>
                    </a:lnTo>
                    <a:lnTo>
                      <a:pt x="273" y="942"/>
                    </a:lnTo>
                    <a:lnTo>
                      <a:pt x="273" y="1005"/>
                    </a:lnTo>
                    <a:lnTo>
                      <a:pt x="189" y="1068"/>
                    </a:lnTo>
                    <a:lnTo>
                      <a:pt x="147" y="1277"/>
                    </a:lnTo>
                    <a:lnTo>
                      <a:pt x="189" y="1361"/>
                    </a:lnTo>
                    <a:lnTo>
                      <a:pt x="252" y="1591"/>
                    </a:lnTo>
                    <a:lnTo>
                      <a:pt x="314" y="1674"/>
                    </a:lnTo>
                    <a:lnTo>
                      <a:pt x="377" y="1654"/>
                    </a:lnTo>
                    <a:lnTo>
                      <a:pt x="419" y="1674"/>
                    </a:lnTo>
                    <a:lnTo>
                      <a:pt x="503" y="1654"/>
                    </a:lnTo>
                    <a:lnTo>
                      <a:pt x="524" y="1528"/>
                    </a:lnTo>
                    <a:lnTo>
                      <a:pt x="565" y="1444"/>
                    </a:lnTo>
                    <a:lnTo>
                      <a:pt x="670" y="1444"/>
                    </a:lnTo>
                    <a:lnTo>
                      <a:pt x="733" y="1528"/>
                    </a:lnTo>
                    <a:lnTo>
                      <a:pt x="796" y="1528"/>
                    </a:lnTo>
                    <a:lnTo>
                      <a:pt x="837" y="1444"/>
                    </a:lnTo>
                    <a:lnTo>
                      <a:pt x="837" y="1214"/>
                    </a:lnTo>
                    <a:lnTo>
                      <a:pt x="879" y="1151"/>
                    </a:lnTo>
                    <a:lnTo>
                      <a:pt x="837" y="921"/>
                    </a:lnTo>
                    <a:lnTo>
                      <a:pt x="900" y="712"/>
                    </a:lnTo>
                    <a:lnTo>
                      <a:pt x="733" y="586"/>
                    </a:lnTo>
                    <a:lnTo>
                      <a:pt x="879" y="503"/>
                    </a:lnTo>
                    <a:lnTo>
                      <a:pt x="879" y="419"/>
                    </a:lnTo>
                    <a:lnTo>
                      <a:pt x="837" y="294"/>
                    </a:lnTo>
                    <a:lnTo>
                      <a:pt x="775" y="189"/>
                    </a:lnTo>
                    <a:lnTo>
                      <a:pt x="691" y="63"/>
                    </a:lnTo>
                    <a:lnTo>
                      <a:pt x="670" y="84"/>
                    </a:lnTo>
                    <a:lnTo>
                      <a:pt x="56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Google Shape;2146;p45"/>
              <p:cNvSpPr/>
              <p:nvPr/>
            </p:nvSpPr>
            <p:spPr>
              <a:xfrm>
                <a:off x="3821225" y="2579475"/>
                <a:ext cx="6300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68" extrusionOk="0">
                    <a:moveTo>
                      <a:pt x="189" y="0"/>
                    </a:moveTo>
                    <a:lnTo>
                      <a:pt x="147" y="42"/>
                    </a:lnTo>
                    <a:lnTo>
                      <a:pt x="43" y="84"/>
                    </a:lnTo>
                    <a:lnTo>
                      <a:pt x="1" y="147"/>
                    </a:lnTo>
                    <a:lnTo>
                      <a:pt x="43" y="167"/>
                    </a:lnTo>
                    <a:lnTo>
                      <a:pt x="189" y="147"/>
                    </a:lnTo>
                    <a:lnTo>
                      <a:pt x="252" y="147"/>
                    </a:lnTo>
                    <a:lnTo>
                      <a:pt x="252" y="63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Google Shape;2147;p45"/>
              <p:cNvSpPr/>
              <p:nvPr/>
            </p:nvSpPr>
            <p:spPr>
              <a:xfrm>
                <a:off x="3833800" y="2589400"/>
                <a:ext cx="1575" cy="1600"/>
              </a:xfrm>
              <a:custGeom>
                <a:avLst/>
                <a:gdLst/>
                <a:ahLst/>
                <a:cxnLst/>
                <a:rect l="l" t="t" r="r" b="b"/>
                <a:pathLst>
                  <a:path w="63" h="64" extrusionOk="0">
                    <a:moveTo>
                      <a:pt x="42" y="1"/>
                    </a:moveTo>
                    <a:lnTo>
                      <a:pt x="0" y="22"/>
                    </a:lnTo>
                    <a:lnTo>
                      <a:pt x="63" y="63"/>
                    </a:lnTo>
                    <a:lnTo>
                      <a:pt x="4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Google Shape;2148;p45"/>
              <p:cNvSpPr/>
              <p:nvPr/>
            </p:nvSpPr>
            <p:spPr>
              <a:xfrm>
                <a:off x="3774675" y="2506225"/>
                <a:ext cx="164275" cy="182600"/>
              </a:xfrm>
              <a:custGeom>
                <a:avLst/>
                <a:gdLst/>
                <a:ahLst/>
                <a:cxnLst/>
                <a:rect l="l" t="t" r="r" b="b"/>
                <a:pathLst>
                  <a:path w="6571" h="7304" extrusionOk="0">
                    <a:moveTo>
                      <a:pt x="2595" y="1"/>
                    </a:moveTo>
                    <a:lnTo>
                      <a:pt x="2302" y="189"/>
                    </a:lnTo>
                    <a:lnTo>
                      <a:pt x="2114" y="105"/>
                    </a:lnTo>
                    <a:lnTo>
                      <a:pt x="2009" y="252"/>
                    </a:lnTo>
                    <a:lnTo>
                      <a:pt x="2072" y="419"/>
                    </a:lnTo>
                    <a:lnTo>
                      <a:pt x="1842" y="482"/>
                    </a:lnTo>
                    <a:lnTo>
                      <a:pt x="1800" y="691"/>
                    </a:lnTo>
                    <a:lnTo>
                      <a:pt x="1695" y="608"/>
                    </a:lnTo>
                    <a:lnTo>
                      <a:pt x="1591" y="608"/>
                    </a:lnTo>
                    <a:lnTo>
                      <a:pt x="1340" y="524"/>
                    </a:lnTo>
                    <a:lnTo>
                      <a:pt x="1340" y="691"/>
                    </a:lnTo>
                    <a:lnTo>
                      <a:pt x="1235" y="901"/>
                    </a:lnTo>
                    <a:lnTo>
                      <a:pt x="1172" y="796"/>
                    </a:lnTo>
                    <a:lnTo>
                      <a:pt x="1005" y="712"/>
                    </a:lnTo>
                    <a:lnTo>
                      <a:pt x="1026" y="587"/>
                    </a:lnTo>
                    <a:lnTo>
                      <a:pt x="900" y="503"/>
                    </a:lnTo>
                    <a:lnTo>
                      <a:pt x="691" y="880"/>
                    </a:lnTo>
                    <a:lnTo>
                      <a:pt x="524" y="796"/>
                    </a:lnTo>
                    <a:lnTo>
                      <a:pt x="294" y="942"/>
                    </a:lnTo>
                    <a:lnTo>
                      <a:pt x="168" y="901"/>
                    </a:lnTo>
                    <a:lnTo>
                      <a:pt x="105" y="942"/>
                    </a:lnTo>
                    <a:lnTo>
                      <a:pt x="126" y="1089"/>
                    </a:lnTo>
                    <a:lnTo>
                      <a:pt x="231" y="1193"/>
                    </a:lnTo>
                    <a:lnTo>
                      <a:pt x="210" y="1361"/>
                    </a:lnTo>
                    <a:lnTo>
                      <a:pt x="84" y="1403"/>
                    </a:lnTo>
                    <a:lnTo>
                      <a:pt x="1" y="1465"/>
                    </a:lnTo>
                    <a:lnTo>
                      <a:pt x="126" y="1633"/>
                    </a:lnTo>
                    <a:lnTo>
                      <a:pt x="168" y="1926"/>
                    </a:lnTo>
                    <a:lnTo>
                      <a:pt x="335" y="2051"/>
                    </a:lnTo>
                    <a:lnTo>
                      <a:pt x="524" y="2051"/>
                    </a:lnTo>
                    <a:lnTo>
                      <a:pt x="440" y="2240"/>
                    </a:lnTo>
                    <a:lnTo>
                      <a:pt x="503" y="2365"/>
                    </a:lnTo>
                    <a:lnTo>
                      <a:pt x="796" y="2302"/>
                    </a:lnTo>
                    <a:lnTo>
                      <a:pt x="900" y="2177"/>
                    </a:lnTo>
                    <a:lnTo>
                      <a:pt x="900" y="2072"/>
                    </a:lnTo>
                    <a:lnTo>
                      <a:pt x="1172" y="1926"/>
                    </a:lnTo>
                    <a:lnTo>
                      <a:pt x="1570" y="2030"/>
                    </a:lnTo>
                    <a:lnTo>
                      <a:pt x="1675" y="2093"/>
                    </a:lnTo>
                    <a:lnTo>
                      <a:pt x="1842" y="2156"/>
                    </a:lnTo>
                    <a:lnTo>
                      <a:pt x="1884" y="2261"/>
                    </a:lnTo>
                    <a:lnTo>
                      <a:pt x="1905" y="2302"/>
                    </a:lnTo>
                    <a:lnTo>
                      <a:pt x="1967" y="2386"/>
                    </a:lnTo>
                    <a:lnTo>
                      <a:pt x="2072" y="2574"/>
                    </a:lnTo>
                    <a:lnTo>
                      <a:pt x="2072" y="2679"/>
                    </a:lnTo>
                    <a:lnTo>
                      <a:pt x="2156" y="2721"/>
                    </a:lnTo>
                    <a:lnTo>
                      <a:pt x="2156" y="2888"/>
                    </a:lnTo>
                    <a:lnTo>
                      <a:pt x="2281" y="2930"/>
                    </a:lnTo>
                    <a:lnTo>
                      <a:pt x="2365" y="3035"/>
                    </a:lnTo>
                    <a:lnTo>
                      <a:pt x="2511" y="3202"/>
                    </a:lnTo>
                    <a:lnTo>
                      <a:pt x="2532" y="3307"/>
                    </a:lnTo>
                    <a:lnTo>
                      <a:pt x="2700" y="3307"/>
                    </a:lnTo>
                    <a:lnTo>
                      <a:pt x="2804" y="3432"/>
                    </a:lnTo>
                    <a:lnTo>
                      <a:pt x="2825" y="3537"/>
                    </a:lnTo>
                    <a:lnTo>
                      <a:pt x="2909" y="3558"/>
                    </a:lnTo>
                    <a:lnTo>
                      <a:pt x="3139" y="3851"/>
                    </a:lnTo>
                    <a:lnTo>
                      <a:pt x="3369" y="4018"/>
                    </a:lnTo>
                    <a:lnTo>
                      <a:pt x="3474" y="4039"/>
                    </a:lnTo>
                    <a:lnTo>
                      <a:pt x="3579" y="4081"/>
                    </a:lnTo>
                    <a:lnTo>
                      <a:pt x="3620" y="4186"/>
                    </a:lnTo>
                    <a:lnTo>
                      <a:pt x="3725" y="4186"/>
                    </a:lnTo>
                    <a:lnTo>
                      <a:pt x="3788" y="4123"/>
                    </a:lnTo>
                    <a:lnTo>
                      <a:pt x="3934" y="4165"/>
                    </a:lnTo>
                    <a:lnTo>
                      <a:pt x="4039" y="4165"/>
                    </a:lnTo>
                    <a:lnTo>
                      <a:pt x="4164" y="4395"/>
                    </a:lnTo>
                    <a:lnTo>
                      <a:pt x="4248" y="4458"/>
                    </a:lnTo>
                    <a:lnTo>
                      <a:pt x="4290" y="4416"/>
                    </a:lnTo>
                    <a:lnTo>
                      <a:pt x="4395" y="4458"/>
                    </a:lnTo>
                    <a:lnTo>
                      <a:pt x="4395" y="4520"/>
                    </a:lnTo>
                    <a:lnTo>
                      <a:pt x="4604" y="4520"/>
                    </a:lnTo>
                    <a:lnTo>
                      <a:pt x="4688" y="4625"/>
                    </a:lnTo>
                    <a:lnTo>
                      <a:pt x="4688" y="4730"/>
                    </a:lnTo>
                    <a:lnTo>
                      <a:pt x="4646" y="4792"/>
                    </a:lnTo>
                    <a:lnTo>
                      <a:pt x="4708" y="4834"/>
                    </a:lnTo>
                    <a:lnTo>
                      <a:pt x="4834" y="4834"/>
                    </a:lnTo>
                    <a:lnTo>
                      <a:pt x="4897" y="4939"/>
                    </a:lnTo>
                    <a:lnTo>
                      <a:pt x="5043" y="4981"/>
                    </a:lnTo>
                    <a:lnTo>
                      <a:pt x="5106" y="4939"/>
                    </a:lnTo>
                    <a:lnTo>
                      <a:pt x="5169" y="5002"/>
                    </a:lnTo>
                    <a:lnTo>
                      <a:pt x="5232" y="5190"/>
                    </a:lnTo>
                    <a:lnTo>
                      <a:pt x="5252" y="5357"/>
                    </a:lnTo>
                    <a:lnTo>
                      <a:pt x="5315" y="5441"/>
                    </a:lnTo>
                    <a:lnTo>
                      <a:pt x="5357" y="5650"/>
                    </a:lnTo>
                    <a:lnTo>
                      <a:pt x="5420" y="5755"/>
                    </a:lnTo>
                    <a:lnTo>
                      <a:pt x="5420" y="5859"/>
                    </a:lnTo>
                    <a:lnTo>
                      <a:pt x="5357" y="5943"/>
                    </a:lnTo>
                    <a:lnTo>
                      <a:pt x="5315" y="5943"/>
                    </a:lnTo>
                    <a:lnTo>
                      <a:pt x="5273" y="5964"/>
                    </a:lnTo>
                    <a:lnTo>
                      <a:pt x="5315" y="6069"/>
                    </a:lnTo>
                    <a:lnTo>
                      <a:pt x="5273" y="6173"/>
                    </a:lnTo>
                    <a:lnTo>
                      <a:pt x="5211" y="6257"/>
                    </a:lnTo>
                    <a:lnTo>
                      <a:pt x="5127" y="6278"/>
                    </a:lnTo>
                    <a:lnTo>
                      <a:pt x="5106" y="6341"/>
                    </a:lnTo>
                    <a:lnTo>
                      <a:pt x="5106" y="6362"/>
                    </a:lnTo>
                    <a:lnTo>
                      <a:pt x="5211" y="6466"/>
                    </a:lnTo>
                    <a:lnTo>
                      <a:pt x="5357" y="6445"/>
                    </a:lnTo>
                    <a:lnTo>
                      <a:pt x="5441" y="6341"/>
                    </a:lnTo>
                    <a:lnTo>
                      <a:pt x="5462" y="6194"/>
                    </a:lnTo>
                    <a:lnTo>
                      <a:pt x="5629" y="6069"/>
                    </a:lnTo>
                    <a:lnTo>
                      <a:pt x="5650" y="5818"/>
                    </a:lnTo>
                    <a:lnTo>
                      <a:pt x="5755" y="5713"/>
                    </a:lnTo>
                    <a:lnTo>
                      <a:pt x="5859" y="5671"/>
                    </a:lnTo>
                    <a:lnTo>
                      <a:pt x="5880" y="5608"/>
                    </a:lnTo>
                    <a:lnTo>
                      <a:pt x="5859" y="5546"/>
                    </a:lnTo>
                    <a:lnTo>
                      <a:pt x="5880" y="5399"/>
                    </a:lnTo>
                    <a:lnTo>
                      <a:pt x="5859" y="5336"/>
                    </a:lnTo>
                    <a:lnTo>
                      <a:pt x="5692" y="5190"/>
                    </a:lnTo>
                    <a:lnTo>
                      <a:pt x="5587" y="5190"/>
                    </a:lnTo>
                    <a:lnTo>
                      <a:pt x="5566" y="5127"/>
                    </a:lnTo>
                    <a:lnTo>
                      <a:pt x="5566" y="5043"/>
                    </a:lnTo>
                    <a:lnTo>
                      <a:pt x="5650" y="5002"/>
                    </a:lnTo>
                    <a:lnTo>
                      <a:pt x="5671" y="4918"/>
                    </a:lnTo>
                    <a:lnTo>
                      <a:pt x="5671" y="4834"/>
                    </a:lnTo>
                    <a:lnTo>
                      <a:pt x="5734" y="4771"/>
                    </a:lnTo>
                    <a:lnTo>
                      <a:pt x="5776" y="4625"/>
                    </a:lnTo>
                    <a:lnTo>
                      <a:pt x="5838" y="4604"/>
                    </a:lnTo>
                    <a:lnTo>
                      <a:pt x="5901" y="4604"/>
                    </a:lnTo>
                    <a:lnTo>
                      <a:pt x="6006" y="4667"/>
                    </a:lnTo>
                    <a:lnTo>
                      <a:pt x="6048" y="4709"/>
                    </a:lnTo>
                    <a:lnTo>
                      <a:pt x="6215" y="4709"/>
                    </a:lnTo>
                    <a:lnTo>
                      <a:pt x="6278" y="4730"/>
                    </a:lnTo>
                    <a:lnTo>
                      <a:pt x="6257" y="4813"/>
                    </a:lnTo>
                    <a:lnTo>
                      <a:pt x="6299" y="4918"/>
                    </a:lnTo>
                    <a:lnTo>
                      <a:pt x="6382" y="5022"/>
                    </a:lnTo>
                    <a:lnTo>
                      <a:pt x="6487" y="5085"/>
                    </a:lnTo>
                    <a:lnTo>
                      <a:pt x="6487" y="5043"/>
                    </a:lnTo>
                    <a:lnTo>
                      <a:pt x="6508" y="5022"/>
                    </a:lnTo>
                    <a:lnTo>
                      <a:pt x="6487" y="5002"/>
                    </a:lnTo>
                    <a:lnTo>
                      <a:pt x="6550" y="4918"/>
                    </a:lnTo>
                    <a:lnTo>
                      <a:pt x="6571" y="4771"/>
                    </a:lnTo>
                    <a:lnTo>
                      <a:pt x="6508" y="4688"/>
                    </a:lnTo>
                    <a:lnTo>
                      <a:pt x="6403" y="4604"/>
                    </a:lnTo>
                    <a:lnTo>
                      <a:pt x="6236" y="4562"/>
                    </a:lnTo>
                    <a:lnTo>
                      <a:pt x="6131" y="4416"/>
                    </a:lnTo>
                    <a:lnTo>
                      <a:pt x="5943" y="4290"/>
                    </a:lnTo>
                    <a:lnTo>
                      <a:pt x="5504" y="4060"/>
                    </a:lnTo>
                    <a:lnTo>
                      <a:pt x="5294" y="4018"/>
                    </a:lnTo>
                    <a:lnTo>
                      <a:pt x="5148" y="4018"/>
                    </a:lnTo>
                    <a:lnTo>
                      <a:pt x="5106" y="3914"/>
                    </a:lnTo>
                    <a:lnTo>
                      <a:pt x="5106" y="3851"/>
                    </a:lnTo>
                    <a:lnTo>
                      <a:pt x="5232" y="3746"/>
                    </a:lnTo>
                    <a:lnTo>
                      <a:pt x="5252" y="3662"/>
                    </a:lnTo>
                    <a:lnTo>
                      <a:pt x="5148" y="3621"/>
                    </a:lnTo>
                    <a:lnTo>
                      <a:pt x="5022" y="3642"/>
                    </a:lnTo>
                    <a:lnTo>
                      <a:pt x="4918" y="3621"/>
                    </a:lnTo>
                    <a:lnTo>
                      <a:pt x="4708" y="3621"/>
                    </a:lnTo>
                    <a:lnTo>
                      <a:pt x="4625" y="3558"/>
                    </a:lnTo>
                    <a:lnTo>
                      <a:pt x="4520" y="3537"/>
                    </a:lnTo>
                    <a:lnTo>
                      <a:pt x="4457" y="3453"/>
                    </a:lnTo>
                    <a:lnTo>
                      <a:pt x="4290" y="3328"/>
                    </a:lnTo>
                    <a:lnTo>
                      <a:pt x="4206" y="3202"/>
                    </a:lnTo>
                    <a:lnTo>
                      <a:pt x="4102" y="3097"/>
                    </a:lnTo>
                    <a:lnTo>
                      <a:pt x="4039" y="2993"/>
                    </a:lnTo>
                    <a:lnTo>
                      <a:pt x="4039" y="2867"/>
                    </a:lnTo>
                    <a:lnTo>
                      <a:pt x="3976" y="2825"/>
                    </a:lnTo>
                    <a:lnTo>
                      <a:pt x="3976" y="2721"/>
                    </a:lnTo>
                    <a:lnTo>
                      <a:pt x="3620" y="2365"/>
                    </a:lnTo>
                    <a:lnTo>
                      <a:pt x="3537" y="2261"/>
                    </a:lnTo>
                    <a:lnTo>
                      <a:pt x="3411" y="2177"/>
                    </a:lnTo>
                    <a:lnTo>
                      <a:pt x="3139" y="2051"/>
                    </a:lnTo>
                    <a:lnTo>
                      <a:pt x="3097" y="1968"/>
                    </a:lnTo>
                    <a:lnTo>
                      <a:pt x="3056" y="1821"/>
                    </a:lnTo>
                    <a:lnTo>
                      <a:pt x="3014" y="1654"/>
                    </a:lnTo>
                    <a:lnTo>
                      <a:pt x="3056" y="1612"/>
                    </a:lnTo>
                    <a:lnTo>
                      <a:pt x="3139" y="1465"/>
                    </a:lnTo>
                    <a:lnTo>
                      <a:pt x="3056" y="1361"/>
                    </a:lnTo>
                    <a:lnTo>
                      <a:pt x="3014" y="1235"/>
                    </a:lnTo>
                    <a:lnTo>
                      <a:pt x="3056" y="1152"/>
                    </a:lnTo>
                    <a:lnTo>
                      <a:pt x="3202" y="1131"/>
                    </a:lnTo>
                    <a:lnTo>
                      <a:pt x="3307" y="1026"/>
                    </a:lnTo>
                    <a:lnTo>
                      <a:pt x="3432" y="1026"/>
                    </a:lnTo>
                    <a:lnTo>
                      <a:pt x="3516" y="942"/>
                    </a:lnTo>
                    <a:lnTo>
                      <a:pt x="3579" y="901"/>
                    </a:lnTo>
                    <a:lnTo>
                      <a:pt x="3725" y="921"/>
                    </a:lnTo>
                    <a:lnTo>
                      <a:pt x="3683" y="712"/>
                    </a:lnTo>
                    <a:lnTo>
                      <a:pt x="3725" y="691"/>
                    </a:lnTo>
                    <a:lnTo>
                      <a:pt x="3662" y="587"/>
                    </a:lnTo>
                    <a:lnTo>
                      <a:pt x="3788" y="398"/>
                    </a:lnTo>
                    <a:lnTo>
                      <a:pt x="3725" y="315"/>
                    </a:lnTo>
                    <a:lnTo>
                      <a:pt x="3537" y="356"/>
                    </a:lnTo>
                    <a:lnTo>
                      <a:pt x="3202" y="273"/>
                    </a:lnTo>
                    <a:lnTo>
                      <a:pt x="2909" y="105"/>
                    </a:lnTo>
                    <a:lnTo>
                      <a:pt x="2930" y="1"/>
                    </a:lnTo>
                    <a:lnTo>
                      <a:pt x="2721" y="43"/>
                    </a:lnTo>
                    <a:lnTo>
                      <a:pt x="2595" y="1"/>
                    </a:lnTo>
                    <a:close/>
                    <a:moveTo>
                      <a:pt x="4960" y="6236"/>
                    </a:moveTo>
                    <a:lnTo>
                      <a:pt x="4813" y="6362"/>
                    </a:lnTo>
                    <a:lnTo>
                      <a:pt x="4750" y="6362"/>
                    </a:lnTo>
                    <a:lnTo>
                      <a:pt x="4625" y="6278"/>
                    </a:lnTo>
                    <a:lnTo>
                      <a:pt x="4499" y="6403"/>
                    </a:lnTo>
                    <a:lnTo>
                      <a:pt x="4227" y="6382"/>
                    </a:lnTo>
                    <a:lnTo>
                      <a:pt x="4018" y="6445"/>
                    </a:lnTo>
                    <a:lnTo>
                      <a:pt x="3872" y="6403"/>
                    </a:lnTo>
                    <a:lnTo>
                      <a:pt x="3767" y="6341"/>
                    </a:lnTo>
                    <a:lnTo>
                      <a:pt x="3641" y="6341"/>
                    </a:lnTo>
                    <a:lnTo>
                      <a:pt x="3558" y="6382"/>
                    </a:lnTo>
                    <a:lnTo>
                      <a:pt x="3495" y="6341"/>
                    </a:lnTo>
                    <a:lnTo>
                      <a:pt x="3369" y="6382"/>
                    </a:lnTo>
                    <a:lnTo>
                      <a:pt x="3348" y="6571"/>
                    </a:lnTo>
                    <a:lnTo>
                      <a:pt x="3474" y="6675"/>
                    </a:lnTo>
                    <a:lnTo>
                      <a:pt x="3600" y="6655"/>
                    </a:lnTo>
                    <a:lnTo>
                      <a:pt x="3809" y="6801"/>
                    </a:lnTo>
                    <a:lnTo>
                      <a:pt x="3955" y="6822"/>
                    </a:lnTo>
                    <a:lnTo>
                      <a:pt x="4060" y="6927"/>
                    </a:lnTo>
                    <a:lnTo>
                      <a:pt x="4311" y="7031"/>
                    </a:lnTo>
                    <a:lnTo>
                      <a:pt x="4374" y="7010"/>
                    </a:lnTo>
                    <a:lnTo>
                      <a:pt x="4478" y="7094"/>
                    </a:lnTo>
                    <a:lnTo>
                      <a:pt x="4499" y="7199"/>
                    </a:lnTo>
                    <a:lnTo>
                      <a:pt x="4750" y="7303"/>
                    </a:lnTo>
                    <a:lnTo>
                      <a:pt x="4855" y="7282"/>
                    </a:lnTo>
                    <a:lnTo>
                      <a:pt x="4855" y="7136"/>
                    </a:lnTo>
                    <a:lnTo>
                      <a:pt x="4918" y="7073"/>
                    </a:lnTo>
                    <a:lnTo>
                      <a:pt x="4918" y="6927"/>
                    </a:lnTo>
                    <a:lnTo>
                      <a:pt x="4813" y="6801"/>
                    </a:lnTo>
                    <a:lnTo>
                      <a:pt x="4918" y="6508"/>
                    </a:lnTo>
                    <a:lnTo>
                      <a:pt x="5022" y="6403"/>
                    </a:lnTo>
                    <a:lnTo>
                      <a:pt x="5022" y="6362"/>
                    </a:lnTo>
                    <a:lnTo>
                      <a:pt x="5043" y="6362"/>
                    </a:lnTo>
                    <a:lnTo>
                      <a:pt x="5043" y="6341"/>
                    </a:lnTo>
                    <a:lnTo>
                      <a:pt x="4960" y="623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49" name="Google Shape;2149;p45"/>
            <p:cNvGrpSpPr/>
            <p:nvPr/>
          </p:nvGrpSpPr>
          <p:grpSpPr>
            <a:xfrm>
              <a:off x="3775674" y="2798496"/>
              <a:ext cx="40545" cy="23564"/>
              <a:chOff x="3750475" y="2481850"/>
              <a:chExt cx="85125" cy="51800"/>
            </a:xfrm>
          </p:grpSpPr>
          <p:sp>
            <p:nvSpPr>
              <p:cNvPr id="2150" name="Google Shape;2150;p45"/>
              <p:cNvSpPr/>
              <p:nvPr/>
            </p:nvSpPr>
            <p:spPr>
              <a:xfrm>
                <a:off x="3762125" y="2492625"/>
                <a:ext cx="64900" cy="36650"/>
              </a:xfrm>
              <a:custGeom>
                <a:avLst/>
                <a:gdLst/>
                <a:ahLst/>
                <a:cxnLst/>
                <a:rect l="l" t="t" r="r" b="b"/>
                <a:pathLst>
                  <a:path w="2596" h="1466" extrusionOk="0">
                    <a:moveTo>
                      <a:pt x="1507" y="1"/>
                    </a:moveTo>
                    <a:lnTo>
                      <a:pt x="1361" y="64"/>
                    </a:lnTo>
                    <a:lnTo>
                      <a:pt x="1402" y="105"/>
                    </a:lnTo>
                    <a:lnTo>
                      <a:pt x="1340" y="189"/>
                    </a:lnTo>
                    <a:lnTo>
                      <a:pt x="1214" y="126"/>
                    </a:lnTo>
                    <a:lnTo>
                      <a:pt x="1109" y="189"/>
                    </a:lnTo>
                    <a:lnTo>
                      <a:pt x="1005" y="168"/>
                    </a:lnTo>
                    <a:lnTo>
                      <a:pt x="817" y="210"/>
                    </a:lnTo>
                    <a:lnTo>
                      <a:pt x="712" y="210"/>
                    </a:lnTo>
                    <a:lnTo>
                      <a:pt x="691" y="126"/>
                    </a:lnTo>
                    <a:lnTo>
                      <a:pt x="565" y="126"/>
                    </a:lnTo>
                    <a:lnTo>
                      <a:pt x="482" y="231"/>
                    </a:lnTo>
                    <a:lnTo>
                      <a:pt x="607" y="294"/>
                    </a:lnTo>
                    <a:lnTo>
                      <a:pt x="607" y="398"/>
                    </a:lnTo>
                    <a:lnTo>
                      <a:pt x="503" y="440"/>
                    </a:lnTo>
                    <a:lnTo>
                      <a:pt x="398" y="608"/>
                    </a:lnTo>
                    <a:lnTo>
                      <a:pt x="314" y="628"/>
                    </a:lnTo>
                    <a:lnTo>
                      <a:pt x="168" y="859"/>
                    </a:lnTo>
                    <a:lnTo>
                      <a:pt x="147" y="1047"/>
                    </a:lnTo>
                    <a:lnTo>
                      <a:pt x="147" y="1152"/>
                    </a:lnTo>
                    <a:lnTo>
                      <a:pt x="84" y="1152"/>
                    </a:lnTo>
                    <a:lnTo>
                      <a:pt x="0" y="1173"/>
                    </a:lnTo>
                    <a:lnTo>
                      <a:pt x="42" y="1277"/>
                    </a:lnTo>
                    <a:lnTo>
                      <a:pt x="147" y="1277"/>
                    </a:lnTo>
                    <a:lnTo>
                      <a:pt x="293" y="1235"/>
                    </a:lnTo>
                    <a:lnTo>
                      <a:pt x="252" y="1068"/>
                    </a:lnTo>
                    <a:lnTo>
                      <a:pt x="314" y="1026"/>
                    </a:lnTo>
                    <a:lnTo>
                      <a:pt x="482" y="1026"/>
                    </a:lnTo>
                    <a:lnTo>
                      <a:pt x="524" y="1131"/>
                    </a:lnTo>
                    <a:lnTo>
                      <a:pt x="586" y="1277"/>
                    </a:lnTo>
                    <a:lnTo>
                      <a:pt x="670" y="1340"/>
                    </a:lnTo>
                    <a:lnTo>
                      <a:pt x="670" y="1424"/>
                    </a:lnTo>
                    <a:lnTo>
                      <a:pt x="796" y="1465"/>
                    </a:lnTo>
                    <a:lnTo>
                      <a:pt x="1026" y="1319"/>
                    </a:lnTo>
                    <a:lnTo>
                      <a:pt x="1151" y="1361"/>
                    </a:lnTo>
                    <a:lnTo>
                      <a:pt x="1361" y="1026"/>
                    </a:lnTo>
                    <a:lnTo>
                      <a:pt x="1507" y="1110"/>
                    </a:lnTo>
                    <a:lnTo>
                      <a:pt x="1507" y="1235"/>
                    </a:lnTo>
                    <a:lnTo>
                      <a:pt x="1674" y="1319"/>
                    </a:lnTo>
                    <a:lnTo>
                      <a:pt x="1737" y="1445"/>
                    </a:lnTo>
                    <a:lnTo>
                      <a:pt x="1842" y="1235"/>
                    </a:lnTo>
                    <a:lnTo>
                      <a:pt x="1842" y="1068"/>
                    </a:lnTo>
                    <a:lnTo>
                      <a:pt x="2093" y="1131"/>
                    </a:lnTo>
                    <a:lnTo>
                      <a:pt x="2197" y="1131"/>
                    </a:lnTo>
                    <a:lnTo>
                      <a:pt x="2302" y="1214"/>
                    </a:lnTo>
                    <a:lnTo>
                      <a:pt x="2302" y="1005"/>
                    </a:lnTo>
                    <a:lnTo>
                      <a:pt x="2553" y="942"/>
                    </a:lnTo>
                    <a:lnTo>
                      <a:pt x="2490" y="754"/>
                    </a:lnTo>
                    <a:lnTo>
                      <a:pt x="2595" y="628"/>
                    </a:lnTo>
                    <a:lnTo>
                      <a:pt x="2553" y="524"/>
                    </a:lnTo>
                    <a:lnTo>
                      <a:pt x="2469" y="524"/>
                    </a:lnTo>
                    <a:lnTo>
                      <a:pt x="2365" y="628"/>
                    </a:lnTo>
                    <a:lnTo>
                      <a:pt x="2260" y="503"/>
                    </a:lnTo>
                    <a:lnTo>
                      <a:pt x="2177" y="524"/>
                    </a:lnTo>
                    <a:lnTo>
                      <a:pt x="2030" y="524"/>
                    </a:lnTo>
                    <a:lnTo>
                      <a:pt x="1988" y="440"/>
                    </a:lnTo>
                    <a:lnTo>
                      <a:pt x="2030" y="398"/>
                    </a:lnTo>
                    <a:lnTo>
                      <a:pt x="2030" y="294"/>
                    </a:lnTo>
                    <a:lnTo>
                      <a:pt x="1884" y="210"/>
                    </a:lnTo>
                    <a:lnTo>
                      <a:pt x="1737" y="84"/>
                    </a:lnTo>
                    <a:lnTo>
                      <a:pt x="1653" y="84"/>
                    </a:lnTo>
                    <a:lnTo>
                      <a:pt x="1612" y="126"/>
                    </a:lnTo>
                    <a:lnTo>
                      <a:pt x="1528" y="105"/>
                    </a:lnTo>
                    <a:lnTo>
                      <a:pt x="150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Google Shape;2151;p45"/>
              <p:cNvSpPr/>
              <p:nvPr/>
            </p:nvSpPr>
            <p:spPr>
              <a:xfrm>
                <a:off x="3750475" y="2481850"/>
                <a:ext cx="85125" cy="51800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2072" extrusionOk="0">
                    <a:moveTo>
                      <a:pt x="1095" y="286"/>
                    </a:moveTo>
                    <a:lnTo>
                      <a:pt x="0" y="1667"/>
                    </a:lnTo>
                    <a:lnTo>
                      <a:pt x="547" y="2072"/>
                    </a:lnTo>
                    <a:lnTo>
                      <a:pt x="1214" y="1858"/>
                    </a:lnTo>
                    <a:lnTo>
                      <a:pt x="1881" y="1262"/>
                    </a:lnTo>
                    <a:lnTo>
                      <a:pt x="2976" y="1286"/>
                    </a:lnTo>
                    <a:lnTo>
                      <a:pt x="3405" y="786"/>
                    </a:lnTo>
                    <a:lnTo>
                      <a:pt x="216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2152" name="Google Shape;2152;p45"/>
            <p:cNvGrpSpPr/>
            <p:nvPr/>
          </p:nvGrpSpPr>
          <p:grpSpPr>
            <a:xfrm>
              <a:off x="3716946" y="2776024"/>
              <a:ext cx="81971" cy="76912"/>
              <a:chOff x="3627175" y="2432450"/>
              <a:chExt cx="172100" cy="169075"/>
            </a:xfrm>
          </p:grpSpPr>
          <p:sp>
            <p:nvSpPr>
              <p:cNvPr id="2153" name="Google Shape;2153;p45"/>
              <p:cNvSpPr/>
              <p:nvPr/>
            </p:nvSpPr>
            <p:spPr>
              <a:xfrm>
                <a:off x="3627175" y="2433000"/>
                <a:ext cx="164800" cy="156950"/>
              </a:xfrm>
              <a:custGeom>
                <a:avLst/>
                <a:gdLst/>
                <a:ahLst/>
                <a:cxnLst/>
                <a:rect l="l" t="t" r="r" b="b"/>
                <a:pathLst>
                  <a:path w="6592" h="6278" extrusionOk="0">
                    <a:moveTo>
                      <a:pt x="3829" y="0"/>
                    </a:moveTo>
                    <a:lnTo>
                      <a:pt x="3808" y="42"/>
                    </a:lnTo>
                    <a:lnTo>
                      <a:pt x="3599" y="105"/>
                    </a:lnTo>
                    <a:lnTo>
                      <a:pt x="3578" y="63"/>
                    </a:lnTo>
                    <a:lnTo>
                      <a:pt x="3390" y="168"/>
                    </a:lnTo>
                    <a:lnTo>
                      <a:pt x="3369" y="272"/>
                    </a:lnTo>
                    <a:lnTo>
                      <a:pt x="3390" y="398"/>
                    </a:lnTo>
                    <a:lnTo>
                      <a:pt x="3348" y="607"/>
                    </a:lnTo>
                    <a:lnTo>
                      <a:pt x="3181" y="796"/>
                    </a:lnTo>
                    <a:lnTo>
                      <a:pt x="3181" y="837"/>
                    </a:lnTo>
                    <a:lnTo>
                      <a:pt x="2992" y="900"/>
                    </a:lnTo>
                    <a:lnTo>
                      <a:pt x="2888" y="900"/>
                    </a:lnTo>
                    <a:lnTo>
                      <a:pt x="2783" y="879"/>
                    </a:lnTo>
                    <a:lnTo>
                      <a:pt x="2574" y="1005"/>
                    </a:lnTo>
                    <a:lnTo>
                      <a:pt x="2532" y="1089"/>
                    </a:lnTo>
                    <a:lnTo>
                      <a:pt x="2574" y="1151"/>
                    </a:lnTo>
                    <a:lnTo>
                      <a:pt x="2658" y="1193"/>
                    </a:lnTo>
                    <a:lnTo>
                      <a:pt x="2532" y="1298"/>
                    </a:lnTo>
                    <a:lnTo>
                      <a:pt x="2365" y="1319"/>
                    </a:lnTo>
                    <a:lnTo>
                      <a:pt x="2134" y="1298"/>
                    </a:lnTo>
                    <a:lnTo>
                      <a:pt x="2030" y="1235"/>
                    </a:lnTo>
                    <a:lnTo>
                      <a:pt x="1946" y="1298"/>
                    </a:lnTo>
                    <a:lnTo>
                      <a:pt x="1925" y="1214"/>
                    </a:lnTo>
                    <a:lnTo>
                      <a:pt x="1841" y="1151"/>
                    </a:lnTo>
                    <a:lnTo>
                      <a:pt x="1883" y="1047"/>
                    </a:lnTo>
                    <a:lnTo>
                      <a:pt x="1800" y="1026"/>
                    </a:lnTo>
                    <a:lnTo>
                      <a:pt x="1695" y="1047"/>
                    </a:lnTo>
                    <a:lnTo>
                      <a:pt x="1569" y="1047"/>
                    </a:lnTo>
                    <a:lnTo>
                      <a:pt x="1507" y="1026"/>
                    </a:lnTo>
                    <a:lnTo>
                      <a:pt x="1528" y="1151"/>
                    </a:lnTo>
                    <a:lnTo>
                      <a:pt x="1507" y="1214"/>
                    </a:lnTo>
                    <a:lnTo>
                      <a:pt x="1716" y="1402"/>
                    </a:lnTo>
                    <a:lnTo>
                      <a:pt x="1674" y="1444"/>
                    </a:lnTo>
                    <a:lnTo>
                      <a:pt x="1695" y="1528"/>
                    </a:lnTo>
                    <a:lnTo>
                      <a:pt x="1695" y="1633"/>
                    </a:lnTo>
                    <a:lnTo>
                      <a:pt x="1737" y="1716"/>
                    </a:lnTo>
                    <a:lnTo>
                      <a:pt x="1737" y="1821"/>
                    </a:lnTo>
                    <a:lnTo>
                      <a:pt x="1569" y="1779"/>
                    </a:lnTo>
                    <a:lnTo>
                      <a:pt x="1465" y="1821"/>
                    </a:lnTo>
                    <a:lnTo>
                      <a:pt x="1381" y="1779"/>
                    </a:lnTo>
                    <a:lnTo>
                      <a:pt x="1277" y="1821"/>
                    </a:lnTo>
                    <a:lnTo>
                      <a:pt x="1256" y="1758"/>
                    </a:lnTo>
                    <a:lnTo>
                      <a:pt x="1109" y="1863"/>
                    </a:lnTo>
                    <a:lnTo>
                      <a:pt x="963" y="1653"/>
                    </a:lnTo>
                    <a:lnTo>
                      <a:pt x="858" y="1633"/>
                    </a:lnTo>
                    <a:lnTo>
                      <a:pt x="733" y="1653"/>
                    </a:lnTo>
                    <a:lnTo>
                      <a:pt x="628" y="1758"/>
                    </a:lnTo>
                    <a:lnTo>
                      <a:pt x="565" y="1737"/>
                    </a:lnTo>
                    <a:lnTo>
                      <a:pt x="481" y="1779"/>
                    </a:lnTo>
                    <a:lnTo>
                      <a:pt x="440" y="1758"/>
                    </a:lnTo>
                    <a:lnTo>
                      <a:pt x="335" y="1758"/>
                    </a:lnTo>
                    <a:lnTo>
                      <a:pt x="251" y="1842"/>
                    </a:lnTo>
                    <a:lnTo>
                      <a:pt x="63" y="1863"/>
                    </a:lnTo>
                    <a:lnTo>
                      <a:pt x="0" y="1946"/>
                    </a:lnTo>
                    <a:lnTo>
                      <a:pt x="42" y="2030"/>
                    </a:lnTo>
                    <a:lnTo>
                      <a:pt x="147" y="1988"/>
                    </a:lnTo>
                    <a:lnTo>
                      <a:pt x="251" y="2030"/>
                    </a:lnTo>
                    <a:lnTo>
                      <a:pt x="272" y="2051"/>
                    </a:lnTo>
                    <a:lnTo>
                      <a:pt x="272" y="2051"/>
                    </a:lnTo>
                    <a:lnTo>
                      <a:pt x="147" y="2030"/>
                    </a:lnTo>
                    <a:lnTo>
                      <a:pt x="105" y="2051"/>
                    </a:lnTo>
                    <a:lnTo>
                      <a:pt x="126" y="2156"/>
                    </a:lnTo>
                    <a:lnTo>
                      <a:pt x="168" y="2072"/>
                    </a:lnTo>
                    <a:lnTo>
                      <a:pt x="230" y="2093"/>
                    </a:lnTo>
                    <a:lnTo>
                      <a:pt x="251" y="2177"/>
                    </a:lnTo>
                    <a:lnTo>
                      <a:pt x="209" y="2197"/>
                    </a:lnTo>
                    <a:lnTo>
                      <a:pt x="105" y="2239"/>
                    </a:lnTo>
                    <a:lnTo>
                      <a:pt x="105" y="2260"/>
                    </a:lnTo>
                    <a:lnTo>
                      <a:pt x="209" y="2260"/>
                    </a:lnTo>
                    <a:lnTo>
                      <a:pt x="230" y="2386"/>
                    </a:lnTo>
                    <a:lnTo>
                      <a:pt x="230" y="2469"/>
                    </a:lnTo>
                    <a:lnTo>
                      <a:pt x="335" y="2386"/>
                    </a:lnTo>
                    <a:lnTo>
                      <a:pt x="481" y="2386"/>
                    </a:lnTo>
                    <a:lnTo>
                      <a:pt x="670" y="2469"/>
                    </a:lnTo>
                    <a:lnTo>
                      <a:pt x="733" y="2511"/>
                    </a:lnTo>
                    <a:lnTo>
                      <a:pt x="774" y="2511"/>
                    </a:lnTo>
                    <a:lnTo>
                      <a:pt x="900" y="2595"/>
                    </a:lnTo>
                    <a:lnTo>
                      <a:pt x="1005" y="2511"/>
                    </a:lnTo>
                    <a:lnTo>
                      <a:pt x="1067" y="2553"/>
                    </a:lnTo>
                    <a:lnTo>
                      <a:pt x="1046" y="2595"/>
                    </a:lnTo>
                    <a:lnTo>
                      <a:pt x="1067" y="2658"/>
                    </a:lnTo>
                    <a:lnTo>
                      <a:pt x="1172" y="2595"/>
                    </a:lnTo>
                    <a:lnTo>
                      <a:pt x="1214" y="2658"/>
                    </a:lnTo>
                    <a:lnTo>
                      <a:pt x="1172" y="2762"/>
                    </a:lnTo>
                    <a:lnTo>
                      <a:pt x="1214" y="2825"/>
                    </a:lnTo>
                    <a:lnTo>
                      <a:pt x="1297" y="2825"/>
                    </a:lnTo>
                    <a:lnTo>
                      <a:pt x="1402" y="2783"/>
                    </a:lnTo>
                    <a:lnTo>
                      <a:pt x="1528" y="2783"/>
                    </a:lnTo>
                    <a:lnTo>
                      <a:pt x="1611" y="2888"/>
                    </a:lnTo>
                    <a:lnTo>
                      <a:pt x="1507" y="2825"/>
                    </a:lnTo>
                    <a:lnTo>
                      <a:pt x="1402" y="2825"/>
                    </a:lnTo>
                    <a:lnTo>
                      <a:pt x="1360" y="2930"/>
                    </a:lnTo>
                    <a:lnTo>
                      <a:pt x="1402" y="2972"/>
                    </a:lnTo>
                    <a:lnTo>
                      <a:pt x="1423" y="3076"/>
                    </a:lnTo>
                    <a:lnTo>
                      <a:pt x="1381" y="3181"/>
                    </a:lnTo>
                    <a:lnTo>
                      <a:pt x="1402" y="3244"/>
                    </a:lnTo>
                    <a:lnTo>
                      <a:pt x="1486" y="3244"/>
                    </a:lnTo>
                    <a:lnTo>
                      <a:pt x="1632" y="3432"/>
                    </a:lnTo>
                    <a:lnTo>
                      <a:pt x="1779" y="3453"/>
                    </a:lnTo>
                    <a:lnTo>
                      <a:pt x="1904" y="3537"/>
                    </a:lnTo>
                    <a:lnTo>
                      <a:pt x="1904" y="3641"/>
                    </a:lnTo>
                    <a:lnTo>
                      <a:pt x="1946" y="3725"/>
                    </a:lnTo>
                    <a:lnTo>
                      <a:pt x="1904" y="3830"/>
                    </a:lnTo>
                    <a:lnTo>
                      <a:pt x="1883" y="3850"/>
                    </a:lnTo>
                    <a:lnTo>
                      <a:pt x="1841" y="3934"/>
                    </a:lnTo>
                    <a:lnTo>
                      <a:pt x="1946" y="3955"/>
                    </a:lnTo>
                    <a:lnTo>
                      <a:pt x="2134" y="4081"/>
                    </a:lnTo>
                    <a:lnTo>
                      <a:pt x="2260" y="4436"/>
                    </a:lnTo>
                    <a:lnTo>
                      <a:pt x="2260" y="4436"/>
                    </a:lnTo>
                    <a:lnTo>
                      <a:pt x="2113" y="4269"/>
                    </a:lnTo>
                    <a:lnTo>
                      <a:pt x="2093" y="4143"/>
                    </a:lnTo>
                    <a:lnTo>
                      <a:pt x="1946" y="4081"/>
                    </a:lnTo>
                    <a:lnTo>
                      <a:pt x="1904" y="4122"/>
                    </a:lnTo>
                    <a:lnTo>
                      <a:pt x="1841" y="4394"/>
                    </a:lnTo>
                    <a:lnTo>
                      <a:pt x="1841" y="4604"/>
                    </a:lnTo>
                    <a:lnTo>
                      <a:pt x="1946" y="4687"/>
                    </a:lnTo>
                    <a:lnTo>
                      <a:pt x="1883" y="4750"/>
                    </a:lnTo>
                    <a:lnTo>
                      <a:pt x="1841" y="5127"/>
                    </a:lnTo>
                    <a:lnTo>
                      <a:pt x="1737" y="5482"/>
                    </a:lnTo>
                    <a:lnTo>
                      <a:pt x="1590" y="5545"/>
                    </a:lnTo>
                    <a:lnTo>
                      <a:pt x="1695" y="5608"/>
                    </a:lnTo>
                    <a:lnTo>
                      <a:pt x="1716" y="5629"/>
                    </a:lnTo>
                    <a:lnTo>
                      <a:pt x="1779" y="5629"/>
                    </a:lnTo>
                    <a:lnTo>
                      <a:pt x="1800" y="5754"/>
                    </a:lnTo>
                    <a:lnTo>
                      <a:pt x="1800" y="5859"/>
                    </a:lnTo>
                    <a:lnTo>
                      <a:pt x="1946" y="5838"/>
                    </a:lnTo>
                    <a:lnTo>
                      <a:pt x="2197" y="5922"/>
                    </a:lnTo>
                    <a:lnTo>
                      <a:pt x="2302" y="6047"/>
                    </a:lnTo>
                    <a:lnTo>
                      <a:pt x="2406" y="6006"/>
                    </a:lnTo>
                    <a:lnTo>
                      <a:pt x="2532" y="6131"/>
                    </a:lnTo>
                    <a:lnTo>
                      <a:pt x="2678" y="6131"/>
                    </a:lnTo>
                    <a:lnTo>
                      <a:pt x="2762" y="6152"/>
                    </a:lnTo>
                    <a:lnTo>
                      <a:pt x="2867" y="6047"/>
                    </a:lnTo>
                    <a:lnTo>
                      <a:pt x="3139" y="6047"/>
                    </a:lnTo>
                    <a:lnTo>
                      <a:pt x="3243" y="6110"/>
                    </a:lnTo>
                    <a:lnTo>
                      <a:pt x="3390" y="6068"/>
                    </a:lnTo>
                    <a:lnTo>
                      <a:pt x="3557" y="6173"/>
                    </a:lnTo>
                    <a:lnTo>
                      <a:pt x="3829" y="6152"/>
                    </a:lnTo>
                    <a:lnTo>
                      <a:pt x="4018" y="6257"/>
                    </a:lnTo>
                    <a:lnTo>
                      <a:pt x="4101" y="6278"/>
                    </a:lnTo>
                    <a:lnTo>
                      <a:pt x="4101" y="6236"/>
                    </a:lnTo>
                    <a:lnTo>
                      <a:pt x="4038" y="6068"/>
                    </a:lnTo>
                    <a:lnTo>
                      <a:pt x="4101" y="5859"/>
                    </a:lnTo>
                    <a:lnTo>
                      <a:pt x="4101" y="5796"/>
                    </a:lnTo>
                    <a:lnTo>
                      <a:pt x="4227" y="5650"/>
                    </a:lnTo>
                    <a:lnTo>
                      <a:pt x="4436" y="5441"/>
                    </a:lnTo>
                    <a:lnTo>
                      <a:pt x="4499" y="5441"/>
                    </a:lnTo>
                    <a:lnTo>
                      <a:pt x="4562" y="5503"/>
                    </a:lnTo>
                    <a:lnTo>
                      <a:pt x="4708" y="5503"/>
                    </a:lnTo>
                    <a:lnTo>
                      <a:pt x="4834" y="5587"/>
                    </a:lnTo>
                    <a:lnTo>
                      <a:pt x="4938" y="5587"/>
                    </a:lnTo>
                    <a:lnTo>
                      <a:pt x="5022" y="5524"/>
                    </a:lnTo>
                    <a:lnTo>
                      <a:pt x="5085" y="5503"/>
                    </a:lnTo>
                    <a:lnTo>
                      <a:pt x="5461" y="5734"/>
                    </a:lnTo>
                    <a:lnTo>
                      <a:pt x="5545" y="5817"/>
                    </a:lnTo>
                    <a:lnTo>
                      <a:pt x="5796" y="5817"/>
                    </a:lnTo>
                    <a:lnTo>
                      <a:pt x="5901" y="5734"/>
                    </a:lnTo>
                    <a:lnTo>
                      <a:pt x="5880" y="5692"/>
                    </a:lnTo>
                    <a:lnTo>
                      <a:pt x="5984" y="5545"/>
                    </a:lnTo>
                    <a:lnTo>
                      <a:pt x="6340" y="5294"/>
                    </a:lnTo>
                    <a:lnTo>
                      <a:pt x="6382" y="5273"/>
                    </a:lnTo>
                    <a:lnTo>
                      <a:pt x="6319" y="5169"/>
                    </a:lnTo>
                    <a:lnTo>
                      <a:pt x="6403" y="4980"/>
                    </a:lnTo>
                    <a:lnTo>
                      <a:pt x="6235" y="4980"/>
                    </a:lnTo>
                    <a:lnTo>
                      <a:pt x="6068" y="4855"/>
                    </a:lnTo>
                    <a:lnTo>
                      <a:pt x="6026" y="4562"/>
                    </a:lnTo>
                    <a:lnTo>
                      <a:pt x="5880" y="4394"/>
                    </a:lnTo>
                    <a:lnTo>
                      <a:pt x="5963" y="4332"/>
                    </a:lnTo>
                    <a:lnTo>
                      <a:pt x="6089" y="4290"/>
                    </a:lnTo>
                    <a:lnTo>
                      <a:pt x="6131" y="4122"/>
                    </a:lnTo>
                    <a:lnTo>
                      <a:pt x="6026" y="4018"/>
                    </a:lnTo>
                    <a:lnTo>
                      <a:pt x="6005" y="3850"/>
                    </a:lnTo>
                    <a:lnTo>
                      <a:pt x="6068" y="3809"/>
                    </a:lnTo>
                    <a:lnTo>
                      <a:pt x="6068" y="3725"/>
                    </a:lnTo>
                    <a:lnTo>
                      <a:pt x="5984" y="3662"/>
                    </a:lnTo>
                    <a:lnTo>
                      <a:pt x="5922" y="3516"/>
                    </a:lnTo>
                    <a:lnTo>
                      <a:pt x="5880" y="3411"/>
                    </a:lnTo>
                    <a:lnTo>
                      <a:pt x="5712" y="3411"/>
                    </a:lnTo>
                    <a:lnTo>
                      <a:pt x="5650" y="3453"/>
                    </a:lnTo>
                    <a:lnTo>
                      <a:pt x="5691" y="3620"/>
                    </a:lnTo>
                    <a:lnTo>
                      <a:pt x="5545" y="3662"/>
                    </a:lnTo>
                    <a:lnTo>
                      <a:pt x="5440" y="3662"/>
                    </a:lnTo>
                    <a:lnTo>
                      <a:pt x="5398" y="3558"/>
                    </a:lnTo>
                    <a:lnTo>
                      <a:pt x="5482" y="3537"/>
                    </a:lnTo>
                    <a:lnTo>
                      <a:pt x="5545" y="3537"/>
                    </a:lnTo>
                    <a:lnTo>
                      <a:pt x="5545" y="3432"/>
                    </a:lnTo>
                    <a:lnTo>
                      <a:pt x="5566" y="3244"/>
                    </a:lnTo>
                    <a:lnTo>
                      <a:pt x="5712" y="3013"/>
                    </a:lnTo>
                    <a:lnTo>
                      <a:pt x="5796" y="2993"/>
                    </a:lnTo>
                    <a:lnTo>
                      <a:pt x="5901" y="2825"/>
                    </a:lnTo>
                    <a:lnTo>
                      <a:pt x="6005" y="2783"/>
                    </a:lnTo>
                    <a:lnTo>
                      <a:pt x="6005" y="2679"/>
                    </a:lnTo>
                    <a:lnTo>
                      <a:pt x="5880" y="2616"/>
                    </a:lnTo>
                    <a:lnTo>
                      <a:pt x="5963" y="2511"/>
                    </a:lnTo>
                    <a:lnTo>
                      <a:pt x="6089" y="2511"/>
                    </a:lnTo>
                    <a:lnTo>
                      <a:pt x="6110" y="2595"/>
                    </a:lnTo>
                    <a:lnTo>
                      <a:pt x="6215" y="2595"/>
                    </a:lnTo>
                    <a:lnTo>
                      <a:pt x="6403" y="2553"/>
                    </a:lnTo>
                    <a:lnTo>
                      <a:pt x="6340" y="2449"/>
                    </a:lnTo>
                    <a:lnTo>
                      <a:pt x="6235" y="2365"/>
                    </a:lnTo>
                    <a:lnTo>
                      <a:pt x="6235" y="2197"/>
                    </a:lnTo>
                    <a:lnTo>
                      <a:pt x="6298" y="2030"/>
                    </a:lnTo>
                    <a:lnTo>
                      <a:pt x="6382" y="1946"/>
                    </a:lnTo>
                    <a:lnTo>
                      <a:pt x="6382" y="1842"/>
                    </a:lnTo>
                    <a:lnTo>
                      <a:pt x="6445" y="1674"/>
                    </a:lnTo>
                    <a:lnTo>
                      <a:pt x="6591" y="1549"/>
                    </a:lnTo>
                    <a:lnTo>
                      <a:pt x="6445" y="1465"/>
                    </a:lnTo>
                    <a:lnTo>
                      <a:pt x="6340" y="1465"/>
                    </a:lnTo>
                    <a:lnTo>
                      <a:pt x="6215" y="1402"/>
                    </a:lnTo>
                    <a:lnTo>
                      <a:pt x="6110" y="1444"/>
                    </a:lnTo>
                    <a:lnTo>
                      <a:pt x="6026" y="1402"/>
                    </a:lnTo>
                    <a:lnTo>
                      <a:pt x="5922" y="1402"/>
                    </a:lnTo>
                    <a:lnTo>
                      <a:pt x="5859" y="1444"/>
                    </a:lnTo>
                    <a:lnTo>
                      <a:pt x="5754" y="1361"/>
                    </a:lnTo>
                    <a:lnTo>
                      <a:pt x="5754" y="1298"/>
                    </a:lnTo>
                    <a:lnTo>
                      <a:pt x="5650" y="1214"/>
                    </a:lnTo>
                    <a:lnTo>
                      <a:pt x="5566" y="1235"/>
                    </a:lnTo>
                    <a:lnTo>
                      <a:pt x="5398" y="1193"/>
                    </a:lnTo>
                    <a:lnTo>
                      <a:pt x="5357" y="1089"/>
                    </a:lnTo>
                    <a:lnTo>
                      <a:pt x="5252" y="1089"/>
                    </a:lnTo>
                    <a:lnTo>
                      <a:pt x="5189" y="1130"/>
                    </a:lnTo>
                    <a:lnTo>
                      <a:pt x="5085" y="1047"/>
                    </a:lnTo>
                    <a:lnTo>
                      <a:pt x="4980" y="1026"/>
                    </a:lnTo>
                    <a:lnTo>
                      <a:pt x="4854" y="879"/>
                    </a:lnTo>
                    <a:lnTo>
                      <a:pt x="4771" y="837"/>
                    </a:lnTo>
                    <a:lnTo>
                      <a:pt x="4729" y="796"/>
                    </a:lnTo>
                    <a:lnTo>
                      <a:pt x="4645" y="796"/>
                    </a:lnTo>
                    <a:lnTo>
                      <a:pt x="4603" y="837"/>
                    </a:lnTo>
                    <a:lnTo>
                      <a:pt x="4457" y="775"/>
                    </a:lnTo>
                    <a:lnTo>
                      <a:pt x="4457" y="607"/>
                    </a:lnTo>
                    <a:lnTo>
                      <a:pt x="4394" y="586"/>
                    </a:lnTo>
                    <a:lnTo>
                      <a:pt x="4310" y="524"/>
                    </a:lnTo>
                    <a:lnTo>
                      <a:pt x="4227" y="524"/>
                    </a:lnTo>
                    <a:lnTo>
                      <a:pt x="4080" y="398"/>
                    </a:lnTo>
                    <a:lnTo>
                      <a:pt x="4038" y="293"/>
                    </a:lnTo>
                    <a:lnTo>
                      <a:pt x="3913" y="252"/>
                    </a:lnTo>
                    <a:lnTo>
                      <a:pt x="3892" y="63"/>
                    </a:lnTo>
                    <a:lnTo>
                      <a:pt x="382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Google Shape;2154;p45"/>
              <p:cNvSpPr/>
              <p:nvPr/>
            </p:nvSpPr>
            <p:spPr>
              <a:xfrm>
                <a:off x="3658200" y="2557475"/>
                <a:ext cx="70850" cy="44050"/>
              </a:xfrm>
              <a:custGeom>
                <a:avLst/>
                <a:gdLst/>
                <a:ahLst/>
                <a:cxnLst/>
                <a:rect l="l" t="t" r="r" b="b"/>
                <a:pathLst>
                  <a:path w="2834" h="1762" extrusionOk="0">
                    <a:moveTo>
                      <a:pt x="571" y="595"/>
                    </a:moveTo>
                    <a:lnTo>
                      <a:pt x="0" y="1119"/>
                    </a:lnTo>
                    <a:lnTo>
                      <a:pt x="1833" y="1762"/>
                    </a:lnTo>
                    <a:lnTo>
                      <a:pt x="2714" y="1476"/>
                    </a:lnTo>
                    <a:lnTo>
                      <a:pt x="2834" y="1071"/>
                    </a:lnTo>
                    <a:lnTo>
                      <a:pt x="183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155" name="Google Shape;2155;p45"/>
              <p:cNvSpPr/>
              <p:nvPr/>
            </p:nvSpPr>
            <p:spPr>
              <a:xfrm>
                <a:off x="3719525" y="2432450"/>
                <a:ext cx="79750" cy="89900"/>
              </a:xfrm>
              <a:custGeom>
                <a:avLst/>
                <a:gdLst/>
                <a:ahLst/>
                <a:cxnLst/>
                <a:rect l="l" t="t" r="r" b="b"/>
                <a:pathLst>
                  <a:path w="3190" h="3596" extrusionOk="0">
                    <a:moveTo>
                      <a:pt x="0" y="167"/>
                    </a:moveTo>
                    <a:lnTo>
                      <a:pt x="261" y="0"/>
                    </a:lnTo>
                    <a:lnTo>
                      <a:pt x="1619" y="1095"/>
                    </a:lnTo>
                    <a:lnTo>
                      <a:pt x="2381" y="1286"/>
                    </a:lnTo>
                    <a:lnTo>
                      <a:pt x="3190" y="1429"/>
                    </a:lnTo>
                    <a:lnTo>
                      <a:pt x="2809" y="2595"/>
                    </a:lnTo>
                    <a:lnTo>
                      <a:pt x="2071" y="2429"/>
                    </a:lnTo>
                    <a:lnTo>
                      <a:pt x="1524" y="359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2156" name="Google Shape;2156;p45"/>
            <p:cNvGrpSpPr/>
            <p:nvPr/>
          </p:nvGrpSpPr>
          <p:grpSpPr>
            <a:xfrm>
              <a:off x="3685682" y="2845624"/>
              <a:ext cx="29311" cy="45055"/>
              <a:chOff x="3561536" y="2585450"/>
              <a:chExt cx="61539" cy="99045"/>
            </a:xfrm>
          </p:grpSpPr>
          <p:sp>
            <p:nvSpPr>
              <p:cNvPr id="2157" name="Google Shape;2157;p45"/>
              <p:cNvSpPr/>
              <p:nvPr/>
            </p:nvSpPr>
            <p:spPr>
              <a:xfrm rot="192277">
                <a:off x="3564002" y="2593849"/>
                <a:ext cx="44498" cy="89472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3579" extrusionOk="0">
                    <a:moveTo>
                      <a:pt x="628" y="1"/>
                    </a:moveTo>
                    <a:lnTo>
                      <a:pt x="356" y="22"/>
                    </a:lnTo>
                    <a:lnTo>
                      <a:pt x="377" y="147"/>
                    </a:lnTo>
                    <a:lnTo>
                      <a:pt x="461" y="357"/>
                    </a:lnTo>
                    <a:lnTo>
                      <a:pt x="440" y="712"/>
                    </a:lnTo>
                    <a:lnTo>
                      <a:pt x="440" y="775"/>
                    </a:lnTo>
                    <a:lnTo>
                      <a:pt x="419" y="943"/>
                    </a:lnTo>
                    <a:lnTo>
                      <a:pt x="482" y="1026"/>
                    </a:lnTo>
                    <a:lnTo>
                      <a:pt x="440" y="1131"/>
                    </a:lnTo>
                    <a:lnTo>
                      <a:pt x="356" y="1256"/>
                    </a:lnTo>
                    <a:lnTo>
                      <a:pt x="356" y="1445"/>
                    </a:lnTo>
                    <a:lnTo>
                      <a:pt x="231" y="1654"/>
                    </a:lnTo>
                    <a:lnTo>
                      <a:pt x="231" y="1759"/>
                    </a:lnTo>
                    <a:lnTo>
                      <a:pt x="64" y="1968"/>
                    </a:lnTo>
                    <a:lnTo>
                      <a:pt x="1" y="2303"/>
                    </a:lnTo>
                    <a:lnTo>
                      <a:pt x="1" y="2386"/>
                    </a:lnTo>
                    <a:lnTo>
                      <a:pt x="105" y="2386"/>
                    </a:lnTo>
                    <a:lnTo>
                      <a:pt x="168" y="2303"/>
                    </a:lnTo>
                    <a:lnTo>
                      <a:pt x="273" y="2219"/>
                    </a:lnTo>
                    <a:lnTo>
                      <a:pt x="252" y="2303"/>
                    </a:lnTo>
                    <a:lnTo>
                      <a:pt x="315" y="2344"/>
                    </a:lnTo>
                    <a:lnTo>
                      <a:pt x="126" y="2428"/>
                    </a:lnTo>
                    <a:lnTo>
                      <a:pt x="126" y="2554"/>
                    </a:lnTo>
                    <a:lnTo>
                      <a:pt x="168" y="2616"/>
                    </a:lnTo>
                    <a:lnTo>
                      <a:pt x="252" y="2533"/>
                    </a:lnTo>
                    <a:lnTo>
                      <a:pt x="419" y="2533"/>
                    </a:lnTo>
                    <a:lnTo>
                      <a:pt x="336" y="2616"/>
                    </a:lnTo>
                    <a:lnTo>
                      <a:pt x="377" y="2763"/>
                    </a:lnTo>
                    <a:lnTo>
                      <a:pt x="336" y="2909"/>
                    </a:lnTo>
                    <a:lnTo>
                      <a:pt x="336" y="3223"/>
                    </a:lnTo>
                    <a:lnTo>
                      <a:pt x="273" y="3432"/>
                    </a:lnTo>
                    <a:lnTo>
                      <a:pt x="231" y="3495"/>
                    </a:lnTo>
                    <a:lnTo>
                      <a:pt x="273" y="3537"/>
                    </a:lnTo>
                    <a:lnTo>
                      <a:pt x="440" y="3432"/>
                    </a:lnTo>
                    <a:lnTo>
                      <a:pt x="691" y="3495"/>
                    </a:lnTo>
                    <a:lnTo>
                      <a:pt x="796" y="3579"/>
                    </a:lnTo>
                    <a:lnTo>
                      <a:pt x="963" y="3474"/>
                    </a:lnTo>
                    <a:lnTo>
                      <a:pt x="1110" y="3474"/>
                    </a:lnTo>
                    <a:lnTo>
                      <a:pt x="1152" y="3432"/>
                    </a:lnTo>
                    <a:lnTo>
                      <a:pt x="1152" y="3286"/>
                    </a:lnTo>
                    <a:lnTo>
                      <a:pt x="1068" y="3160"/>
                    </a:lnTo>
                    <a:lnTo>
                      <a:pt x="1193" y="2909"/>
                    </a:lnTo>
                    <a:lnTo>
                      <a:pt x="1319" y="2805"/>
                    </a:lnTo>
                    <a:lnTo>
                      <a:pt x="1361" y="2658"/>
                    </a:lnTo>
                    <a:lnTo>
                      <a:pt x="1214" y="2658"/>
                    </a:lnTo>
                    <a:lnTo>
                      <a:pt x="1152" y="2512"/>
                    </a:lnTo>
                    <a:lnTo>
                      <a:pt x="1319" y="2323"/>
                    </a:lnTo>
                    <a:lnTo>
                      <a:pt x="1319" y="2093"/>
                    </a:lnTo>
                    <a:lnTo>
                      <a:pt x="1193" y="2010"/>
                    </a:lnTo>
                    <a:lnTo>
                      <a:pt x="1047" y="1717"/>
                    </a:lnTo>
                    <a:lnTo>
                      <a:pt x="1172" y="1696"/>
                    </a:lnTo>
                    <a:lnTo>
                      <a:pt x="1277" y="1696"/>
                    </a:lnTo>
                    <a:lnTo>
                      <a:pt x="1424" y="1487"/>
                    </a:lnTo>
                    <a:lnTo>
                      <a:pt x="1319" y="1382"/>
                    </a:lnTo>
                    <a:lnTo>
                      <a:pt x="1465" y="1277"/>
                    </a:lnTo>
                    <a:lnTo>
                      <a:pt x="1465" y="922"/>
                    </a:lnTo>
                    <a:lnTo>
                      <a:pt x="1424" y="754"/>
                    </a:lnTo>
                    <a:lnTo>
                      <a:pt x="1675" y="545"/>
                    </a:lnTo>
                    <a:lnTo>
                      <a:pt x="1737" y="545"/>
                    </a:lnTo>
                    <a:lnTo>
                      <a:pt x="1779" y="440"/>
                    </a:lnTo>
                    <a:lnTo>
                      <a:pt x="1675" y="252"/>
                    </a:lnTo>
                    <a:lnTo>
                      <a:pt x="1633" y="127"/>
                    </a:lnTo>
                    <a:lnTo>
                      <a:pt x="1382" y="85"/>
                    </a:lnTo>
                    <a:lnTo>
                      <a:pt x="1277" y="210"/>
                    </a:lnTo>
                    <a:lnTo>
                      <a:pt x="942" y="127"/>
                    </a:lnTo>
                    <a:lnTo>
                      <a:pt x="754" y="231"/>
                    </a:lnTo>
                    <a:lnTo>
                      <a:pt x="691" y="147"/>
                    </a:lnTo>
                    <a:lnTo>
                      <a:pt x="733" y="22"/>
                    </a:lnTo>
                    <a:lnTo>
                      <a:pt x="62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Google Shape;2158;p45"/>
              <p:cNvSpPr/>
              <p:nvPr/>
            </p:nvSpPr>
            <p:spPr>
              <a:xfrm>
                <a:off x="3580800" y="2585450"/>
                <a:ext cx="42275" cy="93450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3738" extrusionOk="0">
                    <a:moveTo>
                      <a:pt x="453" y="0"/>
                    </a:moveTo>
                    <a:lnTo>
                      <a:pt x="0" y="547"/>
                    </a:lnTo>
                    <a:lnTo>
                      <a:pt x="0" y="3429"/>
                    </a:lnTo>
                    <a:lnTo>
                      <a:pt x="429" y="3738"/>
                    </a:lnTo>
                    <a:lnTo>
                      <a:pt x="1691" y="2714"/>
                    </a:lnTo>
                    <a:lnTo>
                      <a:pt x="1691" y="50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2159" name="Google Shape;2159;p45"/>
            <p:cNvGrpSpPr/>
            <p:nvPr/>
          </p:nvGrpSpPr>
          <p:grpSpPr>
            <a:xfrm>
              <a:off x="3849905" y="2572252"/>
              <a:ext cx="74339" cy="119559"/>
              <a:chOff x="3906325" y="1984500"/>
              <a:chExt cx="156075" cy="262825"/>
            </a:xfrm>
          </p:grpSpPr>
          <p:sp>
            <p:nvSpPr>
              <p:cNvPr id="2160" name="Google Shape;2160;p45"/>
              <p:cNvSpPr/>
              <p:nvPr/>
            </p:nvSpPr>
            <p:spPr>
              <a:xfrm>
                <a:off x="3906325" y="1984500"/>
                <a:ext cx="100825" cy="124200"/>
              </a:xfrm>
              <a:custGeom>
                <a:avLst/>
                <a:gdLst/>
                <a:ahLst/>
                <a:cxnLst/>
                <a:rect l="l" t="t" r="r" b="b"/>
                <a:pathLst>
                  <a:path w="4033" h="4968" extrusionOk="0">
                    <a:moveTo>
                      <a:pt x="2901" y="4968"/>
                    </a:moveTo>
                    <a:lnTo>
                      <a:pt x="1524" y="4673"/>
                    </a:lnTo>
                    <a:lnTo>
                      <a:pt x="0" y="1771"/>
                    </a:lnTo>
                    <a:lnTo>
                      <a:pt x="737" y="886"/>
                    </a:lnTo>
                    <a:lnTo>
                      <a:pt x="2508" y="1181"/>
                    </a:lnTo>
                    <a:lnTo>
                      <a:pt x="2655" y="345"/>
                    </a:lnTo>
                    <a:lnTo>
                      <a:pt x="3442" y="0"/>
                    </a:lnTo>
                    <a:lnTo>
                      <a:pt x="4033" y="44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161" name="Google Shape;2161;p45"/>
              <p:cNvSpPr/>
              <p:nvPr/>
            </p:nvSpPr>
            <p:spPr>
              <a:xfrm>
                <a:off x="3919575" y="1989950"/>
                <a:ext cx="142825" cy="25737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10295" extrusionOk="0">
                    <a:moveTo>
                      <a:pt x="2867" y="0"/>
                    </a:moveTo>
                    <a:lnTo>
                      <a:pt x="2762" y="105"/>
                    </a:lnTo>
                    <a:lnTo>
                      <a:pt x="2762" y="147"/>
                    </a:lnTo>
                    <a:lnTo>
                      <a:pt x="2679" y="189"/>
                    </a:lnTo>
                    <a:lnTo>
                      <a:pt x="2532" y="147"/>
                    </a:lnTo>
                    <a:lnTo>
                      <a:pt x="2386" y="209"/>
                    </a:lnTo>
                    <a:lnTo>
                      <a:pt x="2386" y="293"/>
                    </a:lnTo>
                    <a:lnTo>
                      <a:pt x="2323" y="419"/>
                    </a:lnTo>
                    <a:lnTo>
                      <a:pt x="2239" y="461"/>
                    </a:lnTo>
                    <a:lnTo>
                      <a:pt x="2281" y="544"/>
                    </a:lnTo>
                    <a:lnTo>
                      <a:pt x="2260" y="628"/>
                    </a:lnTo>
                    <a:lnTo>
                      <a:pt x="2239" y="921"/>
                    </a:lnTo>
                    <a:lnTo>
                      <a:pt x="2281" y="1088"/>
                    </a:lnTo>
                    <a:lnTo>
                      <a:pt x="2344" y="1193"/>
                    </a:lnTo>
                    <a:lnTo>
                      <a:pt x="2281" y="1277"/>
                    </a:lnTo>
                    <a:lnTo>
                      <a:pt x="2177" y="1360"/>
                    </a:lnTo>
                    <a:lnTo>
                      <a:pt x="2072" y="1360"/>
                    </a:lnTo>
                    <a:lnTo>
                      <a:pt x="1967" y="1444"/>
                    </a:lnTo>
                    <a:lnTo>
                      <a:pt x="1905" y="1486"/>
                    </a:lnTo>
                    <a:lnTo>
                      <a:pt x="1821" y="1611"/>
                    </a:lnTo>
                    <a:lnTo>
                      <a:pt x="1674" y="1590"/>
                    </a:lnTo>
                    <a:lnTo>
                      <a:pt x="1507" y="1465"/>
                    </a:lnTo>
                    <a:lnTo>
                      <a:pt x="1381" y="1465"/>
                    </a:lnTo>
                    <a:lnTo>
                      <a:pt x="1298" y="1549"/>
                    </a:lnTo>
                    <a:lnTo>
                      <a:pt x="1151" y="1674"/>
                    </a:lnTo>
                    <a:lnTo>
                      <a:pt x="900" y="1674"/>
                    </a:lnTo>
                    <a:lnTo>
                      <a:pt x="733" y="1590"/>
                    </a:lnTo>
                    <a:lnTo>
                      <a:pt x="670" y="1465"/>
                    </a:lnTo>
                    <a:lnTo>
                      <a:pt x="607" y="1339"/>
                    </a:lnTo>
                    <a:lnTo>
                      <a:pt x="377" y="1130"/>
                    </a:lnTo>
                    <a:lnTo>
                      <a:pt x="293" y="984"/>
                    </a:lnTo>
                    <a:lnTo>
                      <a:pt x="189" y="963"/>
                    </a:lnTo>
                    <a:lnTo>
                      <a:pt x="105" y="1046"/>
                    </a:lnTo>
                    <a:lnTo>
                      <a:pt x="84" y="1151"/>
                    </a:lnTo>
                    <a:lnTo>
                      <a:pt x="105" y="1214"/>
                    </a:lnTo>
                    <a:lnTo>
                      <a:pt x="84" y="1256"/>
                    </a:lnTo>
                    <a:lnTo>
                      <a:pt x="42" y="1214"/>
                    </a:lnTo>
                    <a:lnTo>
                      <a:pt x="1" y="1256"/>
                    </a:lnTo>
                    <a:lnTo>
                      <a:pt x="105" y="1360"/>
                    </a:lnTo>
                    <a:lnTo>
                      <a:pt x="273" y="1423"/>
                    </a:lnTo>
                    <a:lnTo>
                      <a:pt x="482" y="1674"/>
                    </a:lnTo>
                    <a:lnTo>
                      <a:pt x="628" y="1779"/>
                    </a:lnTo>
                    <a:lnTo>
                      <a:pt x="879" y="1800"/>
                    </a:lnTo>
                    <a:lnTo>
                      <a:pt x="942" y="1841"/>
                    </a:lnTo>
                    <a:lnTo>
                      <a:pt x="1026" y="1883"/>
                    </a:lnTo>
                    <a:lnTo>
                      <a:pt x="1130" y="2009"/>
                    </a:lnTo>
                    <a:lnTo>
                      <a:pt x="1193" y="2113"/>
                    </a:lnTo>
                    <a:lnTo>
                      <a:pt x="1298" y="2113"/>
                    </a:lnTo>
                    <a:lnTo>
                      <a:pt x="1402" y="2239"/>
                    </a:lnTo>
                    <a:lnTo>
                      <a:pt x="1465" y="2239"/>
                    </a:lnTo>
                    <a:lnTo>
                      <a:pt x="1528" y="2323"/>
                    </a:lnTo>
                    <a:lnTo>
                      <a:pt x="1465" y="2427"/>
                    </a:lnTo>
                    <a:lnTo>
                      <a:pt x="1507" y="2574"/>
                    </a:lnTo>
                    <a:lnTo>
                      <a:pt x="1444" y="2720"/>
                    </a:lnTo>
                    <a:lnTo>
                      <a:pt x="1444" y="2825"/>
                    </a:lnTo>
                    <a:lnTo>
                      <a:pt x="1612" y="2825"/>
                    </a:lnTo>
                    <a:lnTo>
                      <a:pt x="1633" y="2950"/>
                    </a:lnTo>
                    <a:lnTo>
                      <a:pt x="1591" y="3034"/>
                    </a:lnTo>
                    <a:lnTo>
                      <a:pt x="1612" y="3181"/>
                    </a:lnTo>
                    <a:lnTo>
                      <a:pt x="1653" y="3285"/>
                    </a:lnTo>
                    <a:lnTo>
                      <a:pt x="1695" y="3494"/>
                    </a:lnTo>
                    <a:lnTo>
                      <a:pt x="1653" y="3599"/>
                    </a:lnTo>
                    <a:lnTo>
                      <a:pt x="1695" y="3683"/>
                    </a:lnTo>
                    <a:lnTo>
                      <a:pt x="1695" y="3913"/>
                    </a:lnTo>
                    <a:lnTo>
                      <a:pt x="1653" y="3997"/>
                    </a:lnTo>
                    <a:lnTo>
                      <a:pt x="1716" y="4143"/>
                    </a:lnTo>
                    <a:lnTo>
                      <a:pt x="1821" y="4185"/>
                    </a:lnTo>
                    <a:lnTo>
                      <a:pt x="1925" y="4394"/>
                    </a:lnTo>
                    <a:lnTo>
                      <a:pt x="1967" y="4478"/>
                    </a:lnTo>
                    <a:lnTo>
                      <a:pt x="1967" y="4603"/>
                    </a:lnTo>
                    <a:lnTo>
                      <a:pt x="1988" y="4645"/>
                    </a:lnTo>
                    <a:lnTo>
                      <a:pt x="2093" y="4645"/>
                    </a:lnTo>
                    <a:lnTo>
                      <a:pt x="2197" y="4750"/>
                    </a:lnTo>
                    <a:lnTo>
                      <a:pt x="2407" y="4750"/>
                    </a:lnTo>
                    <a:lnTo>
                      <a:pt x="2574" y="4875"/>
                    </a:lnTo>
                    <a:lnTo>
                      <a:pt x="2490" y="4938"/>
                    </a:lnTo>
                    <a:lnTo>
                      <a:pt x="2553" y="5022"/>
                    </a:lnTo>
                    <a:lnTo>
                      <a:pt x="2553" y="5189"/>
                    </a:lnTo>
                    <a:lnTo>
                      <a:pt x="2490" y="5231"/>
                    </a:lnTo>
                    <a:lnTo>
                      <a:pt x="2679" y="5378"/>
                    </a:lnTo>
                    <a:lnTo>
                      <a:pt x="2553" y="5357"/>
                    </a:lnTo>
                    <a:lnTo>
                      <a:pt x="2490" y="5378"/>
                    </a:lnTo>
                    <a:lnTo>
                      <a:pt x="2658" y="5524"/>
                    </a:lnTo>
                    <a:lnTo>
                      <a:pt x="2658" y="5587"/>
                    </a:lnTo>
                    <a:lnTo>
                      <a:pt x="2469" y="5482"/>
                    </a:lnTo>
                    <a:lnTo>
                      <a:pt x="2302" y="5482"/>
                    </a:lnTo>
                    <a:lnTo>
                      <a:pt x="2156" y="5587"/>
                    </a:lnTo>
                    <a:lnTo>
                      <a:pt x="2156" y="5691"/>
                    </a:lnTo>
                    <a:lnTo>
                      <a:pt x="2051" y="5796"/>
                    </a:lnTo>
                    <a:lnTo>
                      <a:pt x="2051" y="5880"/>
                    </a:lnTo>
                    <a:lnTo>
                      <a:pt x="1988" y="5901"/>
                    </a:lnTo>
                    <a:lnTo>
                      <a:pt x="1821" y="6089"/>
                    </a:lnTo>
                    <a:lnTo>
                      <a:pt x="1779" y="6277"/>
                    </a:lnTo>
                    <a:lnTo>
                      <a:pt x="1737" y="6298"/>
                    </a:lnTo>
                    <a:lnTo>
                      <a:pt x="1716" y="6256"/>
                    </a:lnTo>
                    <a:lnTo>
                      <a:pt x="1653" y="6256"/>
                    </a:lnTo>
                    <a:lnTo>
                      <a:pt x="1716" y="6361"/>
                    </a:lnTo>
                    <a:lnTo>
                      <a:pt x="1674" y="6445"/>
                    </a:lnTo>
                    <a:lnTo>
                      <a:pt x="1549" y="6445"/>
                    </a:lnTo>
                    <a:lnTo>
                      <a:pt x="1465" y="6549"/>
                    </a:lnTo>
                    <a:lnTo>
                      <a:pt x="1507" y="6717"/>
                    </a:lnTo>
                    <a:lnTo>
                      <a:pt x="1570" y="6759"/>
                    </a:lnTo>
                    <a:lnTo>
                      <a:pt x="1444" y="6717"/>
                    </a:lnTo>
                    <a:lnTo>
                      <a:pt x="1402" y="6654"/>
                    </a:lnTo>
                    <a:lnTo>
                      <a:pt x="1319" y="6696"/>
                    </a:lnTo>
                    <a:lnTo>
                      <a:pt x="1256" y="6821"/>
                    </a:lnTo>
                    <a:lnTo>
                      <a:pt x="1298" y="6884"/>
                    </a:lnTo>
                    <a:lnTo>
                      <a:pt x="1214" y="6842"/>
                    </a:lnTo>
                    <a:lnTo>
                      <a:pt x="1193" y="6905"/>
                    </a:lnTo>
                    <a:lnTo>
                      <a:pt x="1256" y="6968"/>
                    </a:lnTo>
                    <a:lnTo>
                      <a:pt x="1256" y="7031"/>
                    </a:lnTo>
                    <a:lnTo>
                      <a:pt x="1193" y="7114"/>
                    </a:lnTo>
                    <a:lnTo>
                      <a:pt x="1151" y="7156"/>
                    </a:lnTo>
                    <a:lnTo>
                      <a:pt x="1047" y="7219"/>
                    </a:lnTo>
                    <a:lnTo>
                      <a:pt x="1005" y="7177"/>
                    </a:lnTo>
                    <a:lnTo>
                      <a:pt x="984" y="7135"/>
                    </a:lnTo>
                    <a:lnTo>
                      <a:pt x="900" y="7114"/>
                    </a:lnTo>
                    <a:lnTo>
                      <a:pt x="817" y="7135"/>
                    </a:lnTo>
                    <a:lnTo>
                      <a:pt x="837" y="7240"/>
                    </a:lnTo>
                    <a:lnTo>
                      <a:pt x="796" y="7282"/>
                    </a:lnTo>
                    <a:lnTo>
                      <a:pt x="837" y="7386"/>
                    </a:lnTo>
                    <a:lnTo>
                      <a:pt x="796" y="7491"/>
                    </a:lnTo>
                    <a:lnTo>
                      <a:pt x="733" y="7533"/>
                    </a:lnTo>
                    <a:lnTo>
                      <a:pt x="691" y="7637"/>
                    </a:lnTo>
                    <a:lnTo>
                      <a:pt x="733" y="7742"/>
                    </a:lnTo>
                    <a:lnTo>
                      <a:pt x="775" y="7763"/>
                    </a:lnTo>
                    <a:lnTo>
                      <a:pt x="733" y="7867"/>
                    </a:lnTo>
                    <a:lnTo>
                      <a:pt x="775" y="7951"/>
                    </a:lnTo>
                    <a:lnTo>
                      <a:pt x="858" y="7909"/>
                    </a:lnTo>
                    <a:lnTo>
                      <a:pt x="900" y="7972"/>
                    </a:lnTo>
                    <a:lnTo>
                      <a:pt x="879" y="8098"/>
                    </a:lnTo>
                    <a:lnTo>
                      <a:pt x="837" y="8160"/>
                    </a:lnTo>
                    <a:lnTo>
                      <a:pt x="879" y="8265"/>
                    </a:lnTo>
                    <a:lnTo>
                      <a:pt x="837" y="8307"/>
                    </a:lnTo>
                    <a:lnTo>
                      <a:pt x="942" y="8495"/>
                    </a:lnTo>
                    <a:lnTo>
                      <a:pt x="1005" y="8537"/>
                    </a:lnTo>
                    <a:lnTo>
                      <a:pt x="942" y="8621"/>
                    </a:lnTo>
                    <a:lnTo>
                      <a:pt x="1026" y="8746"/>
                    </a:lnTo>
                    <a:lnTo>
                      <a:pt x="942" y="8788"/>
                    </a:lnTo>
                    <a:lnTo>
                      <a:pt x="984" y="8955"/>
                    </a:lnTo>
                    <a:lnTo>
                      <a:pt x="942" y="9039"/>
                    </a:lnTo>
                    <a:lnTo>
                      <a:pt x="942" y="9269"/>
                    </a:lnTo>
                    <a:lnTo>
                      <a:pt x="1005" y="9353"/>
                    </a:lnTo>
                    <a:lnTo>
                      <a:pt x="942" y="9479"/>
                    </a:lnTo>
                    <a:lnTo>
                      <a:pt x="942" y="9562"/>
                    </a:lnTo>
                    <a:lnTo>
                      <a:pt x="1005" y="9625"/>
                    </a:lnTo>
                    <a:lnTo>
                      <a:pt x="1151" y="9541"/>
                    </a:lnTo>
                    <a:lnTo>
                      <a:pt x="1214" y="9583"/>
                    </a:lnTo>
                    <a:lnTo>
                      <a:pt x="1235" y="9520"/>
                    </a:lnTo>
                    <a:lnTo>
                      <a:pt x="1361" y="9646"/>
                    </a:lnTo>
                    <a:lnTo>
                      <a:pt x="1444" y="9625"/>
                    </a:lnTo>
                    <a:lnTo>
                      <a:pt x="1528" y="9688"/>
                    </a:lnTo>
                    <a:lnTo>
                      <a:pt x="1674" y="9667"/>
                    </a:lnTo>
                    <a:lnTo>
                      <a:pt x="1737" y="9688"/>
                    </a:lnTo>
                    <a:lnTo>
                      <a:pt x="1674" y="9772"/>
                    </a:lnTo>
                    <a:lnTo>
                      <a:pt x="1737" y="9772"/>
                    </a:lnTo>
                    <a:lnTo>
                      <a:pt x="1863" y="9667"/>
                    </a:lnTo>
                    <a:lnTo>
                      <a:pt x="1863" y="9751"/>
                    </a:lnTo>
                    <a:lnTo>
                      <a:pt x="1779" y="9855"/>
                    </a:lnTo>
                    <a:lnTo>
                      <a:pt x="1946" y="10064"/>
                    </a:lnTo>
                    <a:lnTo>
                      <a:pt x="1967" y="10148"/>
                    </a:lnTo>
                    <a:lnTo>
                      <a:pt x="1946" y="10274"/>
                    </a:lnTo>
                    <a:lnTo>
                      <a:pt x="1967" y="10295"/>
                    </a:lnTo>
                    <a:lnTo>
                      <a:pt x="2030" y="10148"/>
                    </a:lnTo>
                    <a:lnTo>
                      <a:pt x="2114" y="10106"/>
                    </a:lnTo>
                    <a:lnTo>
                      <a:pt x="2135" y="10190"/>
                    </a:lnTo>
                    <a:lnTo>
                      <a:pt x="2239" y="10148"/>
                    </a:lnTo>
                    <a:lnTo>
                      <a:pt x="2323" y="10148"/>
                    </a:lnTo>
                    <a:lnTo>
                      <a:pt x="2490" y="10002"/>
                    </a:lnTo>
                    <a:lnTo>
                      <a:pt x="2595" y="10002"/>
                    </a:lnTo>
                    <a:lnTo>
                      <a:pt x="2825" y="9855"/>
                    </a:lnTo>
                    <a:lnTo>
                      <a:pt x="2867" y="9792"/>
                    </a:lnTo>
                    <a:lnTo>
                      <a:pt x="3014" y="9855"/>
                    </a:lnTo>
                    <a:lnTo>
                      <a:pt x="3118" y="9834"/>
                    </a:lnTo>
                    <a:lnTo>
                      <a:pt x="3223" y="9688"/>
                    </a:lnTo>
                    <a:lnTo>
                      <a:pt x="3244" y="9751"/>
                    </a:lnTo>
                    <a:lnTo>
                      <a:pt x="3202" y="9855"/>
                    </a:lnTo>
                    <a:lnTo>
                      <a:pt x="3244" y="9876"/>
                    </a:lnTo>
                    <a:lnTo>
                      <a:pt x="3306" y="9751"/>
                    </a:lnTo>
                    <a:lnTo>
                      <a:pt x="3348" y="9772"/>
                    </a:lnTo>
                    <a:lnTo>
                      <a:pt x="3306" y="9646"/>
                    </a:lnTo>
                    <a:lnTo>
                      <a:pt x="3348" y="9583"/>
                    </a:lnTo>
                    <a:lnTo>
                      <a:pt x="3411" y="9688"/>
                    </a:lnTo>
                    <a:lnTo>
                      <a:pt x="3453" y="9688"/>
                    </a:lnTo>
                    <a:lnTo>
                      <a:pt x="3495" y="9625"/>
                    </a:lnTo>
                    <a:lnTo>
                      <a:pt x="3537" y="9751"/>
                    </a:lnTo>
                    <a:lnTo>
                      <a:pt x="3620" y="9730"/>
                    </a:lnTo>
                    <a:lnTo>
                      <a:pt x="3620" y="9646"/>
                    </a:lnTo>
                    <a:lnTo>
                      <a:pt x="3662" y="9667"/>
                    </a:lnTo>
                    <a:lnTo>
                      <a:pt x="3704" y="9730"/>
                    </a:lnTo>
                    <a:lnTo>
                      <a:pt x="3767" y="9646"/>
                    </a:lnTo>
                    <a:lnTo>
                      <a:pt x="3934" y="9625"/>
                    </a:lnTo>
                    <a:lnTo>
                      <a:pt x="4018" y="9688"/>
                    </a:lnTo>
                    <a:lnTo>
                      <a:pt x="4206" y="9667"/>
                    </a:lnTo>
                    <a:lnTo>
                      <a:pt x="4206" y="9625"/>
                    </a:lnTo>
                    <a:lnTo>
                      <a:pt x="4143" y="9562"/>
                    </a:lnTo>
                    <a:lnTo>
                      <a:pt x="4206" y="9541"/>
                    </a:lnTo>
                    <a:lnTo>
                      <a:pt x="4269" y="9562"/>
                    </a:lnTo>
                    <a:lnTo>
                      <a:pt x="4311" y="9646"/>
                    </a:lnTo>
                    <a:lnTo>
                      <a:pt x="4415" y="9667"/>
                    </a:lnTo>
                    <a:lnTo>
                      <a:pt x="4457" y="9562"/>
                    </a:lnTo>
                    <a:lnTo>
                      <a:pt x="4436" y="9416"/>
                    </a:lnTo>
                    <a:lnTo>
                      <a:pt x="4687" y="9144"/>
                    </a:lnTo>
                    <a:lnTo>
                      <a:pt x="4876" y="9123"/>
                    </a:lnTo>
                    <a:lnTo>
                      <a:pt x="5043" y="8872"/>
                    </a:lnTo>
                    <a:lnTo>
                      <a:pt x="5190" y="8621"/>
                    </a:lnTo>
                    <a:lnTo>
                      <a:pt x="5315" y="8349"/>
                    </a:lnTo>
                    <a:lnTo>
                      <a:pt x="5566" y="7951"/>
                    </a:lnTo>
                    <a:lnTo>
                      <a:pt x="5713" y="7533"/>
                    </a:lnTo>
                    <a:lnTo>
                      <a:pt x="5692" y="7344"/>
                    </a:lnTo>
                    <a:lnTo>
                      <a:pt x="5420" y="7051"/>
                    </a:lnTo>
                    <a:lnTo>
                      <a:pt x="5273" y="7010"/>
                    </a:lnTo>
                    <a:lnTo>
                      <a:pt x="5001" y="6633"/>
                    </a:lnTo>
                    <a:lnTo>
                      <a:pt x="5064" y="6466"/>
                    </a:lnTo>
                    <a:lnTo>
                      <a:pt x="5169" y="6298"/>
                    </a:lnTo>
                    <a:lnTo>
                      <a:pt x="5169" y="6110"/>
                    </a:lnTo>
                    <a:lnTo>
                      <a:pt x="4980" y="5984"/>
                    </a:lnTo>
                    <a:lnTo>
                      <a:pt x="4938" y="5859"/>
                    </a:lnTo>
                    <a:lnTo>
                      <a:pt x="4938" y="5650"/>
                    </a:lnTo>
                    <a:lnTo>
                      <a:pt x="4980" y="5587"/>
                    </a:lnTo>
                    <a:lnTo>
                      <a:pt x="4938" y="5482"/>
                    </a:lnTo>
                    <a:lnTo>
                      <a:pt x="4792" y="5461"/>
                    </a:lnTo>
                    <a:lnTo>
                      <a:pt x="4729" y="5357"/>
                    </a:lnTo>
                    <a:lnTo>
                      <a:pt x="4729" y="5168"/>
                    </a:lnTo>
                    <a:lnTo>
                      <a:pt x="4792" y="5064"/>
                    </a:lnTo>
                    <a:lnTo>
                      <a:pt x="4687" y="5043"/>
                    </a:lnTo>
                    <a:lnTo>
                      <a:pt x="4687" y="4938"/>
                    </a:lnTo>
                    <a:lnTo>
                      <a:pt x="4729" y="4582"/>
                    </a:lnTo>
                    <a:lnTo>
                      <a:pt x="4834" y="4541"/>
                    </a:lnTo>
                    <a:lnTo>
                      <a:pt x="4562" y="3955"/>
                    </a:lnTo>
                    <a:lnTo>
                      <a:pt x="4332" y="3494"/>
                    </a:lnTo>
                    <a:lnTo>
                      <a:pt x="4269" y="3348"/>
                    </a:lnTo>
                    <a:lnTo>
                      <a:pt x="4143" y="3181"/>
                    </a:lnTo>
                    <a:lnTo>
                      <a:pt x="4248" y="2929"/>
                    </a:lnTo>
                    <a:lnTo>
                      <a:pt x="4353" y="2741"/>
                    </a:lnTo>
                    <a:lnTo>
                      <a:pt x="4415" y="2553"/>
                    </a:lnTo>
                    <a:lnTo>
                      <a:pt x="4332" y="2490"/>
                    </a:lnTo>
                    <a:lnTo>
                      <a:pt x="4060" y="2323"/>
                    </a:lnTo>
                    <a:lnTo>
                      <a:pt x="4018" y="2218"/>
                    </a:lnTo>
                    <a:lnTo>
                      <a:pt x="3934" y="2093"/>
                    </a:lnTo>
                    <a:lnTo>
                      <a:pt x="3767" y="2009"/>
                    </a:lnTo>
                    <a:lnTo>
                      <a:pt x="3704" y="2009"/>
                    </a:lnTo>
                    <a:lnTo>
                      <a:pt x="3599" y="1758"/>
                    </a:lnTo>
                    <a:lnTo>
                      <a:pt x="3516" y="1653"/>
                    </a:lnTo>
                    <a:lnTo>
                      <a:pt x="3558" y="1465"/>
                    </a:lnTo>
                    <a:lnTo>
                      <a:pt x="3599" y="1297"/>
                    </a:lnTo>
                    <a:lnTo>
                      <a:pt x="3495" y="1277"/>
                    </a:lnTo>
                    <a:lnTo>
                      <a:pt x="3599" y="1235"/>
                    </a:lnTo>
                    <a:lnTo>
                      <a:pt x="3746" y="1172"/>
                    </a:lnTo>
                    <a:lnTo>
                      <a:pt x="3725" y="942"/>
                    </a:lnTo>
                    <a:lnTo>
                      <a:pt x="3830" y="774"/>
                    </a:lnTo>
                    <a:lnTo>
                      <a:pt x="3850" y="649"/>
                    </a:lnTo>
                    <a:lnTo>
                      <a:pt x="3746" y="523"/>
                    </a:lnTo>
                    <a:lnTo>
                      <a:pt x="3725" y="419"/>
                    </a:lnTo>
                    <a:lnTo>
                      <a:pt x="3537" y="398"/>
                    </a:lnTo>
                    <a:lnTo>
                      <a:pt x="3411" y="335"/>
                    </a:lnTo>
                    <a:lnTo>
                      <a:pt x="3327" y="251"/>
                    </a:lnTo>
                    <a:lnTo>
                      <a:pt x="3202" y="84"/>
                    </a:lnTo>
                    <a:lnTo>
                      <a:pt x="309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62" name="Google Shape;2162;p45"/>
            <p:cNvGrpSpPr/>
            <p:nvPr/>
          </p:nvGrpSpPr>
          <p:grpSpPr>
            <a:xfrm>
              <a:off x="2654821" y="2414345"/>
              <a:ext cx="667570" cy="558731"/>
              <a:chOff x="1397225" y="1637375"/>
              <a:chExt cx="1401575" cy="1228250"/>
            </a:xfrm>
          </p:grpSpPr>
          <p:sp>
            <p:nvSpPr>
              <p:cNvPr id="2163" name="Google Shape;2163;p45"/>
              <p:cNvSpPr/>
              <p:nvPr/>
            </p:nvSpPr>
            <p:spPr>
              <a:xfrm>
                <a:off x="2050925" y="2362200"/>
                <a:ext cx="747875" cy="497225"/>
              </a:xfrm>
              <a:custGeom>
                <a:avLst/>
                <a:gdLst/>
                <a:ahLst/>
                <a:cxnLst/>
                <a:rect l="l" t="t" r="r" b="b"/>
                <a:pathLst>
                  <a:path w="29915" h="19889" extrusionOk="0">
                    <a:moveTo>
                      <a:pt x="107" y="1186"/>
                    </a:moveTo>
                    <a:lnTo>
                      <a:pt x="0" y="0"/>
                    </a:lnTo>
                    <a:lnTo>
                      <a:pt x="15577" y="1563"/>
                    </a:lnTo>
                    <a:lnTo>
                      <a:pt x="26519" y="5336"/>
                    </a:lnTo>
                    <a:lnTo>
                      <a:pt x="27435" y="5444"/>
                    </a:lnTo>
                    <a:lnTo>
                      <a:pt x="28783" y="4420"/>
                    </a:lnTo>
                    <a:lnTo>
                      <a:pt x="29753" y="4527"/>
                    </a:lnTo>
                    <a:lnTo>
                      <a:pt x="29915" y="6198"/>
                    </a:lnTo>
                    <a:lnTo>
                      <a:pt x="26465" y="6899"/>
                    </a:lnTo>
                    <a:lnTo>
                      <a:pt x="11157" y="16062"/>
                    </a:lnTo>
                    <a:lnTo>
                      <a:pt x="10295" y="18649"/>
                    </a:lnTo>
                    <a:lnTo>
                      <a:pt x="10295" y="19889"/>
                    </a:lnTo>
                    <a:lnTo>
                      <a:pt x="2803" y="15846"/>
                    </a:lnTo>
                    <a:lnTo>
                      <a:pt x="1347" y="14876"/>
                    </a:lnTo>
                    <a:lnTo>
                      <a:pt x="0" y="14607"/>
                    </a:lnTo>
                    <a:lnTo>
                      <a:pt x="916" y="11642"/>
                    </a:lnTo>
                    <a:lnTo>
                      <a:pt x="1725" y="388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grpSp>
            <p:nvGrpSpPr>
              <p:cNvPr id="2164" name="Google Shape;2164;p45"/>
              <p:cNvGrpSpPr/>
              <p:nvPr/>
            </p:nvGrpSpPr>
            <p:grpSpPr>
              <a:xfrm>
                <a:off x="1397225" y="1637375"/>
                <a:ext cx="1398775" cy="1228250"/>
                <a:chOff x="1397225" y="1637375"/>
                <a:chExt cx="1398775" cy="1228250"/>
              </a:xfrm>
            </p:grpSpPr>
            <p:sp>
              <p:nvSpPr>
                <p:cNvPr id="2165" name="Google Shape;2165;p45"/>
                <p:cNvSpPr/>
                <p:nvPr/>
              </p:nvSpPr>
              <p:spPr>
                <a:xfrm>
                  <a:off x="1397225" y="1637375"/>
                  <a:ext cx="692600" cy="594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04" h="23770" extrusionOk="0">
                      <a:moveTo>
                        <a:pt x="14864" y="15547"/>
                      </a:moveTo>
                      <a:lnTo>
                        <a:pt x="14836" y="15589"/>
                      </a:lnTo>
                      <a:lnTo>
                        <a:pt x="14836" y="15568"/>
                      </a:lnTo>
                      <a:lnTo>
                        <a:pt x="14864" y="15547"/>
                      </a:lnTo>
                      <a:close/>
                      <a:moveTo>
                        <a:pt x="19460" y="16760"/>
                      </a:moveTo>
                      <a:lnTo>
                        <a:pt x="19523" y="16823"/>
                      </a:lnTo>
                      <a:lnTo>
                        <a:pt x="19460" y="16844"/>
                      </a:lnTo>
                      <a:lnTo>
                        <a:pt x="19460" y="16760"/>
                      </a:lnTo>
                      <a:close/>
                      <a:moveTo>
                        <a:pt x="23686" y="18497"/>
                      </a:moveTo>
                      <a:lnTo>
                        <a:pt x="23624" y="18644"/>
                      </a:lnTo>
                      <a:lnTo>
                        <a:pt x="23561" y="18853"/>
                      </a:lnTo>
                      <a:lnTo>
                        <a:pt x="23582" y="19020"/>
                      </a:lnTo>
                      <a:lnTo>
                        <a:pt x="23477" y="19229"/>
                      </a:lnTo>
                      <a:lnTo>
                        <a:pt x="23477" y="19355"/>
                      </a:lnTo>
                      <a:lnTo>
                        <a:pt x="23519" y="19439"/>
                      </a:lnTo>
                      <a:lnTo>
                        <a:pt x="23393" y="19355"/>
                      </a:lnTo>
                      <a:lnTo>
                        <a:pt x="23393" y="19543"/>
                      </a:lnTo>
                      <a:lnTo>
                        <a:pt x="23393" y="19564"/>
                      </a:lnTo>
                      <a:cubicBezTo>
                        <a:pt x="23352" y="19648"/>
                        <a:pt x="23310" y="19753"/>
                        <a:pt x="23310" y="19836"/>
                      </a:cubicBezTo>
                      <a:lnTo>
                        <a:pt x="23310" y="19962"/>
                      </a:lnTo>
                      <a:lnTo>
                        <a:pt x="23289" y="19941"/>
                      </a:lnTo>
                      <a:lnTo>
                        <a:pt x="23289" y="19836"/>
                      </a:lnTo>
                      <a:lnTo>
                        <a:pt x="23258" y="19791"/>
                      </a:lnTo>
                      <a:lnTo>
                        <a:pt x="23268" y="19773"/>
                      </a:lnTo>
                      <a:lnTo>
                        <a:pt x="23268" y="19627"/>
                      </a:lnTo>
                      <a:lnTo>
                        <a:pt x="23331" y="19543"/>
                      </a:lnTo>
                      <a:lnTo>
                        <a:pt x="23352" y="19250"/>
                      </a:lnTo>
                      <a:lnTo>
                        <a:pt x="23435" y="19020"/>
                      </a:lnTo>
                      <a:lnTo>
                        <a:pt x="23435" y="18790"/>
                      </a:lnTo>
                      <a:lnTo>
                        <a:pt x="23414" y="18623"/>
                      </a:lnTo>
                      <a:lnTo>
                        <a:pt x="23352" y="18539"/>
                      </a:lnTo>
                      <a:lnTo>
                        <a:pt x="23352" y="18518"/>
                      </a:lnTo>
                      <a:lnTo>
                        <a:pt x="23414" y="18539"/>
                      </a:lnTo>
                      <a:lnTo>
                        <a:pt x="23456" y="18685"/>
                      </a:lnTo>
                      <a:lnTo>
                        <a:pt x="23519" y="18706"/>
                      </a:lnTo>
                      <a:lnTo>
                        <a:pt x="23561" y="18581"/>
                      </a:lnTo>
                      <a:lnTo>
                        <a:pt x="23686" y="18497"/>
                      </a:lnTo>
                      <a:close/>
                      <a:moveTo>
                        <a:pt x="23204" y="19889"/>
                      </a:moveTo>
                      <a:lnTo>
                        <a:pt x="23184" y="19941"/>
                      </a:lnTo>
                      <a:lnTo>
                        <a:pt x="23142" y="20297"/>
                      </a:lnTo>
                      <a:lnTo>
                        <a:pt x="23038" y="20464"/>
                      </a:lnTo>
                      <a:lnTo>
                        <a:pt x="23017" y="20631"/>
                      </a:lnTo>
                      <a:lnTo>
                        <a:pt x="23121" y="20694"/>
                      </a:lnTo>
                      <a:lnTo>
                        <a:pt x="23080" y="20778"/>
                      </a:lnTo>
                      <a:lnTo>
                        <a:pt x="23121" y="20841"/>
                      </a:lnTo>
                      <a:lnTo>
                        <a:pt x="22996" y="20841"/>
                      </a:lnTo>
                      <a:lnTo>
                        <a:pt x="22912" y="20924"/>
                      </a:lnTo>
                      <a:lnTo>
                        <a:pt x="22912" y="21050"/>
                      </a:lnTo>
                      <a:cubicBezTo>
                        <a:pt x="22891" y="21050"/>
                        <a:pt x="22870" y="21092"/>
                        <a:pt x="22870" y="21134"/>
                      </a:cubicBezTo>
                      <a:lnTo>
                        <a:pt x="22870" y="21154"/>
                      </a:lnTo>
                      <a:lnTo>
                        <a:pt x="22847" y="21178"/>
                      </a:lnTo>
                      <a:lnTo>
                        <a:pt x="22847" y="21178"/>
                      </a:lnTo>
                      <a:lnTo>
                        <a:pt x="22849" y="21154"/>
                      </a:lnTo>
                      <a:lnTo>
                        <a:pt x="22849" y="20945"/>
                      </a:lnTo>
                      <a:lnTo>
                        <a:pt x="22828" y="20882"/>
                      </a:lnTo>
                      <a:cubicBezTo>
                        <a:pt x="22828" y="20820"/>
                        <a:pt x="22849" y="20778"/>
                        <a:pt x="22849" y="20736"/>
                      </a:cubicBezTo>
                      <a:lnTo>
                        <a:pt x="22891" y="20778"/>
                      </a:lnTo>
                      <a:lnTo>
                        <a:pt x="22954" y="20778"/>
                      </a:lnTo>
                      <a:lnTo>
                        <a:pt x="22954" y="20610"/>
                      </a:lnTo>
                      <a:lnTo>
                        <a:pt x="23017" y="20569"/>
                      </a:lnTo>
                      <a:lnTo>
                        <a:pt x="22954" y="20485"/>
                      </a:lnTo>
                      <a:lnTo>
                        <a:pt x="22828" y="20464"/>
                      </a:lnTo>
                      <a:lnTo>
                        <a:pt x="22828" y="20380"/>
                      </a:lnTo>
                      <a:lnTo>
                        <a:pt x="22703" y="20150"/>
                      </a:lnTo>
                      <a:lnTo>
                        <a:pt x="22703" y="20108"/>
                      </a:lnTo>
                      <a:lnTo>
                        <a:pt x="22828" y="20255"/>
                      </a:lnTo>
                      <a:lnTo>
                        <a:pt x="22912" y="20380"/>
                      </a:lnTo>
                      <a:lnTo>
                        <a:pt x="22996" y="20401"/>
                      </a:lnTo>
                      <a:lnTo>
                        <a:pt x="23038" y="20359"/>
                      </a:lnTo>
                      <a:lnTo>
                        <a:pt x="23017" y="20276"/>
                      </a:lnTo>
                      <a:lnTo>
                        <a:pt x="23121" y="20255"/>
                      </a:lnTo>
                      <a:lnTo>
                        <a:pt x="23121" y="20171"/>
                      </a:lnTo>
                      <a:lnTo>
                        <a:pt x="23059" y="20108"/>
                      </a:lnTo>
                      <a:cubicBezTo>
                        <a:pt x="23101" y="20066"/>
                        <a:pt x="23121" y="19983"/>
                        <a:pt x="23142" y="19941"/>
                      </a:cubicBezTo>
                      <a:lnTo>
                        <a:pt x="23163" y="19962"/>
                      </a:lnTo>
                      <a:lnTo>
                        <a:pt x="23204" y="19889"/>
                      </a:lnTo>
                      <a:close/>
                      <a:moveTo>
                        <a:pt x="23519" y="19836"/>
                      </a:moveTo>
                      <a:lnTo>
                        <a:pt x="23540" y="19962"/>
                      </a:lnTo>
                      <a:lnTo>
                        <a:pt x="23582" y="19962"/>
                      </a:lnTo>
                      <a:lnTo>
                        <a:pt x="23582" y="20087"/>
                      </a:lnTo>
                      <a:lnTo>
                        <a:pt x="23665" y="20171"/>
                      </a:lnTo>
                      <a:lnTo>
                        <a:pt x="23728" y="20108"/>
                      </a:lnTo>
                      <a:lnTo>
                        <a:pt x="23770" y="20150"/>
                      </a:lnTo>
                      <a:lnTo>
                        <a:pt x="23875" y="20087"/>
                      </a:lnTo>
                      <a:lnTo>
                        <a:pt x="24021" y="20087"/>
                      </a:lnTo>
                      <a:lnTo>
                        <a:pt x="24021" y="20108"/>
                      </a:lnTo>
                      <a:lnTo>
                        <a:pt x="23854" y="20213"/>
                      </a:lnTo>
                      <a:lnTo>
                        <a:pt x="23812" y="20255"/>
                      </a:lnTo>
                      <a:lnTo>
                        <a:pt x="23812" y="20297"/>
                      </a:lnTo>
                      <a:lnTo>
                        <a:pt x="23875" y="20359"/>
                      </a:lnTo>
                      <a:lnTo>
                        <a:pt x="23854" y="20401"/>
                      </a:lnTo>
                      <a:lnTo>
                        <a:pt x="23770" y="20401"/>
                      </a:lnTo>
                      <a:lnTo>
                        <a:pt x="23770" y="20464"/>
                      </a:lnTo>
                      <a:lnTo>
                        <a:pt x="23854" y="20590"/>
                      </a:lnTo>
                      <a:lnTo>
                        <a:pt x="23854" y="20694"/>
                      </a:lnTo>
                      <a:lnTo>
                        <a:pt x="23812" y="20715"/>
                      </a:lnTo>
                      <a:lnTo>
                        <a:pt x="23728" y="20631"/>
                      </a:lnTo>
                      <a:lnTo>
                        <a:pt x="23665" y="20548"/>
                      </a:lnTo>
                      <a:lnTo>
                        <a:pt x="23645" y="20610"/>
                      </a:lnTo>
                      <a:lnTo>
                        <a:pt x="23665" y="20694"/>
                      </a:lnTo>
                      <a:lnTo>
                        <a:pt x="23624" y="20757"/>
                      </a:lnTo>
                      <a:lnTo>
                        <a:pt x="23624" y="20903"/>
                      </a:lnTo>
                      <a:lnTo>
                        <a:pt x="23645" y="20924"/>
                      </a:lnTo>
                      <a:cubicBezTo>
                        <a:pt x="23629" y="20919"/>
                        <a:pt x="23614" y="20916"/>
                        <a:pt x="23601" y="20916"/>
                      </a:cubicBezTo>
                      <a:cubicBezTo>
                        <a:pt x="23562" y="20916"/>
                        <a:pt x="23535" y="20940"/>
                        <a:pt x="23519" y="20987"/>
                      </a:cubicBezTo>
                      <a:cubicBezTo>
                        <a:pt x="23456" y="21071"/>
                        <a:pt x="23414" y="21154"/>
                        <a:pt x="23373" y="21259"/>
                      </a:cubicBezTo>
                      <a:lnTo>
                        <a:pt x="23268" y="21154"/>
                      </a:lnTo>
                      <a:lnTo>
                        <a:pt x="23121" y="21154"/>
                      </a:lnTo>
                      <a:lnTo>
                        <a:pt x="23121" y="21238"/>
                      </a:lnTo>
                      <a:lnTo>
                        <a:pt x="23163" y="21322"/>
                      </a:lnTo>
                      <a:lnTo>
                        <a:pt x="23142" y="21426"/>
                      </a:lnTo>
                      <a:lnTo>
                        <a:pt x="23247" y="21468"/>
                      </a:lnTo>
                      <a:lnTo>
                        <a:pt x="23205" y="21552"/>
                      </a:lnTo>
                      <a:lnTo>
                        <a:pt x="23121" y="21552"/>
                      </a:lnTo>
                      <a:lnTo>
                        <a:pt x="23101" y="21531"/>
                      </a:lnTo>
                      <a:lnTo>
                        <a:pt x="23038" y="21615"/>
                      </a:lnTo>
                      <a:lnTo>
                        <a:pt x="23038" y="21531"/>
                      </a:lnTo>
                      <a:lnTo>
                        <a:pt x="23101" y="21447"/>
                      </a:lnTo>
                      <a:lnTo>
                        <a:pt x="22996" y="21322"/>
                      </a:lnTo>
                      <a:cubicBezTo>
                        <a:pt x="22996" y="21259"/>
                        <a:pt x="22996" y="21196"/>
                        <a:pt x="23017" y="21134"/>
                      </a:cubicBezTo>
                      <a:lnTo>
                        <a:pt x="23163" y="21050"/>
                      </a:lnTo>
                      <a:lnTo>
                        <a:pt x="23205" y="20882"/>
                      </a:lnTo>
                      <a:lnTo>
                        <a:pt x="23268" y="20903"/>
                      </a:lnTo>
                      <a:lnTo>
                        <a:pt x="23331" y="20841"/>
                      </a:lnTo>
                      <a:lnTo>
                        <a:pt x="23331" y="20736"/>
                      </a:lnTo>
                      <a:lnTo>
                        <a:pt x="23352" y="20673"/>
                      </a:lnTo>
                      <a:lnTo>
                        <a:pt x="23352" y="20276"/>
                      </a:lnTo>
                      <a:lnTo>
                        <a:pt x="23373" y="20171"/>
                      </a:lnTo>
                      <a:lnTo>
                        <a:pt x="23435" y="20401"/>
                      </a:lnTo>
                      <a:lnTo>
                        <a:pt x="23414" y="20673"/>
                      </a:lnTo>
                      <a:lnTo>
                        <a:pt x="23456" y="20694"/>
                      </a:lnTo>
                      <a:lnTo>
                        <a:pt x="23540" y="20527"/>
                      </a:lnTo>
                      <a:lnTo>
                        <a:pt x="23519" y="20108"/>
                      </a:lnTo>
                      <a:lnTo>
                        <a:pt x="23435" y="20004"/>
                      </a:lnTo>
                      <a:cubicBezTo>
                        <a:pt x="23456" y="19983"/>
                        <a:pt x="23456" y="19941"/>
                        <a:pt x="23498" y="19899"/>
                      </a:cubicBezTo>
                      <a:cubicBezTo>
                        <a:pt x="23519" y="19878"/>
                        <a:pt x="23519" y="19857"/>
                        <a:pt x="23519" y="19836"/>
                      </a:cubicBezTo>
                      <a:close/>
                      <a:moveTo>
                        <a:pt x="22808" y="1"/>
                      </a:moveTo>
                      <a:lnTo>
                        <a:pt x="22598" y="105"/>
                      </a:lnTo>
                      <a:lnTo>
                        <a:pt x="22556" y="168"/>
                      </a:lnTo>
                      <a:lnTo>
                        <a:pt x="22389" y="168"/>
                      </a:lnTo>
                      <a:lnTo>
                        <a:pt x="22264" y="231"/>
                      </a:lnTo>
                      <a:lnTo>
                        <a:pt x="22033" y="440"/>
                      </a:lnTo>
                      <a:lnTo>
                        <a:pt x="21866" y="503"/>
                      </a:lnTo>
                      <a:lnTo>
                        <a:pt x="21615" y="503"/>
                      </a:lnTo>
                      <a:lnTo>
                        <a:pt x="21448" y="398"/>
                      </a:lnTo>
                      <a:lnTo>
                        <a:pt x="21406" y="335"/>
                      </a:lnTo>
                      <a:lnTo>
                        <a:pt x="21406" y="398"/>
                      </a:lnTo>
                      <a:lnTo>
                        <a:pt x="21322" y="398"/>
                      </a:lnTo>
                      <a:lnTo>
                        <a:pt x="21217" y="294"/>
                      </a:lnTo>
                      <a:lnTo>
                        <a:pt x="21113" y="335"/>
                      </a:lnTo>
                      <a:lnTo>
                        <a:pt x="21092" y="419"/>
                      </a:lnTo>
                      <a:lnTo>
                        <a:pt x="21029" y="419"/>
                      </a:lnTo>
                      <a:lnTo>
                        <a:pt x="21008" y="335"/>
                      </a:lnTo>
                      <a:lnTo>
                        <a:pt x="21029" y="273"/>
                      </a:lnTo>
                      <a:lnTo>
                        <a:pt x="21134" y="210"/>
                      </a:lnTo>
                      <a:lnTo>
                        <a:pt x="21092" y="168"/>
                      </a:lnTo>
                      <a:lnTo>
                        <a:pt x="20945" y="210"/>
                      </a:lnTo>
                      <a:lnTo>
                        <a:pt x="20736" y="315"/>
                      </a:lnTo>
                      <a:lnTo>
                        <a:pt x="20590" y="398"/>
                      </a:lnTo>
                      <a:lnTo>
                        <a:pt x="20527" y="524"/>
                      </a:lnTo>
                      <a:lnTo>
                        <a:pt x="20569" y="628"/>
                      </a:lnTo>
                      <a:lnTo>
                        <a:pt x="20694" y="649"/>
                      </a:lnTo>
                      <a:lnTo>
                        <a:pt x="20611" y="733"/>
                      </a:lnTo>
                      <a:lnTo>
                        <a:pt x="20255" y="733"/>
                      </a:lnTo>
                      <a:lnTo>
                        <a:pt x="20088" y="859"/>
                      </a:lnTo>
                      <a:lnTo>
                        <a:pt x="19983" y="1131"/>
                      </a:lnTo>
                      <a:lnTo>
                        <a:pt x="19941" y="1319"/>
                      </a:lnTo>
                      <a:lnTo>
                        <a:pt x="19878" y="1319"/>
                      </a:lnTo>
                      <a:lnTo>
                        <a:pt x="19857" y="1256"/>
                      </a:lnTo>
                      <a:lnTo>
                        <a:pt x="19878" y="1068"/>
                      </a:lnTo>
                      <a:lnTo>
                        <a:pt x="20025" y="817"/>
                      </a:lnTo>
                      <a:lnTo>
                        <a:pt x="20025" y="733"/>
                      </a:lnTo>
                      <a:lnTo>
                        <a:pt x="19983" y="733"/>
                      </a:lnTo>
                      <a:lnTo>
                        <a:pt x="19732" y="1047"/>
                      </a:lnTo>
                      <a:lnTo>
                        <a:pt x="19585" y="1047"/>
                      </a:lnTo>
                      <a:lnTo>
                        <a:pt x="19523" y="1026"/>
                      </a:lnTo>
                      <a:lnTo>
                        <a:pt x="19439" y="921"/>
                      </a:lnTo>
                      <a:lnTo>
                        <a:pt x="19313" y="900"/>
                      </a:lnTo>
                      <a:lnTo>
                        <a:pt x="19230" y="900"/>
                      </a:lnTo>
                      <a:lnTo>
                        <a:pt x="19230" y="942"/>
                      </a:lnTo>
                      <a:lnTo>
                        <a:pt x="19418" y="1026"/>
                      </a:lnTo>
                      <a:lnTo>
                        <a:pt x="19460" y="1110"/>
                      </a:lnTo>
                      <a:lnTo>
                        <a:pt x="19418" y="1131"/>
                      </a:lnTo>
                      <a:lnTo>
                        <a:pt x="19251" y="1068"/>
                      </a:lnTo>
                      <a:lnTo>
                        <a:pt x="19062" y="1047"/>
                      </a:lnTo>
                      <a:lnTo>
                        <a:pt x="18832" y="1151"/>
                      </a:lnTo>
                      <a:lnTo>
                        <a:pt x="18539" y="1423"/>
                      </a:lnTo>
                      <a:lnTo>
                        <a:pt x="18204" y="1570"/>
                      </a:lnTo>
                      <a:lnTo>
                        <a:pt x="17974" y="1758"/>
                      </a:lnTo>
                      <a:lnTo>
                        <a:pt x="17744" y="1967"/>
                      </a:lnTo>
                      <a:lnTo>
                        <a:pt x="17451" y="2219"/>
                      </a:lnTo>
                      <a:lnTo>
                        <a:pt x="17263" y="2302"/>
                      </a:lnTo>
                      <a:lnTo>
                        <a:pt x="17158" y="2323"/>
                      </a:lnTo>
                      <a:lnTo>
                        <a:pt x="17012" y="2428"/>
                      </a:lnTo>
                      <a:lnTo>
                        <a:pt x="16865" y="2428"/>
                      </a:lnTo>
                      <a:lnTo>
                        <a:pt x="16698" y="2574"/>
                      </a:lnTo>
                      <a:lnTo>
                        <a:pt x="16510" y="2574"/>
                      </a:lnTo>
                      <a:lnTo>
                        <a:pt x="16426" y="2491"/>
                      </a:lnTo>
                      <a:lnTo>
                        <a:pt x="16238" y="2470"/>
                      </a:lnTo>
                      <a:lnTo>
                        <a:pt x="16091" y="2365"/>
                      </a:lnTo>
                      <a:lnTo>
                        <a:pt x="15986" y="2302"/>
                      </a:lnTo>
                      <a:lnTo>
                        <a:pt x="15798" y="2219"/>
                      </a:lnTo>
                      <a:lnTo>
                        <a:pt x="15714" y="2260"/>
                      </a:lnTo>
                      <a:lnTo>
                        <a:pt x="15589" y="2386"/>
                      </a:lnTo>
                      <a:lnTo>
                        <a:pt x="15380" y="2595"/>
                      </a:lnTo>
                      <a:lnTo>
                        <a:pt x="15338" y="2721"/>
                      </a:lnTo>
                      <a:lnTo>
                        <a:pt x="15233" y="2825"/>
                      </a:lnTo>
                      <a:lnTo>
                        <a:pt x="15170" y="2951"/>
                      </a:lnTo>
                      <a:lnTo>
                        <a:pt x="15087" y="2951"/>
                      </a:lnTo>
                      <a:lnTo>
                        <a:pt x="15024" y="2909"/>
                      </a:lnTo>
                      <a:lnTo>
                        <a:pt x="14940" y="2951"/>
                      </a:lnTo>
                      <a:lnTo>
                        <a:pt x="15045" y="3202"/>
                      </a:lnTo>
                      <a:lnTo>
                        <a:pt x="15170" y="3683"/>
                      </a:lnTo>
                      <a:lnTo>
                        <a:pt x="15296" y="4081"/>
                      </a:lnTo>
                      <a:lnTo>
                        <a:pt x="15359" y="4416"/>
                      </a:lnTo>
                      <a:lnTo>
                        <a:pt x="15338" y="4729"/>
                      </a:lnTo>
                      <a:lnTo>
                        <a:pt x="15191" y="4980"/>
                      </a:lnTo>
                      <a:lnTo>
                        <a:pt x="15087" y="5127"/>
                      </a:lnTo>
                      <a:lnTo>
                        <a:pt x="15087" y="5190"/>
                      </a:lnTo>
                      <a:lnTo>
                        <a:pt x="15296" y="5441"/>
                      </a:lnTo>
                      <a:lnTo>
                        <a:pt x="15442" y="5504"/>
                      </a:lnTo>
                      <a:lnTo>
                        <a:pt x="15442" y="5357"/>
                      </a:lnTo>
                      <a:lnTo>
                        <a:pt x="15484" y="5420"/>
                      </a:lnTo>
                      <a:lnTo>
                        <a:pt x="15589" y="5357"/>
                      </a:lnTo>
                      <a:lnTo>
                        <a:pt x="15673" y="5357"/>
                      </a:lnTo>
                      <a:lnTo>
                        <a:pt x="15589" y="5441"/>
                      </a:lnTo>
                      <a:lnTo>
                        <a:pt x="15589" y="5525"/>
                      </a:lnTo>
                      <a:lnTo>
                        <a:pt x="15882" y="5755"/>
                      </a:lnTo>
                      <a:lnTo>
                        <a:pt x="15798" y="5817"/>
                      </a:lnTo>
                      <a:lnTo>
                        <a:pt x="15673" y="5776"/>
                      </a:lnTo>
                      <a:lnTo>
                        <a:pt x="15652" y="5859"/>
                      </a:lnTo>
                      <a:lnTo>
                        <a:pt x="15610" y="6152"/>
                      </a:lnTo>
                      <a:lnTo>
                        <a:pt x="15610" y="6278"/>
                      </a:lnTo>
                      <a:lnTo>
                        <a:pt x="15673" y="6341"/>
                      </a:lnTo>
                      <a:lnTo>
                        <a:pt x="15756" y="6257"/>
                      </a:lnTo>
                      <a:lnTo>
                        <a:pt x="15882" y="6236"/>
                      </a:lnTo>
                      <a:lnTo>
                        <a:pt x="15986" y="6278"/>
                      </a:lnTo>
                      <a:lnTo>
                        <a:pt x="16028" y="6361"/>
                      </a:lnTo>
                      <a:lnTo>
                        <a:pt x="16196" y="6299"/>
                      </a:lnTo>
                      <a:lnTo>
                        <a:pt x="16384" y="6361"/>
                      </a:lnTo>
                      <a:lnTo>
                        <a:pt x="16530" y="6445"/>
                      </a:lnTo>
                      <a:lnTo>
                        <a:pt x="16384" y="6508"/>
                      </a:lnTo>
                      <a:lnTo>
                        <a:pt x="16405" y="6654"/>
                      </a:lnTo>
                      <a:lnTo>
                        <a:pt x="16384" y="6759"/>
                      </a:lnTo>
                      <a:lnTo>
                        <a:pt x="16196" y="6780"/>
                      </a:lnTo>
                      <a:lnTo>
                        <a:pt x="16217" y="6696"/>
                      </a:lnTo>
                      <a:lnTo>
                        <a:pt x="16112" y="6613"/>
                      </a:lnTo>
                      <a:lnTo>
                        <a:pt x="16028" y="6675"/>
                      </a:lnTo>
                      <a:lnTo>
                        <a:pt x="15882" y="6654"/>
                      </a:lnTo>
                      <a:lnTo>
                        <a:pt x="15819" y="6592"/>
                      </a:lnTo>
                      <a:lnTo>
                        <a:pt x="15777" y="6445"/>
                      </a:lnTo>
                      <a:lnTo>
                        <a:pt x="15673" y="6403"/>
                      </a:lnTo>
                      <a:lnTo>
                        <a:pt x="15610" y="6403"/>
                      </a:lnTo>
                      <a:lnTo>
                        <a:pt x="15484" y="6299"/>
                      </a:lnTo>
                      <a:lnTo>
                        <a:pt x="15505" y="6131"/>
                      </a:lnTo>
                      <a:lnTo>
                        <a:pt x="15652" y="5776"/>
                      </a:lnTo>
                      <a:lnTo>
                        <a:pt x="15610" y="5671"/>
                      </a:lnTo>
                      <a:lnTo>
                        <a:pt x="15568" y="5671"/>
                      </a:lnTo>
                      <a:lnTo>
                        <a:pt x="15463" y="5776"/>
                      </a:lnTo>
                      <a:lnTo>
                        <a:pt x="15463" y="6131"/>
                      </a:lnTo>
                      <a:lnTo>
                        <a:pt x="15401" y="6341"/>
                      </a:lnTo>
                      <a:lnTo>
                        <a:pt x="15296" y="6445"/>
                      </a:lnTo>
                      <a:lnTo>
                        <a:pt x="15296" y="6508"/>
                      </a:lnTo>
                      <a:lnTo>
                        <a:pt x="15380" y="6382"/>
                      </a:lnTo>
                      <a:lnTo>
                        <a:pt x="15463" y="6382"/>
                      </a:lnTo>
                      <a:lnTo>
                        <a:pt x="15505" y="6445"/>
                      </a:lnTo>
                      <a:lnTo>
                        <a:pt x="15652" y="6445"/>
                      </a:lnTo>
                      <a:lnTo>
                        <a:pt x="15694" y="6571"/>
                      </a:lnTo>
                      <a:lnTo>
                        <a:pt x="15694" y="6780"/>
                      </a:lnTo>
                      <a:lnTo>
                        <a:pt x="15589" y="6905"/>
                      </a:lnTo>
                      <a:lnTo>
                        <a:pt x="15442" y="6968"/>
                      </a:lnTo>
                      <a:lnTo>
                        <a:pt x="15442" y="6968"/>
                      </a:lnTo>
                      <a:lnTo>
                        <a:pt x="15589" y="6780"/>
                      </a:lnTo>
                      <a:lnTo>
                        <a:pt x="15589" y="6696"/>
                      </a:lnTo>
                      <a:lnTo>
                        <a:pt x="15505" y="6675"/>
                      </a:lnTo>
                      <a:lnTo>
                        <a:pt x="15463" y="6613"/>
                      </a:lnTo>
                      <a:lnTo>
                        <a:pt x="15380" y="6675"/>
                      </a:lnTo>
                      <a:lnTo>
                        <a:pt x="15191" y="6801"/>
                      </a:lnTo>
                      <a:lnTo>
                        <a:pt x="15191" y="6905"/>
                      </a:lnTo>
                      <a:lnTo>
                        <a:pt x="15087" y="6926"/>
                      </a:lnTo>
                      <a:lnTo>
                        <a:pt x="14982" y="6989"/>
                      </a:lnTo>
                      <a:lnTo>
                        <a:pt x="14961" y="6885"/>
                      </a:lnTo>
                      <a:lnTo>
                        <a:pt x="14898" y="6864"/>
                      </a:lnTo>
                      <a:lnTo>
                        <a:pt x="14752" y="6864"/>
                      </a:lnTo>
                      <a:lnTo>
                        <a:pt x="14668" y="6822"/>
                      </a:lnTo>
                      <a:lnTo>
                        <a:pt x="14647" y="6696"/>
                      </a:lnTo>
                      <a:lnTo>
                        <a:pt x="14564" y="6675"/>
                      </a:lnTo>
                      <a:lnTo>
                        <a:pt x="14522" y="6696"/>
                      </a:lnTo>
                      <a:lnTo>
                        <a:pt x="14417" y="6696"/>
                      </a:lnTo>
                      <a:lnTo>
                        <a:pt x="14417" y="6613"/>
                      </a:lnTo>
                      <a:lnTo>
                        <a:pt x="14334" y="6571"/>
                      </a:lnTo>
                      <a:lnTo>
                        <a:pt x="14250" y="6613"/>
                      </a:lnTo>
                      <a:lnTo>
                        <a:pt x="14208" y="6613"/>
                      </a:lnTo>
                      <a:lnTo>
                        <a:pt x="14208" y="6487"/>
                      </a:lnTo>
                      <a:lnTo>
                        <a:pt x="14145" y="6403"/>
                      </a:lnTo>
                      <a:lnTo>
                        <a:pt x="14145" y="6341"/>
                      </a:lnTo>
                      <a:lnTo>
                        <a:pt x="14250" y="6299"/>
                      </a:lnTo>
                      <a:lnTo>
                        <a:pt x="14396" y="6131"/>
                      </a:lnTo>
                      <a:lnTo>
                        <a:pt x="14459" y="6131"/>
                      </a:lnTo>
                      <a:lnTo>
                        <a:pt x="14543" y="6048"/>
                      </a:lnTo>
                      <a:lnTo>
                        <a:pt x="14543" y="5964"/>
                      </a:lnTo>
                      <a:lnTo>
                        <a:pt x="14396" y="5817"/>
                      </a:lnTo>
                      <a:lnTo>
                        <a:pt x="14313" y="5755"/>
                      </a:lnTo>
                      <a:lnTo>
                        <a:pt x="14208" y="5755"/>
                      </a:lnTo>
                      <a:lnTo>
                        <a:pt x="14020" y="5859"/>
                      </a:lnTo>
                      <a:lnTo>
                        <a:pt x="13915" y="5859"/>
                      </a:lnTo>
                      <a:lnTo>
                        <a:pt x="13810" y="5776"/>
                      </a:lnTo>
                      <a:lnTo>
                        <a:pt x="13706" y="5776"/>
                      </a:lnTo>
                      <a:lnTo>
                        <a:pt x="13371" y="5922"/>
                      </a:lnTo>
                      <a:lnTo>
                        <a:pt x="13329" y="5964"/>
                      </a:lnTo>
                      <a:lnTo>
                        <a:pt x="13392" y="6027"/>
                      </a:lnTo>
                      <a:lnTo>
                        <a:pt x="13517" y="6131"/>
                      </a:lnTo>
                      <a:lnTo>
                        <a:pt x="13497" y="6152"/>
                      </a:lnTo>
                      <a:lnTo>
                        <a:pt x="13392" y="6131"/>
                      </a:lnTo>
                      <a:lnTo>
                        <a:pt x="13287" y="6131"/>
                      </a:lnTo>
                      <a:lnTo>
                        <a:pt x="13225" y="6069"/>
                      </a:lnTo>
                      <a:lnTo>
                        <a:pt x="13120" y="6048"/>
                      </a:lnTo>
                      <a:lnTo>
                        <a:pt x="12911" y="6027"/>
                      </a:lnTo>
                      <a:lnTo>
                        <a:pt x="12701" y="6048"/>
                      </a:lnTo>
                      <a:lnTo>
                        <a:pt x="12639" y="6089"/>
                      </a:lnTo>
                      <a:lnTo>
                        <a:pt x="12639" y="6152"/>
                      </a:lnTo>
                      <a:lnTo>
                        <a:pt x="12534" y="6152"/>
                      </a:lnTo>
                      <a:lnTo>
                        <a:pt x="12492" y="6131"/>
                      </a:lnTo>
                      <a:lnTo>
                        <a:pt x="12429" y="6131"/>
                      </a:lnTo>
                      <a:lnTo>
                        <a:pt x="12262" y="6236"/>
                      </a:lnTo>
                      <a:lnTo>
                        <a:pt x="12262" y="6278"/>
                      </a:lnTo>
                      <a:lnTo>
                        <a:pt x="12178" y="6299"/>
                      </a:lnTo>
                      <a:lnTo>
                        <a:pt x="12011" y="6382"/>
                      </a:lnTo>
                      <a:lnTo>
                        <a:pt x="11865" y="6466"/>
                      </a:lnTo>
                      <a:lnTo>
                        <a:pt x="11802" y="6466"/>
                      </a:lnTo>
                      <a:lnTo>
                        <a:pt x="11823" y="6403"/>
                      </a:lnTo>
                      <a:lnTo>
                        <a:pt x="11844" y="6341"/>
                      </a:lnTo>
                      <a:lnTo>
                        <a:pt x="11739" y="6382"/>
                      </a:lnTo>
                      <a:lnTo>
                        <a:pt x="11634" y="6508"/>
                      </a:lnTo>
                      <a:lnTo>
                        <a:pt x="11634" y="6571"/>
                      </a:lnTo>
                      <a:lnTo>
                        <a:pt x="11802" y="6759"/>
                      </a:lnTo>
                      <a:lnTo>
                        <a:pt x="11948" y="6989"/>
                      </a:lnTo>
                      <a:lnTo>
                        <a:pt x="12116" y="7031"/>
                      </a:lnTo>
                      <a:lnTo>
                        <a:pt x="12241" y="7198"/>
                      </a:lnTo>
                      <a:lnTo>
                        <a:pt x="12367" y="7282"/>
                      </a:lnTo>
                      <a:lnTo>
                        <a:pt x="12429" y="7408"/>
                      </a:lnTo>
                      <a:lnTo>
                        <a:pt x="12534" y="7429"/>
                      </a:lnTo>
                      <a:lnTo>
                        <a:pt x="12660" y="7512"/>
                      </a:lnTo>
                      <a:lnTo>
                        <a:pt x="12597" y="7533"/>
                      </a:lnTo>
                      <a:lnTo>
                        <a:pt x="12429" y="7533"/>
                      </a:lnTo>
                      <a:lnTo>
                        <a:pt x="12388" y="7429"/>
                      </a:lnTo>
                      <a:lnTo>
                        <a:pt x="12262" y="7324"/>
                      </a:lnTo>
                      <a:lnTo>
                        <a:pt x="12178" y="7282"/>
                      </a:lnTo>
                      <a:lnTo>
                        <a:pt x="12137" y="7282"/>
                      </a:lnTo>
                      <a:lnTo>
                        <a:pt x="12011" y="7408"/>
                      </a:lnTo>
                      <a:lnTo>
                        <a:pt x="11885" y="7408"/>
                      </a:lnTo>
                      <a:lnTo>
                        <a:pt x="11802" y="7303"/>
                      </a:lnTo>
                      <a:lnTo>
                        <a:pt x="11906" y="7198"/>
                      </a:lnTo>
                      <a:lnTo>
                        <a:pt x="11906" y="7136"/>
                      </a:lnTo>
                      <a:lnTo>
                        <a:pt x="11823" y="7136"/>
                      </a:lnTo>
                      <a:lnTo>
                        <a:pt x="11739" y="7282"/>
                      </a:lnTo>
                      <a:lnTo>
                        <a:pt x="11781" y="7512"/>
                      </a:lnTo>
                      <a:lnTo>
                        <a:pt x="11802" y="7554"/>
                      </a:lnTo>
                      <a:lnTo>
                        <a:pt x="11802" y="7638"/>
                      </a:lnTo>
                      <a:lnTo>
                        <a:pt x="11676" y="7742"/>
                      </a:lnTo>
                      <a:lnTo>
                        <a:pt x="11593" y="7910"/>
                      </a:lnTo>
                      <a:lnTo>
                        <a:pt x="11572" y="8056"/>
                      </a:lnTo>
                      <a:lnTo>
                        <a:pt x="11593" y="8224"/>
                      </a:lnTo>
                      <a:lnTo>
                        <a:pt x="11802" y="8454"/>
                      </a:lnTo>
                      <a:lnTo>
                        <a:pt x="11990" y="8538"/>
                      </a:lnTo>
                      <a:lnTo>
                        <a:pt x="12116" y="8663"/>
                      </a:lnTo>
                      <a:lnTo>
                        <a:pt x="12199" y="8663"/>
                      </a:lnTo>
                      <a:lnTo>
                        <a:pt x="12346" y="8558"/>
                      </a:lnTo>
                      <a:lnTo>
                        <a:pt x="12492" y="8496"/>
                      </a:lnTo>
                      <a:lnTo>
                        <a:pt x="12639" y="8579"/>
                      </a:lnTo>
                      <a:lnTo>
                        <a:pt x="12890" y="8600"/>
                      </a:lnTo>
                      <a:lnTo>
                        <a:pt x="12994" y="8684"/>
                      </a:lnTo>
                      <a:lnTo>
                        <a:pt x="13015" y="8810"/>
                      </a:lnTo>
                      <a:lnTo>
                        <a:pt x="13078" y="8851"/>
                      </a:lnTo>
                      <a:lnTo>
                        <a:pt x="13141" y="8789"/>
                      </a:lnTo>
                      <a:lnTo>
                        <a:pt x="13141" y="8642"/>
                      </a:lnTo>
                      <a:lnTo>
                        <a:pt x="13162" y="8579"/>
                      </a:lnTo>
                      <a:lnTo>
                        <a:pt x="13266" y="8642"/>
                      </a:lnTo>
                      <a:lnTo>
                        <a:pt x="13266" y="8705"/>
                      </a:lnTo>
                      <a:lnTo>
                        <a:pt x="13162" y="8851"/>
                      </a:lnTo>
                      <a:lnTo>
                        <a:pt x="13162" y="8956"/>
                      </a:lnTo>
                      <a:lnTo>
                        <a:pt x="13204" y="8956"/>
                      </a:lnTo>
                      <a:lnTo>
                        <a:pt x="13371" y="8810"/>
                      </a:lnTo>
                      <a:lnTo>
                        <a:pt x="13413" y="8747"/>
                      </a:lnTo>
                      <a:lnTo>
                        <a:pt x="13601" y="8684"/>
                      </a:lnTo>
                      <a:lnTo>
                        <a:pt x="13831" y="8538"/>
                      </a:lnTo>
                      <a:lnTo>
                        <a:pt x="13999" y="8496"/>
                      </a:lnTo>
                      <a:lnTo>
                        <a:pt x="14082" y="8391"/>
                      </a:lnTo>
                      <a:lnTo>
                        <a:pt x="14124" y="8391"/>
                      </a:lnTo>
                      <a:lnTo>
                        <a:pt x="14145" y="8475"/>
                      </a:lnTo>
                      <a:lnTo>
                        <a:pt x="14208" y="8496"/>
                      </a:lnTo>
                      <a:lnTo>
                        <a:pt x="14396" y="8370"/>
                      </a:lnTo>
                      <a:lnTo>
                        <a:pt x="14543" y="8370"/>
                      </a:lnTo>
                      <a:lnTo>
                        <a:pt x="14606" y="8328"/>
                      </a:lnTo>
                      <a:lnTo>
                        <a:pt x="14543" y="8391"/>
                      </a:lnTo>
                      <a:lnTo>
                        <a:pt x="14417" y="8475"/>
                      </a:lnTo>
                      <a:lnTo>
                        <a:pt x="14417" y="8538"/>
                      </a:lnTo>
                      <a:lnTo>
                        <a:pt x="14459" y="8558"/>
                      </a:lnTo>
                      <a:lnTo>
                        <a:pt x="14354" y="8747"/>
                      </a:lnTo>
                      <a:lnTo>
                        <a:pt x="14208" y="8768"/>
                      </a:lnTo>
                      <a:lnTo>
                        <a:pt x="14145" y="8705"/>
                      </a:lnTo>
                      <a:lnTo>
                        <a:pt x="14082" y="8705"/>
                      </a:lnTo>
                      <a:lnTo>
                        <a:pt x="13915" y="8851"/>
                      </a:lnTo>
                      <a:lnTo>
                        <a:pt x="13915" y="8872"/>
                      </a:lnTo>
                      <a:lnTo>
                        <a:pt x="14041" y="8893"/>
                      </a:lnTo>
                      <a:lnTo>
                        <a:pt x="14124" y="8977"/>
                      </a:lnTo>
                      <a:lnTo>
                        <a:pt x="14124" y="9123"/>
                      </a:lnTo>
                      <a:lnTo>
                        <a:pt x="13936" y="9333"/>
                      </a:lnTo>
                      <a:lnTo>
                        <a:pt x="13915" y="9479"/>
                      </a:lnTo>
                      <a:lnTo>
                        <a:pt x="13873" y="9542"/>
                      </a:lnTo>
                      <a:lnTo>
                        <a:pt x="13831" y="9626"/>
                      </a:lnTo>
                      <a:lnTo>
                        <a:pt x="13873" y="9688"/>
                      </a:lnTo>
                      <a:lnTo>
                        <a:pt x="13894" y="9751"/>
                      </a:lnTo>
                      <a:lnTo>
                        <a:pt x="13873" y="9856"/>
                      </a:lnTo>
                      <a:lnTo>
                        <a:pt x="13748" y="10002"/>
                      </a:lnTo>
                      <a:lnTo>
                        <a:pt x="13643" y="10065"/>
                      </a:lnTo>
                      <a:lnTo>
                        <a:pt x="13538" y="10065"/>
                      </a:lnTo>
                      <a:lnTo>
                        <a:pt x="13476" y="10128"/>
                      </a:lnTo>
                      <a:lnTo>
                        <a:pt x="13371" y="10232"/>
                      </a:lnTo>
                      <a:lnTo>
                        <a:pt x="13287" y="10253"/>
                      </a:lnTo>
                      <a:lnTo>
                        <a:pt x="13162" y="10232"/>
                      </a:lnTo>
                      <a:lnTo>
                        <a:pt x="12994" y="10128"/>
                      </a:lnTo>
                      <a:lnTo>
                        <a:pt x="12953" y="10149"/>
                      </a:lnTo>
                      <a:lnTo>
                        <a:pt x="12890" y="10107"/>
                      </a:lnTo>
                      <a:lnTo>
                        <a:pt x="12806" y="10002"/>
                      </a:lnTo>
                      <a:lnTo>
                        <a:pt x="12785" y="10023"/>
                      </a:lnTo>
                      <a:lnTo>
                        <a:pt x="12681" y="10170"/>
                      </a:lnTo>
                      <a:lnTo>
                        <a:pt x="12555" y="10253"/>
                      </a:lnTo>
                      <a:lnTo>
                        <a:pt x="12471" y="10358"/>
                      </a:lnTo>
                      <a:lnTo>
                        <a:pt x="12241" y="10442"/>
                      </a:lnTo>
                      <a:lnTo>
                        <a:pt x="12157" y="10483"/>
                      </a:lnTo>
                      <a:lnTo>
                        <a:pt x="12053" y="10483"/>
                      </a:lnTo>
                      <a:lnTo>
                        <a:pt x="11948" y="10462"/>
                      </a:lnTo>
                      <a:lnTo>
                        <a:pt x="11760" y="10462"/>
                      </a:lnTo>
                      <a:lnTo>
                        <a:pt x="11634" y="10567"/>
                      </a:lnTo>
                      <a:lnTo>
                        <a:pt x="11509" y="10567"/>
                      </a:lnTo>
                      <a:lnTo>
                        <a:pt x="11425" y="10630"/>
                      </a:lnTo>
                      <a:lnTo>
                        <a:pt x="11425" y="10755"/>
                      </a:lnTo>
                      <a:lnTo>
                        <a:pt x="11341" y="10965"/>
                      </a:lnTo>
                      <a:lnTo>
                        <a:pt x="11279" y="11048"/>
                      </a:lnTo>
                      <a:lnTo>
                        <a:pt x="11279" y="10965"/>
                      </a:lnTo>
                      <a:lnTo>
                        <a:pt x="11132" y="10839"/>
                      </a:lnTo>
                      <a:lnTo>
                        <a:pt x="10986" y="10839"/>
                      </a:lnTo>
                      <a:lnTo>
                        <a:pt x="10902" y="10860"/>
                      </a:lnTo>
                      <a:lnTo>
                        <a:pt x="10923" y="10944"/>
                      </a:lnTo>
                      <a:lnTo>
                        <a:pt x="11007" y="10986"/>
                      </a:lnTo>
                      <a:lnTo>
                        <a:pt x="10965" y="11090"/>
                      </a:lnTo>
                      <a:lnTo>
                        <a:pt x="10902" y="11090"/>
                      </a:lnTo>
                      <a:lnTo>
                        <a:pt x="10860" y="10986"/>
                      </a:lnTo>
                      <a:lnTo>
                        <a:pt x="10756" y="10881"/>
                      </a:lnTo>
                      <a:lnTo>
                        <a:pt x="10693" y="10881"/>
                      </a:lnTo>
                      <a:lnTo>
                        <a:pt x="10546" y="11048"/>
                      </a:lnTo>
                      <a:lnTo>
                        <a:pt x="10484" y="11174"/>
                      </a:lnTo>
                      <a:lnTo>
                        <a:pt x="10400" y="11195"/>
                      </a:lnTo>
                      <a:lnTo>
                        <a:pt x="10337" y="11195"/>
                      </a:lnTo>
                      <a:lnTo>
                        <a:pt x="10065" y="11425"/>
                      </a:lnTo>
                      <a:lnTo>
                        <a:pt x="10023" y="11613"/>
                      </a:lnTo>
                      <a:lnTo>
                        <a:pt x="9960" y="11634"/>
                      </a:lnTo>
                      <a:lnTo>
                        <a:pt x="9835" y="11676"/>
                      </a:lnTo>
                      <a:lnTo>
                        <a:pt x="9730" y="11613"/>
                      </a:lnTo>
                      <a:lnTo>
                        <a:pt x="9709" y="11634"/>
                      </a:lnTo>
                      <a:lnTo>
                        <a:pt x="9814" y="11781"/>
                      </a:lnTo>
                      <a:lnTo>
                        <a:pt x="9772" y="11843"/>
                      </a:lnTo>
                      <a:lnTo>
                        <a:pt x="9709" y="11843"/>
                      </a:lnTo>
                      <a:lnTo>
                        <a:pt x="9647" y="11739"/>
                      </a:lnTo>
                      <a:lnTo>
                        <a:pt x="9605" y="11739"/>
                      </a:lnTo>
                      <a:lnTo>
                        <a:pt x="9542" y="11843"/>
                      </a:lnTo>
                      <a:lnTo>
                        <a:pt x="9416" y="12011"/>
                      </a:lnTo>
                      <a:lnTo>
                        <a:pt x="9416" y="12095"/>
                      </a:lnTo>
                      <a:lnTo>
                        <a:pt x="9521" y="12241"/>
                      </a:lnTo>
                      <a:lnTo>
                        <a:pt x="9542" y="12367"/>
                      </a:lnTo>
                      <a:lnTo>
                        <a:pt x="9521" y="12471"/>
                      </a:lnTo>
                      <a:lnTo>
                        <a:pt x="9458" y="12576"/>
                      </a:lnTo>
                      <a:lnTo>
                        <a:pt x="9500" y="12680"/>
                      </a:lnTo>
                      <a:lnTo>
                        <a:pt x="9563" y="12659"/>
                      </a:lnTo>
                      <a:lnTo>
                        <a:pt x="9647" y="12576"/>
                      </a:lnTo>
                      <a:lnTo>
                        <a:pt x="9668" y="12639"/>
                      </a:lnTo>
                      <a:lnTo>
                        <a:pt x="9709" y="12785"/>
                      </a:lnTo>
                      <a:lnTo>
                        <a:pt x="9647" y="12827"/>
                      </a:lnTo>
                      <a:lnTo>
                        <a:pt x="9605" y="12869"/>
                      </a:lnTo>
                      <a:lnTo>
                        <a:pt x="9626" y="12931"/>
                      </a:lnTo>
                      <a:lnTo>
                        <a:pt x="9709" y="12931"/>
                      </a:lnTo>
                      <a:lnTo>
                        <a:pt x="9751" y="12869"/>
                      </a:lnTo>
                      <a:lnTo>
                        <a:pt x="9835" y="12869"/>
                      </a:lnTo>
                      <a:lnTo>
                        <a:pt x="9856" y="12931"/>
                      </a:lnTo>
                      <a:lnTo>
                        <a:pt x="9856" y="12973"/>
                      </a:lnTo>
                      <a:lnTo>
                        <a:pt x="9981" y="12994"/>
                      </a:lnTo>
                      <a:lnTo>
                        <a:pt x="10086" y="13057"/>
                      </a:lnTo>
                      <a:lnTo>
                        <a:pt x="10232" y="13057"/>
                      </a:lnTo>
                      <a:lnTo>
                        <a:pt x="10337" y="12973"/>
                      </a:lnTo>
                      <a:lnTo>
                        <a:pt x="10379" y="12764"/>
                      </a:lnTo>
                      <a:lnTo>
                        <a:pt x="10463" y="12680"/>
                      </a:lnTo>
                      <a:lnTo>
                        <a:pt x="10672" y="12680"/>
                      </a:lnTo>
                      <a:lnTo>
                        <a:pt x="10756" y="12639"/>
                      </a:lnTo>
                      <a:lnTo>
                        <a:pt x="10651" y="12764"/>
                      </a:lnTo>
                      <a:lnTo>
                        <a:pt x="10546" y="12764"/>
                      </a:lnTo>
                      <a:lnTo>
                        <a:pt x="10358" y="12952"/>
                      </a:lnTo>
                      <a:lnTo>
                        <a:pt x="10337" y="13057"/>
                      </a:lnTo>
                      <a:lnTo>
                        <a:pt x="10253" y="13141"/>
                      </a:lnTo>
                      <a:lnTo>
                        <a:pt x="10358" y="13266"/>
                      </a:lnTo>
                      <a:lnTo>
                        <a:pt x="10358" y="13350"/>
                      </a:lnTo>
                      <a:lnTo>
                        <a:pt x="10191" y="13392"/>
                      </a:lnTo>
                      <a:lnTo>
                        <a:pt x="10149" y="13350"/>
                      </a:lnTo>
                      <a:lnTo>
                        <a:pt x="10149" y="13266"/>
                      </a:lnTo>
                      <a:lnTo>
                        <a:pt x="10086" y="13203"/>
                      </a:lnTo>
                      <a:lnTo>
                        <a:pt x="9981" y="13203"/>
                      </a:lnTo>
                      <a:lnTo>
                        <a:pt x="9940" y="13099"/>
                      </a:lnTo>
                      <a:lnTo>
                        <a:pt x="9772" y="13078"/>
                      </a:lnTo>
                      <a:lnTo>
                        <a:pt x="9730" y="12994"/>
                      </a:lnTo>
                      <a:lnTo>
                        <a:pt x="9647" y="13078"/>
                      </a:lnTo>
                      <a:lnTo>
                        <a:pt x="9542" y="13099"/>
                      </a:lnTo>
                      <a:lnTo>
                        <a:pt x="9521" y="13203"/>
                      </a:lnTo>
                      <a:lnTo>
                        <a:pt x="9437" y="13266"/>
                      </a:lnTo>
                      <a:lnTo>
                        <a:pt x="9312" y="13245"/>
                      </a:lnTo>
                      <a:lnTo>
                        <a:pt x="9291" y="13308"/>
                      </a:lnTo>
                      <a:lnTo>
                        <a:pt x="9333" y="13413"/>
                      </a:lnTo>
                      <a:lnTo>
                        <a:pt x="9396" y="13413"/>
                      </a:lnTo>
                      <a:lnTo>
                        <a:pt x="9312" y="13496"/>
                      </a:lnTo>
                      <a:lnTo>
                        <a:pt x="9291" y="13664"/>
                      </a:lnTo>
                      <a:lnTo>
                        <a:pt x="9312" y="13768"/>
                      </a:lnTo>
                      <a:lnTo>
                        <a:pt x="9396" y="13768"/>
                      </a:lnTo>
                      <a:lnTo>
                        <a:pt x="9396" y="13936"/>
                      </a:lnTo>
                      <a:lnTo>
                        <a:pt x="9416" y="13999"/>
                      </a:lnTo>
                      <a:lnTo>
                        <a:pt x="9416" y="14082"/>
                      </a:lnTo>
                      <a:lnTo>
                        <a:pt x="9521" y="14187"/>
                      </a:lnTo>
                      <a:lnTo>
                        <a:pt x="9521" y="14229"/>
                      </a:lnTo>
                      <a:lnTo>
                        <a:pt x="9396" y="14250"/>
                      </a:lnTo>
                      <a:lnTo>
                        <a:pt x="9354" y="14312"/>
                      </a:lnTo>
                      <a:lnTo>
                        <a:pt x="9730" y="14501"/>
                      </a:lnTo>
                      <a:lnTo>
                        <a:pt x="9877" y="14501"/>
                      </a:lnTo>
                      <a:lnTo>
                        <a:pt x="10065" y="14417"/>
                      </a:lnTo>
                      <a:lnTo>
                        <a:pt x="10170" y="14396"/>
                      </a:lnTo>
                      <a:lnTo>
                        <a:pt x="10232" y="14438"/>
                      </a:lnTo>
                      <a:lnTo>
                        <a:pt x="10295" y="14438"/>
                      </a:lnTo>
                      <a:lnTo>
                        <a:pt x="10463" y="14229"/>
                      </a:lnTo>
                      <a:lnTo>
                        <a:pt x="10463" y="14124"/>
                      </a:lnTo>
                      <a:lnTo>
                        <a:pt x="10400" y="14040"/>
                      </a:lnTo>
                      <a:lnTo>
                        <a:pt x="10400" y="13999"/>
                      </a:lnTo>
                      <a:lnTo>
                        <a:pt x="10567" y="13915"/>
                      </a:lnTo>
                      <a:lnTo>
                        <a:pt x="10714" y="13789"/>
                      </a:lnTo>
                      <a:lnTo>
                        <a:pt x="10986" y="13622"/>
                      </a:lnTo>
                      <a:lnTo>
                        <a:pt x="11090" y="13664"/>
                      </a:lnTo>
                      <a:lnTo>
                        <a:pt x="10986" y="13664"/>
                      </a:lnTo>
                      <a:lnTo>
                        <a:pt x="10756" y="13894"/>
                      </a:lnTo>
                      <a:lnTo>
                        <a:pt x="10588" y="13978"/>
                      </a:lnTo>
                      <a:lnTo>
                        <a:pt x="10588" y="14019"/>
                      </a:lnTo>
                      <a:lnTo>
                        <a:pt x="10693" y="14103"/>
                      </a:lnTo>
                      <a:lnTo>
                        <a:pt x="10693" y="14187"/>
                      </a:lnTo>
                      <a:lnTo>
                        <a:pt x="10588" y="14333"/>
                      </a:lnTo>
                      <a:lnTo>
                        <a:pt x="10463" y="14417"/>
                      </a:lnTo>
                      <a:lnTo>
                        <a:pt x="10442" y="14543"/>
                      </a:lnTo>
                      <a:lnTo>
                        <a:pt x="10463" y="14710"/>
                      </a:lnTo>
                      <a:lnTo>
                        <a:pt x="10442" y="14815"/>
                      </a:lnTo>
                      <a:lnTo>
                        <a:pt x="10442" y="14856"/>
                      </a:lnTo>
                      <a:lnTo>
                        <a:pt x="10442" y="14961"/>
                      </a:lnTo>
                      <a:lnTo>
                        <a:pt x="10463" y="15087"/>
                      </a:lnTo>
                      <a:lnTo>
                        <a:pt x="10295" y="15149"/>
                      </a:lnTo>
                      <a:lnTo>
                        <a:pt x="10232" y="15191"/>
                      </a:lnTo>
                      <a:lnTo>
                        <a:pt x="10191" y="15275"/>
                      </a:lnTo>
                      <a:lnTo>
                        <a:pt x="10044" y="15442"/>
                      </a:lnTo>
                      <a:lnTo>
                        <a:pt x="10002" y="15463"/>
                      </a:lnTo>
                      <a:lnTo>
                        <a:pt x="10044" y="15568"/>
                      </a:lnTo>
                      <a:lnTo>
                        <a:pt x="10044" y="15672"/>
                      </a:lnTo>
                      <a:lnTo>
                        <a:pt x="10107" y="15693"/>
                      </a:lnTo>
                      <a:lnTo>
                        <a:pt x="10212" y="15672"/>
                      </a:lnTo>
                      <a:lnTo>
                        <a:pt x="10274" y="15672"/>
                      </a:lnTo>
                      <a:lnTo>
                        <a:pt x="10316" y="15714"/>
                      </a:lnTo>
                      <a:lnTo>
                        <a:pt x="10253" y="15798"/>
                      </a:lnTo>
                      <a:lnTo>
                        <a:pt x="10128" y="15798"/>
                      </a:lnTo>
                      <a:lnTo>
                        <a:pt x="10065" y="15840"/>
                      </a:lnTo>
                      <a:lnTo>
                        <a:pt x="10086" y="15903"/>
                      </a:lnTo>
                      <a:lnTo>
                        <a:pt x="10065" y="15944"/>
                      </a:lnTo>
                      <a:lnTo>
                        <a:pt x="10086" y="16028"/>
                      </a:lnTo>
                      <a:lnTo>
                        <a:pt x="10023" y="16091"/>
                      </a:lnTo>
                      <a:lnTo>
                        <a:pt x="9940" y="16112"/>
                      </a:lnTo>
                      <a:lnTo>
                        <a:pt x="9835" y="16154"/>
                      </a:lnTo>
                      <a:lnTo>
                        <a:pt x="9751" y="16133"/>
                      </a:lnTo>
                      <a:lnTo>
                        <a:pt x="9709" y="16154"/>
                      </a:lnTo>
                      <a:lnTo>
                        <a:pt x="9772" y="16216"/>
                      </a:lnTo>
                      <a:lnTo>
                        <a:pt x="9877" y="16237"/>
                      </a:lnTo>
                      <a:lnTo>
                        <a:pt x="9960" y="16300"/>
                      </a:lnTo>
                      <a:lnTo>
                        <a:pt x="10086" y="16154"/>
                      </a:lnTo>
                      <a:lnTo>
                        <a:pt x="10337" y="16007"/>
                      </a:lnTo>
                      <a:lnTo>
                        <a:pt x="10379" y="16007"/>
                      </a:lnTo>
                      <a:lnTo>
                        <a:pt x="10463" y="16028"/>
                      </a:lnTo>
                      <a:lnTo>
                        <a:pt x="10546" y="15944"/>
                      </a:lnTo>
                      <a:lnTo>
                        <a:pt x="10714" y="15882"/>
                      </a:lnTo>
                      <a:lnTo>
                        <a:pt x="10693" y="15944"/>
                      </a:lnTo>
                      <a:lnTo>
                        <a:pt x="10630" y="16007"/>
                      </a:lnTo>
                      <a:lnTo>
                        <a:pt x="10630" y="16049"/>
                      </a:lnTo>
                      <a:lnTo>
                        <a:pt x="10693" y="16091"/>
                      </a:lnTo>
                      <a:lnTo>
                        <a:pt x="10714" y="16196"/>
                      </a:lnTo>
                      <a:lnTo>
                        <a:pt x="10693" y="16237"/>
                      </a:lnTo>
                      <a:lnTo>
                        <a:pt x="10776" y="16300"/>
                      </a:lnTo>
                      <a:lnTo>
                        <a:pt x="10881" y="16216"/>
                      </a:lnTo>
                      <a:lnTo>
                        <a:pt x="10944" y="16133"/>
                      </a:lnTo>
                      <a:lnTo>
                        <a:pt x="10986" y="16196"/>
                      </a:lnTo>
                      <a:lnTo>
                        <a:pt x="10965" y="16237"/>
                      </a:lnTo>
                      <a:lnTo>
                        <a:pt x="11049" y="16363"/>
                      </a:lnTo>
                      <a:lnTo>
                        <a:pt x="11069" y="16551"/>
                      </a:lnTo>
                      <a:lnTo>
                        <a:pt x="11049" y="16656"/>
                      </a:lnTo>
                      <a:lnTo>
                        <a:pt x="11090" y="16823"/>
                      </a:lnTo>
                      <a:lnTo>
                        <a:pt x="11153" y="16823"/>
                      </a:lnTo>
                      <a:lnTo>
                        <a:pt x="11195" y="16677"/>
                      </a:lnTo>
                      <a:lnTo>
                        <a:pt x="11195" y="16572"/>
                      </a:lnTo>
                      <a:lnTo>
                        <a:pt x="11300" y="16426"/>
                      </a:lnTo>
                      <a:lnTo>
                        <a:pt x="11321" y="16321"/>
                      </a:lnTo>
                      <a:lnTo>
                        <a:pt x="11467" y="16216"/>
                      </a:lnTo>
                      <a:lnTo>
                        <a:pt x="11488" y="16216"/>
                      </a:lnTo>
                      <a:lnTo>
                        <a:pt x="11593" y="16133"/>
                      </a:lnTo>
                      <a:lnTo>
                        <a:pt x="11739" y="16133"/>
                      </a:lnTo>
                      <a:lnTo>
                        <a:pt x="11593" y="16216"/>
                      </a:lnTo>
                      <a:lnTo>
                        <a:pt x="11425" y="16405"/>
                      </a:lnTo>
                      <a:lnTo>
                        <a:pt x="11425" y="16447"/>
                      </a:lnTo>
                      <a:lnTo>
                        <a:pt x="11572" y="16614"/>
                      </a:lnTo>
                      <a:lnTo>
                        <a:pt x="11634" y="16635"/>
                      </a:lnTo>
                      <a:lnTo>
                        <a:pt x="11802" y="16551"/>
                      </a:lnTo>
                      <a:lnTo>
                        <a:pt x="12032" y="16530"/>
                      </a:lnTo>
                      <a:lnTo>
                        <a:pt x="12137" y="16447"/>
                      </a:lnTo>
                      <a:lnTo>
                        <a:pt x="12220" y="16447"/>
                      </a:lnTo>
                      <a:lnTo>
                        <a:pt x="12429" y="16342"/>
                      </a:lnTo>
                      <a:lnTo>
                        <a:pt x="12513" y="16342"/>
                      </a:lnTo>
                      <a:lnTo>
                        <a:pt x="12429" y="16363"/>
                      </a:lnTo>
                      <a:lnTo>
                        <a:pt x="12304" y="16530"/>
                      </a:lnTo>
                      <a:lnTo>
                        <a:pt x="12304" y="16572"/>
                      </a:lnTo>
                      <a:lnTo>
                        <a:pt x="12220" y="16656"/>
                      </a:lnTo>
                      <a:lnTo>
                        <a:pt x="11906" y="16844"/>
                      </a:lnTo>
                      <a:lnTo>
                        <a:pt x="11781" y="16970"/>
                      </a:lnTo>
                      <a:lnTo>
                        <a:pt x="11676" y="17158"/>
                      </a:lnTo>
                      <a:lnTo>
                        <a:pt x="11634" y="17263"/>
                      </a:lnTo>
                      <a:lnTo>
                        <a:pt x="11697" y="17367"/>
                      </a:lnTo>
                      <a:lnTo>
                        <a:pt x="11802" y="17451"/>
                      </a:lnTo>
                      <a:lnTo>
                        <a:pt x="11613" y="17409"/>
                      </a:lnTo>
                      <a:lnTo>
                        <a:pt x="11530" y="17451"/>
                      </a:lnTo>
                      <a:lnTo>
                        <a:pt x="11425" y="17577"/>
                      </a:lnTo>
                      <a:lnTo>
                        <a:pt x="11383" y="17702"/>
                      </a:lnTo>
                      <a:lnTo>
                        <a:pt x="11216" y="17869"/>
                      </a:lnTo>
                      <a:lnTo>
                        <a:pt x="11153" y="17974"/>
                      </a:lnTo>
                      <a:lnTo>
                        <a:pt x="11174" y="18016"/>
                      </a:lnTo>
                      <a:lnTo>
                        <a:pt x="11216" y="18079"/>
                      </a:lnTo>
                      <a:lnTo>
                        <a:pt x="11195" y="18141"/>
                      </a:lnTo>
                      <a:lnTo>
                        <a:pt x="11111" y="18121"/>
                      </a:lnTo>
                      <a:lnTo>
                        <a:pt x="11090" y="18037"/>
                      </a:lnTo>
                      <a:lnTo>
                        <a:pt x="11007" y="18016"/>
                      </a:lnTo>
                      <a:lnTo>
                        <a:pt x="10944" y="18121"/>
                      </a:lnTo>
                      <a:lnTo>
                        <a:pt x="10776" y="18204"/>
                      </a:lnTo>
                      <a:lnTo>
                        <a:pt x="10839" y="18288"/>
                      </a:lnTo>
                      <a:lnTo>
                        <a:pt x="10776" y="18351"/>
                      </a:lnTo>
                      <a:lnTo>
                        <a:pt x="10693" y="18330"/>
                      </a:lnTo>
                      <a:lnTo>
                        <a:pt x="10672" y="18288"/>
                      </a:lnTo>
                      <a:lnTo>
                        <a:pt x="10630" y="18330"/>
                      </a:lnTo>
                      <a:lnTo>
                        <a:pt x="10358" y="18539"/>
                      </a:lnTo>
                      <a:lnTo>
                        <a:pt x="10274" y="18644"/>
                      </a:lnTo>
                      <a:lnTo>
                        <a:pt x="10316" y="18727"/>
                      </a:lnTo>
                      <a:lnTo>
                        <a:pt x="10253" y="18769"/>
                      </a:lnTo>
                      <a:lnTo>
                        <a:pt x="10170" y="18748"/>
                      </a:lnTo>
                      <a:lnTo>
                        <a:pt x="10170" y="18644"/>
                      </a:lnTo>
                      <a:lnTo>
                        <a:pt x="10023" y="18727"/>
                      </a:lnTo>
                      <a:lnTo>
                        <a:pt x="9898" y="18811"/>
                      </a:lnTo>
                      <a:lnTo>
                        <a:pt x="9793" y="18853"/>
                      </a:lnTo>
                      <a:lnTo>
                        <a:pt x="9751" y="18937"/>
                      </a:lnTo>
                      <a:lnTo>
                        <a:pt x="9647" y="18978"/>
                      </a:lnTo>
                      <a:lnTo>
                        <a:pt x="9500" y="18978"/>
                      </a:lnTo>
                      <a:lnTo>
                        <a:pt x="9333" y="19146"/>
                      </a:lnTo>
                      <a:lnTo>
                        <a:pt x="9082" y="19250"/>
                      </a:lnTo>
                      <a:lnTo>
                        <a:pt x="8893" y="19397"/>
                      </a:lnTo>
                      <a:lnTo>
                        <a:pt x="8810" y="19564"/>
                      </a:lnTo>
                      <a:lnTo>
                        <a:pt x="8810" y="19606"/>
                      </a:lnTo>
                      <a:lnTo>
                        <a:pt x="8872" y="19711"/>
                      </a:lnTo>
                      <a:lnTo>
                        <a:pt x="8872" y="19794"/>
                      </a:lnTo>
                      <a:lnTo>
                        <a:pt x="8852" y="19815"/>
                      </a:lnTo>
                      <a:lnTo>
                        <a:pt x="8768" y="19711"/>
                      </a:lnTo>
                      <a:lnTo>
                        <a:pt x="8747" y="19711"/>
                      </a:lnTo>
                      <a:lnTo>
                        <a:pt x="8705" y="19773"/>
                      </a:lnTo>
                      <a:lnTo>
                        <a:pt x="8747" y="19857"/>
                      </a:lnTo>
                      <a:lnTo>
                        <a:pt x="8684" y="19878"/>
                      </a:lnTo>
                      <a:lnTo>
                        <a:pt x="8621" y="19794"/>
                      </a:lnTo>
                      <a:lnTo>
                        <a:pt x="8705" y="19711"/>
                      </a:lnTo>
                      <a:cubicBezTo>
                        <a:pt x="8761" y="19673"/>
                        <a:pt x="8717" y="19603"/>
                        <a:pt x="8677" y="19603"/>
                      </a:cubicBezTo>
                      <a:cubicBezTo>
                        <a:pt x="8673" y="19603"/>
                        <a:pt x="8668" y="19604"/>
                        <a:pt x="8663" y="19606"/>
                      </a:cubicBezTo>
                      <a:lnTo>
                        <a:pt x="8600" y="19585"/>
                      </a:lnTo>
                      <a:lnTo>
                        <a:pt x="8496" y="19585"/>
                      </a:lnTo>
                      <a:lnTo>
                        <a:pt x="8454" y="19564"/>
                      </a:lnTo>
                      <a:lnTo>
                        <a:pt x="8349" y="19585"/>
                      </a:lnTo>
                      <a:lnTo>
                        <a:pt x="8161" y="19606"/>
                      </a:lnTo>
                      <a:lnTo>
                        <a:pt x="8056" y="19669"/>
                      </a:lnTo>
                      <a:lnTo>
                        <a:pt x="7973" y="19773"/>
                      </a:lnTo>
                      <a:lnTo>
                        <a:pt x="7826" y="19815"/>
                      </a:lnTo>
                      <a:lnTo>
                        <a:pt x="7680" y="19899"/>
                      </a:lnTo>
                      <a:lnTo>
                        <a:pt x="7554" y="20066"/>
                      </a:lnTo>
                      <a:lnTo>
                        <a:pt x="7575" y="20108"/>
                      </a:lnTo>
                      <a:lnTo>
                        <a:pt x="7533" y="20171"/>
                      </a:lnTo>
                      <a:lnTo>
                        <a:pt x="7471" y="20171"/>
                      </a:lnTo>
                      <a:lnTo>
                        <a:pt x="7345" y="20213"/>
                      </a:lnTo>
                      <a:lnTo>
                        <a:pt x="7261" y="20276"/>
                      </a:lnTo>
                      <a:lnTo>
                        <a:pt x="7261" y="20338"/>
                      </a:lnTo>
                      <a:lnTo>
                        <a:pt x="7219" y="20338"/>
                      </a:lnTo>
                      <a:lnTo>
                        <a:pt x="7115" y="20318"/>
                      </a:lnTo>
                      <a:lnTo>
                        <a:pt x="7010" y="20338"/>
                      </a:lnTo>
                      <a:lnTo>
                        <a:pt x="6989" y="20422"/>
                      </a:lnTo>
                      <a:lnTo>
                        <a:pt x="6947" y="20548"/>
                      </a:lnTo>
                      <a:lnTo>
                        <a:pt x="6947" y="20590"/>
                      </a:lnTo>
                      <a:cubicBezTo>
                        <a:pt x="6927" y="20590"/>
                        <a:pt x="6906" y="20610"/>
                        <a:pt x="6885" y="20610"/>
                      </a:cubicBezTo>
                      <a:lnTo>
                        <a:pt x="6843" y="20590"/>
                      </a:lnTo>
                      <a:lnTo>
                        <a:pt x="6906" y="20485"/>
                      </a:lnTo>
                      <a:lnTo>
                        <a:pt x="6822" y="20380"/>
                      </a:lnTo>
                      <a:lnTo>
                        <a:pt x="6675" y="20380"/>
                      </a:lnTo>
                      <a:lnTo>
                        <a:pt x="6634" y="20422"/>
                      </a:lnTo>
                      <a:lnTo>
                        <a:pt x="6571" y="20485"/>
                      </a:lnTo>
                      <a:lnTo>
                        <a:pt x="6466" y="20485"/>
                      </a:lnTo>
                      <a:lnTo>
                        <a:pt x="6403" y="20527"/>
                      </a:lnTo>
                      <a:lnTo>
                        <a:pt x="6299" y="20422"/>
                      </a:lnTo>
                      <a:lnTo>
                        <a:pt x="6257" y="20422"/>
                      </a:lnTo>
                      <a:lnTo>
                        <a:pt x="6152" y="20610"/>
                      </a:lnTo>
                      <a:lnTo>
                        <a:pt x="6090" y="20631"/>
                      </a:lnTo>
                      <a:lnTo>
                        <a:pt x="5985" y="20715"/>
                      </a:lnTo>
                      <a:lnTo>
                        <a:pt x="5943" y="20694"/>
                      </a:lnTo>
                      <a:lnTo>
                        <a:pt x="5880" y="20736"/>
                      </a:lnTo>
                      <a:lnTo>
                        <a:pt x="5859" y="20841"/>
                      </a:lnTo>
                      <a:lnTo>
                        <a:pt x="5880" y="20945"/>
                      </a:lnTo>
                      <a:lnTo>
                        <a:pt x="5943" y="20966"/>
                      </a:lnTo>
                      <a:cubicBezTo>
                        <a:pt x="5776" y="21029"/>
                        <a:pt x="5629" y="21071"/>
                        <a:pt x="5462" y="21154"/>
                      </a:cubicBezTo>
                      <a:lnTo>
                        <a:pt x="5441" y="21071"/>
                      </a:lnTo>
                      <a:lnTo>
                        <a:pt x="5378" y="21050"/>
                      </a:lnTo>
                      <a:lnTo>
                        <a:pt x="5378" y="21154"/>
                      </a:lnTo>
                      <a:lnTo>
                        <a:pt x="5378" y="21217"/>
                      </a:lnTo>
                      <a:cubicBezTo>
                        <a:pt x="5357" y="21217"/>
                        <a:pt x="5336" y="21238"/>
                        <a:pt x="5274" y="21238"/>
                      </a:cubicBezTo>
                      <a:lnTo>
                        <a:pt x="5232" y="21217"/>
                      </a:lnTo>
                      <a:lnTo>
                        <a:pt x="5169" y="21134"/>
                      </a:lnTo>
                      <a:lnTo>
                        <a:pt x="5064" y="21154"/>
                      </a:lnTo>
                      <a:lnTo>
                        <a:pt x="5064" y="21238"/>
                      </a:lnTo>
                      <a:lnTo>
                        <a:pt x="5127" y="21280"/>
                      </a:lnTo>
                      <a:cubicBezTo>
                        <a:pt x="5106" y="21322"/>
                        <a:pt x="5043" y="21322"/>
                        <a:pt x="5022" y="21343"/>
                      </a:cubicBezTo>
                      <a:lnTo>
                        <a:pt x="4960" y="21280"/>
                      </a:lnTo>
                      <a:lnTo>
                        <a:pt x="4960" y="21364"/>
                      </a:lnTo>
                      <a:cubicBezTo>
                        <a:pt x="4939" y="21385"/>
                        <a:pt x="4918" y="21385"/>
                        <a:pt x="4897" y="21385"/>
                      </a:cubicBezTo>
                      <a:lnTo>
                        <a:pt x="4855" y="21343"/>
                      </a:lnTo>
                      <a:lnTo>
                        <a:pt x="4730" y="21322"/>
                      </a:lnTo>
                      <a:lnTo>
                        <a:pt x="4688" y="21238"/>
                      </a:lnTo>
                      <a:lnTo>
                        <a:pt x="4583" y="21238"/>
                      </a:lnTo>
                      <a:lnTo>
                        <a:pt x="4478" y="21343"/>
                      </a:lnTo>
                      <a:lnTo>
                        <a:pt x="4478" y="21426"/>
                      </a:lnTo>
                      <a:lnTo>
                        <a:pt x="4541" y="21489"/>
                      </a:lnTo>
                      <a:cubicBezTo>
                        <a:pt x="4520" y="21489"/>
                        <a:pt x="4499" y="21531"/>
                        <a:pt x="4499" y="21531"/>
                      </a:cubicBezTo>
                      <a:lnTo>
                        <a:pt x="4395" y="21468"/>
                      </a:lnTo>
                      <a:lnTo>
                        <a:pt x="4290" y="21552"/>
                      </a:lnTo>
                      <a:lnTo>
                        <a:pt x="4290" y="21594"/>
                      </a:lnTo>
                      <a:cubicBezTo>
                        <a:pt x="4081" y="21678"/>
                        <a:pt x="3893" y="21761"/>
                        <a:pt x="3683" y="21845"/>
                      </a:cubicBezTo>
                      <a:lnTo>
                        <a:pt x="3704" y="21782"/>
                      </a:lnTo>
                      <a:lnTo>
                        <a:pt x="3809" y="21740"/>
                      </a:lnTo>
                      <a:lnTo>
                        <a:pt x="3746" y="21698"/>
                      </a:lnTo>
                      <a:lnTo>
                        <a:pt x="3704" y="21573"/>
                      </a:lnTo>
                      <a:lnTo>
                        <a:pt x="3600" y="21636"/>
                      </a:lnTo>
                      <a:lnTo>
                        <a:pt x="3432" y="21636"/>
                      </a:lnTo>
                      <a:lnTo>
                        <a:pt x="3453" y="21698"/>
                      </a:lnTo>
                      <a:lnTo>
                        <a:pt x="3390" y="21803"/>
                      </a:lnTo>
                      <a:lnTo>
                        <a:pt x="3286" y="21845"/>
                      </a:lnTo>
                      <a:lnTo>
                        <a:pt x="3160" y="21970"/>
                      </a:lnTo>
                      <a:lnTo>
                        <a:pt x="3160" y="22012"/>
                      </a:lnTo>
                      <a:cubicBezTo>
                        <a:pt x="2951" y="22096"/>
                        <a:pt x="2742" y="22159"/>
                        <a:pt x="2533" y="22201"/>
                      </a:cubicBezTo>
                      <a:lnTo>
                        <a:pt x="2512" y="22180"/>
                      </a:lnTo>
                      <a:lnTo>
                        <a:pt x="2386" y="22222"/>
                      </a:lnTo>
                      <a:lnTo>
                        <a:pt x="2407" y="22263"/>
                      </a:lnTo>
                      <a:cubicBezTo>
                        <a:pt x="2344" y="22263"/>
                        <a:pt x="2302" y="22284"/>
                        <a:pt x="2240" y="22284"/>
                      </a:cubicBezTo>
                      <a:cubicBezTo>
                        <a:pt x="2177" y="22305"/>
                        <a:pt x="2093" y="22305"/>
                        <a:pt x="2009" y="22326"/>
                      </a:cubicBezTo>
                      <a:lnTo>
                        <a:pt x="1926" y="22263"/>
                      </a:lnTo>
                      <a:lnTo>
                        <a:pt x="1821" y="22368"/>
                      </a:lnTo>
                      <a:lnTo>
                        <a:pt x="1821" y="22389"/>
                      </a:lnTo>
                      <a:cubicBezTo>
                        <a:pt x="1758" y="22410"/>
                        <a:pt x="1654" y="22410"/>
                        <a:pt x="1570" y="22431"/>
                      </a:cubicBezTo>
                      <a:cubicBezTo>
                        <a:pt x="1264" y="22480"/>
                        <a:pt x="957" y="22500"/>
                        <a:pt x="651" y="22500"/>
                      </a:cubicBezTo>
                      <a:cubicBezTo>
                        <a:pt x="434" y="22500"/>
                        <a:pt x="218" y="22490"/>
                        <a:pt x="1" y="22473"/>
                      </a:cubicBezTo>
                      <a:lnTo>
                        <a:pt x="1" y="22473"/>
                      </a:lnTo>
                      <a:cubicBezTo>
                        <a:pt x="332" y="22512"/>
                        <a:pt x="664" y="22527"/>
                        <a:pt x="990" y="22527"/>
                      </a:cubicBezTo>
                      <a:cubicBezTo>
                        <a:pt x="1179" y="22527"/>
                        <a:pt x="1365" y="22522"/>
                        <a:pt x="1549" y="22514"/>
                      </a:cubicBezTo>
                      <a:lnTo>
                        <a:pt x="1549" y="22535"/>
                      </a:lnTo>
                      <a:lnTo>
                        <a:pt x="1654" y="22577"/>
                      </a:lnTo>
                      <a:lnTo>
                        <a:pt x="1612" y="22514"/>
                      </a:lnTo>
                      <a:cubicBezTo>
                        <a:pt x="2093" y="22473"/>
                        <a:pt x="2533" y="22389"/>
                        <a:pt x="2972" y="22263"/>
                      </a:cubicBezTo>
                      <a:lnTo>
                        <a:pt x="2972" y="22263"/>
                      </a:lnTo>
                      <a:lnTo>
                        <a:pt x="2867" y="22368"/>
                      </a:lnTo>
                      <a:lnTo>
                        <a:pt x="3077" y="22368"/>
                      </a:lnTo>
                      <a:lnTo>
                        <a:pt x="3223" y="22222"/>
                      </a:lnTo>
                      <a:lnTo>
                        <a:pt x="3370" y="22222"/>
                      </a:lnTo>
                      <a:lnTo>
                        <a:pt x="3453" y="22159"/>
                      </a:lnTo>
                      <a:cubicBezTo>
                        <a:pt x="3579" y="22096"/>
                        <a:pt x="3746" y="22075"/>
                        <a:pt x="3872" y="22012"/>
                      </a:cubicBezTo>
                      <a:lnTo>
                        <a:pt x="3893" y="22054"/>
                      </a:lnTo>
                      <a:lnTo>
                        <a:pt x="4081" y="22054"/>
                      </a:lnTo>
                      <a:lnTo>
                        <a:pt x="4227" y="21991"/>
                      </a:lnTo>
                      <a:lnTo>
                        <a:pt x="4290" y="21719"/>
                      </a:lnTo>
                      <a:lnTo>
                        <a:pt x="4311" y="21803"/>
                      </a:lnTo>
                      <a:lnTo>
                        <a:pt x="4374" y="21845"/>
                      </a:lnTo>
                      <a:lnTo>
                        <a:pt x="4416" y="21740"/>
                      </a:lnTo>
                      <a:lnTo>
                        <a:pt x="4458" y="21657"/>
                      </a:lnTo>
                      <a:lnTo>
                        <a:pt x="4520" y="21678"/>
                      </a:lnTo>
                      <a:lnTo>
                        <a:pt x="4562" y="21740"/>
                      </a:lnTo>
                      <a:lnTo>
                        <a:pt x="4604" y="21719"/>
                      </a:lnTo>
                      <a:lnTo>
                        <a:pt x="4688" y="21615"/>
                      </a:lnTo>
                      <a:lnTo>
                        <a:pt x="4834" y="21531"/>
                      </a:lnTo>
                      <a:lnTo>
                        <a:pt x="4834" y="21468"/>
                      </a:lnTo>
                      <a:cubicBezTo>
                        <a:pt x="5043" y="21406"/>
                        <a:pt x="5253" y="21301"/>
                        <a:pt x="5462" y="21217"/>
                      </a:cubicBezTo>
                      <a:lnTo>
                        <a:pt x="5462" y="21217"/>
                      </a:lnTo>
                      <a:lnTo>
                        <a:pt x="5420" y="21238"/>
                      </a:lnTo>
                      <a:lnTo>
                        <a:pt x="5546" y="21238"/>
                      </a:lnTo>
                      <a:lnTo>
                        <a:pt x="5504" y="21196"/>
                      </a:lnTo>
                      <a:cubicBezTo>
                        <a:pt x="5839" y="21050"/>
                        <a:pt x="6173" y="20903"/>
                        <a:pt x="6508" y="20778"/>
                      </a:cubicBezTo>
                      <a:lnTo>
                        <a:pt x="6571" y="20799"/>
                      </a:lnTo>
                      <a:lnTo>
                        <a:pt x="6759" y="20778"/>
                      </a:lnTo>
                      <a:lnTo>
                        <a:pt x="6822" y="20694"/>
                      </a:lnTo>
                      <a:lnTo>
                        <a:pt x="6989" y="20715"/>
                      </a:lnTo>
                      <a:lnTo>
                        <a:pt x="6989" y="20673"/>
                      </a:lnTo>
                      <a:lnTo>
                        <a:pt x="6927" y="20610"/>
                      </a:lnTo>
                      <a:cubicBezTo>
                        <a:pt x="7031" y="20569"/>
                        <a:pt x="7136" y="20527"/>
                        <a:pt x="7240" y="20485"/>
                      </a:cubicBezTo>
                      <a:lnTo>
                        <a:pt x="7282" y="20485"/>
                      </a:lnTo>
                      <a:cubicBezTo>
                        <a:pt x="7324" y="20464"/>
                        <a:pt x="7387" y="20422"/>
                        <a:pt x="7429" y="20422"/>
                      </a:cubicBezTo>
                      <a:lnTo>
                        <a:pt x="7450" y="20485"/>
                      </a:lnTo>
                      <a:lnTo>
                        <a:pt x="7554" y="20485"/>
                      </a:lnTo>
                      <a:lnTo>
                        <a:pt x="7617" y="20380"/>
                      </a:lnTo>
                      <a:lnTo>
                        <a:pt x="7638" y="20464"/>
                      </a:lnTo>
                      <a:lnTo>
                        <a:pt x="7659" y="20464"/>
                      </a:lnTo>
                      <a:lnTo>
                        <a:pt x="7701" y="20380"/>
                      </a:lnTo>
                      <a:lnTo>
                        <a:pt x="7763" y="20318"/>
                      </a:lnTo>
                      <a:lnTo>
                        <a:pt x="7868" y="20318"/>
                      </a:lnTo>
                      <a:lnTo>
                        <a:pt x="7973" y="20255"/>
                      </a:lnTo>
                      <a:lnTo>
                        <a:pt x="8015" y="20171"/>
                      </a:lnTo>
                      <a:cubicBezTo>
                        <a:pt x="8077" y="20150"/>
                        <a:pt x="8161" y="20087"/>
                        <a:pt x="8224" y="20066"/>
                      </a:cubicBezTo>
                      <a:lnTo>
                        <a:pt x="8224" y="20066"/>
                      </a:lnTo>
                      <a:lnTo>
                        <a:pt x="8182" y="20108"/>
                      </a:lnTo>
                      <a:lnTo>
                        <a:pt x="8182" y="20213"/>
                      </a:lnTo>
                      <a:lnTo>
                        <a:pt x="8224" y="20255"/>
                      </a:lnTo>
                      <a:lnTo>
                        <a:pt x="8370" y="20150"/>
                      </a:lnTo>
                      <a:lnTo>
                        <a:pt x="8391" y="20066"/>
                      </a:lnTo>
                      <a:lnTo>
                        <a:pt x="8475" y="20045"/>
                      </a:lnTo>
                      <a:lnTo>
                        <a:pt x="8496" y="20087"/>
                      </a:lnTo>
                      <a:lnTo>
                        <a:pt x="8538" y="20045"/>
                      </a:lnTo>
                      <a:lnTo>
                        <a:pt x="8580" y="20045"/>
                      </a:lnTo>
                      <a:lnTo>
                        <a:pt x="8600" y="20108"/>
                      </a:lnTo>
                      <a:lnTo>
                        <a:pt x="8580" y="20192"/>
                      </a:lnTo>
                      <a:lnTo>
                        <a:pt x="8642" y="20192"/>
                      </a:lnTo>
                      <a:lnTo>
                        <a:pt x="8705" y="20087"/>
                      </a:lnTo>
                      <a:lnTo>
                        <a:pt x="8789" y="20087"/>
                      </a:lnTo>
                      <a:lnTo>
                        <a:pt x="8872" y="20004"/>
                      </a:lnTo>
                      <a:lnTo>
                        <a:pt x="8977" y="20004"/>
                      </a:lnTo>
                      <a:lnTo>
                        <a:pt x="9082" y="19857"/>
                      </a:lnTo>
                      <a:lnTo>
                        <a:pt x="9186" y="19794"/>
                      </a:lnTo>
                      <a:lnTo>
                        <a:pt x="9270" y="19836"/>
                      </a:lnTo>
                      <a:lnTo>
                        <a:pt x="9270" y="19899"/>
                      </a:lnTo>
                      <a:lnTo>
                        <a:pt x="9186" y="20004"/>
                      </a:lnTo>
                      <a:lnTo>
                        <a:pt x="9103" y="20150"/>
                      </a:lnTo>
                      <a:lnTo>
                        <a:pt x="9103" y="20192"/>
                      </a:lnTo>
                      <a:lnTo>
                        <a:pt x="9165" y="20192"/>
                      </a:lnTo>
                      <a:lnTo>
                        <a:pt x="9312" y="20045"/>
                      </a:lnTo>
                      <a:lnTo>
                        <a:pt x="9312" y="19857"/>
                      </a:lnTo>
                      <a:lnTo>
                        <a:pt x="9333" y="19836"/>
                      </a:lnTo>
                      <a:lnTo>
                        <a:pt x="9396" y="19899"/>
                      </a:lnTo>
                      <a:lnTo>
                        <a:pt x="9479" y="19857"/>
                      </a:lnTo>
                      <a:lnTo>
                        <a:pt x="9542" y="19878"/>
                      </a:lnTo>
                      <a:lnTo>
                        <a:pt x="9647" y="19878"/>
                      </a:lnTo>
                      <a:lnTo>
                        <a:pt x="9751" y="19753"/>
                      </a:lnTo>
                      <a:lnTo>
                        <a:pt x="9793" y="19753"/>
                      </a:lnTo>
                      <a:lnTo>
                        <a:pt x="9814" y="19773"/>
                      </a:lnTo>
                      <a:lnTo>
                        <a:pt x="9856" y="19648"/>
                      </a:lnTo>
                      <a:lnTo>
                        <a:pt x="9919" y="19585"/>
                      </a:lnTo>
                      <a:lnTo>
                        <a:pt x="9940" y="19627"/>
                      </a:lnTo>
                      <a:lnTo>
                        <a:pt x="9919" y="19690"/>
                      </a:lnTo>
                      <a:lnTo>
                        <a:pt x="9919" y="19794"/>
                      </a:lnTo>
                      <a:lnTo>
                        <a:pt x="9960" y="19773"/>
                      </a:lnTo>
                      <a:lnTo>
                        <a:pt x="10044" y="19669"/>
                      </a:lnTo>
                      <a:lnTo>
                        <a:pt x="10002" y="19648"/>
                      </a:lnTo>
                      <a:lnTo>
                        <a:pt x="10065" y="19564"/>
                      </a:lnTo>
                      <a:lnTo>
                        <a:pt x="10065" y="19522"/>
                      </a:lnTo>
                      <a:lnTo>
                        <a:pt x="9898" y="19522"/>
                      </a:lnTo>
                      <a:lnTo>
                        <a:pt x="9856" y="19481"/>
                      </a:lnTo>
                      <a:lnTo>
                        <a:pt x="10023" y="19439"/>
                      </a:lnTo>
                      <a:lnTo>
                        <a:pt x="10212" y="19334"/>
                      </a:lnTo>
                      <a:lnTo>
                        <a:pt x="10442" y="19334"/>
                      </a:lnTo>
                      <a:lnTo>
                        <a:pt x="10484" y="19271"/>
                      </a:lnTo>
                      <a:lnTo>
                        <a:pt x="10484" y="19209"/>
                      </a:lnTo>
                      <a:lnTo>
                        <a:pt x="10442" y="19209"/>
                      </a:lnTo>
                      <a:lnTo>
                        <a:pt x="10484" y="19167"/>
                      </a:lnTo>
                      <a:lnTo>
                        <a:pt x="10567" y="19146"/>
                      </a:lnTo>
                      <a:lnTo>
                        <a:pt x="10651" y="19104"/>
                      </a:lnTo>
                      <a:lnTo>
                        <a:pt x="10693" y="19104"/>
                      </a:lnTo>
                      <a:lnTo>
                        <a:pt x="10735" y="19209"/>
                      </a:lnTo>
                      <a:lnTo>
                        <a:pt x="10839" y="19209"/>
                      </a:lnTo>
                      <a:lnTo>
                        <a:pt x="10881" y="19125"/>
                      </a:lnTo>
                      <a:lnTo>
                        <a:pt x="10860" y="19104"/>
                      </a:lnTo>
                      <a:lnTo>
                        <a:pt x="10944" y="19020"/>
                      </a:lnTo>
                      <a:lnTo>
                        <a:pt x="10944" y="18916"/>
                      </a:lnTo>
                      <a:lnTo>
                        <a:pt x="10986" y="18853"/>
                      </a:lnTo>
                      <a:lnTo>
                        <a:pt x="11049" y="18916"/>
                      </a:lnTo>
                      <a:lnTo>
                        <a:pt x="11049" y="18999"/>
                      </a:lnTo>
                      <a:lnTo>
                        <a:pt x="11090" y="19041"/>
                      </a:lnTo>
                      <a:lnTo>
                        <a:pt x="11216" y="18957"/>
                      </a:lnTo>
                      <a:lnTo>
                        <a:pt x="11279" y="18895"/>
                      </a:lnTo>
                      <a:lnTo>
                        <a:pt x="11362" y="18895"/>
                      </a:lnTo>
                      <a:lnTo>
                        <a:pt x="11404" y="18790"/>
                      </a:lnTo>
                      <a:lnTo>
                        <a:pt x="11425" y="18748"/>
                      </a:lnTo>
                      <a:lnTo>
                        <a:pt x="11488" y="18811"/>
                      </a:lnTo>
                      <a:lnTo>
                        <a:pt x="11593" y="18790"/>
                      </a:lnTo>
                      <a:lnTo>
                        <a:pt x="11718" y="18623"/>
                      </a:lnTo>
                      <a:lnTo>
                        <a:pt x="11718" y="18539"/>
                      </a:lnTo>
                      <a:lnTo>
                        <a:pt x="11613" y="18539"/>
                      </a:lnTo>
                      <a:lnTo>
                        <a:pt x="11593" y="18518"/>
                      </a:lnTo>
                      <a:lnTo>
                        <a:pt x="11739" y="18413"/>
                      </a:lnTo>
                      <a:lnTo>
                        <a:pt x="11844" y="18393"/>
                      </a:lnTo>
                      <a:lnTo>
                        <a:pt x="11927" y="18288"/>
                      </a:lnTo>
                      <a:lnTo>
                        <a:pt x="11990" y="18288"/>
                      </a:lnTo>
                      <a:lnTo>
                        <a:pt x="12011" y="18330"/>
                      </a:lnTo>
                      <a:lnTo>
                        <a:pt x="12137" y="18204"/>
                      </a:lnTo>
                      <a:lnTo>
                        <a:pt x="12241" y="18141"/>
                      </a:lnTo>
                      <a:lnTo>
                        <a:pt x="12262" y="18079"/>
                      </a:lnTo>
                      <a:lnTo>
                        <a:pt x="12346" y="18037"/>
                      </a:lnTo>
                      <a:lnTo>
                        <a:pt x="12367" y="17995"/>
                      </a:lnTo>
                      <a:lnTo>
                        <a:pt x="12450" y="17995"/>
                      </a:lnTo>
                      <a:lnTo>
                        <a:pt x="12471" y="18079"/>
                      </a:lnTo>
                      <a:lnTo>
                        <a:pt x="12534" y="18100"/>
                      </a:lnTo>
                      <a:lnTo>
                        <a:pt x="12555" y="18016"/>
                      </a:lnTo>
                      <a:lnTo>
                        <a:pt x="12660" y="18016"/>
                      </a:lnTo>
                      <a:lnTo>
                        <a:pt x="12722" y="17995"/>
                      </a:lnTo>
                      <a:lnTo>
                        <a:pt x="12722" y="17911"/>
                      </a:lnTo>
                      <a:lnTo>
                        <a:pt x="12827" y="17890"/>
                      </a:lnTo>
                      <a:lnTo>
                        <a:pt x="12848" y="17828"/>
                      </a:lnTo>
                      <a:lnTo>
                        <a:pt x="12869" y="17869"/>
                      </a:lnTo>
                      <a:lnTo>
                        <a:pt x="13036" y="17890"/>
                      </a:lnTo>
                      <a:lnTo>
                        <a:pt x="13057" y="17786"/>
                      </a:lnTo>
                      <a:lnTo>
                        <a:pt x="13099" y="17786"/>
                      </a:lnTo>
                      <a:lnTo>
                        <a:pt x="13099" y="17849"/>
                      </a:lnTo>
                      <a:lnTo>
                        <a:pt x="13162" y="17849"/>
                      </a:lnTo>
                      <a:lnTo>
                        <a:pt x="13204" y="17786"/>
                      </a:lnTo>
                      <a:lnTo>
                        <a:pt x="13266" y="17849"/>
                      </a:lnTo>
                      <a:lnTo>
                        <a:pt x="13308" y="17807"/>
                      </a:lnTo>
                      <a:lnTo>
                        <a:pt x="13371" y="17660"/>
                      </a:lnTo>
                      <a:lnTo>
                        <a:pt x="13308" y="17660"/>
                      </a:lnTo>
                      <a:lnTo>
                        <a:pt x="13266" y="17681"/>
                      </a:lnTo>
                      <a:lnTo>
                        <a:pt x="13287" y="17597"/>
                      </a:lnTo>
                      <a:lnTo>
                        <a:pt x="13350" y="17556"/>
                      </a:lnTo>
                      <a:cubicBezTo>
                        <a:pt x="13371" y="17618"/>
                        <a:pt x="13392" y="17702"/>
                        <a:pt x="13455" y="17765"/>
                      </a:cubicBezTo>
                      <a:cubicBezTo>
                        <a:pt x="13517" y="17849"/>
                        <a:pt x="13392" y="17995"/>
                        <a:pt x="13308" y="18079"/>
                      </a:cubicBezTo>
                      <a:lnTo>
                        <a:pt x="13245" y="18183"/>
                      </a:lnTo>
                      <a:lnTo>
                        <a:pt x="13266" y="18225"/>
                      </a:lnTo>
                      <a:lnTo>
                        <a:pt x="13371" y="18309"/>
                      </a:lnTo>
                      <a:lnTo>
                        <a:pt x="13350" y="18413"/>
                      </a:lnTo>
                      <a:lnTo>
                        <a:pt x="13266" y="18351"/>
                      </a:lnTo>
                      <a:lnTo>
                        <a:pt x="13245" y="18393"/>
                      </a:lnTo>
                      <a:lnTo>
                        <a:pt x="13266" y="18497"/>
                      </a:lnTo>
                      <a:lnTo>
                        <a:pt x="13162" y="18623"/>
                      </a:lnTo>
                      <a:lnTo>
                        <a:pt x="13099" y="18602"/>
                      </a:lnTo>
                      <a:lnTo>
                        <a:pt x="13099" y="18351"/>
                      </a:lnTo>
                      <a:lnTo>
                        <a:pt x="13057" y="18330"/>
                      </a:lnTo>
                      <a:lnTo>
                        <a:pt x="12890" y="18351"/>
                      </a:lnTo>
                      <a:lnTo>
                        <a:pt x="12639" y="18497"/>
                      </a:lnTo>
                      <a:lnTo>
                        <a:pt x="12471" y="18602"/>
                      </a:lnTo>
                      <a:lnTo>
                        <a:pt x="12450" y="18665"/>
                      </a:lnTo>
                      <a:lnTo>
                        <a:pt x="12471" y="18727"/>
                      </a:lnTo>
                      <a:lnTo>
                        <a:pt x="12471" y="18853"/>
                      </a:lnTo>
                      <a:lnTo>
                        <a:pt x="12450" y="18957"/>
                      </a:lnTo>
                      <a:lnTo>
                        <a:pt x="12409" y="19041"/>
                      </a:lnTo>
                      <a:lnTo>
                        <a:pt x="12409" y="19146"/>
                      </a:lnTo>
                      <a:lnTo>
                        <a:pt x="12471" y="19188"/>
                      </a:lnTo>
                      <a:lnTo>
                        <a:pt x="12555" y="19167"/>
                      </a:lnTo>
                      <a:lnTo>
                        <a:pt x="12576" y="19125"/>
                      </a:lnTo>
                      <a:lnTo>
                        <a:pt x="12555" y="19083"/>
                      </a:lnTo>
                      <a:lnTo>
                        <a:pt x="12513" y="19062"/>
                      </a:lnTo>
                      <a:lnTo>
                        <a:pt x="12555" y="19020"/>
                      </a:lnTo>
                      <a:lnTo>
                        <a:pt x="12681" y="19020"/>
                      </a:lnTo>
                      <a:lnTo>
                        <a:pt x="12660" y="19062"/>
                      </a:lnTo>
                      <a:lnTo>
                        <a:pt x="12722" y="19125"/>
                      </a:lnTo>
                      <a:lnTo>
                        <a:pt x="12785" y="19041"/>
                      </a:lnTo>
                      <a:lnTo>
                        <a:pt x="12848" y="19041"/>
                      </a:lnTo>
                      <a:lnTo>
                        <a:pt x="12764" y="19146"/>
                      </a:lnTo>
                      <a:lnTo>
                        <a:pt x="12764" y="19188"/>
                      </a:lnTo>
                      <a:lnTo>
                        <a:pt x="12555" y="19355"/>
                      </a:lnTo>
                      <a:lnTo>
                        <a:pt x="12534" y="19397"/>
                      </a:lnTo>
                      <a:lnTo>
                        <a:pt x="12639" y="19439"/>
                      </a:lnTo>
                      <a:lnTo>
                        <a:pt x="12681" y="19355"/>
                      </a:lnTo>
                      <a:lnTo>
                        <a:pt x="12764" y="19292"/>
                      </a:lnTo>
                      <a:lnTo>
                        <a:pt x="12764" y="19229"/>
                      </a:lnTo>
                      <a:lnTo>
                        <a:pt x="12890" y="19146"/>
                      </a:lnTo>
                      <a:lnTo>
                        <a:pt x="12869" y="19083"/>
                      </a:lnTo>
                      <a:lnTo>
                        <a:pt x="12932" y="19041"/>
                      </a:lnTo>
                      <a:lnTo>
                        <a:pt x="12973" y="19041"/>
                      </a:lnTo>
                      <a:lnTo>
                        <a:pt x="13036" y="18916"/>
                      </a:lnTo>
                      <a:lnTo>
                        <a:pt x="13078" y="18937"/>
                      </a:lnTo>
                      <a:lnTo>
                        <a:pt x="13183" y="18916"/>
                      </a:lnTo>
                      <a:lnTo>
                        <a:pt x="13287" y="18937"/>
                      </a:lnTo>
                      <a:lnTo>
                        <a:pt x="13455" y="18832"/>
                      </a:lnTo>
                      <a:lnTo>
                        <a:pt x="13413" y="18748"/>
                      </a:lnTo>
                      <a:lnTo>
                        <a:pt x="13287" y="18706"/>
                      </a:lnTo>
                      <a:lnTo>
                        <a:pt x="13371" y="18665"/>
                      </a:lnTo>
                      <a:lnTo>
                        <a:pt x="13497" y="18665"/>
                      </a:lnTo>
                      <a:lnTo>
                        <a:pt x="13580" y="18769"/>
                      </a:lnTo>
                      <a:lnTo>
                        <a:pt x="13664" y="18769"/>
                      </a:lnTo>
                      <a:lnTo>
                        <a:pt x="13727" y="18665"/>
                      </a:lnTo>
                      <a:lnTo>
                        <a:pt x="13685" y="18539"/>
                      </a:lnTo>
                      <a:lnTo>
                        <a:pt x="13580" y="18518"/>
                      </a:lnTo>
                      <a:lnTo>
                        <a:pt x="13622" y="18455"/>
                      </a:lnTo>
                      <a:lnTo>
                        <a:pt x="13706" y="18455"/>
                      </a:lnTo>
                      <a:lnTo>
                        <a:pt x="13789" y="18497"/>
                      </a:lnTo>
                      <a:lnTo>
                        <a:pt x="13852" y="18455"/>
                      </a:lnTo>
                      <a:lnTo>
                        <a:pt x="13894" y="18518"/>
                      </a:lnTo>
                      <a:lnTo>
                        <a:pt x="13957" y="18539"/>
                      </a:lnTo>
                      <a:lnTo>
                        <a:pt x="14041" y="18413"/>
                      </a:lnTo>
                      <a:lnTo>
                        <a:pt x="14020" y="18330"/>
                      </a:lnTo>
                      <a:lnTo>
                        <a:pt x="13957" y="18309"/>
                      </a:lnTo>
                      <a:lnTo>
                        <a:pt x="13957" y="18225"/>
                      </a:lnTo>
                      <a:lnTo>
                        <a:pt x="14062" y="18225"/>
                      </a:lnTo>
                      <a:lnTo>
                        <a:pt x="14166" y="18204"/>
                      </a:lnTo>
                      <a:lnTo>
                        <a:pt x="14124" y="18079"/>
                      </a:lnTo>
                      <a:lnTo>
                        <a:pt x="14041" y="18037"/>
                      </a:lnTo>
                      <a:lnTo>
                        <a:pt x="13957" y="18079"/>
                      </a:lnTo>
                      <a:lnTo>
                        <a:pt x="14041" y="17995"/>
                      </a:lnTo>
                      <a:cubicBezTo>
                        <a:pt x="14062" y="17974"/>
                        <a:pt x="14041" y="17932"/>
                        <a:pt x="14041" y="17932"/>
                      </a:cubicBezTo>
                      <a:lnTo>
                        <a:pt x="14145" y="17828"/>
                      </a:lnTo>
                      <a:lnTo>
                        <a:pt x="14166" y="17911"/>
                      </a:lnTo>
                      <a:lnTo>
                        <a:pt x="14229" y="17911"/>
                      </a:lnTo>
                      <a:lnTo>
                        <a:pt x="14313" y="17807"/>
                      </a:lnTo>
                      <a:lnTo>
                        <a:pt x="14354" y="17869"/>
                      </a:lnTo>
                      <a:lnTo>
                        <a:pt x="14438" y="17828"/>
                      </a:lnTo>
                      <a:lnTo>
                        <a:pt x="14417" y="17765"/>
                      </a:lnTo>
                      <a:lnTo>
                        <a:pt x="14334" y="17723"/>
                      </a:lnTo>
                      <a:lnTo>
                        <a:pt x="14396" y="17660"/>
                      </a:lnTo>
                      <a:lnTo>
                        <a:pt x="14438" y="17597"/>
                      </a:lnTo>
                      <a:lnTo>
                        <a:pt x="14396" y="17514"/>
                      </a:lnTo>
                      <a:lnTo>
                        <a:pt x="14313" y="17556"/>
                      </a:lnTo>
                      <a:lnTo>
                        <a:pt x="14292" y="17597"/>
                      </a:lnTo>
                      <a:lnTo>
                        <a:pt x="14229" y="17597"/>
                      </a:lnTo>
                      <a:lnTo>
                        <a:pt x="14250" y="17493"/>
                      </a:lnTo>
                      <a:lnTo>
                        <a:pt x="14208" y="17472"/>
                      </a:lnTo>
                      <a:lnTo>
                        <a:pt x="14103" y="17493"/>
                      </a:lnTo>
                      <a:lnTo>
                        <a:pt x="14041" y="17577"/>
                      </a:lnTo>
                      <a:lnTo>
                        <a:pt x="14103" y="17618"/>
                      </a:lnTo>
                      <a:lnTo>
                        <a:pt x="14041" y="17723"/>
                      </a:lnTo>
                      <a:lnTo>
                        <a:pt x="13999" y="17702"/>
                      </a:lnTo>
                      <a:lnTo>
                        <a:pt x="13978" y="17786"/>
                      </a:lnTo>
                      <a:lnTo>
                        <a:pt x="13894" y="17765"/>
                      </a:lnTo>
                      <a:lnTo>
                        <a:pt x="13831" y="17807"/>
                      </a:lnTo>
                      <a:lnTo>
                        <a:pt x="13873" y="17869"/>
                      </a:lnTo>
                      <a:lnTo>
                        <a:pt x="13999" y="17995"/>
                      </a:lnTo>
                      <a:lnTo>
                        <a:pt x="13831" y="18141"/>
                      </a:lnTo>
                      <a:lnTo>
                        <a:pt x="13831" y="18079"/>
                      </a:lnTo>
                      <a:lnTo>
                        <a:pt x="13727" y="17995"/>
                      </a:lnTo>
                      <a:lnTo>
                        <a:pt x="13685" y="18037"/>
                      </a:lnTo>
                      <a:lnTo>
                        <a:pt x="13706" y="18121"/>
                      </a:lnTo>
                      <a:lnTo>
                        <a:pt x="13685" y="18225"/>
                      </a:lnTo>
                      <a:lnTo>
                        <a:pt x="13622" y="18204"/>
                      </a:lnTo>
                      <a:lnTo>
                        <a:pt x="13580" y="18225"/>
                      </a:lnTo>
                      <a:lnTo>
                        <a:pt x="13517" y="18330"/>
                      </a:lnTo>
                      <a:lnTo>
                        <a:pt x="13434" y="18351"/>
                      </a:lnTo>
                      <a:lnTo>
                        <a:pt x="13434" y="18288"/>
                      </a:lnTo>
                      <a:lnTo>
                        <a:pt x="13497" y="18225"/>
                      </a:lnTo>
                      <a:lnTo>
                        <a:pt x="13497" y="18121"/>
                      </a:lnTo>
                      <a:lnTo>
                        <a:pt x="13413" y="18079"/>
                      </a:lnTo>
                      <a:lnTo>
                        <a:pt x="13371" y="18079"/>
                      </a:lnTo>
                      <a:cubicBezTo>
                        <a:pt x="13413" y="17995"/>
                        <a:pt x="13476" y="17911"/>
                        <a:pt x="13559" y="17849"/>
                      </a:cubicBezTo>
                      <a:lnTo>
                        <a:pt x="13559" y="17807"/>
                      </a:lnTo>
                      <a:cubicBezTo>
                        <a:pt x="13497" y="17702"/>
                        <a:pt x="13476" y="17597"/>
                        <a:pt x="13434" y="17493"/>
                      </a:cubicBezTo>
                      <a:lnTo>
                        <a:pt x="13476" y="17493"/>
                      </a:lnTo>
                      <a:lnTo>
                        <a:pt x="13517" y="17535"/>
                      </a:lnTo>
                      <a:lnTo>
                        <a:pt x="13538" y="17493"/>
                      </a:lnTo>
                      <a:lnTo>
                        <a:pt x="13497" y="17409"/>
                      </a:lnTo>
                      <a:lnTo>
                        <a:pt x="13413" y="17388"/>
                      </a:lnTo>
                      <a:lnTo>
                        <a:pt x="13476" y="17367"/>
                      </a:lnTo>
                      <a:lnTo>
                        <a:pt x="13580" y="17388"/>
                      </a:lnTo>
                      <a:lnTo>
                        <a:pt x="13706" y="17263"/>
                      </a:lnTo>
                      <a:lnTo>
                        <a:pt x="13831" y="17263"/>
                      </a:lnTo>
                      <a:lnTo>
                        <a:pt x="13936" y="17158"/>
                      </a:lnTo>
                      <a:lnTo>
                        <a:pt x="14020" y="17137"/>
                      </a:lnTo>
                      <a:lnTo>
                        <a:pt x="14145" y="16991"/>
                      </a:lnTo>
                      <a:lnTo>
                        <a:pt x="14145" y="16844"/>
                      </a:lnTo>
                      <a:lnTo>
                        <a:pt x="14103" y="16781"/>
                      </a:lnTo>
                      <a:lnTo>
                        <a:pt x="14082" y="16781"/>
                      </a:lnTo>
                      <a:lnTo>
                        <a:pt x="14020" y="16656"/>
                      </a:lnTo>
                      <a:lnTo>
                        <a:pt x="13957" y="16635"/>
                      </a:lnTo>
                      <a:lnTo>
                        <a:pt x="13810" y="16635"/>
                      </a:lnTo>
                      <a:lnTo>
                        <a:pt x="13831" y="16530"/>
                      </a:lnTo>
                      <a:lnTo>
                        <a:pt x="13831" y="16426"/>
                      </a:lnTo>
                      <a:lnTo>
                        <a:pt x="13999" y="16363"/>
                      </a:lnTo>
                      <a:lnTo>
                        <a:pt x="14020" y="16321"/>
                      </a:lnTo>
                      <a:lnTo>
                        <a:pt x="14103" y="16300"/>
                      </a:lnTo>
                      <a:lnTo>
                        <a:pt x="14124" y="16216"/>
                      </a:lnTo>
                      <a:lnTo>
                        <a:pt x="14103" y="16216"/>
                      </a:lnTo>
                      <a:lnTo>
                        <a:pt x="14145" y="16154"/>
                      </a:lnTo>
                      <a:lnTo>
                        <a:pt x="14250" y="16196"/>
                      </a:lnTo>
                      <a:lnTo>
                        <a:pt x="14417" y="16091"/>
                      </a:lnTo>
                      <a:lnTo>
                        <a:pt x="14522" y="16175"/>
                      </a:lnTo>
                      <a:lnTo>
                        <a:pt x="14647" y="16091"/>
                      </a:lnTo>
                      <a:lnTo>
                        <a:pt x="14626" y="16175"/>
                      </a:lnTo>
                      <a:lnTo>
                        <a:pt x="14647" y="16216"/>
                      </a:lnTo>
                      <a:lnTo>
                        <a:pt x="14731" y="16216"/>
                      </a:lnTo>
                      <a:lnTo>
                        <a:pt x="14857" y="16091"/>
                      </a:lnTo>
                      <a:lnTo>
                        <a:pt x="14836" y="16028"/>
                      </a:lnTo>
                      <a:lnTo>
                        <a:pt x="14773" y="16007"/>
                      </a:lnTo>
                      <a:lnTo>
                        <a:pt x="14752" y="15965"/>
                      </a:lnTo>
                      <a:lnTo>
                        <a:pt x="14794" y="15924"/>
                      </a:lnTo>
                      <a:lnTo>
                        <a:pt x="14919" y="15986"/>
                      </a:lnTo>
                      <a:lnTo>
                        <a:pt x="15129" y="15924"/>
                      </a:lnTo>
                      <a:lnTo>
                        <a:pt x="15170" y="15777"/>
                      </a:lnTo>
                      <a:lnTo>
                        <a:pt x="15129" y="15631"/>
                      </a:lnTo>
                      <a:lnTo>
                        <a:pt x="14961" y="15526"/>
                      </a:lnTo>
                      <a:lnTo>
                        <a:pt x="14891" y="15526"/>
                      </a:lnTo>
                      <a:lnTo>
                        <a:pt x="14919" y="15505"/>
                      </a:lnTo>
                      <a:lnTo>
                        <a:pt x="15066" y="15505"/>
                      </a:lnTo>
                      <a:lnTo>
                        <a:pt x="15150" y="15589"/>
                      </a:lnTo>
                      <a:lnTo>
                        <a:pt x="15296" y="15589"/>
                      </a:lnTo>
                      <a:lnTo>
                        <a:pt x="15401" y="15484"/>
                      </a:lnTo>
                      <a:lnTo>
                        <a:pt x="15401" y="15400"/>
                      </a:lnTo>
                      <a:lnTo>
                        <a:pt x="15673" y="15275"/>
                      </a:lnTo>
                      <a:lnTo>
                        <a:pt x="15798" y="15149"/>
                      </a:lnTo>
                      <a:lnTo>
                        <a:pt x="15924" y="15149"/>
                      </a:lnTo>
                      <a:lnTo>
                        <a:pt x="15986" y="15087"/>
                      </a:lnTo>
                      <a:lnTo>
                        <a:pt x="15986" y="15003"/>
                      </a:lnTo>
                      <a:lnTo>
                        <a:pt x="16217" y="14836"/>
                      </a:lnTo>
                      <a:lnTo>
                        <a:pt x="16426" y="14794"/>
                      </a:lnTo>
                      <a:lnTo>
                        <a:pt x="16656" y="14584"/>
                      </a:lnTo>
                      <a:lnTo>
                        <a:pt x="16844" y="14564"/>
                      </a:lnTo>
                      <a:lnTo>
                        <a:pt x="17033" y="14333"/>
                      </a:lnTo>
                      <a:lnTo>
                        <a:pt x="16949" y="14480"/>
                      </a:lnTo>
                      <a:lnTo>
                        <a:pt x="16949" y="14626"/>
                      </a:lnTo>
                      <a:lnTo>
                        <a:pt x="17012" y="14647"/>
                      </a:lnTo>
                      <a:lnTo>
                        <a:pt x="17075" y="14668"/>
                      </a:lnTo>
                      <a:lnTo>
                        <a:pt x="17116" y="14731"/>
                      </a:lnTo>
                      <a:lnTo>
                        <a:pt x="17263" y="14564"/>
                      </a:lnTo>
                      <a:lnTo>
                        <a:pt x="17367" y="14522"/>
                      </a:lnTo>
                      <a:lnTo>
                        <a:pt x="17598" y="14438"/>
                      </a:lnTo>
                      <a:lnTo>
                        <a:pt x="17681" y="14354"/>
                      </a:lnTo>
                      <a:lnTo>
                        <a:pt x="17681" y="14354"/>
                      </a:lnTo>
                      <a:lnTo>
                        <a:pt x="17639" y="14480"/>
                      </a:lnTo>
                      <a:lnTo>
                        <a:pt x="17451" y="14584"/>
                      </a:lnTo>
                      <a:lnTo>
                        <a:pt x="17326" y="14584"/>
                      </a:lnTo>
                      <a:lnTo>
                        <a:pt x="17054" y="14856"/>
                      </a:lnTo>
                      <a:lnTo>
                        <a:pt x="17033" y="14961"/>
                      </a:lnTo>
                      <a:lnTo>
                        <a:pt x="17158" y="15149"/>
                      </a:lnTo>
                      <a:lnTo>
                        <a:pt x="17179" y="15275"/>
                      </a:lnTo>
                      <a:lnTo>
                        <a:pt x="17054" y="15191"/>
                      </a:lnTo>
                      <a:lnTo>
                        <a:pt x="16949" y="15191"/>
                      </a:lnTo>
                      <a:lnTo>
                        <a:pt x="16886" y="15212"/>
                      </a:lnTo>
                      <a:lnTo>
                        <a:pt x="16823" y="15212"/>
                      </a:lnTo>
                      <a:lnTo>
                        <a:pt x="16719" y="15149"/>
                      </a:lnTo>
                      <a:lnTo>
                        <a:pt x="16698" y="14982"/>
                      </a:lnTo>
                      <a:lnTo>
                        <a:pt x="16510" y="15066"/>
                      </a:lnTo>
                      <a:lnTo>
                        <a:pt x="16405" y="15066"/>
                      </a:lnTo>
                      <a:lnTo>
                        <a:pt x="16238" y="15170"/>
                      </a:lnTo>
                      <a:lnTo>
                        <a:pt x="16091" y="15170"/>
                      </a:lnTo>
                      <a:lnTo>
                        <a:pt x="15986" y="15275"/>
                      </a:lnTo>
                      <a:lnTo>
                        <a:pt x="15986" y="15380"/>
                      </a:lnTo>
                      <a:lnTo>
                        <a:pt x="16007" y="15421"/>
                      </a:lnTo>
                      <a:lnTo>
                        <a:pt x="15903" y="15610"/>
                      </a:lnTo>
                      <a:lnTo>
                        <a:pt x="15777" y="15693"/>
                      </a:lnTo>
                      <a:lnTo>
                        <a:pt x="15714" y="15840"/>
                      </a:lnTo>
                      <a:lnTo>
                        <a:pt x="15380" y="16133"/>
                      </a:lnTo>
                      <a:lnTo>
                        <a:pt x="15296" y="16237"/>
                      </a:lnTo>
                      <a:lnTo>
                        <a:pt x="15296" y="16321"/>
                      </a:lnTo>
                      <a:lnTo>
                        <a:pt x="15401" y="16468"/>
                      </a:lnTo>
                      <a:lnTo>
                        <a:pt x="15463" y="16405"/>
                      </a:lnTo>
                      <a:lnTo>
                        <a:pt x="15505" y="16405"/>
                      </a:lnTo>
                      <a:lnTo>
                        <a:pt x="15610" y="16321"/>
                      </a:lnTo>
                      <a:lnTo>
                        <a:pt x="15694" y="16342"/>
                      </a:lnTo>
                      <a:lnTo>
                        <a:pt x="15694" y="16405"/>
                      </a:lnTo>
                      <a:lnTo>
                        <a:pt x="15484" y="16551"/>
                      </a:lnTo>
                      <a:lnTo>
                        <a:pt x="15401" y="16551"/>
                      </a:lnTo>
                      <a:lnTo>
                        <a:pt x="15359" y="16656"/>
                      </a:lnTo>
                      <a:lnTo>
                        <a:pt x="15254" y="16614"/>
                      </a:lnTo>
                      <a:lnTo>
                        <a:pt x="15170" y="16614"/>
                      </a:lnTo>
                      <a:lnTo>
                        <a:pt x="15087" y="16635"/>
                      </a:lnTo>
                      <a:lnTo>
                        <a:pt x="15087" y="16740"/>
                      </a:lnTo>
                      <a:lnTo>
                        <a:pt x="15024" y="16719"/>
                      </a:lnTo>
                      <a:lnTo>
                        <a:pt x="14919" y="16740"/>
                      </a:lnTo>
                      <a:lnTo>
                        <a:pt x="14919" y="16865"/>
                      </a:lnTo>
                      <a:lnTo>
                        <a:pt x="15066" y="17053"/>
                      </a:lnTo>
                      <a:lnTo>
                        <a:pt x="15129" y="17032"/>
                      </a:lnTo>
                      <a:lnTo>
                        <a:pt x="15170" y="16949"/>
                      </a:lnTo>
                      <a:lnTo>
                        <a:pt x="15233" y="17032"/>
                      </a:lnTo>
                      <a:lnTo>
                        <a:pt x="15275" y="16886"/>
                      </a:lnTo>
                      <a:lnTo>
                        <a:pt x="15359" y="16886"/>
                      </a:lnTo>
                      <a:lnTo>
                        <a:pt x="15359" y="16991"/>
                      </a:lnTo>
                      <a:lnTo>
                        <a:pt x="15442" y="16949"/>
                      </a:lnTo>
                      <a:lnTo>
                        <a:pt x="15463" y="16865"/>
                      </a:lnTo>
                      <a:lnTo>
                        <a:pt x="15526" y="16823"/>
                      </a:lnTo>
                      <a:lnTo>
                        <a:pt x="15652" y="16740"/>
                      </a:lnTo>
                      <a:lnTo>
                        <a:pt x="15652" y="16614"/>
                      </a:lnTo>
                      <a:lnTo>
                        <a:pt x="15714" y="16530"/>
                      </a:lnTo>
                      <a:lnTo>
                        <a:pt x="15714" y="16572"/>
                      </a:lnTo>
                      <a:lnTo>
                        <a:pt x="15673" y="16635"/>
                      </a:lnTo>
                      <a:lnTo>
                        <a:pt x="15714" y="16719"/>
                      </a:lnTo>
                      <a:lnTo>
                        <a:pt x="15840" y="16719"/>
                      </a:lnTo>
                      <a:lnTo>
                        <a:pt x="16028" y="16572"/>
                      </a:lnTo>
                      <a:lnTo>
                        <a:pt x="16175" y="16572"/>
                      </a:lnTo>
                      <a:lnTo>
                        <a:pt x="16196" y="16656"/>
                      </a:lnTo>
                      <a:lnTo>
                        <a:pt x="16258" y="16614"/>
                      </a:lnTo>
                      <a:lnTo>
                        <a:pt x="16321" y="16405"/>
                      </a:lnTo>
                      <a:lnTo>
                        <a:pt x="16447" y="16321"/>
                      </a:lnTo>
                      <a:lnTo>
                        <a:pt x="16510" y="16321"/>
                      </a:lnTo>
                      <a:lnTo>
                        <a:pt x="16363" y="16468"/>
                      </a:lnTo>
                      <a:lnTo>
                        <a:pt x="16363" y="16551"/>
                      </a:lnTo>
                      <a:lnTo>
                        <a:pt x="16447" y="16509"/>
                      </a:lnTo>
                      <a:lnTo>
                        <a:pt x="16572" y="16342"/>
                      </a:lnTo>
                      <a:lnTo>
                        <a:pt x="16656" y="16154"/>
                      </a:lnTo>
                      <a:lnTo>
                        <a:pt x="16740" y="16112"/>
                      </a:lnTo>
                      <a:lnTo>
                        <a:pt x="16740" y="16196"/>
                      </a:lnTo>
                      <a:lnTo>
                        <a:pt x="16656" y="16321"/>
                      </a:lnTo>
                      <a:lnTo>
                        <a:pt x="16656" y="16363"/>
                      </a:lnTo>
                      <a:lnTo>
                        <a:pt x="16782" y="16237"/>
                      </a:lnTo>
                      <a:lnTo>
                        <a:pt x="16844" y="16321"/>
                      </a:lnTo>
                      <a:lnTo>
                        <a:pt x="16844" y="16405"/>
                      </a:lnTo>
                      <a:lnTo>
                        <a:pt x="16970" y="16426"/>
                      </a:lnTo>
                      <a:lnTo>
                        <a:pt x="17033" y="16468"/>
                      </a:lnTo>
                      <a:lnTo>
                        <a:pt x="17095" y="16405"/>
                      </a:lnTo>
                      <a:lnTo>
                        <a:pt x="17158" y="16258"/>
                      </a:lnTo>
                      <a:lnTo>
                        <a:pt x="17305" y="16237"/>
                      </a:lnTo>
                      <a:lnTo>
                        <a:pt x="17409" y="16154"/>
                      </a:lnTo>
                      <a:lnTo>
                        <a:pt x="17347" y="16133"/>
                      </a:lnTo>
                      <a:lnTo>
                        <a:pt x="17367" y="16007"/>
                      </a:lnTo>
                      <a:lnTo>
                        <a:pt x="17577" y="15924"/>
                      </a:lnTo>
                      <a:lnTo>
                        <a:pt x="17598" y="15840"/>
                      </a:lnTo>
                      <a:lnTo>
                        <a:pt x="17598" y="15735"/>
                      </a:lnTo>
                      <a:lnTo>
                        <a:pt x="17493" y="15777"/>
                      </a:lnTo>
                      <a:lnTo>
                        <a:pt x="17409" y="15714"/>
                      </a:lnTo>
                      <a:lnTo>
                        <a:pt x="17284" y="15693"/>
                      </a:lnTo>
                      <a:lnTo>
                        <a:pt x="17347" y="15610"/>
                      </a:lnTo>
                      <a:lnTo>
                        <a:pt x="17451" y="15610"/>
                      </a:lnTo>
                      <a:lnTo>
                        <a:pt x="17514" y="15631"/>
                      </a:lnTo>
                      <a:lnTo>
                        <a:pt x="17577" y="15568"/>
                      </a:lnTo>
                      <a:lnTo>
                        <a:pt x="17577" y="15463"/>
                      </a:lnTo>
                      <a:lnTo>
                        <a:pt x="17472" y="15505"/>
                      </a:lnTo>
                      <a:lnTo>
                        <a:pt x="17367" y="15400"/>
                      </a:lnTo>
                      <a:lnTo>
                        <a:pt x="17367" y="15317"/>
                      </a:lnTo>
                      <a:lnTo>
                        <a:pt x="17514" y="15296"/>
                      </a:lnTo>
                      <a:lnTo>
                        <a:pt x="17598" y="15275"/>
                      </a:lnTo>
                      <a:lnTo>
                        <a:pt x="17660" y="15296"/>
                      </a:lnTo>
                      <a:lnTo>
                        <a:pt x="17681" y="15254"/>
                      </a:lnTo>
                      <a:lnTo>
                        <a:pt x="17619" y="15108"/>
                      </a:lnTo>
                      <a:lnTo>
                        <a:pt x="17807" y="15045"/>
                      </a:lnTo>
                      <a:lnTo>
                        <a:pt x="17911" y="15108"/>
                      </a:lnTo>
                      <a:lnTo>
                        <a:pt x="17995" y="15087"/>
                      </a:lnTo>
                      <a:lnTo>
                        <a:pt x="18121" y="15087"/>
                      </a:lnTo>
                      <a:lnTo>
                        <a:pt x="17911" y="15254"/>
                      </a:lnTo>
                      <a:lnTo>
                        <a:pt x="17911" y="15359"/>
                      </a:lnTo>
                      <a:lnTo>
                        <a:pt x="17932" y="15526"/>
                      </a:lnTo>
                      <a:lnTo>
                        <a:pt x="17995" y="15526"/>
                      </a:lnTo>
                      <a:lnTo>
                        <a:pt x="18079" y="15317"/>
                      </a:lnTo>
                      <a:lnTo>
                        <a:pt x="18142" y="15275"/>
                      </a:lnTo>
                      <a:lnTo>
                        <a:pt x="18204" y="15275"/>
                      </a:lnTo>
                      <a:lnTo>
                        <a:pt x="18183" y="15359"/>
                      </a:lnTo>
                      <a:lnTo>
                        <a:pt x="18121" y="15421"/>
                      </a:lnTo>
                      <a:lnTo>
                        <a:pt x="18142" y="15505"/>
                      </a:lnTo>
                      <a:lnTo>
                        <a:pt x="18288" y="15400"/>
                      </a:lnTo>
                      <a:lnTo>
                        <a:pt x="18309" y="15317"/>
                      </a:lnTo>
                      <a:lnTo>
                        <a:pt x="18393" y="15400"/>
                      </a:lnTo>
                      <a:lnTo>
                        <a:pt x="18497" y="15317"/>
                      </a:lnTo>
                      <a:lnTo>
                        <a:pt x="18539" y="15317"/>
                      </a:lnTo>
                      <a:lnTo>
                        <a:pt x="18644" y="15254"/>
                      </a:lnTo>
                      <a:lnTo>
                        <a:pt x="18769" y="15212"/>
                      </a:lnTo>
                      <a:lnTo>
                        <a:pt x="18874" y="15254"/>
                      </a:lnTo>
                      <a:lnTo>
                        <a:pt x="18853" y="15296"/>
                      </a:lnTo>
                      <a:lnTo>
                        <a:pt x="18727" y="15296"/>
                      </a:lnTo>
                      <a:lnTo>
                        <a:pt x="18602" y="15421"/>
                      </a:lnTo>
                      <a:lnTo>
                        <a:pt x="18686" y="15421"/>
                      </a:lnTo>
                      <a:lnTo>
                        <a:pt x="18623" y="15505"/>
                      </a:lnTo>
                      <a:lnTo>
                        <a:pt x="18686" y="15568"/>
                      </a:lnTo>
                      <a:lnTo>
                        <a:pt x="18895" y="15610"/>
                      </a:lnTo>
                      <a:lnTo>
                        <a:pt x="18958" y="15693"/>
                      </a:lnTo>
                      <a:lnTo>
                        <a:pt x="18958" y="15735"/>
                      </a:lnTo>
                      <a:lnTo>
                        <a:pt x="18832" y="15631"/>
                      </a:lnTo>
                      <a:lnTo>
                        <a:pt x="18686" y="15610"/>
                      </a:lnTo>
                      <a:lnTo>
                        <a:pt x="18581" y="15672"/>
                      </a:lnTo>
                      <a:lnTo>
                        <a:pt x="18581" y="15777"/>
                      </a:lnTo>
                      <a:lnTo>
                        <a:pt x="18644" y="15798"/>
                      </a:lnTo>
                      <a:lnTo>
                        <a:pt x="18748" y="15735"/>
                      </a:lnTo>
                      <a:lnTo>
                        <a:pt x="18832" y="15819"/>
                      </a:lnTo>
                      <a:lnTo>
                        <a:pt x="18790" y="15840"/>
                      </a:lnTo>
                      <a:lnTo>
                        <a:pt x="18644" y="15840"/>
                      </a:lnTo>
                      <a:lnTo>
                        <a:pt x="18644" y="15924"/>
                      </a:lnTo>
                      <a:lnTo>
                        <a:pt x="18811" y="15986"/>
                      </a:lnTo>
                      <a:lnTo>
                        <a:pt x="18853" y="16049"/>
                      </a:lnTo>
                      <a:lnTo>
                        <a:pt x="18790" y="16091"/>
                      </a:lnTo>
                      <a:lnTo>
                        <a:pt x="18707" y="16112"/>
                      </a:lnTo>
                      <a:lnTo>
                        <a:pt x="18707" y="16154"/>
                      </a:lnTo>
                      <a:lnTo>
                        <a:pt x="18811" y="16154"/>
                      </a:lnTo>
                      <a:lnTo>
                        <a:pt x="18916" y="16112"/>
                      </a:lnTo>
                      <a:lnTo>
                        <a:pt x="19020" y="16196"/>
                      </a:lnTo>
                      <a:lnTo>
                        <a:pt x="19125" y="16237"/>
                      </a:lnTo>
                      <a:lnTo>
                        <a:pt x="19271" y="16196"/>
                      </a:lnTo>
                      <a:lnTo>
                        <a:pt x="19334" y="16258"/>
                      </a:lnTo>
                      <a:lnTo>
                        <a:pt x="19334" y="16321"/>
                      </a:lnTo>
                      <a:lnTo>
                        <a:pt x="19251" y="16363"/>
                      </a:lnTo>
                      <a:lnTo>
                        <a:pt x="19271" y="16447"/>
                      </a:lnTo>
                      <a:lnTo>
                        <a:pt x="19334" y="16468"/>
                      </a:lnTo>
                      <a:lnTo>
                        <a:pt x="19355" y="16551"/>
                      </a:lnTo>
                      <a:lnTo>
                        <a:pt x="19439" y="16572"/>
                      </a:lnTo>
                      <a:lnTo>
                        <a:pt x="19523" y="16488"/>
                      </a:lnTo>
                      <a:lnTo>
                        <a:pt x="19481" y="16426"/>
                      </a:lnTo>
                      <a:lnTo>
                        <a:pt x="19523" y="16384"/>
                      </a:lnTo>
                      <a:lnTo>
                        <a:pt x="19648" y="16384"/>
                      </a:lnTo>
                      <a:lnTo>
                        <a:pt x="19564" y="16488"/>
                      </a:lnTo>
                      <a:lnTo>
                        <a:pt x="19564" y="16551"/>
                      </a:lnTo>
                      <a:lnTo>
                        <a:pt x="19418" y="16719"/>
                      </a:lnTo>
                      <a:lnTo>
                        <a:pt x="19443" y="16744"/>
                      </a:lnTo>
                      <a:lnTo>
                        <a:pt x="19376" y="16760"/>
                      </a:lnTo>
                      <a:lnTo>
                        <a:pt x="19418" y="16844"/>
                      </a:lnTo>
                      <a:lnTo>
                        <a:pt x="19690" y="16907"/>
                      </a:lnTo>
                      <a:lnTo>
                        <a:pt x="19774" y="16865"/>
                      </a:lnTo>
                      <a:lnTo>
                        <a:pt x="19857" y="16907"/>
                      </a:lnTo>
                      <a:lnTo>
                        <a:pt x="20108" y="16907"/>
                      </a:lnTo>
                      <a:lnTo>
                        <a:pt x="20234" y="16865"/>
                      </a:lnTo>
                      <a:lnTo>
                        <a:pt x="20297" y="16907"/>
                      </a:lnTo>
                      <a:lnTo>
                        <a:pt x="20297" y="16970"/>
                      </a:lnTo>
                      <a:lnTo>
                        <a:pt x="20380" y="16970"/>
                      </a:lnTo>
                      <a:lnTo>
                        <a:pt x="20443" y="17053"/>
                      </a:lnTo>
                      <a:lnTo>
                        <a:pt x="20527" y="17116"/>
                      </a:lnTo>
                      <a:lnTo>
                        <a:pt x="20548" y="17179"/>
                      </a:lnTo>
                      <a:lnTo>
                        <a:pt x="20652" y="17179"/>
                      </a:lnTo>
                      <a:lnTo>
                        <a:pt x="20820" y="17116"/>
                      </a:lnTo>
                      <a:lnTo>
                        <a:pt x="20841" y="17074"/>
                      </a:lnTo>
                      <a:lnTo>
                        <a:pt x="20904" y="17116"/>
                      </a:lnTo>
                      <a:lnTo>
                        <a:pt x="20904" y="17179"/>
                      </a:lnTo>
                      <a:lnTo>
                        <a:pt x="20820" y="17263"/>
                      </a:lnTo>
                      <a:lnTo>
                        <a:pt x="20715" y="17284"/>
                      </a:lnTo>
                      <a:lnTo>
                        <a:pt x="20736" y="17346"/>
                      </a:lnTo>
                      <a:lnTo>
                        <a:pt x="20904" y="17388"/>
                      </a:lnTo>
                      <a:lnTo>
                        <a:pt x="20924" y="17493"/>
                      </a:lnTo>
                      <a:lnTo>
                        <a:pt x="21008" y="17577"/>
                      </a:lnTo>
                      <a:lnTo>
                        <a:pt x="21176" y="17639"/>
                      </a:lnTo>
                      <a:lnTo>
                        <a:pt x="21385" y="17577"/>
                      </a:lnTo>
                      <a:lnTo>
                        <a:pt x="21468" y="17556"/>
                      </a:lnTo>
                      <a:lnTo>
                        <a:pt x="21489" y="17597"/>
                      </a:lnTo>
                      <a:lnTo>
                        <a:pt x="21573" y="17535"/>
                      </a:lnTo>
                      <a:lnTo>
                        <a:pt x="21740" y="17430"/>
                      </a:lnTo>
                      <a:lnTo>
                        <a:pt x="21782" y="17430"/>
                      </a:lnTo>
                      <a:lnTo>
                        <a:pt x="21740" y="17493"/>
                      </a:lnTo>
                      <a:lnTo>
                        <a:pt x="21636" y="17577"/>
                      </a:lnTo>
                      <a:lnTo>
                        <a:pt x="21594" y="17786"/>
                      </a:lnTo>
                      <a:lnTo>
                        <a:pt x="21552" y="17911"/>
                      </a:lnTo>
                      <a:lnTo>
                        <a:pt x="21468" y="17911"/>
                      </a:lnTo>
                      <a:lnTo>
                        <a:pt x="21343" y="17849"/>
                      </a:lnTo>
                      <a:lnTo>
                        <a:pt x="21280" y="17869"/>
                      </a:lnTo>
                      <a:lnTo>
                        <a:pt x="21364" y="17995"/>
                      </a:lnTo>
                      <a:lnTo>
                        <a:pt x="21385" y="18100"/>
                      </a:lnTo>
                      <a:lnTo>
                        <a:pt x="21468" y="18162"/>
                      </a:lnTo>
                      <a:lnTo>
                        <a:pt x="21573" y="18121"/>
                      </a:lnTo>
                      <a:lnTo>
                        <a:pt x="21657" y="18162"/>
                      </a:lnTo>
                      <a:lnTo>
                        <a:pt x="21636" y="18225"/>
                      </a:lnTo>
                      <a:lnTo>
                        <a:pt x="21552" y="18225"/>
                      </a:lnTo>
                      <a:lnTo>
                        <a:pt x="21552" y="18288"/>
                      </a:lnTo>
                      <a:lnTo>
                        <a:pt x="21720" y="18434"/>
                      </a:lnTo>
                      <a:lnTo>
                        <a:pt x="21761" y="18413"/>
                      </a:lnTo>
                      <a:lnTo>
                        <a:pt x="21887" y="18434"/>
                      </a:lnTo>
                      <a:lnTo>
                        <a:pt x="21950" y="18330"/>
                      </a:lnTo>
                      <a:lnTo>
                        <a:pt x="22075" y="18100"/>
                      </a:lnTo>
                      <a:lnTo>
                        <a:pt x="22033" y="18288"/>
                      </a:lnTo>
                      <a:lnTo>
                        <a:pt x="22033" y="18413"/>
                      </a:lnTo>
                      <a:lnTo>
                        <a:pt x="21992" y="18497"/>
                      </a:lnTo>
                      <a:lnTo>
                        <a:pt x="21950" y="18518"/>
                      </a:lnTo>
                      <a:lnTo>
                        <a:pt x="21866" y="18623"/>
                      </a:lnTo>
                      <a:lnTo>
                        <a:pt x="21887" y="18706"/>
                      </a:lnTo>
                      <a:lnTo>
                        <a:pt x="21971" y="18748"/>
                      </a:lnTo>
                      <a:lnTo>
                        <a:pt x="21929" y="18811"/>
                      </a:lnTo>
                      <a:lnTo>
                        <a:pt x="21929" y="19062"/>
                      </a:lnTo>
                      <a:lnTo>
                        <a:pt x="21971" y="19125"/>
                      </a:lnTo>
                      <a:lnTo>
                        <a:pt x="22054" y="19125"/>
                      </a:lnTo>
                      <a:lnTo>
                        <a:pt x="22033" y="19229"/>
                      </a:lnTo>
                      <a:lnTo>
                        <a:pt x="22054" y="19334"/>
                      </a:lnTo>
                      <a:lnTo>
                        <a:pt x="22243" y="19522"/>
                      </a:lnTo>
                      <a:lnTo>
                        <a:pt x="22284" y="19543"/>
                      </a:lnTo>
                      <a:lnTo>
                        <a:pt x="22284" y="19585"/>
                      </a:lnTo>
                      <a:lnTo>
                        <a:pt x="22347" y="19543"/>
                      </a:lnTo>
                      <a:lnTo>
                        <a:pt x="22389" y="19627"/>
                      </a:lnTo>
                      <a:lnTo>
                        <a:pt x="22473" y="19585"/>
                      </a:lnTo>
                      <a:lnTo>
                        <a:pt x="22452" y="19543"/>
                      </a:lnTo>
                      <a:lnTo>
                        <a:pt x="22473" y="19481"/>
                      </a:lnTo>
                      <a:lnTo>
                        <a:pt x="22515" y="19543"/>
                      </a:lnTo>
                      <a:lnTo>
                        <a:pt x="22598" y="19564"/>
                      </a:lnTo>
                      <a:lnTo>
                        <a:pt x="22661" y="19481"/>
                      </a:lnTo>
                      <a:lnTo>
                        <a:pt x="22577" y="19334"/>
                      </a:lnTo>
                      <a:lnTo>
                        <a:pt x="22515" y="19334"/>
                      </a:lnTo>
                      <a:lnTo>
                        <a:pt x="22473" y="19355"/>
                      </a:lnTo>
                      <a:lnTo>
                        <a:pt x="22452" y="19334"/>
                      </a:lnTo>
                      <a:lnTo>
                        <a:pt x="22515" y="19229"/>
                      </a:lnTo>
                      <a:lnTo>
                        <a:pt x="22515" y="19146"/>
                      </a:lnTo>
                      <a:lnTo>
                        <a:pt x="22494" y="19062"/>
                      </a:lnTo>
                      <a:lnTo>
                        <a:pt x="22410" y="19041"/>
                      </a:lnTo>
                      <a:lnTo>
                        <a:pt x="22410" y="18999"/>
                      </a:lnTo>
                      <a:lnTo>
                        <a:pt x="22473" y="18937"/>
                      </a:lnTo>
                      <a:lnTo>
                        <a:pt x="22494" y="18811"/>
                      </a:lnTo>
                      <a:lnTo>
                        <a:pt x="22577" y="18811"/>
                      </a:lnTo>
                      <a:lnTo>
                        <a:pt x="22577" y="18916"/>
                      </a:lnTo>
                      <a:lnTo>
                        <a:pt x="22598" y="18999"/>
                      </a:lnTo>
                      <a:lnTo>
                        <a:pt x="22682" y="18895"/>
                      </a:lnTo>
                      <a:lnTo>
                        <a:pt x="22703" y="18957"/>
                      </a:lnTo>
                      <a:lnTo>
                        <a:pt x="22766" y="19041"/>
                      </a:lnTo>
                      <a:lnTo>
                        <a:pt x="22703" y="19146"/>
                      </a:lnTo>
                      <a:lnTo>
                        <a:pt x="22724" y="19229"/>
                      </a:lnTo>
                      <a:lnTo>
                        <a:pt x="22787" y="19250"/>
                      </a:lnTo>
                      <a:lnTo>
                        <a:pt x="22891" y="19146"/>
                      </a:lnTo>
                      <a:lnTo>
                        <a:pt x="22933" y="19146"/>
                      </a:lnTo>
                      <a:lnTo>
                        <a:pt x="22912" y="19229"/>
                      </a:lnTo>
                      <a:lnTo>
                        <a:pt x="22828" y="19313"/>
                      </a:lnTo>
                      <a:lnTo>
                        <a:pt x="22828" y="19376"/>
                      </a:lnTo>
                      <a:lnTo>
                        <a:pt x="22870" y="19481"/>
                      </a:lnTo>
                      <a:lnTo>
                        <a:pt x="22808" y="19627"/>
                      </a:lnTo>
                      <a:lnTo>
                        <a:pt x="22828" y="19669"/>
                      </a:lnTo>
                      <a:lnTo>
                        <a:pt x="22891" y="19669"/>
                      </a:lnTo>
                      <a:lnTo>
                        <a:pt x="22891" y="19857"/>
                      </a:lnTo>
                      <a:cubicBezTo>
                        <a:pt x="22891" y="19899"/>
                        <a:pt x="22870" y="19983"/>
                        <a:pt x="22870" y="20045"/>
                      </a:cubicBezTo>
                      <a:lnTo>
                        <a:pt x="22828" y="20087"/>
                      </a:lnTo>
                      <a:lnTo>
                        <a:pt x="22808" y="20004"/>
                      </a:lnTo>
                      <a:lnTo>
                        <a:pt x="22870" y="19941"/>
                      </a:lnTo>
                      <a:lnTo>
                        <a:pt x="22870" y="19857"/>
                      </a:lnTo>
                      <a:lnTo>
                        <a:pt x="22766" y="19794"/>
                      </a:lnTo>
                      <a:lnTo>
                        <a:pt x="22598" y="19836"/>
                      </a:lnTo>
                      <a:lnTo>
                        <a:pt x="22577" y="19878"/>
                      </a:lnTo>
                      <a:lnTo>
                        <a:pt x="22515" y="19899"/>
                      </a:lnTo>
                      <a:lnTo>
                        <a:pt x="22473" y="19794"/>
                      </a:lnTo>
                      <a:lnTo>
                        <a:pt x="22410" y="19941"/>
                      </a:lnTo>
                      <a:lnTo>
                        <a:pt x="22452" y="20066"/>
                      </a:lnTo>
                      <a:lnTo>
                        <a:pt x="22515" y="20108"/>
                      </a:lnTo>
                      <a:lnTo>
                        <a:pt x="22473" y="20192"/>
                      </a:lnTo>
                      <a:lnTo>
                        <a:pt x="22410" y="20150"/>
                      </a:lnTo>
                      <a:lnTo>
                        <a:pt x="22368" y="20255"/>
                      </a:lnTo>
                      <a:lnTo>
                        <a:pt x="22452" y="20401"/>
                      </a:lnTo>
                      <a:lnTo>
                        <a:pt x="22410" y="20506"/>
                      </a:lnTo>
                      <a:lnTo>
                        <a:pt x="22494" y="20569"/>
                      </a:lnTo>
                      <a:lnTo>
                        <a:pt x="22410" y="20631"/>
                      </a:lnTo>
                      <a:lnTo>
                        <a:pt x="22515" y="20778"/>
                      </a:lnTo>
                      <a:lnTo>
                        <a:pt x="22619" y="20778"/>
                      </a:lnTo>
                      <a:lnTo>
                        <a:pt x="22703" y="20694"/>
                      </a:lnTo>
                      <a:lnTo>
                        <a:pt x="22703" y="20569"/>
                      </a:lnTo>
                      <a:lnTo>
                        <a:pt x="22619" y="20401"/>
                      </a:lnTo>
                      <a:lnTo>
                        <a:pt x="22661" y="20297"/>
                      </a:lnTo>
                      <a:lnTo>
                        <a:pt x="22787" y="20527"/>
                      </a:lnTo>
                      <a:lnTo>
                        <a:pt x="22787" y="20631"/>
                      </a:lnTo>
                      <a:lnTo>
                        <a:pt x="22787" y="20694"/>
                      </a:lnTo>
                      <a:cubicBezTo>
                        <a:pt x="22766" y="20694"/>
                        <a:pt x="22724" y="20694"/>
                        <a:pt x="22724" y="20715"/>
                      </a:cubicBezTo>
                      <a:lnTo>
                        <a:pt x="22724" y="20736"/>
                      </a:lnTo>
                      <a:lnTo>
                        <a:pt x="22682" y="20799"/>
                      </a:lnTo>
                      <a:lnTo>
                        <a:pt x="22577" y="20841"/>
                      </a:lnTo>
                      <a:lnTo>
                        <a:pt x="22598" y="20924"/>
                      </a:lnTo>
                      <a:lnTo>
                        <a:pt x="22682" y="21008"/>
                      </a:lnTo>
                      <a:lnTo>
                        <a:pt x="22598" y="21092"/>
                      </a:lnTo>
                      <a:lnTo>
                        <a:pt x="22598" y="21196"/>
                      </a:lnTo>
                      <a:lnTo>
                        <a:pt x="22536" y="21259"/>
                      </a:lnTo>
                      <a:lnTo>
                        <a:pt x="22431" y="21301"/>
                      </a:lnTo>
                      <a:lnTo>
                        <a:pt x="22431" y="21343"/>
                      </a:lnTo>
                      <a:lnTo>
                        <a:pt x="22577" y="21364"/>
                      </a:lnTo>
                      <a:lnTo>
                        <a:pt x="22536" y="21426"/>
                      </a:lnTo>
                      <a:lnTo>
                        <a:pt x="22494" y="21447"/>
                      </a:lnTo>
                      <a:lnTo>
                        <a:pt x="22494" y="21531"/>
                      </a:lnTo>
                      <a:lnTo>
                        <a:pt x="22536" y="21531"/>
                      </a:lnTo>
                      <a:lnTo>
                        <a:pt x="22619" y="21510"/>
                      </a:lnTo>
                      <a:lnTo>
                        <a:pt x="22640" y="21552"/>
                      </a:lnTo>
                      <a:lnTo>
                        <a:pt x="22598" y="21615"/>
                      </a:lnTo>
                      <a:lnTo>
                        <a:pt x="22515" y="21636"/>
                      </a:lnTo>
                      <a:lnTo>
                        <a:pt x="22473" y="21719"/>
                      </a:lnTo>
                      <a:lnTo>
                        <a:pt x="22494" y="21866"/>
                      </a:lnTo>
                      <a:lnTo>
                        <a:pt x="22536" y="21929"/>
                      </a:lnTo>
                      <a:lnTo>
                        <a:pt x="22515" y="21991"/>
                      </a:lnTo>
                      <a:lnTo>
                        <a:pt x="22536" y="22075"/>
                      </a:lnTo>
                      <a:lnTo>
                        <a:pt x="22598" y="22054"/>
                      </a:lnTo>
                      <a:lnTo>
                        <a:pt x="22619" y="21970"/>
                      </a:lnTo>
                      <a:lnTo>
                        <a:pt x="22640" y="21845"/>
                      </a:lnTo>
                      <a:lnTo>
                        <a:pt x="22703" y="21678"/>
                      </a:lnTo>
                      <a:lnTo>
                        <a:pt x="22745" y="21615"/>
                      </a:lnTo>
                      <a:lnTo>
                        <a:pt x="22787" y="21406"/>
                      </a:lnTo>
                      <a:lnTo>
                        <a:pt x="22828" y="21343"/>
                      </a:lnTo>
                      <a:lnTo>
                        <a:pt x="22844" y="21204"/>
                      </a:lnTo>
                      <a:lnTo>
                        <a:pt x="22870" y="21217"/>
                      </a:lnTo>
                      <a:cubicBezTo>
                        <a:pt x="22870" y="21301"/>
                        <a:pt x="22870" y="21364"/>
                        <a:pt x="22891" y="21447"/>
                      </a:cubicBezTo>
                      <a:lnTo>
                        <a:pt x="22870" y="21426"/>
                      </a:lnTo>
                      <a:lnTo>
                        <a:pt x="22808" y="21510"/>
                      </a:lnTo>
                      <a:lnTo>
                        <a:pt x="22808" y="21636"/>
                      </a:lnTo>
                      <a:lnTo>
                        <a:pt x="22870" y="21678"/>
                      </a:lnTo>
                      <a:lnTo>
                        <a:pt x="22787" y="21782"/>
                      </a:lnTo>
                      <a:lnTo>
                        <a:pt x="22891" y="21845"/>
                      </a:lnTo>
                      <a:lnTo>
                        <a:pt x="22891" y="21929"/>
                      </a:lnTo>
                      <a:lnTo>
                        <a:pt x="22828" y="21970"/>
                      </a:lnTo>
                      <a:lnTo>
                        <a:pt x="22766" y="21929"/>
                      </a:lnTo>
                      <a:lnTo>
                        <a:pt x="22703" y="21991"/>
                      </a:lnTo>
                      <a:lnTo>
                        <a:pt x="22703" y="22054"/>
                      </a:lnTo>
                      <a:lnTo>
                        <a:pt x="22661" y="22138"/>
                      </a:lnTo>
                      <a:lnTo>
                        <a:pt x="22619" y="22201"/>
                      </a:lnTo>
                      <a:lnTo>
                        <a:pt x="22682" y="22263"/>
                      </a:lnTo>
                      <a:lnTo>
                        <a:pt x="22766" y="22054"/>
                      </a:lnTo>
                      <a:lnTo>
                        <a:pt x="22787" y="22096"/>
                      </a:lnTo>
                      <a:lnTo>
                        <a:pt x="22724" y="22201"/>
                      </a:lnTo>
                      <a:lnTo>
                        <a:pt x="22828" y="22180"/>
                      </a:lnTo>
                      <a:lnTo>
                        <a:pt x="22891" y="22096"/>
                      </a:lnTo>
                      <a:lnTo>
                        <a:pt x="22891" y="21991"/>
                      </a:lnTo>
                      <a:lnTo>
                        <a:pt x="23017" y="21845"/>
                      </a:lnTo>
                      <a:cubicBezTo>
                        <a:pt x="23017" y="21929"/>
                        <a:pt x="23017" y="21991"/>
                        <a:pt x="23038" y="22075"/>
                      </a:cubicBezTo>
                      <a:lnTo>
                        <a:pt x="23017" y="22096"/>
                      </a:lnTo>
                      <a:lnTo>
                        <a:pt x="23080" y="22159"/>
                      </a:lnTo>
                      <a:cubicBezTo>
                        <a:pt x="23101" y="22201"/>
                        <a:pt x="23101" y="22284"/>
                        <a:pt x="23121" y="22326"/>
                      </a:cubicBezTo>
                      <a:lnTo>
                        <a:pt x="23080" y="22473"/>
                      </a:lnTo>
                      <a:lnTo>
                        <a:pt x="23080" y="22556"/>
                      </a:lnTo>
                      <a:lnTo>
                        <a:pt x="23038" y="22640"/>
                      </a:lnTo>
                      <a:lnTo>
                        <a:pt x="22933" y="22682"/>
                      </a:lnTo>
                      <a:lnTo>
                        <a:pt x="22912" y="22724"/>
                      </a:lnTo>
                      <a:lnTo>
                        <a:pt x="22933" y="22786"/>
                      </a:lnTo>
                      <a:lnTo>
                        <a:pt x="23017" y="22745"/>
                      </a:lnTo>
                      <a:lnTo>
                        <a:pt x="23101" y="22786"/>
                      </a:lnTo>
                      <a:lnTo>
                        <a:pt x="23101" y="22828"/>
                      </a:lnTo>
                      <a:lnTo>
                        <a:pt x="22996" y="22912"/>
                      </a:lnTo>
                      <a:lnTo>
                        <a:pt x="22996" y="22954"/>
                      </a:lnTo>
                      <a:lnTo>
                        <a:pt x="22975" y="23038"/>
                      </a:lnTo>
                      <a:lnTo>
                        <a:pt x="22912" y="23038"/>
                      </a:lnTo>
                      <a:lnTo>
                        <a:pt x="22870" y="23100"/>
                      </a:lnTo>
                      <a:lnTo>
                        <a:pt x="22891" y="23142"/>
                      </a:lnTo>
                      <a:lnTo>
                        <a:pt x="22975" y="23142"/>
                      </a:lnTo>
                      <a:lnTo>
                        <a:pt x="23017" y="23205"/>
                      </a:lnTo>
                      <a:lnTo>
                        <a:pt x="23038" y="23142"/>
                      </a:lnTo>
                      <a:lnTo>
                        <a:pt x="23121" y="23121"/>
                      </a:lnTo>
                      <a:lnTo>
                        <a:pt x="23184" y="23163"/>
                      </a:lnTo>
                      <a:lnTo>
                        <a:pt x="23101" y="23226"/>
                      </a:lnTo>
                      <a:lnTo>
                        <a:pt x="23080" y="23268"/>
                      </a:lnTo>
                      <a:lnTo>
                        <a:pt x="23121" y="23351"/>
                      </a:lnTo>
                      <a:lnTo>
                        <a:pt x="23038" y="23435"/>
                      </a:lnTo>
                      <a:lnTo>
                        <a:pt x="23017" y="23519"/>
                      </a:lnTo>
                      <a:lnTo>
                        <a:pt x="23121" y="23582"/>
                      </a:lnTo>
                      <a:lnTo>
                        <a:pt x="23101" y="23686"/>
                      </a:lnTo>
                      <a:lnTo>
                        <a:pt x="23142" y="23749"/>
                      </a:lnTo>
                      <a:lnTo>
                        <a:pt x="23247" y="23749"/>
                      </a:lnTo>
                      <a:lnTo>
                        <a:pt x="23310" y="23686"/>
                      </a:lnTo>
                      <a:lnTo>
                        <a:pt x="23247" y="23623"/>
                      </a:lnTo>
                      <a:lnTo>
                        <a:pt x="23310" y="23561"/>
                      </a:lnTo>
                      <a:lnTo>
                        <a:pt x="23247" y="23519"/>
                      </a:lnTo>
                      <a:lnTo>
                        <a:pt x="23205" y="23519"/>
                      </a:lnTo>
                      <a:lnTo>
                        <a:pt x="23247" y="23435"/>
                      </a:lnTo>
                      <a:lnTo>
                        <a:pt x="23331" y="23414"/>
                      </a:lnTo>
                      <a:lnTo>
                        <a:pt x="23435" y="23331"/>
                      </a:lnTo>
                      <a:lnTo>
                        <a:pt x="23435" y="23247"/>
                      </a:lnTo>
                      <a:lnTo>
                        <a:pt x="23393" y="23226"/>
                      </a:lnTo>
                      <a:lnTo>
                        <a:pt x="23310" y="23226"/>
                      </a:lnTo>
                      <a:lnTo>
                        <a:pt x="23310" y="23205"/>
                      </a:lnTo>
                      <a:lnTo>
                        <a:pt x="23414" y="23121"/>
                      </a:lnTo>
                      <a:lnTo>
                        <a:pt x="23393" y="23017"/>
                      </a:lnTo>
                      <a:lnTo>
                        <a:pt x="23247" y="22912"/>
                      </a:lnTo>
                      <a:lnTo>
                        <a:pt x="23310" y="22807"/>
                      </a:lnTo>
                      <a:lnTo>
                        <a:pt x="23331" y="22828"/>
                      </a:lnTo>
                      <a:lnTo>
                        <a:pt x="23414" y="22828"/>
                      </a:lnTo>
                      <a:lnTo>
                        <a:pt x="23414" y="22766"/>
                      </a:lnTo>
                      <a:lnTo>
                        <a:pt x="23310" y="22661"/>
                      </a:lnTo>
                      <a:lnTo>
                        <a:pt x="23373" y="22661"/>
                      </a:lnTo>
                      <a:lnTo>
                        <a:pt x="23373" y="22473"/>
                      </a:lnTo>
                      <a:lnTo>
                        <a:pt x="23247" y="22389"/>
                      </a:lnTo>
                      <a:lnTo>
                        <a:pt x="23226" y="22410"/>
                      </a:lnTo>
                      <a:lnTo>
                        <a:pt x="23142" y="22347"/>
                      </a:lnTo>
                      <a:lnTo>
                        <a:pt x="23163" y="22305"/>
                      </a:lnTo>
                      <a:lnTo>
                        <a:pt x="23163" y="22284"/>
                      </a:lnTo>
                      <a:lnTo>
                        <a:pt x="23247" y="22180"/>
                      </a:lnTo>
                      <a:lnTo>
                        <a:pt x="23205" y="22096"/>
                      </a:lnTo>
                      <a:cubicBezTo>
                        <a:pt x="23205" y="22054"/>
                        <a:pt x="23226" y="21991"/>
                        <a:pt x="23226" y="21950"/>
                      </a:cubicBezTo>
                      <a:lnTo>
                        <a:pt x="23226" y="21887"/>
                      </a:lnTo>
                      <a:lnTo>
                        <a:pt x="23268" y="21929"/>
                      </a:lnTo>
                      <a:lnTo>
                        <a:pt x="23352" y="21866"/>
                      </a:lnTo>
                      <a:lnTo>
                        <a:pt x="23310" y="21761"/>
                      </a:lnTo>
                      <a:lnTo>
                        <a:pt x="23352" y="21719"/>
                      </a:lnTo>
                      <a:lnTo>
                        <a:pt x="23352" y="21573"/>
                      </a:lnTo>
                      <a:lnTo>
                        <a:pt x="23414" y="21552"/>
                      </a:lnTo>
                      <a:lnTo>
                        <a:pt x="23435" y="21719"/>
                      </a:lnTo>
                      <a:lnTo>
                        <a:pt x="23477" y="21678"/>
                      </a:lnTo>
                      <a:lnTo>
                        <a:pt x="23519" y="21657"/>
                      </a:lnTo>
                      <a:lnTo>
                        <a:pt x="23519" y="21678"/>
                      </a:lnTo>
                      <a:lnTo>
                        <a:pt x="23519" y="21719"/>
                      </a:lnTo>
                      <a:lnTo>
                        <a:pt x="23477" y="21761"/>
                      </a:lnTo>
                      <a:lnTo>
                        <a:pt x="23477" y="21845"/>
                      </a:lnTo>
                      <a:lnTo>
                        <a:pt x="23540" y="21887"/>
                      </a:lnTo>
                      <a:lnTo>
                        <a:pt x="23665" y="21866"/>
                      </a:lnTo>
                      <a:lnTo>
                        <a:pt x="23749" y="21761"/>
                      </a:lnTo>
                      <a:lnTo>
                        <a:pt x="23728" y="21719"/>
                      </a:lnTo>
                      <a:cubicBezTo>
                        <a:pt x="23749" y="21657"/>
                        <a:pt x="23770" y="21573"/>
                        <a:pt x="23791" y="21510"/>
                      </a:cubicBezTo>
                      <a:lnTo>
                        <a:pt x="23833" y="21531"/>
                      </a:lnTo>
                      <a:lnTo>
                        <a:pt x="23854" y="21636"/>
                      </a:lnTo>
                      <a:lnTo>
                        <a:pt x="23958" y="21719"/>
                      </a:lnTo>
                      <a:lnTo>
                        <a:pt x="24000" y="21719"/>
                      </a:lnTo>
                      <a:lnTo>
                        <a:pt x="23937" y="21740"/>
                      </a:lnTo>
                      <a:lnTo>
                        <a:pt x="23854" y="21740"/>
                      </a:lnTo>
                      <a:lnTo>
                        <a:pt x="23833" y="21782"/>
                      </a:lnTo>
                      <a:cubicBezTo>
                        <a:pt x="23749" y="21824"/>
                        <a:pt x="23665" y="21866"/>
                        <a:pt x="23665" y="21970"/>
                      </a:cubicBezTo>
                      <a:cubicBezTo>
                        <a:pt x="23665" y="22054"/>
                        <a:pt x="23665" y="22096"/>
                        <a:pt x="23686" y="22180"/>
                      </a:cubicBezTo>
                      <a:lnTo>
                        <a:pt x="23665" y="22159"/>
                      </a:lnTo>
                      <a:lnTo>
                        <a:pt x="23665" y="22138"/>
                      </a:lnTo>
                      <a:lnTo>
                        <a:pt x="23645" y="22159"/>
                      </a:lnTo>
                      <a:cubicBezTo>
                        <a:pt x="23624" y="22159"/>
                        <a:pt x="23603" y="22138"/>
                        <a:pt x="23561" y="22138"/>
                      </a:cubicBezTo>
                      <a:lnTo>
                        <a:pt x="23624" y="22075"/>
                      </a:lnTo>
                      <a:lnTo>
                        <a:pt x="23645" y="21991"/>
                      </a:lnTo>
                      <a:lnTo>
                        <a:pt x="23456" y="21970"/>
                      </a:lnTo>
                      <a:lnTo>
                        <a:pt x="23352" y="22075"/>
                      </a:lnTo>
                      <a:lnTo>
                        <a:pt x="23414" y="22180"/>
                      </a:lnTo>
                      <a:lnTo>
                        <a:pt x="23435" y="22180"/>
                      </a:lnTo>
                      <a:cubicBezTo>
                        <a:pt x="23414" y="22201"/>
                        <a:pt x="23414" y="22222"/>
                        <a:pt x="23414" y="22263"/>
                      </a:cubicBezTo>
                      <a:cubicBezTo>
                        <a:pt x="23435" y="22284"/>
                        <a:pt x="23435" y="22326"/>
                        <a:pt x="23456" y="22368"/>
                      </a:cubicBezTo>
                      <a:cubicBezTo>
                        <a:pt x="23498" y="22389"/>
                        <a:pt x="23519" y="22431"/>
                        <a:pt x="23540" y="22494"/>
                      </a:cubicBezTo>
                      <a:lnTo>
                        <a:pt x="23561" y="22494"/>
                      </a:lnTo>
                      <a:cubicBezTo>
                        <a:pt x="23561" y="22494"/>
                        <a:pt x="23561" y="22514"/>
                        <a:pt x="23582" y="22514"/>
                      </a:cubicBezTo>
                      <a:cubicBezTo>
                        <a:pt x="23624" y="22577"/>
                        <a:pt x="23665" y="22577"/>
                        <a:pt x="23686" y="22598"/>
                      </a:cubicBezTo>
                      <a:lnTo>
                        <a:pt x="23665" y="22619"/>
                      </a:lnTo>
                      <a:lnTo>
                        <a:pt x="23540" y="22724"/>
                      </a:lnTo>
                      <a:lnTo>
                        <a:pt x="23540" y="22828"/>
                      </a:lnTo>
                      <a:lnTo>
                        <a:pt x="23603" y="22933"/>
                      </a:lnTo>
                      <a:lnTo>
                        <a:pt x="23728" y="22828"/>
                      </a:lnTo>
                      <a:lnTo>
                        <a:pt x="23812" y="22682"/>
                      </a:lnTo>
                      <a:lnTo>
                        <a:pt x="23812" y="22619"/>
                      </a:lnTo>
                      <a:lnTo>
                        <a:pt x="23875" y="22598"/>
                      </a:lnTo>
                      <a:lnTo>
                        <a:pt x="24021" y="22473"/>
                      </a:lnTo>
                      <a:lnTo>
                        <a:pt x="24042" y="22514"/>
                      </a:lnTo>
                      <a:lnTo>
                        <a:pt x="24251" y="22514"/>
                      </a:lnTo>
                      <a:lnTo>
                        <a:pt x="24168" y="22619"/>
                      </a:lnTo>
                      <a:lnTo>
                        <a:pt x="24189" y="22640"/>
                      </a:lnTo>
                      <a:lnTo>
                        <a:pt x="24314" y="22640"/>
                      </a:lnTo>
                      <a:lnTo>
                        <a:pt x="24314" y="22703"/>
                      </a:lnTo>
                      <a:lnTo>
                        <a:pt x="24209" y="22807"/>
                      </a:lnTo>
                      <a:cubicBezTo>
                        <a:pt x="24189" y="22807"/>
                        <a:pt x="24168" y="22828"/>
                        <a:pt x="24147" y="22828"/>
                      </a:cubicBezTo>
                      <a:lnTo>
                        <a:pt x="24168" y="22724"/>
                      </a:lnTo>
                      <a:lnTo>
                        <a:pt x="24105" y="22598"/>
                      </a:lnTo>
                      <a:lnTo>
                        <a:pt x="23979" y="22598"/>
                      </a:lnTo>
                      <a:lnTo>
                        <a:pt x="23979" y="22640"/>
                      </a:lnTo>
                      <a:lnTo>
                        <a:pt x="23875" y="22703"/>
                      </a:lnTo>
                      <a:lnTo>
                        <a:pt x="23833" y="22849"/>
                      </a:lnTo>
                      <a:lnTo>
                        <a:pt x="23833" y="22912"/>
                      </a:lnTo>
                      <a:lnTo>
                        <a:pt x="23728" y="23017"/>
                      </a:lnTo>
                      <a:lnTo>
                        <a:pt x="23749" y="23100"/>
                      </a:lnTo>
                      <a:lnTo>
                        <a:pt x="23937" y="23017"/>
                      </a:lnTo>
                      <a:cubicBezTo>
                        <a:pt x="23937" y="23038"/>
                        <a:pt x="23958" y="23038"/>
                        <a:pt x="23958" y="23038"/>
                      </a:cubicBezTo>
                      <a:lnTo>
                        <a:pt x="23854" y="23121"/>
                      </a:lnTo>
                      <a:lnTo>
                        <a:pt x="23770" y="23247"/>
                      </a:lnTo>
                      <a:lnTo>
                        <a:pt x="23833" y="23310"/>
                      </a:lnTo>
                      <a:lnTo>
                        <a:pt x="24000" y="23163"/>
                      </a:lnTo>
                      <a:lnTo>
                        <a:pt x="24063" y="23100"/>
                      </a:lnTo>
                      <a:cubicBezTo>
                        <a:pt x="24084" y="23121"/>
                        <a:pt x="24105" y="23121"/>
                        <a:pt x="24147" y="23142"/>
                      </a:cubicBezTo>
                      <a:lnTo>
                        <a:pt x="24147" y="23163"/>
                      </a:lnTo>
                      <a:lnTo>
                        <a:pt x="24168" y="23226"/>
                      </a:lnTo>
                      <a:lnTo>
                        <a:pt x="24189" y="23268"/>
                      </a:lnTo>
                      <a:lnTo>
                        <a:pt x="24000" y="23268"/>
                      </a:lnTo>
                      <a:lnTo>
                        <a:pt x="23937" y="23351"/>
                      </a:lnTo>
                      <a:lnTo>
                        <a:pt x="23937" y="23414"/>
                      </a:lnTo>
                      <a:lnTo>
                        <a:pt x="24000" y="23414"/>
                      </a:lnTo>
                      <a:lnTo>
                        <a:pt x="24063" y="23372"/>
                      </a:lnTo>
                      <a:lnTo>
                        <a:pt x="24168" y="23372"/>
                      </a:lnTo>
                      <a:lnTo>
                        <a:pt x="24168" y="23414"/>
                      </a:lnTo>
                      <a:lnTo>
                        <a:pt x="24063" y="23477"/>
                      </a:lnTo>
                      <a:lnTo>
                        <a:pt x="23937" y="23477"/>
                      </a:lnTo>
                      <a:lnTo>
                        <a:pt x="23875" y="23540"/>
                      </a:lnTo>
                      <a:lnTo>
                        <a:pt x="23854" y="23665"/>
                      </a:lnTo>
                      <a:lnTo>
                        <a:pt x="23896" y="23770"/>
                      </a:lnTo>
                      <a:lnTo>
                        <a:pt x="23979" y="23728"/>
                      </a:lnTo>
                      <a:lnTo>
                        <a:pt x="24000" y="23644"/>
                      </a:lnTo>
                      <a:lnTo>
                        <a:pt x="24084" y="23644"/>
                      </a:lnTo>
                      <a:lnTo>
                        <a:pt x="24189" y="23582"/>
                      </a:lnTo>
                      <a:lnTo>
                        <a:pt x="24314" y="23435"/>
                      </a:lnTo>
                      <a:lnTo>
                        <a:pt x="24461" y="23247"/>
                      </a:lnTo>
                      <a:lnTo>
                        <a:pt x="24502" y="23017"/>
                      </a:lnTo>
                      <a:lnTo>
                        <a:pt x="24628" y="22745"/>
                      </a:lnTo>
                      <a:lnTo>
                        <a:pt x="24691" y="22724"/>
                      </a:lnTo>
                      <a:lnTo>
                        <a:pt x="24691" y="22703"/>
                      </a:lnTo>
                      <a:lnTo>
                        <a:pt x="24691" y="22661"/>
                      </a:lnTo>
                      <a:lnTo>
                        <a:pt x="24670" y="22661"/>
                      </a:lnTo>
                      <a:lnTo>
                        <a:pt x="24712" y="22619"/>
                      </a:lnTo>
                      <a:lnTo>
                        <a:pt x="24712" y="22577"/>
                      </a:lnTo>
                      <a:lnTo>
                        <a:pt x="24753" y="22514"/>
                      </a:lnTo>
                      <a:lnTo>
                        <a:pt x="24712" y="22473"/>
                      </a:lnTo>
                      <a:lnTo>
                        <a:pt x="24670" y="22452"/>
                      </a:lnTo>
                      <a:lnTo>
                        <a:pt x="24670" y="22347"/>
                      </a:lnTo>
                      <a:lnTo>
                        <a:pt x="24607" y="22242"/>
                      </a:lnTo>
                      <a:lnTo>
                        <a:pt x="24481" y="22159"/>
                      </a:lnTo>
                      <a:lnTo>
                        <a:pt x="24398" y="22096"/>
                      </a:lnTo>
                      <a:lnTo>
                        <a:pt x="24377" y="22033"/>
                      </a:lnTo>
                      <a:lnTo>
                        <a:pt x="24272" y="21866"/>
                      </a:lnTo>
                      <a:lnTo>
                        <a:pt x="24189" y="21845"/>
                      </a:lnTo>
                      <a:lnTo>
                        <a:pt x="24084" y="21845"/>
                      </a:lnTo>
                      <a:lnTo>
                        <a:pt x="24084" y="21782"/>
                      </a:lnTo>
                      <a:lnTo>
                        <a:pt x="24126" y="21740"/>
                      </a:lnTo>
                      <a:lnTo>
                        <a:pt x="24084" y="21657"/>
                      </a:lnTo>
                      <a:lnTo>
                        <a:pt x="24042" y="21615"/>
                      </a:lnTo>
                      <a:lnTo>
                        <a:pt x="24021" y="21531"/>
                      </a:lnTo>
                      <a:lnTo>
                        <a:pt x="24063" y="21468"/>
                      </a:lnTo>
                      <a:lnTo>
                        <a:pt x="24126" y="21447"/>
                      </a:lnTo>
                      <a:lnTo>
                        <a:pt x="24084" y="21406"/>
                      </a:lnTo>
                      <a:lnTo>
                        <a:pt x="24021" y="21343"/>
                      </a:lnTo>
                      <a:lnTo>
                        <a:pt x="23958" y="21343"/>
                      </a:lnTo>
                      <a:lnTo>
                        <a:pt x="23958" y="21259"/>
                      </a:lnTo>
                      <a:lnTo>
                        <a:pt x="24063" y="21217"/>
                      </a:lnTo>
                      <a:lnTo>
                        <a:pt x="24042" y="20799"/>
                      </a:lnTo>
                      <a:lnTo>
                        <a:pt x="24042" y="20380"/>
                      </a:lnTo>
                      <a:lnTo>
                        <a:pt x="24084" y="20025"/>
                      </a:lnTo>
                      <a:lnTo>
                        <a:pt x="24063" y="19941"/>
                      </a:lnTo>
                      <a:lnTo>
                        <a:pt x="24063" y="19836"/>
                      </a:lnTo>
                      <a:lnTo>
                        <a:pt x="24126" y="19732"/>
                      </a:lnTo>
                      <a:lnTo>
                        <a:pt x="24084" y="19627"/>
                      </a:lnTo>
                      <a:lnTo>
                        <a:pt x="24042" y="19543"/>
                      </a:lnTo>
                      <a:lnTo>
                        <a:pt x="24021" y="19334"/>
                      </a:lnTo>
                      <a:lnTo>
                        <a:pt x="23875" y="19167"/>
                      </a:lnTo>
                      <a:lnTo>
                        <a:pt x="23833" y="18957"/>
                      </a:lnTo>
                      <a:lnTo>
                        <a:pt x="23854" y="18853"/>
                      </a:lnTo>
                      <a:lnTo>
                        <a:pt x="23728" y="18518"/>
                      </a:lnTo>
                      <a:lnTo>
                        <a:pt x="23749" y="18434"/>
                      </a:lnTo>
                      <a:lnTo>
                        <a:pt x="23833" y="18288"/>
                      </a:lnTo>
                      <a:lnTo>
                        <a:pt x="23812" y="18204"/>
                      </a:lnTo>
                      <a:lnTo>
                        <a:pt x="23812" y="18100"/>
                      </a:lnTo>
                      <a:lnTo>
                        <a:pt x="23665" y="17995"/>
                      </a:lnTo>
                      <a:lnTo>
                        <a:pt x="23498" y="17995"/>
                      </a:lnTo>
                      <a:lnTo>
                        <a:pt x="23289" y="18058"/>
                      </a:lnTo>
                      <a:lnTo>
                        <a:pt x="23226" y="18079"/>
                      </a:lnTo>
                      <a:lnTo>
                        <a:pt x="23017" y="18162"/>
                      </a:lnTo>
                      <a:lnTo>
                        <a:pt x="22891" y="18288"/>
                      </a:lnTo>
                      <a:lnTo>
                        <a:pt x="22724" y="18518"/>
                      </a:lnTo>
                      <a:lnTo>
                        <a:pt x="22598" y="18602"/>
                      </a:lnTo>
                      <a:lnTo>
                        <a:pt x="22410" y="18623"/>
                      </a:lnTo>
                      <a:lnTo>
                        <a:pt x="22201" y="18644"/>
                      </a:lnTo>
                      <a:lnTo>
                        <a:pt x="22159" y="18644"/>
                      </a:lnTo>
                      <a:lnTo>
                        <a:pt x="22159" y="18581"/>
                      </a:lnTo>
                      <a:lnTo>
                        <a:pt x="22264" y="18413"/>
                      </a:lnTo>
                      <a:lnTo>
                        <a:pt x="22201" y="18267"/>
                      </a:lnTo>
                      <a:lnTo>
                        <a:pt x="22054" y="17597"/>
                      </a:lnTo>
                      <a:lnTo>
                        <a:pt x="21950" y="17325"/>
                      </a:lnTo>
                      <a:lnTo>
                        <a:pt x="21887" y="17179"/>
                      </a:lnTo>
                      <a:lnTo>
                        <a:pt x="22033" y="16928"/>
                      </a:lnTo>
                      <a:lnTo>
                        <a:pt x="21740" y="16886"/>
                      </a:lnTo>
                      <a:lnTo>
                        <a:pt x="21531" y="17032"/>
                      </a:lnTo>
                      <a:lnTo>
                        <a:pt x="21406" y="16970"/>
                      </a:lnTo>
                      <a:lnTo>
                        <a:pt x="21029" y="16970"/>
                      </a:lnTo>
                      <a:lnTo>
                        <a:pt x="27704" y="4792"/>
                      </a:lnTo>
                      <a:lnTo>
                        <a:pt x="27683" y="4729"/>
                      </a:lnTo>
                      <a:lnTo>
                        <a:pt x="27536" y="4708"/>
                      </a:lnTo>
                      <a:lnTo>
                        <a:pt x="27474" y="4729"/>
                      </a:lnTo>
                      <a:lnTo>
                        <a:pt x="27411" y="4667"/>
                      </a:lnTo>
                      <a:lnTo>
                        <a:pt x="27369" y="4416"/>
                      </a:lnTo>
                      <a:lnTo>
                        <a:pt x="27306" y="4290"/>
                      </a:lnTo>
                      <a:lnTo>
                        <a:pt x="27222" y="4248"/>
                      </a:lnTo>
                      <a:lnTo>
                        <a:pt x="27202" y="4102"/>
                      </a:lnTo>
                      <a:lnTo>
                        <a:pt x="27118" y="3955"/>
                      </a:lnTo>
                      <a:lnTo>
                        <a:pt x="27076" y="3892"/>
                      </a:lnTo>
                      <a:lnTo>
                        <a:pt x="26867" y="3892"/>
                      </a:lnTo>
                      <a:lnTo>
                        <a:pt x="26846" y="3934"/>
                      </a:lnTo>
                      <a:lnTo>
                        <a:pt x="26678" y="3892"/>
                      </a:lnTo>
                      <a:lnTo>
                        <a:pt x="26532" y="3934"/>
                      </a:lnTo>
                      <a:lnTo>
                        <a:pt x="26448" y="3872"/>
                      </a:lnTo>
                      <a:lnTo>
                        <a:pt x="26386" y="3892"/>
                      </a:lnTo>
                      <a:lnTo>
                        <a:pt x="26344" y="3872"/>
                      </a:lnTo>
                      <a:lnTo>
                        <a:pt x="26323" y="3892"/>
                      </a:lnTo>
                      <a:lnTo>
                        <a:pt x="26239" y="3892"/>
                      </a:lnTo>
                      <a:lnTo>
                        <a:pt x="26239" y="3872"/>
                      </a:lnTo>
                      <a:lnTo>
                        <a:pt x="26281" y="3872"/>
                      </a:lnTo>
                      <a:lnTo>
                        <a:pt x="26281" y="3830"/>
                      </a:lnTo>
                      <a:lnTo>
                        <a:pt x="26176" y="3746"/>
                      </a:lnTo>
                      <a:lnTo>
                        <a:pt x="26114" y="3767"/>
                      </a:lnTo>
                      <a:lnTo>
                        <a:pt x="26030" y="3746"/>
                      </a:lnTo>
                      <a:lnTo>
                        <a:pt x="26051" y="3725"/>
                      </a:lnTo>
                      <a:lnTo>
                        <a:pt x="26114" y="3683"/>
                      </a:lnTo>
                      <a:lnTo>
                        <a:pt x="26051" y="3641"/>
                      </a:lnTo>
                      <a:lnTo>
                        <a:pt x="25967" y="3641"/>
                      </a:lnTo>
                      <a:lnTo>
                        <a:pt x="25904" y="3620"/>
                      </a:lnTo>
                      <a:lnTo>
                        <a:pt x="25904" y="3558"/>
                      </a:lnTo>
                      <a:lnTo>
                        <a:pt x="25821" y="3474"/>
                      </a:lnTo>
                      <a:lnTo>
                        <a:pt x="25737" y="3411"/>
                      </a:lnTo>
                      <a:lnTo>
                        <a:pt x="25716" y="3411"/>
                      </a:lnTo>
                      <a:lnTo>
                        <a:pt x="25653" y="3369"/>
                      </a:lnTo>
                      <a:lnTo>
                        <a:pt x="25611" y="3369"/>
                      </a:lnTo>
                      <a:lnTo>
                        <a:pt x="25549" y="3432"/>
                      </a:lnTo>
                      <a:lnTo>
                        <a:pt x="25549" y="3369"/>
                      </a:lnTo>
                      <a:lnTo>
                        <a:pt x="25528" y="3328"/>
                      </a:lnTo>
                      <a:lnTo>
                        <a:pt x="25444" y="3265"/>
                      </a:lnTo>
                      <a:lnTo>
                        <a:pt x="25381" y="3369"/>
                      </a:lnTo>
                      <a:lnTo>
                        <a:pt x="25318" y="3328"/>
                      </a:lnTo>
                      <a:lnTo>
                        <a:pt x="25318" y="3244"/>
                      </a:lnTo>
                      <a:lnTo>
                        <a:pt x="25381" y="3223"/>
                      </a:lnTo>
                      <a:lnTo>
                        <a:pt x="25339" y="3160"/>
                      </a:lnTo>
                      <a:lnTo>
                        <a:pt x="25277" y="3139"/>
                      </a:lnTo>
                      <a:lnTo>
                        <a:pt x="25193" y="3160"/>
                      </a:lnTo>
                      <a:lnTo>
                        <a:pt x="25193" y="3160"/>
                      </a:lnTo>
                      <a:lnTo>
                        <a:pt x="25214" y="3118"/>
                      </a:lnTo>
                      <a:lnTo>
                        <a:pt x="25214" y="3056"/>
                      </a:lnTo>
                      <a:lnTo>
                        <a:pt x="25109" y="3014"/>
                      </a:lnTo>
                      <a:lnTo>
                        <a:pt x="25025" y="2909"/>
                      </a:lnTo>
                      <a:lnTo>
                        <a:pt x="25067" y="2888"/>
                      </a:lnTo>
                      <a:lnTo>
                        <a:pt x="25025" y="2825"/>
                      </a:lnTo>
                      <a:lnTo>
                        <a:pt x="24963" y="2804"/>
                      </a:lnTo>
                      <a:lnTo>
                        <a:pt x="24900" y="2846"/>
                      </a:lnTo>
                      <a:lnTo>
                        <a:pt x="24691" y="3056"/>
                      </a:lnTo>
                      <a:lnTo>
                        <a:pt x="24461" y="3202"/>
                      </a:lnTo>
                      <a:lnTo>
                        <a:pt x="24670" y="3035"/>
                      </a:lnTo>
                      <a:lnTo>
                        <a:pt x="24795" y="2846"/>
                      </a:lnTo>
                      <a:lnTo>
                        <a:pt x="24921" y="2721"/>
                      </a:lnTo>
                      <a:lnTo>
                        <a:pt x="24963" y="2595"/>
                      </a:lnTo>
                      <a:lnTo>
                        <a:pt x="24879" y="2532"/>
                      </a:lnTo>
                      <a:lnTo>
                        <a:pt x="24712" y="2428"/>
                      </a:lnTo>
                      <a:lnTo>
                        <a:pt x="24586" y="2428"/>
                      </a:lnTo>
                      <a:lnTo>
                        <a:pt x="24440" y="2491"/>
                      </a:lnTo>
                      <a:lnTo>
                        <a:pt x="24356" y="2491"/>
                      </a:lnTo>
                      <a:lnTo>
                        <a:pt x="24293" y="2512"/>
                      </a:lnTo>
                      <a:lnTo>
                        <a:pt x="24147" y="2532"/>
                      </a:lnTo>
                      <a:lnTo>
                        <a:pt x="23979" y="2721"/>
                      </a:lnTo>
                      <a:lnTo>
                        <a:pt x="23854" y="2825"/>
                      </a:lnTo>
                      <a:lnTo>
                        <a:pt x="23854" y="2825"/>
                      </a:lnTo>
                      <a:lnTo>
                        <a:pt x="23958" y="2700"/>
                      </a:lnTo>
                      <a:lnTo>
                        <a:pt x="23937" y="2532"/>
                      </a:lnTo>
                      <a:lnTo>
                        <a:pt x="23958" y="2407"/>
                      </a:lnTo>
                      <a:lnTo>
                        <a:pt x="23958" y="2302"/>
                      </a:lnTo>
                      <a:lnTo>
                        <a:pt x="23770" y="2198"/>
                      </a:lnTo>
                      <a:lnTo>
                        <a:pt x="23770" y="2156"/>
                      </a:lnTo>
                      <a:lnTo>
                        <a:pt x="23875" y="2093"/>
                      </a:lnTo>
                      <a:lnTo>
                        <a:pt x="23979" y="2093"/>
                      </a:lnTo>
                      <a:lnTo>
                        <a:pt x="23979" y="2051"/>
                      </a:lnTo>
                      <a:lnTo>
                        <a:pt x="23707" y="1884"/>
                      </a:lnTo>
                      <a:lnTo>
                        <a:pt x="23665" y="1800"/>
                      </a:lnTo>
                      <a:lnTo>
                        <a:pt x="23728" y="1737"/>
                      </a:lnTo>
                      <a:lnTo>
                        <a:pt x="23875" y="1654"/>
                      </a:lnTo>
                      <a:lnTo>
                        <a:pt x="23958" y="1570"/>
                      </a:lnTo>
                      <a:lnTo>
                        <a:pt x="23917" y="1486"/>
                      </a:lnTo>
                      <a:lnTo>
                        <a:pt x="23854" y="1361"/>
                      </a:lnTo>
                      <a:lnTo>
                        <a:pt x="23812" y="1361"/>
                      </a:lnTo>
                      <a:lnTo>
                        <a:pt x="23749" y="1382"/>
                      </a:lnTo>
                      <a:lnTo>
                        <a:pt x="23707" y="1319"/>
                      </a:lnTo>
                      <a:lnTo>
                        <a:pt x="23624" y="1256"/>
                      </a:lnTo>
                      <a:lnTo>
                        <a:pt x="23519" y="1256"/>
                      </a:lnTo>
                      <a:lnTo>
                        <a:pt x="23393" y="1214"/>
                      </a:lnTo>
                      <a:lnTo>
                        <a:pt x="23331" y="1172"/>
                      </a:lnTo>
                      <a:lnTo>
                        <a:pt x="23247" y="1214"/>
                      </a:lnTo>
                      <a:lnTo>
                        <a:pt x="23121" y="1214"/>
                      </a:lnTo>
                      <a:lnTo>
                        <a:pt x="23080" y="1319"/>
                      </a:lnTo>
                      <a:lnTo>
                        <a:pt x="23080" y="1361"/>
                      </a:lnTo>
                      <a:lnTo>
                        <a:pt x="22996" y="1256"/>
                      </a:lnTo>
                      <a:lnTo>
                        <a:pt x="23038" y="1151"/>
                      </a:lnTo>
                      <a:lnTo>
                        <a:pt x="23101" y="1131"/>
                      </a:lnTo>
                      <a:lnTo>
                        <a:pt x="23101" y="1026"/>
                      </a:lnTo>
                      <a:lnTo>
                        <a:pt x="23142" y="942"/>
                      </a:lnTo>
                      <a:lnTo>
                        <a:pt x="23205" y="921"/>
                      </a:lnTo>
                      <a:lnTo>
                        <a:pt x="23205" y="817"/>
                      </a:lnTo>
                      <a:lnTo>
                        <a:pt x="23226" y="712"/>
                      </a:lnTo>
                      <a:lnTo>
                        <a:pt x="23205" y="649"/>
                      </a:lnTo>
                      <a:lnTo>
                        <a:pt x="23184" y="649"/>
                      </a:lnTo>
                      <a:lnTo>
                        <a:pt x="23038" y="796"/>
                      </a:lnTo>
                      <a:lnTo>
                        <a:pt x="23017" y="900"/>
                      </a:lnTo>
                      <a:lnTo>
                        <a:pt x="22996" y="900"/>
                      </a:lnTo>
                      <a:lnTo>
                        <a:pt x="22912" y="838"/>
                      </a:lnTo>
                      <a:lnTo>
                        <a:pt x="22808" y="900"/>
                      </a:lnTo>
                      <a:lnTo>
                        <a:pt x="22787" y="942"/>
                      </a:lnTo>
                      <a:lnTo>
                        <a:pt x="22808" y="1047"/>
                      </a:lnTo>
                      <a:lnTo>
                        <a:pt x="22724" y="1131"/>
                      </a:lnTo>
                      <a:lnTo>
                        <a:pt x="22682" y="1131"/>
                      </a:lnTo>
                      <a:lnTo>
                        <a:pt x="22661" y="1068"/>
                      </a:lnTo>
                      <a:lnTo>
                        <a:pt x="22598" y="1214"/>
                      </a:lnTo>
                      <a:lnTo>
                        <a:pt x="22598" y="1319"/>
                      </a:lnTo>
                      <a:lnTo>
                        <a:pt x="22556" y="1172"/>
                      </a:lnTo>
                      <a:lnTo>
                        <a:pt x="22556" y="1047"/>
                      </a:lnTo>
                      <a:lnTo>
                        <a:pt x="22598" y="942"/>
                      </a:lnTo>
                      <a:lnTo>
                        <a:pt x="22556" y="921"/>
                      </a:lnTo>
                      <a:lnTo>
                        <a:pt x="22473" y="1005"/>
                      </a:lnTo>
                      <a:lnTo>
                        <a:pt x="22452" y="1068"/>
                      </a:lnTo>
                      <a:lnTo>
                        <a:pt x="22368" y="1110"/>
                      </a:lnTo>
                      <a:lnTo>
                        <a:pt x="22410" y="921"/>
                      </a:lnTo>
                      <a:lnTo>
                        <a:pt x="22368" y="817"/>
                      </a:lnTo>
                      <a:lnTo>
                        <a:pt x="22264" y="817"/>
                      </a:lnTo>
                      <a:lnTo>
                        <a:pt x="22284" y="733"/>
                      </a:lnTo>
                      <a:lnTo>
                        <a:pt x="22410" y="628"/>
                      </a:lnTo>
                      <a:lnTo>
                        <a:pt x="22515" y="607"/>
                      </a:lnTo>
                      <a:lnTo>
                        <a:pt x="22661" y="712"/>
                      </a:lnTo>
                      <a:lnTo>
                        <a:pt x="22808" y="628"/>
                      </a:lnTo>
                      <a:lnTo>
                        <a:pt x="22912" y="607"/>
                      </a:lnTo>
                      <a:lnTo>
                        <a:pt x="23017" y="503"/>
                      </a:lnTo>
                      <a:lnTo>
                        <a:pt x="23017" y="440"/>
                      </a:lnTo>
                      <a:lnTo>
                        <a:pt x="23038" y="398"/>
                      </a:lnTo>
                      <a:lnTo>
                        <a:pt x="23017" y="335"/>
                      </a:lnTo>
                      <a:lnTo>
                        <a:pt x="22891" y="294"/>
                      </a:lnTo>
                      <a:lnTo>
                        <a:pt x="22828" y="294"/>
                      </a:lnTo>
                      <a:lnTo>
                        <a:pt x="22828" y="189"/>
                      </a:lnTo>
                      <a:lnTo>
                        <a:pt x="22787" y="126"/>
                      </a:lnTo>
                      <a:lnTo>
                        <a:pt x="22766" y="105"/>
                      </a:lnTo>
                      <a:lnTo>
                        <a:pt x="22787" y="84"/>
                      </a:lnTo>
                      <a:lnTo>
                        <a:pt x="22828" y="63"/>
                      </a:lnTo>
                      <a:lnTo>
                        <a:pt x="22870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66" name="Google Shape;2166;p45"/>
                <p:cNvSpPr/>
                <p:nvPr/>
              </p:nvSpPr>
              <p:spPr>
                <a:xfrm>
                  <a:off x="1979950" y="2384350"/>
                  <a:ext cx="816050" cy="48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42" h="19251" extrusionOk="0">
                      <a:moveTo>
                        <a:pt x="2846" y="1"/>
                      </a:moveTo>
                      <a:lnTo>
                        <a:pt x="2909" y="210"/>
                      </a:lnTo>
                      <a:lnTo>
                        <a:pt x="3035" y="273"/>
                      </a:lnTo>
                      <a:lnTo>
                        <a:pt x="2993" y="356"/>
                      </a:lnTo>
                      <a:lnTo>
                        <a:pt x="2909" y="440"/>
                      </a:lnTo>
                      <a:lnTo>
                        <a:pt x="2930" y="545"/>
                      </a:lnTo>
                      <a:lnTo>
                        <a:pt x="2993" y="586"/>
                      </a:lnTo>
                      <a:lnTo>
                        <a:pt x="2972" y="649"/>
                      </a:lnTo>
                      <a:lnTo>
                        <a:pt x="2909" y="733"/>
                      </a:lnTo>
                      <a:lnTo>
                        <a:pt x="2951" y="775"/>
                      </a:lnTo>
                      <a:lnTo>
                        <a:pt x="2951" y="858"/>
                      </a:lnTo>
                      <a:lnTo>
                        <a:pt x="2993" y="900"/>
                      </a:lnTo>
                      <a:lnTo>
                        <a:pt x="2909" y="1047"/>
                      </a:lnTo>
                      <a:lnTo>
                        <a:pt x="2825" y="1089"/>
                      </a:lnTo>
                      <a:lnTo>
                        <a:pt x="2763" y="1256"/>
                      </a:lnTo>
                      <a:lnTo>
                        <a:pt x="2721" y="1298"/>
                      </a:lnTo>
                      <a:lnTo>
                        <a:pt x="2721" y="1423"/>
                      </a:lnTo>
                      <a:lnTo>
                        <a:pt x="2637" y="1486"/>
                      </a:lnTo>
                      <a:lnTo>
                        <a:pt x="2616" y="1591"/>
                      </a:lnTo>
                      <a:lnTo>
                        <a:pt x="2470" y="1674"/>
                      </a:lnTo>
                      <a:lnTo>
                        <a:pt x="2386" y="1633"/>
                      </a:lnTo>
                      <a:lnTo>
                        <a:pt x="2344" y="1570"/>
                      </a:lnTo>
                      <a:lnTo>
                        <a:pt x="2428" y="1465"/>
                      </a:lnTo>
                      <a:lnTo>
                        <a:pt x="2449" y="1507"/>
                      </a:lnTo>
                      <a:lnTo>
                        <a:pt x="2532" y="1465"/>
                      </a:lnTo>
                      <a:lnTo>
                        <a:pt x="2553" y="1528"/>
                      </a:lnTo>
                      <a:lnTo>
                        <a:pt x="2595" y="1486"/>
                      </a:lnTo>
                      <a:lnTo>
                        <a:pt x="2595" y="1361"/>
                      </a:lnTo>
                      <a:lnTo>
                        <a:pt x="2658" y="1214"/>
                      </a:lnTo>
                      <a:lnTo>
                        <a:pt x="2742" y="1151"/>
                      </a:lnTo>
                      <a:lnTo>
                        <a:pt x="2742" y="1047"/>
                      </a:lnTo>
                      <a:lnTo>
                        <a:pt x="2700" y="1068"/>
                      </a:lnTo>
                      <a:lnTo>
                        <a:pt x="2553" y="1172"/>
                      </a:lnTo>
                      <a:lnTo>
                        <a:pt x="2512" y="1214"/>
                      </a:lnTo>
                      <a:lnTo>
                        <a:pt x="2428" y="1214"/>
                      </a:lnTo>
                      <a:lnTo>
                        <a:pt x="2428" y="1172"/>
                      </a:lnTo>
                      <a:lnTo>
                        <a:pt x="2532" y="1068"/>
                      </a:lnTo>
                      <a:lnTo>
                        <a:pt x="2658" y="1005"/>
                      </a:lnTo>
                      <a:lnTo>
                        <a:pt x="2700" y="963"/>
                      </a:lnTo>
                      <a:lnTo>
                        <a:pt x="2658" y="879"/>
                      </a:lnTo>
                      <a:lnTo>
                        <a:pt x="2616" y="879"/>
                      </a:lnTo>
                      <a:lnTo>
                        <a:pt x="2532" y="900"/>
                      </a:lnTo>
                      <a:lnTo>
                        <a:pt x="2470" y="796"/>
                      </a:lnTo>
                      <a:lnTo>
                        <a:pt x="2407" y="754"/>
                      </a:lnTo>
                      <a:lnTo>
                        <a:pt x="2135" y="754"/>
                      </a:lnTo>
                      <a:lnTo>
                        <a:pt x="2009" y="649"/>
                      </a:lnTo>
                      <a:lnTo>
                        <a:pt x="1716" y="419"/>
                      </a:lnTo>
                      <a:lnTo>
                        <a:pt x="1696" y="440"/>
                      </a:lnTo>
                      <a:lnTo>
                        <a:pt x="1675" y="545"/>
                      </a:lnTo>
                      <a:lnTo>
                        <a:pt x="1591" y="754"/>
                      </a:lnTo>
                      <a:lnTo>
                        <a:pt x="1591" y="858"/>
                      </a:lnTo>
                      <a:lnTo>
                        <a:pt x="1654" y="1068"/>
                      </a:lnTo>
                      <a:lnTo>
                        <a:pt x="1591" y="1382"/>
                      </a:lnTo>
                      <a:lnTo>
                        <a:pt x="1612" y="1507"/>
                      </a:lnTo>
                      <a:lnTo>
                        <a:pt x="1591" y="1674"/>
                      </a:lnTo>
                      <a:lnTo>
                        <a:pt x="1612" y="1737"/>
                      </a:lnTo>
                      <a:lnTo>
                        <a:pt x="1675" y="1737"/>
                      </a:lnTo>
                      <a:lnTo>
                        <a:pt x="1696" y="1800"/>
                      </a:lnTo>
                      <a:lnTo>
                        <a:pt x="1654" y="1884"/>
                      </a:lnTo>
                      <a:lnTo>
                        <a:pt x="1591" y="1884"/>
                      </a:lnTo>
                      <a:lnTo>
                        <a:pt x="1570" y="1946"/>
                      </a:lnTo>
                      <a:lnTo>
                        <a:pt x="1591" y="2009"/>
                      </a:lnTo>
                      <a:lnTo>
                        <a:pt x="1696" y="2030"/>
                      </a:lnTo>
                      <a:lnTo>
                        <a:pt x="1654" y="2135"/>
                      </a:lnTo>
                      <a:lnTo>
                        <a:pt x="1654" y="2239"/>
                      </a:lnTo>
                      <a:lnTo>
                        <a:pt x="1591" y="2323"/>
                      </a:lnTo>
                      <a:lnTo>
                        <a:pt x="1549" y="2302"/>
                      </a:lnTo>
                      <a:lnTo>
                        <a:pt x="1507" y="2344"/>
                      </a:lnTo>
                      <a:lnTo>
                        <a:pt x="1507" y="2428"/>
                      </a:lnTo>
                      <a:lnTo>
                        <a:pt x="1675" y="2449"/>
                      </a:lnTo>
                      <a:lnTo>
                        <a:pt x="1821" y="2470"/>
                      </a:lnTo>
                      <a:lnTo>
                        <a:pt x="1926" y="2553"/>
                      </a:lnTo>
                      <a:lnTo>
                        <a:pt x="2072" y="2553"/>
                      </a:lnTo>
                      <a:lnTo>
                        <a:pt x="2114" y="2637"/>
                      </a:lnTo>
                      <a:lnTo>
                        <a:pt x="2135" y="2783"/>
                      </a:lnTo>
                      <a:lnTo>
                        <a:pt x="2093" y="2658"/>
                      </a:lnTo>
                      <a:lnTo>
                        <a:pt x="1988" y="2574"/>
                      </a:lnTo>
                      <a:lnTo>
                        <a:pt x="1905" y="2616"/>
                      </a:lnTo>
                      <a:lnTo>
                        <a:pt x="1821" y="2553"/>
                      </a:lnTo>
                      <a:lnTo>
                        <a:pt x="1612" y="2532"/>
                      </a:lnTo>
                      <a:lnTo>
                        <a:pt x="1570" y="2470"/>
                      </a:lnTo>
                      <a:lnTo>
                        <a:pt x="1507" y="2511"/>
                      </a:lnTo>
                      <a:lnTo>
                        <a:pt x="1507" y="2616"/>
                      </a:lnTo>
                      <a:lnTo>
                        <a:pt x="1403" y="2763"/>
                      </a:lnTo>
                      <a:lnTo>
                        <a:pt x="1403" y="2846"/>
                      </a:lnTo>
                      <a:lnTo>
                        <a:pt x="1403" y="2930"/>
                      </a:lnTo>
                      <a:lnTo>
                        <a:pt x="1340" y="3076"/>
                      </a:lnTo>
                      <a:lnTo>
                        <a:pt x="1277" y="3202"/>
                      </a:lnTo>
                      <a:lnTo>
                        <a:pt x="1131" y="3558"/>
                      </a:lnTo>
                      <a:lnTo>
                        <a:pt x="1089" y="3809"/>
                      </a:lnTo>
                      <a:lnTo>
                        <a:pt x="942" y="4102"/>
                      </a:lnTo>
                      <a:lnTo>
                        <a:pt x="921" y="4415"/>
                      </a:lnTo>
                      <a:lnTo>
                        <a:pt x="838" y="4541"/>
                      </a:lnTo>
                      <a:lnTo>
                        <a:pt x="733" y="4667"/>
                      </a:lnTo>
                      <a:lnTo>
                        <a:pt x="649" y="4855"/>
                      </a:lnTo>
                      <a:lnTo>
                        <a:pt x="608" y="4939"/>
                      </a:lnTo>
                      <a:lnTo>
                        <a:pt x="566" y="5043"/>
                      </a:lnTo>
                      <a:lnTo>
                        <a:pt x="419" y="5231"/>
                      </a:lnTo>
                      <a:lnTo>
                        <a:pt x="356" y="5336"/>
                      </a:lnTo>
                      <a:lnTo>
                        <a:pt x="398" y="5566"/>
                      </a:lnTo>
                      <a:lnTo>
                        <a:pt x="336" y="5776"/>
                      </a:lnTo>
                      <a:lnTo>
                        <a:pt x="336" y="5922"/>
                      </a:lnTo>
                      <a:lnTo>
                        <a:pt x="419" y="6027"/>
                      </a:lnTo>
                      <a:lnTo>
                        <a:pt x="356" y="6110"/>
                      </a:lnTo>
                      <a:lnTo>
                        <a:pt x="336" y="6194"/>
                      </a:lnTo>
                      <a:lnTo>
                        <a:pt x="398" y="6340"/>
                      </a:lnTo>
                      <a:lnTo>
                        <a:pt x="356" y="6592"/>
                      </a:lnTo>
                      <a:lnTo>
                        <a:pt x="315" y="6717"/>
                      </a:lnTo>
                      <a:lnTo>
                        <a:pt x="231" y="6759"/>
                      </a:lnTo>
                      <a:lnTo>
                        <a:pt x="252" y="6843"/>
                      </a:lnTo>
                      <a:lnTo>
                        <a:pt x="294" y="6864"/>
                      </a:lnTo>
                      <a:lnTo>
                        <a:pt x="231" y="7031"/>
                      </a:lnTo>
                      <a:lnTo>
                        <a:pt x="84" y="7136"/>
                      </a:lnTo>
                      <a:lnTo>
                        <a:pt x="1" y="7261"/>
                      </a:lnTo>
                      <a:lnTo>
                        <a:pt x="1" y="7387"/>
                      </a:lnTo>
                      <a:lnTo>
                        <a:pt x="105" y="7554"/>
                      </a:lnTo>
                      <a:lnTo>
                        <a:pt x="210" y="7763"/>
                      </a:lnTo>
                      <a:lnTo>
                        <a:pt x="210" y="7993"/>
                      </a:lnTo>
                      <a:lnTo>
                        <a:pt x="189" y="8119"/>
                      </a:lnTo>
                      <a:lnTo>
                        <a:pt x="126" y="8203"/>
                      </a:lnTo>
                      <a:lnTo>
                        <a:pt x="126" y="8286"/>
                      </a:lnTo>
                      <a:lnTo>
                        <a:pt x="147" y="8370"/>
                      </a:lnTo>
                      <a:lnTo>
                        <a:pt x="189" y="8496"/>
                      </a:lnTo>
                      <a:lnTo>
                        <a:pt x="126" y="8579"/>
                      </a:lnTo>
                      <a:lnTo>
                        <a:pt x="105" y="8642"/>
                      </a:lnTo>
                      <a:lnTo>
                        <a:pt x="126" y="8726"/>
                      </a:lnTo>
                      <a:lnTo>
                        <a:pt x="356" y="9102"/>
                      </a:lnTo>
                      <a:lnTo>
                        <a:pt x="398" y="9207"/>
                      </a:lnTo>
                      <a:lnTo>
                        <a:pt x="356" y="9270"/>
                      </a:lnTo>
                      <a:lnTo>
                        <a:pt x="398" y="9353"/>
                      </a:lnTo>
                      <a:lnTo>
                        <a:pt x="524" y="9479"/>
                      </a:lnTo>
                      <a:lnTo>
                        <a:pt x="545" y="9542"/>
                      </a:lnTo>
                      <a:lnTo>
                        <a:pt x="628" y="9542"/>
                      </a:lnTo>
                      <a:lnTo>
                        <a:pt x="628" y="9437"/>
                      </a:lnTo>
                      <a:lnTo>
                        <a:pt x="628" y="9312"/>
                      </a:lnTo>
                      <a:lnTo>
                        <a:pt x="712" y="9333"/>
                      </a:lnTo>
                      <a:lnTo>
                        <a:pt x="733" y="9312"/>
                      </a:lnTo>
                      <a:lnTo>
                        <a:pt x="733" y="9353"/>
                      </a:lnTo>
                      <a:lnTo>
                        <a:pt x="838" y="9353"/>
                      </a:lnTo>
                      <a:lnTo>
                        <a:pt x="859" y="9416"/>
                      </a:lnTo>
                      <a:lnTo>
                        <a:pt x="984" y="9437"/>
                      </a:lnTo>
                      <a:lnTo>
                        <a:pt x="880" y="9437"/>
                      </a:lnTo>
                      <a:lnTo>
                        <a:pt x="817" y="9479"/>
                      </a:lnTo>
                      <a:lnTo>
                        <a:pt x="754" y="9437"/>
                      </a:lnTo>
                      <a:lnTo>
                        <a:pt x="712" y="9437"/>
                      </a:lnTo>
                      <a:lnTo>
                        <a:pt x="712" y="9521"/>
                      </a:lnTo>
                      <a:lnTo>
                        <a:pt x="754" y="9542"/>
                      </a:lnTo>
                      <a:lnTo>
                        <a:pt x="754" y="9688"/>
                      </a:lnTo>
                      <a:lnTo>
                        <a:pt x="817" y="9793"/>
                      </a:lnTo>
                      <a:lnTo>
                        <a:pt x="838" y="9835"/>
                      </a:lnTo>
                      <a:lnTo>
                        <a:pt x="733" y="9793"/>
                      </a:lnTo>
                      <a:lnTo>
                        <a:pt x="670" y="9688"/>
                      </a:lnTo>
                      <a:lnTo>
                        <a:pt x="649" y="9646"/>
                      </a:lnTo>
                      <a:lnTo>
                        <a:pt x="608" y="9688"/>
                      </a:lnTo>
                      <a:lnTo>
                        <a:pt x="608" y="9772"/>
                      </a:lnTo>
                      <a:lnTo>
                        <a:pt x="545" y="9835"/>
                      </a:lnTo>
                      <a:lnTo>
                        <a:pt x="566" y="9877"/>
                      </a:lnTo>
                      <a:lnTo>
                        <a:pt x="545" y="9981"/>
                      </a:lnTo>
                      <a:lnTo>
                        <a:pt x="545" y="10086"/>
                      </a:lnTo>
                      <a:lnTo>
                        <a:pt x="608" y="10107"/>
                      </a:lnTo>
                      <a:lnTo>
                        <a:pt x="628" y="10211"/>
                      </a:lnTo>
                      <a:lnTo>
                        <a:pt x="733" y="10274"/>
                      </a:lnTo>
                      <a:lnTo>
                        <a:pt x="775" y="10358"/>
                      </a:lnTo>
                      <a:lnTo>
                        <a:pt x="775" y="10421"/>
                      </a:lnTo>
                      <a:lnTo>
                        <a:pt x="712" y="10504"/>
                      </a:lnTo>
                      <a:lnTo>
                        <a:pt x="649" y="10504"/>
                      </a:lnTo>
                      <a:lnTo>
                        <a:pt x="649" y="10567"/>
                      </a:lnTo>
                      <a:lnTo>
                        <a:pt x="670" y="10672"/>
                      </a:lnTo>
                      <a:lnTo>
                        <a:pt x="670" y="10797"/>
                      </a:lnTo>
                      <a:lnTo>
                        <a:pt x="712" y="10839"/>
                      </a:lnTo>
                      <a:lnTo>
                        <a:pt x="775" y="10923"/>
                      </a:lnTo>
                      <a:lnTo>
                        <a:pt x="817" y="11111"/>
                      </a:lnTo>
                      <a:lnTo>
                        <a:pt x="942" y="11362"/>
                      </a:lnTo>
                      <a:lnTo>
                        <a:pt x="1026" y="11509"/>
                      </a:lnTo>
                      <a:lnTo>
                        <a:pt x="1068" y="11530"/>
                      </a:lnTo>
                      <a:lnTo>
                        <a:pt x="1047" y="11571"/>
                      </a:lnTo>
                      <a:lnTo>
                        <a:pt x="1047" y="11613"/>
                      </a:lnTo>
                      <a:lnTo>
                        <a:pt x="1152" y="11718"/>
                      </a:lnTo>
                      <a:lnTo>
                        <a:pt x="1172" y="11843"/>
                      </a:lnTo>
                      <a:lnTo>
                        <a:pt x="1152" y="11990"/>
                      </a:lnTo>
                      <a:lnTo>
                        <a:pt x="1131" y="12094"/>
                      </a:lnTo>
                      <a:lnTo>
                        <a:pt x="1089" y="12136"/>
                      </a:lnTo>
                      <a:lnTo>
                        <a:pt x="1131" y="12199"/>
                      </a:lnTo>
                      <a:lnTo>
                        <a:pt x="1172" y="12262"/>
                      </a:lnTo>
                      <a:lnTo>
                        <a:pt x="1382" y="12262"/>
                      </a:lnTo>
                      <a:lnTo>
                        <a:pt x="1486" y="12283"/>
                      </a:lnTo>
                      <a:lnTo>
                        <a:pt x="1591" y="12346"/>
                      </a:lnTo>
                      <a:lnTo>
                        <a:pt x="1675" y="12366"/>
                      </a:lnTo>
                      <a:lnTo>
                        <a:pt x="1821" y="12366"/>
                      </a:lnTo>
                      <a:lnTo>
                        <a:pt x="1884" y="12450"/>
                      </a:lnTo>
                      <a:lnTo>
                        <a:pt x="1884" y="12555"/>
                      </a:lnTo>
                      <a:lnTo>
                        <a:pt x="2030" y="12618"/>
                      </a:lnTo>
                      <a:lnTo>
                        <a:pt x="2135" y="12618"/>
                      </a:lnTo>
                      <a:lnTo>
                        <a:pt x="2281" y="12680"/>
                      </a:lnTo>
                      <a:lnTo>
                        <a:pt x="2302" y="12722"/>
                      </a:lnTo>
                      <a:lnTo>
                        <a:pt x="2302" y="12827"/>
                      </a:lnTo>
                      <a:lnTo>
                        <a:pt x="2344" y="12869"/>
                      </a:lnTo>
                      <a:lnTo>
                        <a:pt x="2407" y="12827"/>
                      </a:lnTo>
                      <a:lnTo>
                        <a:pt x="2470" y="12827"/>
                      </a:lnTo>
                      <a:lnTo>
                        <a:pt x="2616" y="12973"/>
                      </a:lnTo>
                      <a:lnTo>
                        <a:pt x="2805" y="13245"/>
                      </a:lnTo>
                      <a:lnTo>
                        <a:pt x="2825" y="13434"/>
                      </a:lnTo>
                      <a:lnTo>
                        <a:pt x="2805" y="13559"/>
                      </a:lnTo>
                      <a:lnTo>
                        <a:pt x="2805" y="13664"/>
                      </a:lnTo>
                      <a:lnTo>
                        <a:pt x="4185" y="13643"/>
                      </a:lnTo>
                      <a:lnTo>
                        <a:pt x="4206" y="13706"/>
                      </a:lnTo>
                      <a:lnTo>
                        <a:pt x="4206" y="13747"/>
                      </a:lnTo>
                      <a:lnTo>
                        <a:pt x="6131" y="14647"/>
                      </a:lnTo>
                      <a:lnTo>
                        <a:pt x="7784" y="14689"/>
                      </a:lnTo>
                      <a:lnTo>
                        <a:pt x="7826" y="14480"/>
                      </a:lnTo>
                      <a:lnTo>
                        <a:pt x="8747" y="14501"/>
                      </a:lnTo>
                      <a:lnTo>
                        <a:pt x="8872" y="14584"/>
                      </a:lnTo>
                      <a:lnTo>
                        <a:pt x="8935" y="14710"/>
                      </a:lnTo>
                      <a:lnTo>
                        <a:pt x="8998" y="14773"/>
                      </a:lnTo>
                      <a:lnTo>
                        <a:pt x="9019" y="14815"/>
                      </a:lnTo>
                      <a:lnTo>
                        <a:pt x="9082" y="14815"/>
                      </a:lnTo>
                      <a:lnTo>
                        <a:pt x="9123" y="14898"/>
                      </a:lnTo>
                      <a:lnTo>
                        <a:pt x="9103" y="14961"/>
                      </a:lnTo>
                      <a:lnTo>
                        <a:pt x="9207" y="14982"/>
                      </a:lnTo>
                      <a:lnTo>
                        <a:pt x="9270" y="15066"/>
                      </a:lnTo>
                      <a:lnTo>
                        <a:pt x="9270" y="15107"/>
                      </a:lnTo>
                      <a:lnTo>
                        <a:pt x="9228" y="15170"/>
                      </a:lnTo>
                      <a:lnTo>
                        <a:pt x="9312" y="15191"/>
                      </a:lnTo>
                      <a:lnTo>
                        <a:pt x="9395" y="15233"/>
                      </a:lnTo>
                      <a:lnTo>
                        <a:pt x="9437" y="15317"/>
                      </a:lnTo>
                      <a:lnTo>
                        <a:pt x="9458" y="15442"/>
                      </a:lnTo>
                      <a:lnTo>
                        <a:pt x="9500" y="15484"/>
                      </a:lnTo>
                      <a:lnTo>
                        <a:pt x="9521" y="15505"/>
                      </a:lnTo>
                      <a:lnTo>
                        <a:pt x="9542" y="15526"/>
                      </a:lnTo>
                      <a:lnTo>
                        <a:pt x="9626" y="15610"/>
                      </a:lnTo>
                      <a:lnTo>
                        <a:pt x="9626" y="15693"/>
                      </a:lnTo>
                      <a:lnTo>
                        <a:pt x="9605" y="15714"/>
                      </a:lnTo>
                      <a:lnTo>
                        <a:pt x="9521" y="15735"/>
                      </a:lnTo>
                      <a:lnTo>
                        <a:pt x="9521" y="15756"/>
                      </a:lnTo>
                      <a:lnTo>
                        <a:pt x="9626" y="15903"/>
                      </a:lnTo>
                      <a:lnTo>
                        <a:pt x="9709" y="15965"/>
                      </a:lnTo>
                      <a:lnTo>
                        <a:pt x="9730" y="16070"/>
                      </a:lnTo>
                      <a:lnTo>
                        <a:pt x="9730" y="16112"/>
                      </a:lnTo>
                      <a:lnTo>
                        <a:pt x="9751" y="16112"/>
                      </a:lnTo>
                      <a:lnTo>
                        <a:pt x="9793" y="16133"/>
                      </a:lnTo>
                      <a:lnTo>
                        <a:pt x="9835" y="16133"/>
                      </a:lnTo>
                      <a:lnTo>
                        <a:pt x="9877" y="16154"/>
                      </a:lnTo>
                      <a:lnTo>
                        <a:pt x="9919" y="16216"/>
                      </a:lnTo>
                      <a:lnTo>
                        <a:pt x="9919" y="16237"/>
                      </a:lnTo>
                      <a:lnTo>
                        <a:pt x="9960" y="16279"/>
                      </a:lnTo>
                      <a:lnTo>
                        <a:pt x="10023" y="16279"/>
                      </a:lnTo>
                      <a:lnTo>
                        <a:pt x="10149" y="16342"/>
                      </a:lnTo>
                      <a:lnTo>
                        <a:pt x="10170" y="16384"/>
                      </a:lnTo>
                      <a:lnTo>
                        <a:pt x="10253" y="16426"/>
                      </a:lnTo>
                      <a:lnTo>
                        <a:pt x="10379" y="16467"/>
                      </a:lnTo>
                      <a:lnTo>
                        <a:pt x="10400" y="16530"/>
                      </a:lnTo>
                      <a:lnTo>
                        <a:pt x="10463" y="16530"/>
                      </a:lnTo>
                      <a:lnTo>
                        <a:pt x="10504" y="16488"/>
                      </a:lnTo>
                      <a:lnTo>
                        <a:pt x="10504" y="16467"/>
                      </a:lnTo>
                      <a:lnTo>
                        <a:pt x="10609" y="16384"/>
                      </a:lnTo>
                      <a:lnTo>
                        <a:pt x="10672" y="16384"/>
                      </a:lnTo>
                      <a:lnTo>
                        <a:pt x="10672" y="16342"/>
                      </a:lnTo>
                      <a:lnTo>
                        <a:pt x="10672" y="16321"/>
                      </a:lnTo>
                      <a:lnTo>
                        <a:pt x="10714" y="16237"/>
                      </a:lnTo>
                      <a:lnTo>
                        <a:pt x="10797" y="16070"/>
                      </a:lnTo>
                      <a:lnTo>
                        <a:pt x="10839" y="16028"/>
                      </a:lnTo>
                      <a:lnTo>
                        <a:pt x="10923" y="16007"/>
                      </a:lnTo>
                      <a:lnTo>
                        <a:pt x="10965" y="16007"/>
                      </a:lnTo>
                      <a:lnTo>
                        <a:pt x="10986" y="16028"/>
                      </a:lnTo>
                      <a:lnTo>
                        <a:pt x="11027" y="16028"/>
                      </a:lnTo>
                      <a:lnTo>
                        <a:pt x="11069" y="15944"/>
                      </a:lnTo>
                      <a:lnTo>
                        <a:pt x="11174" y="15944"/>
                      </a:lnTo>
                      <a:lnTo>
                        <a:pt x="11279" y="15965"/>
                      </a:lnTo>
                      <a:lnTo>
                        <a:pt x="11383" y="15944"/>
                      </a:lnTo>
                      <a:lnTo>
                        <a:pt x="11404" y="15965"/>
                      </a:lnTo>
                      <a:lnTo>
                        <a:pt x="11425" y="16007"/>
                      </a:lnTo>
                      <a:lnTo>
                        <a:pt x="11509" y="16007"/>
                      </a:lnTo>
                      <a:lnTo>
                        <a:pt x="11592" y="16028"/>
                      </a:lnTo>
                      <a:lnTo>
                        <a:pt x="11634" y="16133"/>
                      </a:lnTo>
                      <a:lnTo>
                        <a:pt x="11739" y="16216"/>
                      </a:lnTo>
                      <a:lnTo>
                        <a:pt x="11844" y="16363"/>
                      </a:lnTo>
                      <a:lnTo>
                        <a:pt x="11864" y="16467"/>
                      </a:lnTo>
                      <a:lnTo>
                        <a:pt x="11927" y="16530"/>
                      </a:lnTo>
                      <a:lnTo>
                        <a:pt x="11927" y="16593"/>
                      </a:lnTo>
                      <a:lnTo>
                        <a:pt x="11927" y="16760"/>
                      </a:lnTo>
                      <a:lnTo>
                        <a:pt x="12011" y="16781"/>
                      </a:lnTo>
                      <a:lnTo>
                        <a:pt x="12032" y="16865"/>
                      </a:lnTo>
                      <a:lnTo>
                        <a:pt x="12116" y="17074"/>
                      </a:lnTo>
                      <a:lnTo>
                        <a:pt x="12157" y="17095"/>
                      </a:lnTo>
                      <a:lnTo>
                        <a:pt x="12178" y="17179"/>
                      </a:lnTo>
                      <a:lnTo>
                        <a:pt x="12262" y="17221"/>
                      </a:lnTo>
                      <a:lnTo>
                        <a:pt x="12283" y="17325"/>
                      </a:lnTo>
                      <a:lnTo>
                        <a:pt x="12346" y="17430"/>
                      </a:lnTo>
                      <a:lnTo>
                        <a:pt x="12450" y="17514"/>
                      </a:lnTo>
                      <a:lnTo>
                        <a:pt x="12429" y="17618"/>
                      </a:lnTo>
                      <a:lnTo>
                        <a:pt x="12429" y="17723"/>
                      </a:lnTo>
                      <a:lnTo>
                        <a:pt x="12429" y="17786"/>
                      </a:lnTo>
                      <a:lnTo>
                        <a:pt x="12429" y="17807"/>
                      </a:lnTo>
                      <a:lnTo>
                        <a:pt x="12555" y="18141"/>
                      </a:lnTo>
                      <a:lnTo>
                        <a:pt x="12534" y="18309"/>
                      </a:lnTo>
                      <a:lnTo>
                        <a:pt x="12576" y="18351"/>
                      </a:lnTo>
                      <a:lnTo>
                        <a:pt x="12597" y="18351"/>
                      </a:lnTo>
                      <a:lnTo>
                        <a:pt x="12660" y="18372"/>
                      </a:lnTo>
                      <a:lnTo>
                        <a:pt x="12743" y="18372"/>
                      </a:lnTo>
                      <a:lnTo>
                        <a:pt x="12806" y="18413"/>
                      </a:lnTo>
                      <a:lnTo>
                        <a:pt x="12911" y="18518"/>
                      </a:lnTo>
                      <a:lnTo>
                        <a:pt x="13099" y="18560"/>
                      </a:lnTo>
                      <a:lnTo>
                        <a:pt x="13204" y="18644"/>
                      </a:lnTo>
                      <a:lnTo>
                        <a:pt x="13308" y="18644"/>
                      </a:lnTo>
                      <a:lnTo>
                        <a:pt x="13329" y="18727"/>
                      </a:lnTo>
                      <a:lnTo>
                        <a:pt x="13392" y="18748"/>
                      </a:lnTo>
                      <a:lnTo>
                        <a:pt x="13476" y="18581"/>
                      </a:lnTo>
                      <a:lnTo>
                        <a:pt x="13496" y="18455"/>
                      </a:lnTo>
                      <a:lnTo>
                        <a:pt x="13476" y="18372"/>
                      </a:lnTo>
                      <a:lnTo>
                        <a:pt x="13476" y="18120"/>
                      </a:lnTo>
                      <a:lnTo>
                        <a:pt x="13413" y="18037"/>
                      </a:lnTo>
                      <a:lnTo>
                        <a:pt x="13496" y="17911"/>
                      </a:lnTo>
                      <a:lnTo>
                        <a:pt x="13538" y="17723"/>
                      </a:lnTo>
                      <a:lnTo>
                        <a:pt x="13622" y="17618"/>
                      </a:lnTo>
                      <a:lnTo>
                        <a:pt x="13580" y="17409"/>
                      </a:lnTo>
                      <a:lnTo>
                        <a:pt x="13685" y="17367"/>
                      </a:lnTo>
                      <a:lnTo>
                        <a:pt x="13789" y="17284"/>
                      </a:lnTo>
                      <a:lnTo>
                        <a:pt x="13727" y="17200"/>
                      </a:lnTo>
                      <a:lnTo>
                        <a:pt x="13831" y="17074"/>
                      </a:lnTo>
                      <a:lnTo>
                        <a:pt x="13894" y="17095"/>
                      </a:lnTo>
                      <a:lnTo>
                        <a:pt x="13999" y="17053"/>
                      </a:lnTo>
                      <a:lnTo>
                        <a:pt x="13957" y="16907"/>
                      </a:lnTo>
                      <a:lnTo>
                        <a:pt x="13957" y="16907"/>
                      </a:lnTo>
                      <a:lnTo>
                        <a:pt x="14040" y="16970"/>
                      </a:lnTo>
                      <a:lnTo>
                        <a:pt x="14145" y="16907"/>
                      </a:lnTo>
                      <a:lnTo>
                        <a:pt x="14103" y="16865"/>
                      </a:lnTo>
                      <a:lnTo>
                        <a:pt x="14208" y="16781"/>
                      </a:lnTo>
                      <a:lnTo>
                        <a:pt x="14250" y="16802"/>
                      </a:lnTo>
                      <a:lnTo>
                        <a:pt x="14312" y="16781"/>
                      </a:lnTo>
                      <a:lnTo>
                        <a:pt x="14375" y="16865"/>
                      </a:lnTo>
                      <a:lnTo>
                        <a:pt x="14271" y="16949"/>
                      </a:lnTo>
                      <a:lnTo>
                        <a:pt x="14354" y="16949"/>
                      </a:lnTo>
                      <a:lnTo>
                        <a:pt x="14459" y="16844"/>
                      </a:lnTo>
                      <a:lnTo>
                        <a:pt x="14543" y="16844"/>
                      </a:lnTo>
                      <a:lnTo>
                        <a:pt x="14794" y="16739"/>
                      </a:lnTo>
                      <a:lnTo>
                        <a:pt x="14982" y="16551"/>
                      </a:lnTo>
                      <a:lnTo>
                        <a:pt x="15066" y="16551"/>
                      </a:lnTo>
                      <a:lnTo>
                        <a:pt x="15108" y="16488"/>
                      </a:lnTo>
                      <a:lnTo>
                        <a:pt x="15087" y="16384"/>
                      </a:lnTo>
                      <a:lnTo>
                        <a:pt x="15108" y="16258"/>
                      </a:lnTo>
                      <a:lnTo>
                        <a:pt x="15045" y="16112"/>
                      </a:lnTo>
                      <a:lnTo>
                        <a:pt x="15087" y="16175"/>
                      </a:lnTo>
                      <a:lnTo>
                        <a:pt x="15170" y="16175"/>
                      </a:lnTo>
                      <a:lnTo>
                        <a:pt x="15275" y="16070"/>
                      </a:lnTo>
                      <a:lnTo>
                        <a:pt x="15275" y="16028"/>
                      </a:lnTo>
                      <a:lnTo>
                        <a:pt x="15317" y="16133"/>
                      </a:lnTo>
                      <a:lnTo>
                        <a:pt x="15254" y="16237"/>
                      </a:lnTo>
                      <a:lnTo>
                        <a:pt x="15275" y="16321"/>
                      </a:lnTo>
                      <a:lnTo>
                        <a:pt x="15275" y="16426"/>
                      </a:lnTo>
                      <a:lnTo>
                        <a:pt x="15401" y="16384"/>
                      </a:lnTo>
                      <a:lnTo>
                        <a:pt x="15484" y="16258"/>
                      </a:lnTo>
                      <a:lnTo>
                        <a:pt x="15568" y="16258"/>
                      </a:lnTo>
                      <a:lnTo>
                        <a:pt x="15631" y="16216"/>
                      </a:lnTo>
                      <a:lnTo>
                        <a:pt x="15840" y="16154"/>
                      </a:lnTo>
                      <a:lnTo>
                        <a:pt x="16007" y="16154"/>
                      </a:lnTo>
                      <a:lnTo>
                        <a:pt x="16258" y="16237"/>
                      </a:lnTo>
                      <a:lnTo>
                        <a:pt x="16321" y="16279"/>
                      </a:lnTo>
                      <a:lnTo>
                        <a:pt x="16635" y="16321"/>
                      </a:lnTo>
                      <a:lnTo>
                        <a:pt x="16740" y="16279"/>
                      </a:lnTo>
                      <a:lnTo>
                        <a:pt x="16740" y="16237"/>
                      </a:lnTo>
                      <a:lnTo>
                        <a:pt x="16740" y="16154"/>
                      </a:lnTo>
                      <a:lnTo>
                        <a:pt x="16844" y="16133"/>
                      </a:lnTo>
                      <a:lnTo>
                        <a:pt x="16928" y="16154"/>
                      </a:lnTo>
                      <a:lnTo>
                        <a:pt x="16865" y="16216"/>
                      </a:lnTo>
                      <a:lnTo>
                        <a:pt x="16928" y="16237"/>
                      </a:lnTo>
                      <a:lnTo>
                        <a:pt x="16991" y="16216"/>
                      </a:lnTo>
                      <a:lnTo>
                        <a:pt x="17053" y="16258"/>
                      </a:lnTo>
                      <a:lnTo>
                        <a:pt x="17053" y="16342"/>
                      </a:lnTo>
                      <a:lnTo>
                        <a:pt x="17074" y="16384"/>
                      </a:lnTo>
                      <a:lnTo>
                        <a:pt x="17200" y="16363"/>
                      </a:lnTo>
                      <a:lnTo>
                        <a:pt x="17242" y="16426"/>
                      </a:lnTo>
                      <a:lnTo>
                        <a:pt x="17158" y="16488"/>
                      </a:lnTo>
                      <a:lnTo>
                        <a:pt x="17095" y="16551"/>
                      </a:lnTo>
                      <a:lnTo>
                        <a:pt x="17179" y="16572"/>
                      </a:lnTo>
                      <a:lnTo>
                        <a:pt x="17263" y="16551"/>
                      </a:lnTo>
                      <a:lnTo>
                        <a:pt x="17346" y="16593"/>
                      </a:lnTo>
                      <a:lnTo>
                        <a:pt x="17493" y="16656"/>
                      </a:lnTo>
                      <a:lnTo>
                        <a:pt x="17556" y="16572"/>
                      </a:lnTo>
                      <a:lnTo>
                        <a:pt x="17618" y="16530"/>
                      </a:lnTo>
                      <a:lnTo>
                        <a:pt x="17723" y="16593"/>
                      </a:lnTo>
                      <a:lnTo>
                        <a:pt x="17786" y="16656"/>
                      </a:lnTo>
                      <a:lnTo>
                        <a:pt x="17870" y="16635"/>
                      </a:lnTo>
                      <a:lnTo>
                        <a:pt x="17870" y="16467"/>
                      </a:lnTo>
                      <a:lnTo>
                        <a:pt x="17807" y="16363"/>
                      </a:lnTo>
                      <a:lnTo>
                        <a:pt x="17911" y="16363"/>
                      </a:lnTo>
                      <a:lnTo>
                        <a:pt x="18016" y="16488"/>
                      </a:lnTo>
                      <a:lnTo>
                        <a:pt x="18100" y="16530"/>
                      </a:lnTo>
                      <a:lnTo>
                        <a:pt x="18142" y="16593"/>
                      </a:lnTo>
                      <a:lnTo>
                        <a:pt x="18204" y="16593"/>
                      </a:lnTo>
                      <a:lnTo>
                        <a:pt x="18288" y="16635"/>
                      </a:lnTo>
                      <a:lnTo>
                        <a:pt x="18288" y="16760"/>
                      </a:lnTo>
                      <a:lnTo>
                        <a:pt x="18309" y="16677"/>
                      </a:lnTo>
                      <a:lnTo>
                        <a:pt x="18414" y="16656"/>
                      </a:lnTo>
                      <a:lnTo>
                        <a:pt x="18414" y="16635"/>
                      </a:lnTo>
                      <a:lnTo>
                        <a:pt x="18288" y="16530"/>
                      </a:lnTo>
                      <a:lnTo>
                        <a:pt x="18100" y="16447"/>
                      </a:lnTo>
                      <a:lnTo>
                        <a:pt x="18037" y="16363"/>
                      </a:lnTo>
                      <a:lnTo>
                        <a:pt x="18037" y="16258"/>
                      </a:lnTo>
                      <a:lnTo>
                        <a:pt x="18225" y="16175"/>
                      </a:lnTo>
                      <a:lnTo>
                        <a:pt x="18288" y="16154"/>
                      </a:lnTo>
                      <a:lnTo>
                        <a:pt x="18183" y="16112"/>
                      </a:lnTo>
                      <a:lnTo>
                        <a:pt x="18121" y="16049"/>
                      </a:lnTo>
                      <a:lnTo>
                        <a:pt x="18100" y="16049"/>
                      </a:lnTo>
                      <a:lnTo>
                        <a:pt x="18016" y="16112"/>
                      </a:lnTo>
                      <a:lnTo>
                        <a:pt x="17932" y="16154"/>
                      </a:lnTo>
                      <a:lnTo>
                        <a:pt x="17932" y="16070"/>
                      </a:lnTo>
                      <a:lnTo>
                        <a:pt x="18037" y="15944"/>
                      </a:lnTo>
                      <a:lnTo>
                        <a:pt x="18246" y="15861"/>
                      </a:lnTo>
                      <a:lnTo>
                        <a:pt x="18330" y="15798"/>
                      </a:lnTo>
                      <a:lnTo>
                        <a:pt x="18665" y="15735"/>
                      </a:lnTo>
                      <a:lnTo>
                        <a:pt x="18811" y="15756"/>
                      </a:lnTo>
                      <a:lnTo>
                        <a:pt x="18874" y="15735"/>
                      </a:lnTo>
                      <a:lnTo>
                        <a:pt x="18958" y="15735"/>
                      </a:lnTo>
                      <a:lnTo>
                        <a:pt x="19020" y="15651"/>
                      </a:lnTo>
                      <a:lnTo>
                        <a:pt x="19062" y="15547"/>
                      </a:lnTo>
                      <a:lnTo>
                        <a:pt x="19146" y="15547"/>
                      </a:lnTo>
                      <a:lnTo>
                        <a:pt x="19125" y="15631"/>
                      </a:lnTo>
                      <a:lnTo>
                        <a:pt x="19125" y="15714"/>
                      </a:lnTo>
                      <a:lnTo>
                        <a:pt x="19250" y="15819"/>
                      </a:lnTo>
                      <a:lnTo>
                        <a:pt x="19334" y="15756"/>
                      </a:lnTo>
                      <a:lnTo>
                        <a:pt x="19481" y="15756"/>
                      </a:lnTo>
                      <a:lnTo>
                        <a:pt x="19585" y="15735"/>
                      </a:lnTo>
                      <a:lnTo>
                        <a:pt x="19648" y="15798"/>
                      </a:lnTo>
                      <a:lnTo>
                        <a:pt x="19815" y="15756"/>
                      </a:lnTo>
                      <a:lnTo>
                        <a:pt x="19878" y="15798"/>
                      </a:lnTo>
                      <a:lnTo>
                        <a:pt x="20004" y="15714"/>
                      </a:lnTo>
                      <a:lnTo>
                        <a:pt x="20108" y="15714"/>
                      </a:lnTo>
                      <a:lnTo>
                        <a:pt x="20129" y="15735"/>
                      </a:lnTo>
                      <a:lnTo>
                        <a:pt x="20087" y="15756"/>
                      </a:lnTo>
                      <a:lnTo>
                        <a:pt x="19962" y="15756"/>
                      </a:lnTo>
                      <a:lnTo>
                        <a:pt x="19920" y="15798"/>
                      </a:lnTo>
                      <a:lnTo>
                        <a:pt x="20087" y="15819"/>
                      </a:lnTo>
                      <a:lnTo>
                        <a:pt x="20213" y="15819"/>
                      </a:lnTo>
                      <a:lnTo>
                        <a:pt x="20318" y="15903"/>
                      </a:lnTo>
                      <a:lnTo>
                        <a:pt x="20401" y="15944"/>
                      </a:lnTo>
                      <a:lnTo>
                        <a:pt x="20338" y="15861"/>
                      </a:lnTo>
                      <a:lnTo>
                        <a:pt x="20338" y="15819"/>
                      </a:lnTo>
                      <a:lnTo>
                        <a:pt x="20401" y="15819"/>
                      </a:lnTo>
                      <a:lnTo>
                        <a:pt x="20422" y="15861"/>
                      </a:lnTo>
                      <a:lnTo>
                        <a:pt x="20527" y="15944"/>
                      </a:lnTo>
                      <a:lnTo>
                        <a:pt x="20506" y="16007"/>
                      </a:lnTo>
                      <a:lnTo>
                        <a:pt x="20443" y="15944"/>
                      </a:lnTo>
                      <a:lnTo>
                        <a:pt x="20422" y="15965"/>
                      </a:lnTo>
                      <a:lnTo>
                        <a:pt x="20548" y="16049"/>
                      </a:lnTo>
                      <a:lnTo>
                        <a:pt x="20610" y="16133"/>
                      </a:lnTo>
                      <a:lnTo>
                        <a:pt x="20652" y="16175"/>
                      </a:lnTo>
                      <a:lnTo>
                        <a:pt x="20631" y="16216"/>
                      </a:lnTo>
                      <a:lnTo>
                        <a:pt x="20610" y="16154"/>
                      </a:lnTo>
                      <a:lnTo>
                        <a:pt x="20590" y="16216"/>
                      </a:lnTo>
                      <a:lnTo>
                        <a:pt x="20610" y="16258"/>
                      </a:lnTo>
                      <a:lnTo>
                        <a:pt x="20799" y="16237"/>
                      </a:lnTo>
                      <a:lnTo>
                        <a:pt x="20903" y="16216"/>
                      </a:lnTo>
                      <a:lnTo>
                        <a:pt x="21029" y="16070"/>
                      </a:lnTo>
                      <a:lnTo>
                        <a:pt x="21113" y="16070"/>
                      </a:lnTo>
                      <a:lnTo>
                        <a:pt x="21113" y="16049"/>
                      </a:lnTo>
                      <a:lnTo>
                        <a:pt x="21175" y="15965"/>
                      </a:lnTo>
                      <a:lnTo>
                        <a:pt x="21280" y="15965"/>
                      </a:lnTo>
                      <a:lnTo>
                        <a:pt x="21364" y="16007"/>
                      </a:lnTo>
                      <a:lnTo>
                        <a:pt x="21489" y="16049"/>
                      </a:lnTo>
                      <a:lnTo>
                        <a:pt x="21552" y="16258"/>
                      </a:lnTo>
                      <a:lnTo>
                        <a:pt x="21636" y="16321"/>
                      </a:lnTo>
                      <a:lnTo>
                        <a:pt x="21657" y="16321"/>
                      </a:lnTo>
                      <a:lnTo>
                        <a:pt x="21678" y="16447"/>
                      </a:lnTo>
                      <a:lnTo>
                        <a:pt x="21761" y="16488"/>
                      </a:lnTo>
                      <a:lnTo>
                        <a:pt x="21803" y="16488"/>
                      </a:lnTo>
                      <a:lnTo>
                        <a:pt x="21803" y="16551"/>
                      </a:lnTo>
                      <a:lnTo>
                        <a:pt x="21866" y="16635"/>
                      </a:lnTo>
                      <a:lnTo>
                        <a:pt x="21950" y="16656"/>
                      </a:lnTo>
                      <a:lnTo>
                        <a:pt x="22012" y="16781"/>
                      </a:lnTo>
                      <a:lnTo>
                        <a:pt x="21991" y="16907"/>
                      </a:lnTo>
                      <a:lnTo>
                        <a:pt x="21908" y="17179"/>
                      </a:lnTo>
                      <a:lnTo>
                        <a:pt x="21803" y="17409"/>
                      </a:lnTo>
                      <a:lnTo>
                        <a:pt x="21803" y="17493"/>
                      </a:lnTo>
                      <a:lnTo>
                        <a:pt x="21887" y="17597"/>
                      </a:lnTo>
                      <a:lnTo>
                        <a:pt x="21908" y="17576"/>
                      </a:lnTo>
                      <a:lnTo>
                        <a:pt x="21971" y="17493"/>
                      </a:lnTo>
                      <a:lnTo>
                        <a:pt x="21971" y="17430"/>
                      </a:lnTo>
                      <a:lnTo>
                        <a:pt x="21991" y="17388"/>
                      </a:lnTo>
                      <a:lnTo>
                        <a:pt x="22075" y="17430"/>
                      </a:lnTo>
                      <a:lnTo>
                        <a:pt x="22096" y="17535"/>
                      </a:lnTo>
                      <a:lnTo>
                        <a:pt x="21950" y="17744"/>
                      </a:lnTo>
                      <a:lnTo>
                        <a:pt x="21971" y="17807"/>
                      </a:lnTo>
                      <a:lnTo>
                        <a:pt x="21991" y="17911"/>
                      </a:lnTo>
                      <a:lnTo>
                        <a:pt x="22054" y="18016"/>
                      </a:lnTo>
                      <a:lnTo>
                        <a:pt x="22075" y="18058"/>
                      </a:lnTo>
                      <a:lnTo>
                        <a:pt x="22117" y="18037"/>
                      </a:lnTo>
                      <a:lnTo>
                        <a:pt x="22159" y="18141"/>
                      </a:lnTo>
                      <a:lnTo>
                        <a:pt x="22201" y="18100"/>
                      </a:lnTo>
                      <a:lnTo>
                        <a:pt x="22201" y="18058"/>
                      </a:lnTo>
                      <a:lnTo>
                        <a:pt x="22222" y="18100"/>
                      </a:lnTo>
                      <a:lnTo>
                        <a:pt x="22368" y="18058"/>
                      </a:lnTo>
                      <a:lnTo>
                        <a:pt x="22368" y="18058"/>
                      </a:lnTo>
                      <a:lnTo>
                        <a:pt x="22263" y="18141"/>
                      </a:lnTo>
                      <a:lnTo>
                        <a:pt x="22222" y="18246"/>
                      </a:lnTo>
                      <a:lnTo>
                        <a:pt x="22201" y="18309"/>
                      </a:lnTo>
                      <a:lnTo>
                        <a:pt x="22201" y="18351"/>
                      </a:lnTo>
                      <a:lnTo>
                        <a:pt x="22368" y="18455"/>
                      </a:lnTo>
                      <a:lnTo>
                        <a:pt x="22368" y="18581"/>
                      </a:lnTo>
                      <a:lnTo>
                        <a:pt x="22368" y="18748"/>
                      </a:lnTo>
                      <a:lnTo>
                        <a:pt x="22410" y="18769"/>
                      </a:lnTo>
                      <a:lnTo>
                        <a:pt x="22494" y="18769"/>
                      </a:lnTo>
                      <a:lnTo>
                        <a:pt x="22535" y="18853"/>
                      </a:lnTo>
                      <a:lnTo>
                        <a:pt x="22515" y="18957"/>
                      </a:lnTo>
                      <a:lnTo>
                        <a:pt x="22682" y="19062"/>
                      </a:lnTo>
                      <a:lnTo>
                        <a:pt x="22598" y="19083"/>
                      </a:lnTo>
                      <a:lnTo>
                        <a:pt x="22724" y="19146"/>
                      </a:lnTo>
                      <a:lnTo>
                        <a:pt x="22787" y="19188"/>
                      </a:lnTo>
                      <a:lnTo>
                        <a:pt x="22891" y="19250"/>
                      </a:lnTo>
                      <a:lnTo>
                        <a:pt x="22996" y="19188"/>
                      </a:lnTo>
                      <a:lnTo>
                        <a:pt x="23100" y="19167"/>
                      </a:lnTo>
                      <a:lnTo>
                        <a:pt x="23100" y="18999"/>
                      </a:lnTo>
                      <a:lnTo>
                        <a:pt x="23163" y="18895"/>
                      </a:lnTo>
                      <a:lnTo>
                        <a:pt x="23226" y="18769"/>
                      </a:lnTo>
                      <a:lnTo>
                        <a:pt x="23331" y="18560"/>
                      </a:lnTo>
                      <a:lnTo>
                        <a:pt x="23310" y="18455"/>
                      </a:lnTo>
                      <a:lnTo>
                        <a:pt x="23351" y="18413"/>
                      </a:lnTo>
                      <a:lnTo>
                        <a:pt x="23351" y="18225"/>
                      </a:lnTo>
                      <a:lnTo>
                        <a:pt x="23331" y="18162"/>
                      </a:lnTo>
                      <a:lnTo>
                        <a:pt x="23414" y="18120"/>
                      </a:lnTo>
                      <a:lnTo>
                        <a:pt x="23351" y="17932"/>
                      </a:lnTo>
                      <a:lnTo>
                        <a:pt x="23247" y="17848"/>
                      </a:lnTo>
                      <a:lnTo>
                        <a:pt x="23205" y="17493"/>
                      </a:lnTo>
                      <a:lnTo>
                        <a:pt x="23142" y="17430"/>
                      </a:lnTo>
                      <a:lnTo>
                        <a:pt x="23163" y="17263"/>
                      </a:lnTo>
                      <a:lnTo>
                        <a:pt x="23205" y="17116"/>
                      </a:lnTo>
                      <a:lnTo>
                        <a:pt x="23163" y="17011"/>
                      </a:lnTo>
                      <a:lnTo>
                        <a:pt x="23100" y="16907"/>
                      </a:lnTo>
                      <a:lnTo>
                        <a:pt x="23038" y="16656"/>
                      </a:lnTo>
                      <a:lnTo>
                        <a:pt x="22996" y="16551"/>
                      </a:lnTo>
                      <a:lnTo>
                        <a:pt x="22954" y="16279"/>
                      </a:lnTo>
                      <a:lnTo>
                        <a:pt x="22912" y="16133"/>
                      </a:lnTo>
                      <a:lnTo>
                        <a:pt x="22933" y="15903"/>
                      </a:lnTo>
                      <a:lnTo>
                        <a:pt x="22912" y="15714"/>
                      </a:lnTo>
                      <a:lnTo>
                        <a:pt x="22933" y="15379"/>
                      </a:lnTo>
                      <a:lnTo>
                        <a:pt x="22933" y="15170"/>
                      </a:lnTo>
                      <a:lnTo>
                        <a:pt x="23038" y="15003"/>
                      </a:lnTo>
                      <a:lnTo>
                        <a:pt x="23121" y="14856"/>
                      </a:lnTo>
                      <a:lnTo>
                        <a:pt x="23226" y="14815"/>
                      </a:lnTo>
                      <a:lnTo>
                        <a:pt x="23268" y="14752"/>
                      </a:lnTo>
                      <a:lnTo>
                        <a:pt x="23331" y="14752"/>
                      </a:lnTo>
                      <a:lnTo>
                        <a:pt x="23414" y="14605"/>
                      </a:lnTo>
                      <a:lnTo>
                        <a:pt x="23414" y="14543"/>
                      </a:lnTo>
                      <a:lnTo>
                        <a:pt x="23372" y="14501"/>
                      </a:lnTo>
                      <a:lnTo>
                        <a:pt x="23414" y="14480"/>
                      </a:lnTo>
                      <a:lnTo>
                        <a:pt x="23540" y="14480"/>
                      </a:lnTo>
                      <a:lnTo>
                        <a:pt x="23561" y="14396"/>
                      </a:lnTo>
                      <a:lnTo>
                        <a:pt x="23665" y="14396"/>
                      </a:lnTo>
                      <a:lnTo>
                        <a:pt x="23686" y="14354"/>
                      </a:lnTo>
                      <a:lnTo>
                        <a:pt x="23875" y="14333"/>
                      </a:lnTo>
                      <a:lnTo>
                        <a:pt x="23937" y="14250"/>
                      </a:lnTo>
                      <a:lnTo>
                        <a:pt x="24063" y="14250"/>
                      </a:lnTo>
                      <a:lnTo>
                        <a:pt x="24084" y="14187"/>
                      </a:lnTo>
                      <a:lnTo>
                        <a:pt x="24168" y="14187"/>
                      </a:lnTo>
                      <a:lnTo>
                        <a:pt x="24209" y="14229"/>
                      </a:lnTo>
                      <a:lnTo>
                        <a:pt x="24314" y="14082"/>
                      </a:lnTo>
                      <a:lnTo>
                        <a:pt x="24314" y="14040"/>
                      </a:lnTo>
                      <a:lnTo>
                        <a:pt x="24377" y="14040"/>
                      </a:lnTo>
                      <a:lnTo>
                        <a:pt x="24481" y="13957"/>
                      </a:lnTo>
                      <a:lnTo>
                        <a:pt x="24481" y="13873"/>
                      </a:lnTo>
                      <a:lnTo>
                        <a:pt x="24691" y="13601"/>
                      </a:lnTo>
                      <a:lnTo>
                        <a:pt x="24795" y="13496"/>
                      </a:lnTo>
                      <a:lnTo>
                        <a:pt x="24984" y="13496"/>
                      </a:lnTo>
                      <a:lnTo>
                        <a:pt x="25025" y="13517"/>
                      </a:lnTo>
                      <a:lnTo>
                        <a:pt x="25088" y="13517"/>
                      </a:lnTo>
                      <a:lnTo>
                        <a:pt x="25193" y="13329"/>
                      </a:lnTo>
                      <a:lnTo>
                        <a:pt x="25465" y="13099"/>
                      </a:lnTo>
                      <a:lnTo>
                        <a:pt x="25737" y="12931"/>
                      </a:lnTo>
                      <a:lnTo>
                        <a:pt x="25862" y="12910"/>
                      </a:lnTo>
                      <a:lnTo>
                        <a:pt x="25925" y="12890"/>
                      </a:lnTo>
                      <a:lnTo>
                        <a:pt x="25988" y="12890"/>
                      </a:lnTo>
                      <a:lnTo>
                        <a:pt x="25988" y="12910"/>
                      </a:lnTo>
                      <a:lnTo>
                        <a:pt x="26092" y="12910"/>
                      </a:lnTo>
                      <a:lnTo>
                        <a:pt x="26197" y="12785"/>
                      </a:lnTo>
                      <a:lnTo>
                        <a:pt x="26155" y="12785"/>
                      </a:lnTo>
                      <a:lnTo>
                        <a:pt x="26134" y="12722"/>
                      </a:lnTo>
                      <a:lnTo>
                        <a:pt x="26030" y="12827"/>
                      </a:lnTo>
                      <a:lnTo>
                        <a:pt x="25883" y="12806"/>
                      </a:lnTo>
                      <a:lnTo>
                        <a:pt x="25820" y="12722"/>
                      </a:lnTo>
                      <a:lnTo>
                        <a:pt x="25925" y="12785"/>
                      </a:lnTo>
                      <a:lnTo>
                        <a:pt x="26051" y="12701"/>
                      </a:lnTo>
                      <a:lnTo>
                        <a:pt x="26030" y="12680"/>
                      </a:lnTo>
                      <a:lnTo>
                        <a:pt x="26092" y="12618"/>
                      </a:lnTo>
                      <a:lnTo>
                        <a:pt x="26051" y="12555"/>
                      </a:lnTo>
                      <a:lnTo>
                        <a:pt x="25925" y="12513"/>
                      </a:lnTo>
                      <a:lnTo>
                        <a:pt x="25862" y="12471"/>
                      </a:lnTo>
                      <a:lnTo>
                        <a:pt x="25946" y="12471"/>
                      </a:lnTo>
                      <a:lnTo>
                        <a:pt x="26030" y="12492"/>
                      </a:lnTo>
                      <a:lnTo>
                        <a:pt x="26092" y="12471"/>
                      </a:lnTo>
                      <a:lnTo>
                        <a:pt x="26092" y="12387"/>
                      </a:lnTo>
                      <a:lnTo>
                        <a:pt x="26155" y="12513"/>
                      </a:lnTo>
                      <a:lnTo>
                        <a:pt x="26239" y="12492"/>
                      </a:lnTo>
                      <a:lnTo>
                        <a:pt x="26302" y="12555"/>
                      </a:lnTo>
                      <a:lnTo>
                        <a:pt x="26364" y="12513"/>
                      </a:lnTo>
                      <a:lnTo>
                        <a:pt x="26385" y="12408"/>
                      </a:lnTo>
                      <a:lnTo>
                        <a:pt x="26511" y="12304"/>
                      </a:lnTo>
                      <a:lnTo>
                        <a:pt x="26553" y="12304"/>
                      </a:lnTo>
                      <a:lnTo>
                        <a:pt x="26574" y="12199"/>
                      </a:lnTo>
                      <a:lnTo>
                        <a:pt x="26553" y="12094"/>
                      </a:lnTo>
                      <a:lnTo>
                        <a:pt x="26511" y="12094"/>
                      </a:lnTo>
                      <a:lnTo>
                        <a:pt x="26448" y="12241"/>
                      </a:lnTo>
                      <a:lnTo>
                        <a:pt x="26448" y="12283"/>
                      </a:lnTo>
                      <a:lnTo>
                        <a:pt x="26385" y="12262"/>
                      </a:lnTo>
                      <a:lnTo>
                        <a:pt x="26364" y="12094"/>
                      </a:lnTo>
                      <a:lnTo>
                        <a:pt x="26344" y="12074"/>
                      </a:lnTo>
                      <a:lnTo>
                        <a:pt x="26092" y="12094"/>
                      </a:lnTo>
                      <a:lnTo>
                        <a:pt x="25967" y="12157"/>
                      </a:lnTo>
                      <a:lnTo>
                        <a:pt x="25988" y="12074"/>
                      </a:lnTo>
                      <a:lnTo>
                        <a:pt x="25988" y="11927"/>
                      </a:lnTo>
                      <a:lnTo>
                        <a:pt x="26051" y="11885"/>
                      </a:lnTo>
                      <a:lnTo>
                        <a:pt x="26092" y="11990"/>
                      </a:lnTo>
                      <a:lnTo>
                        <a:pt x="26176" y="12032"/>
                      </a:lnTo>
                      <a:lnTo>
                        <a:pt x="26239" y="11969"/>
                      </a:lnTo>
                      <a:lnTo>
                        <a:pt x="26385" y="11948"/>
                      </a:lnTo>
                      <a:lnTo>
                        <a:pt x="26406" y="11885"/>
                      </a:lnTo>
                      <a:lnTo>
                        <a:pt x="26490" y="11885"/>
                      </a:lnTo>
                      <a:lnTo>
                        <a:pt x="26511" y="11843"/>
                      </a:lnTo>
                      <a:lnTo>
                        <a:pt x="26490" y="11718"/>
                      </a:lnTo>
                      <a:lnTo>
                        <a:pt x="26448" y="11655"/>
                      </a:lnTo>
                      <a:lnTo>
                        <a:pt x="26469" y="11613"/>
                      </a:lnTo>
                      <a:lnTo>
                        <a:pt x="26511" y="11634"/>
                      </a:lnTo>
                      <a:lnTo>
                        <a:pt x="26574" y="11530"/>
                      </a:lnTo>
                      <a:lnTo>
                        <a:pt x="26511" y="11425"/>
                      </a:lnTo>
                      <a:lnTo>
                        <a:pt x="26469" y="11362"/>
                      </a:lnTo>
                      <a:lnTo>
                        <a:pt x="26385" y="11404"/>
                      </a:lnTo>
                      <a:lnTo>
                        <a:pt x="26302" y="11362"/>
                      </a:lnTo>
                      <a:lnTo>
                        <a:pt x="26260" y="11237"/>
                      </a:lnTo>
                      <a:lnTo>
                        <a:pt x="26176" y="11237"/>
                      </a:lnTo>
                      <a:lnTo>
                        <a:pt x="26092" y="11195"/>
                      </a:lnTo>
                      <a:lnTo>
                        <a:pt x="26030" y="11111"/>
                      </a:lnTo>
                      <a:lnTo>
                        <a:pt x="26030" y="11111"/>
                      </a:lnTo>
                      <a:lnTo>
                        <a:pt x="26092" y="11153"/>
                      </a:lnTo>
                      <a:lnTo>
                        <a:pt x="26260" y="11153"/>
                      </a:lnTo>
                      <a:lnTo>
                        <a:pt x="26302" y="11257"/>
                      </a:lnTo>
                      <a:lnTo>
                        <a:pt x="26385" y="11299"/>
                      </a:lnTo>
                      <a:lnTo>
                        <a:pt x="26406" y="11216"/>
                      </a:lnTo>
                      <a:lnTo>
                        <a:pt x="26281" y="11090"/>
                      </a:lnTo>
                      <a:lnTo>
                        <a:pt x="26385" y="11111"/>
                      </a:lnTo>
                      <a:lnTo>
                        <a:pt x="26406" y="11048"/>
                      </a:lnTo>
                      <a:lnTo>
                        <a:pt x="26448" y="11027"/>
                      </a:lnTo>
                      <a:lnTo>
                        <a:pt x="26406" y="10944"/>
                      </a:lnTo>
                      <a:lnTo>
                        <a:pt x="26281" y="10881"/>
                      </a:lnTo>
                      <a:lnTo>
                        <a:pt x="26239" y="10713"/>
                      </a:lnTo>
                      <a:lnTo>
                        <a:pt x="26281" y="10734"/>
                      </a:lnTo>
                      <a:lnTo>
                        <a:pt x="26344" y="10839"/>
                      </a:lnTo>
                      <a:lnTo>
                        <a:pt x="26406" y="10839"/>
                      </a:lnTo>
                      <a:lnTo>
                        <a:pt x="26448" y="10734"/>
                      </a:lnTo>
                      <a:lnTo>
                        <a:pt x="26448" y="10630"/>
                      </a:lnTo>
                      <a:lnTo>
                        <a:pt x="26344" y="10588"/>
                      </a:lnTo>
                      <a:lnTo>
                        <a:pt x="26197" y="10421"/>
                      </a:lnTo>
                      <a:lnTo>
                        <a:pt x="26092" y="10379"/>
                      </a:lnTo>
                      <a:lnTo>
                        <a:pt x="26030" y="10274"/>
                      </a:lnTo>
                      <a:lnTo>
                        <a:pt x="25946" y="10253"/>
                      </a:lnTo>
                      <a:lnTo>
                        <a:pt x="25946" y="10149"/>
                      </a:lnTo>
                      <a:lnTo>
                        <a:pt x="26030" y="10044"/>
                      </a:lnTo>
                      <a:lnTo>
                        <a:pt x="25967" y="10149"/>
                      </a:lnTo>
                      <a:lnTo>
                        <a:pt x="25988" y="10190"/>
                      </a:lnTo>
                      <a:lnTo>
                        <a:pt x="26051" y="10211"/>
                      </a:lnTo>
                      <a:lnTo>
                        <a:pt x="26134" y="10316"/>
                      </a:lnTo>
                      <a:lnTo>
                        <a:pt x="26239" y="10358"/>
                      </a:lnTo>
                      <a:lnTo>
                        <a:pt x="26364" y="10504"/>
                      </a:lnTo>
                      <a:lnTo>
                        <a:pt x="26385" y="10504"/>
                      </a:lnTo>
                      <a:lnTo>
                        <a:pt x="26406" y="10274"/>
                      </a:lnTo>
                      <a:lnTo>
                        <a:pt x="26406" y="10169"/>
                      </a:lnTo>
                      <a:lnTo>
                        <a:pt x="26406" y="10086"/>
                      </a:lnTo>
                      <a:lnTo>
                        <a:pt x="26385" y="10044"/>
                      </a:lnTo>
                      <a:lnTo>
                        <a:pt x="26406" y="9856"/>
                      </a:lnTo>
                      <a:lnTo>
                        <a:pt x="26448" y="9793"/>
                      </a:lnTo>
                      <a:lnTo>
                        <a:pt x="26409" y="9728"/>
                      </a:lnTo>
                      <a:lnTo>
                        <a:pt x="26409" y="9728"/>
                      </a:lnTo>
                      <a:lnTo>
                        <a:pt x="26490" y="9667"/>
                      </a:lnTo>
                      <a:lnTo>
                        <a:pt x="26616" y="9563"/>
                      </a:lnTo>
                      <a:lnTo>
                        <a:pt x="26657" y="9458"/>
                      </a:lnTo>
                      <a:lnTo>
                        <a:pt x="26657" y="9437"/>
                      </a:lnTo>
                      <a:lnTo>
                        <a:pt x="26678" y="9458"/>
                      </a:lnTo>
                      <a:lnTo>
                        <a:pt x="26657" y="9584"/>
                      </a:lnTo>
                      <a:lnTo>
                        <a:pt x="26678" y="9625"/>
                      </a:lnTo>
                      <a:lnTo>
                        <a:pt x="26574" y="9667"/>
                      </a:lnTo>
                      <a:lnTo>
                        <a:pt x="26511" y="9793"/>
                      </a:lnTo>
                      <a:lnTo>
                        <a:pt x="26595" y="9960"/>
                      </a:lnTo>
                      <a:lnTo>
                        <a:pt x="26574" y="10107"/>
                      </a:lnTo>
                      <a:lnTo>
                        <a:pt x="26490" y="10253"/>
                      </a:lnTo>
                      <a:lnTo>
                        <a:pt x="26490" y="10358"/>
                      </a:lnTo>
                      <a:lnTo>
                        <a:pt x="26595" y="10462"/>
                      </a:lnTo>
                      <a:lnTo>
                        <a:pt x="26616" y="10400"/>
                      </a:lnTo>
                      <a:lnTo>
                        <a:pt x="26657" y="10462"/>
                      </a:lnTo>
                      <a:lnTo>
                        <a:pt x="26699" y="10462"/>
                      </a:lnTo>
                      <a:lnTo>
                        <a:pt x="26699" y="10483"/>
                      </a:lnTo>
                      <a:lnTo>
                        <a:pt x="26678" y="10525"/>
                      </a:lnTo>
                      <a:lnTo>
                        <a:pt x="26699" y="10609"/>
                      </a:lnTo>
                      <a:lnTo>
                        <a:pt x="26825" y="10609"/>
                      </a:lnTo>
                      <a:lnTo>
                        <a:pt x="26762" y="10672"/>
                      </a:lnTo>
                      <a:lnTo>
                        <a:pt x="26762" y="10693"/>
                      </a:lnTo>
                      <a:lnTo>
                        <a:pt x="26699" y="10797"/>
                      </a:lnTo>
                      <a:lnTo>
                        <a:pt x="26699" y="10881"/>
                      </a:lnTo>
                      <a:lnTo>
                        <a:pt x="26657" y="10985"/>
                      </a:lnTo>
                      <a:lnTo>
                        <a:pt x="26616" y="11111"/>
                      </a:lnTo>
                      <a:lnTo>
                        <a:pt x="26616" y="11216"/>
                      </a:lnTo>
                      <a:lnTo>
                        <a:pt x="26657" y="11153"/>
                      </a:lnTo>
                      <a:lnTo>
                        <a:pt x="26678" y="11111"/>
                      </a:lnTo>
                      <a:lnTo>
                        <a:pt x="26783" y="10902"/>
                      </a:lnTo>
                      <a:lnTo>
                        <a:pt x="26804" y="10944"/>
                      </a:lnTo>
                      <a:lnTo>
                        <a:pt x="26804" y="11006"/>
                      </a:lnTo>
                      <a:lnTo>
                        <a:pt x="26825" y="10944"/>
                      </a:lnTo>
                      <a:lnTo>
                        <a:pt x="26825" y="10881"/>
                      </a:lnTo>
                      <a:lnTo>
                        <a:pt x="26909" y="10776"/>
                      </a:lnTo>
                      <a:lnTo>
                        <a:pt x="26992" y="10525"/>
                      </a:lnTo>
                      <a:lnTo>
                        <a:pt x="27118" y="10462"/>
                      </a:lnTo>
                      <a:lnTo>
                        <a:pt x="27222" y="10253"/>
                      </a:lnTo>
                      <a:lnTo>
                        <a:pt x="27222" y="10086"/>
                      </a:lnTo>
                      <a:lnTo>
                        <a:pt x="27139" y="9897"/>
                      </a:lnTo>
                      <a:lnTo>
                        <a:pt x="27097" y="9856"/>
                      </a:lnTo>
                      <a:lnTo>
                        <a:pt x="27076" y="9688"/>
                      </a:lnTo>
                      <a:lnTo>
                        <a:pt x="27013" y="9625"/>
                      </a:lnTo>
                      <a:lnTo>
                        <a:pt x="27013" y="9521"/>
                      </a:lnTo>
                      <a:lnTo>
                        <a:pt x="27076" y="9416"/>
                      </a:lnTo>
                      <a:lnTo>
                        <a:pt x="27181" y="9312"/>
                      </a:lnTo>
                      <a:lnTo>
                        <a:pt x="27306" y="9249"/>
                      </a:lnTo>
                      <a:lnTo>
                        <a:pt x="27118" y="9458"/>
                      </a:lnTo>
                      <a:lnTo>
                        <a:pt x="27076" y="9542"/>
                      </a:lnTo>
                      <a:lnTo>
                        <a:pt x="27118" y="9625"/>
                      </a:lnTo>
                      <a:lnTo>
                        <a:pt x="27243" y="9751"/>
                      </a:lnTo>
                      <a:lnTo>
                        <a:pt x="27327" y="9730"/>
                      </a:lnTo>
                      <a:lnTo>
                        <a:pt x="27390" y="9772"/>
                      </a:lnTo>
                      <a:lnTo>
                        <a:pt x="27327" y="9939"/>
                      </a:lnTo>
                      <a:lnTo>
                        <a:pt x="27327" y="9939"/>
                      </a:lnTo>
                      <a:lnTo>
                        <a:pt x="27411" y="9877"/>
                      </a:lnTo>
                      <a:lnTo>
                        <a:pt x="27432" y="9897"/>
                      </a:lnTo>
                      <a:lnTo>
                        <a:pt x="27515" y="9793"/>
                      </a:lnTo>
                      <a:lnTo>
                        <a:pt x="27515" y="9730"/>
                      </a:lnTo>
                      <a:lnTo>
                        <a:pt x="27557" y="9730"/>
                      </a:lnTo>
                      <a:lnTo>
                        <a:pt x="27620" y="9646"/>
                      </a:lnTo>
                      <a:lnTo>
                        <a:pt x="27704" y="9625"/>
                      </a:lnTo>
                      <a:lnTo>
                        <a:pt x="27745" y="9458"/>
                      </a:lnTo>
                      <a:lnTo>
                        <a:pt x="27808" y="9374"/>
                      </a:lnTo>
                      <a:lnTo>
                        <a:pt x="27850" y="9374"/>
                      </a:lnTo>
                      <a:lnTo>
                        <a:pt x="27913" y="9270"/>
                      </a:lnTo>
                      <a:lnTo>
                        <a:pt x="27934" y="9207"/>
                      </a:lnTo>
                      <a:lnTo>
                        <a:pt x="27934" y="9144"/>
                      </a:lnTo>
                      <a:lnTo>
                        <a:pt x="27976" y="9040"/>
                      </a:lnTo>
                      <a:lnTo>
                        <a:pt x="27976" y="8998"/>
                      </a:lnTo>
                      <a:lnTo>
                        <a:pt x="28038" y="8914"/>
                      </a:lnTo>
                      <a:lnTo>
                        <a:pt x="28017" y="8830"/>
                      </a:lnTo>
                      <a:lnTo>
                        <a:pt x="27955" y="8789"/>
                      </a:lnTo>
                      <a:lnTo>
                        <a:pt x="27913" y="8705"/>
                      </a:lnTo>
                      <a:lnTo>
                        <a:pt x="28059" y="8621"/>
                      </a:lnTo>
                      <a:lnTo>
                        <a:pt x="28059" y="8537"/>
                      </a:lnTo>
                      <a:lnTo>
                        <a:pt x="28164" y="8475"/>
                      </a:lnTo>
                      <a:lnTo>
                        <a:pt x="28248" y="8433"/>
                      </a:lnTo>
                      <a:lnTo>
                        <a:pt x="28436" y="8328"/>
                      </a:lnTo>
                      <a:lnTo>
                        <a:pt x="28561" y="8328"/>
                      </a:lnTo>
                      <a:lnTo>
                        <a:pt x="28750" y="8203"/>
                      </a:lnTo>
                      <a:lnTo>
                        <a:pt x="28813" y="8203"/>
                      </a:lnTo>
                      <a:lnTo>
                        <a:pt x="28854" y="8224"/>
                      </a:lnTo>
                      <a:lnTo>
                        <a:pt x="29085" y="8203"/>
                      </a:lnTo>
                      <a:lnTo>
                        <a:pt x="29189" y="8265"/>
                      </a:lnTo>
                      <a:lnTo>
                        <a:pt x="29336" y="8203"/>
                      </a:lnTo>
                      <a:lnTo>
                        <a:pt x="29587" y="8203"/>
                      </a:lnTo>
                      <a:lnTo>
                        <a:pt x="29629" y="8182"/>
                      </a:lnTo>
                      <a:lnTo>
                        <a:pt x="29608" y="8119"/>
                      </a:lnTo>
                      <a:lnTo>
                        <a:pt x="29608" y="7972"/>
                      </a:lnTo>
                      <a:lnTo>
                        <a:pt x="29608" y="7847"/>
                      </a:lnTo>
                      <a:lnTo>
                        <a:pt x="29733" y="7952"/>
                      </a:lnTo>
                      <a:lnTo>
                        <a:pt x="29733" y="8077"/>
                      </a:lnTo>
                      <a:lnTo>
                        <a:pt x="29712" y="8161"/>
                      </a:lnTo>
                      <a:lnTo>
                        <a:pt x="29796" y="8161"/>
                      </a:lnTo>
                      <a:lnTo>
                        <a:pt x="29901" y="8056"/>
                      </a:lnTo>
                      <a:lnTo>
                        <a:pt x="30005" y="7868"/>
                      </a:lnTo>
                      <a:lnTo>
                        <a:pt x="30047" y="7972"/>
                      </a:lnTo>
                      <a:lnTo>
                        <a:pt x="30047" y="8056"/>
                      </a:lnTo>
                      <a:lnTo>
                        <a:pt x="30131" y="8077"/>
                      </a:lnTo>
                      <a:lnTo>
                        <a:pt x="30382" y="7952"/>
                      </a:lnTo>
                      <a:lnTo>
                        <a:pt x="30466" y="7805"/>
                      </a:lnTo>
                      <a:lnTo>
                        <a:pt x="30424" y="7596"/>
                      </a:lnTo>
                      <a:lnTo>
                        <a:pt x="30361" y="7638"/>
                      </a:lnTo>
                      <a:lnTo>
                        <a:pt x="30361" y="7742"/>
                      </a:lnTo>
                      <a:lnTo>
                        <a:pt x="30319" y="7868"/>
                      </a:lnTo>
                      <a:lnTo>
                        <a:pt x="30152" y="7868"/>
                      </a:lnTo>
                      <a:lnTo>
                        <a:pt x="30131" y="7763"/>
                      </a:lnTo>
                      <a:lnTo>
                        <a:pt x="30068" y="7575"/>
                      </a:lnTo>
                      <a:lnTo>
                        <a:pt x="29922" y="7491"/>
                      </a:lnTo>
                      <a:lnTo>
                        <a:pt x="29922" y="7449"/>
                      </a:lnTo>
                      <a:lnTo>
                        <a:pt x="30131" y="7261"/>
                      </a:lnTo>
                      <a:lnTo>
                        <a:pt x="30131" y="7177"/>
                      </a:lnTo>
                      <a:lnTo>
                        <a:pt x="30047" y="7177"/>
                      </a:lnTo>
                      <a:lnTo>
                        <a:pt x="30047" y="7115"/>
                      </a:lnTo>
                      <a:lnTo>
                        <a:pt x="30131" y="7052"/>
                      </a:lnTo>
                      <a:lnTo>
                        <a:pt x="30152" y="6968"/>
                      </a:lnTo>
                      <a:lnTo>
                        <a:pt x="30214" y="6905"/>
                      </a:lnTo>
                      <a:lnTo>
                        <a:pt x="30277" y="6696"/>
                      </a:lnTo>
                      <a:lnTo>
                        <a:pt x="30486" y="6529"/>
                      </a:lnTo>
                      <a:lnTo>
                        <a:pt x="30570" y="6382"/>
                      </a:lnTo>
                      <a:lnTo>
                        <a:pt x="30633" y="6382"/>
                      </a:lnTo>
                      <a:lnTo>
                        <a:pt x="30696" y="6278"/>
                      </a:lnTo>
                      <a:lnTo>
                        <a:pt x="30696" y="6340"/>
                      </a:lnTo>
                      <a:lnTo>
                        <a:pt x="30779" y="6382"/>
                      </a:lnTo>
                      <a:lnTo>
                        <a:pt x="30842" y="6299"/>
                      </a:lnTo>
                      <a:lnTo>
                        <a:pt x="30905" y="6173"/>
                      </a:lnTo>
                      <a:lnTo>
                        <a:pt x="30905" y="6299"/>
                      </a:lnTo>
                      <a:lnTo>
                        <a:pt x="30989" y="6299"/>
                      </a:lnTo>
                      <a:lnTo>
                        <a:pt x="31051" y="6173"/>
                      </a:lnTo>
                      <a:lnTo>
                        <a:pt x="31093" y="6215"/>
                      </a:lnTo>
                      <a:lnTo>
                        <a:pt x="31156" y="6173"/>
                      </a:lnTo>
                      <a:lnTo>
                        <a:pt x="31261" y="6006"/>
                      </a:lnTo>
                      <a:lnTo>
                        <a:pt x="31407" y="5796"/>
                      </a:lnTo>
                      <a:lnTo>
                        <a:pt x="31386" y="5922"/>
                      </a:lnTo>
                      <a:lnTo>
                        <a:pt x="31407" y="6006"/>
                      </a:lnTo>
                      <a:lnTo>
                        <a:pt x="31512" y="6006"/>
                      </a:lnTo>
                      <a:lnTo>
                        <a:pt x="31616" y="5880"/>
                      </a:lnTo>
                      <a:lnTo>
                        <a:pt x="31742" y="5880"/>
                      </a:lnTo>
                      <a:lnTo>
                        <a:pt x="31784" y="6006"/>
                      </a:lnTo>
                      <a:lnTo>
                        <a:pt x="31846" y="6006"/>
                      </a:lnTo>
                      <a:lnTo>
                        <a:pt x="31951" y="5880"/>
                      </a:lnTo>
                      <a:lnTo>
                        <a:pt x="32035" y="5922"/>
                      </a:lnTo>
                      <a:lnTo>
                        <a:pt x="32098" y="5901"/>
                      </a:lnTo>
                      <a:lnTo>
                        <a:pt x="32202" y="5817"/>
                      </a:lnTo>
                      <a:lnTo>
                        <a:pt x="32307" y="5817"/>
                      </a:lnTo>
                      <a:lnTo>
                        <a:pt x="32432" y="5755"/>
                      </a:lnTo>
                      <a:lnTo>
                        <a:pt x="32474" y="5817"/>
                      </a:lnTo>
                      <a:lnTo>
                        <a:pt x="32558" y="5796"/>
                      </a:lnTo>
                      <a:lnTo>
                        <a:pt x="32642" y="5713"/>
                      </a:lnTo>
                      <a:lnTo>
                        <a:pt x="32537" y="5650"/>
                      </a:lnTo>
                      <a:lnTo>
                        <a:pt x="32474" y="5713"/>
                      </a:lnTo>
                      <a:lnTo>
                        <a:pt x="32411" y="5650"/>
                      </a:lnTo>
                      <a:lnTo>
                        <a:pt x="32453" y="5504"/>
                      </a:lnTo>
                      <a:lnTo>
                        <a:pt x="32223" y="5378"/>
                      </a:lnTo>
                      <a:lnTo>
                        <a:pt x="32202" y="5357"/>
                      </a:lnTo>
                      <a:lnTo>
                        <a:pt x="32223" y="5294"/>
                      </a:lnTo>
                      <a:lnTo>
                        <a:pt x="32223" y="5252"/>
                      </a:lnTo>
                      <a:lnTo>
                        <a:pt x="32223" y="5169"/>
                      </a:lnTo>
                      <a:lnTo>
                        <a:pt x="32244" y="5085"/>
                      </a:lnTo>
                      <a:lnTo>
                        <a:pt x="32202" y="5022"/>
                      </a:lnTo>
                      <a:lnTo>
                        <a:pt x="32139" y="4959"/>
                      </a:lnTo>
                      <a:lnTo>
                        <a:pt x="32098" y="4939"/>
                      </a:lnTo>
                      <a:lnTo>
                        <a:pt x="32118" y="4855"/>
                      </a:lnTo>
                      <a:lnTo>
                        <a:pt x="32244" y="4123"/>
                      </a:lnTo>
                      <a:lnTo>
                        <a:pt x="32244" y="3934"/>
                      </a:lnTo>
                      <a:lnTo>
                        <a:pt x="32014" y="3725"/>
                      </a:lnTo>
                      <a:lnTo>
                        <a:pt x="31951" y="3788"/>
                      </a:lnTo>
                      <a:lnTo>
                        <a:pt x="31805" y="3725"/>
                      </a:lnTo>
                      <a:lnTo>
                        <a:pt x="31700" y="3767"/>
                      </a:lnTo>
                      <a:lnTo>
                        <a:pt x="31616" y="3683"/>
                      </a:lnTo>
                      <a:lnTo>
                        <a:pt x="31533" y="3662"/>
                      </a:lnTo>
                      <a:lnTo>
                        <a:pt x="31512" y="3662"/>
                      </a:lnTo>
                      <a:lnTo>
                        <a:pt x="31407" y="3767"/>
                      </a:lnTo>
                      <a:lnTo>
                        <a:pt x="31365" y="3830"/>
                      </a:lnTo>
                      <a:lnTo>
                        <a:pt x="31156" y="4081"/>
                      </a:lnTo>
                      <a:lnTo>
                        <a:pt x="31072" y="4206"/>
                      </a:lnTo>
                      <a:lnTo>
                        <a:pt x="31072" y="4311"/>
                      </a:lnTo>
                      <a:lnTo>
                        <a:pt x="30905" y="4395"/>
                      </a:lnTo>
                      <a:lnTo>
                        <a:pt x="30905" y="4520"/>
                      </a:lnTo>
                      <a:lnTo>
                        <a:pt x="30863" y="4625"/>
                      </a:lnTo>
                      <a:lnTo>
                        <a:pt x="30696" y="4813"/>
                      </a:lnTo>
                      <a:lnTo>
                        <a:pt x="30633" y="4834"/>
                      </a:lnTo>
                      <a:lnTo>
                        <a:pt x="30445" y="5043"/>
                      </a:lnTo>
                      <a:lnTo>
                        <a:pt x="30424" y="5127"/>
                      </a:lnTo>
                      <a:lnTo>
                        <a:pt x="30340" y="5169"/>
                      </a:lnTo>
                      <a:lnTo>
                        <a:pt x="30235" y="5148"/>
                      </a:lnTo>
                      <a:lnTo>
                        <a:pt x="30173" y="5148"/>
                      </a:lnTo>
                      <a:lnTo>
                        <a:pt x="30131" y="5190"/>
                      </a:lnTo>
                      <a:lnTo>
                        <a:pt x="30068" y="5190"/>
                      </a:lnTo>
                      <a:lnTo>
                        <a:pt x="29942" y="5336"/>
                      </a:lnTo>
                      <a:lnTo>
                        <a:pt x="28269" y="5294"/>
                      </a:lnTo>
                      <a:lnTo>
                        <a:pt x="28059" y="5336"/>
                      </a:lnTo>
                      <a:lnTo>
                        <a:pt x="27955" y="5441"/>
                      </a:lnTo>
                      <a:lnTo>
                        <a:pt x="27829" y="5483"/>
                      </a:lnTo>
                      <a:lnTo>
                        <a:pt x="27704" y="5566"/>
                      </a:lnTo>
                      <a:lnTo>
                        <a:pt x="27453" y="5817"/>
                      </a:lnTo>
                      <a:lnTo>
                        <a:pt x="27285" y="5859"/>
                      </a:lnTo>
                      <a:lnTo>
                        <a:pt x="27181" y="5922"/>
                      </a:lnTo>
                      <a:lnTo>
                        <a:pt x="26699" y="6299"/>
                      </a:lnTo>
                      <a:lnTo>
                        <a:pt x="25611" y="6612"/>
                      </a:lnTo>
                      <a:lnTo>
                        <a:pt x="25569" y="6864"/>
                      </a:lnTo>
                      <a:lnTo>
                        <a:pt x="25318" y="6968"/>
                      </a:lnTo>
                      <a:lnTo>
                        <a:pt x="23331" y="7491"/>
                      </a:lnTo>
                      <a:lnTo>
                        <a:pt x="23247" y="7324"/>
                      </a:lnTo>
                      <a:lnTo>
                        <a:pt x="23351" y="7177"/>
                      </a:lnTo>
                      <a:lnTo>
                        <a:pt x="23561" y="7073"/>
                      </a:lnTo>
                      <a:lnTo>
                        <a:pt x="23665" y="6947"/>
                      </a:lnTo>
                      <a:lnTo>
                        <a:pt x="23728" y="6822"/>
                      </a:lnTo>
                      <a:lnTo>
                        <a:pt x="23770" y="6696"/>
                      </a:lnTo>
                      <a:lnTo>
                        <a:pt x="23833" y="5922"/>
                      </a:lnTo>
                      <a:lnTo>
                        <a:pt x="23456" y="4143"/>
                      </a:lnTo>
                      <a:lnTo>
                        <a:pt x="23100" y="3871"/>
                      </a:lnTo>
                      <a:lnTo>
                        <a:pt x="22954" y="3683"/>
                      </a:lnTo>
                      <a:lnTo>
                        <a:pt x="20652" y="2616"/>
                      </a:lnTo>
                      <a:lnTo>
                        <a:pt x="20548" y="2553"/>
                      </a:lnTo>
                      <a:lnTo>
                        <a:pt x="20422" y="2511"/>
                      </a:lnTo>
                      <a:lnTo>
                        <a:pt x="20380" y="2449"/>
                      </a:lnTo>
                      <a:lnTo>
                        <a:pt x="20087" y="2449"/>
                      </a:lnTo>
                      <a:lnTo>
                        <a:pt x="20066" y="2344"/>
                      </a:lnTo>
                      <a:lnTo>
                        <a:pt x="19983" y="2302"/>
                      </a:lnTo>
                      <a:lnTo>
                        <a:pt x="19899" y="2344"/>
                      </a:lnTo>
                      <a:lnTo>
                        <a:pt x="19711" y="2344"/>
                      </a:lnTo>
                      <a:lnTo>
                        <a:pt x="19606" y="2323"/>
                      </a:lnTo>
                      <a:lnTo>
                        <a:pt x="19543" y="2239"/>
                      </a:lnTo>
                      <a:lnTo>
                        <a:pt x="19439" y="2198"/>
                      </a:lnTo>
                      <a:lnTo>
                        <a:pt x="19230" y="2135"/>
                      </a:lnTo>
                      <a:lnTo>
                        <a:pt x="19167" y="2009"/>
                      </a:lnTo>
                      <a:lnTo>
                        <a:pt x="19083" y="2009"/>
                      </a:lnTo>
                      <a:lnTo>
                        <a:pt x="18958" y="1905"/>
                      </a:lnTo>
                      <a:lnTo>
                        <a:pt x="18853" y="1905"/>
                      </a:lnTo>
                      <a:lnTo>
                        <a:pt x="18769" y="1884"/>
                      </a:lnTo>
                      <a:lnTo>
                        <a:pt x="18644" y="1905"/>
                      </a:lnTo>
                      <a:lnTo>
                        <a:pt x="18623" y="1926"/>
                      </a:lnTo>
                      <a:lnTo>
                        <a:pt x="18560" y="1842"/>
                      </a:lnTo>
                      <a:lnTo>
                        <a:pt x="18434" y="1821"/>
                      </a:lnTo>
                      <a:lnTo>
                        <a:pt x="18414" y="1800"/>
                      </a:lnTo>
                      <a:lnTo>
                        <a:pt x="18309" y="1737"/>
                      </a:lnTo>
                      <a:lnTo>
                        <a:pt x="18288" y="1716"/>
                      </a:lnTo>
                      <a:lnTo>
                        <a:pt x="18204" y="1633"/>
                      </a:lnTo>
                      <a:lnTo>
                        <a:pt x="18204" y="1612"/>
                      </a:lnTo>
                      <a:lnTo>
                        <a:pt x="18079" y="1507"/>
                      </a:lnTo>
                      <a:lnTo>
                        <a:pt x="17932" y="1507"/>
                      </a:lnTo>
                      <a:lnTo>
                        <a:pt x="17807" y="1486"/>
                      </a:lnTo>
                      <a:lnTo>
                        <a:pt x="2846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167" name="Google Shape;2167;p45"/>
            <p:cNvGrpSpPr/>
            <p:nvPr/>
          </p:nvGrpSpPr>
          <p:grpSpPr>
            <a:xfrm>
              <a:off x="3230417" y="3103734"/>
              <a:ext cx="282982" cy="280332"/>
              <a:chOff x="2605700" y="3152850"/>
              <a:chExt cx="594125" cy="616250"/>
            </a:xfrm>
          </p:grpSpPr>
          <p:sp>
            <p:nvSpPr>
              <p:cNvPr id="2168" name="Google Shape;2168;p45"/>
              <p:cNvSpPr/>
              <p:nvPr/>
            </p:nvSpPr>
            <p:spPr>
              <a:xfrm>
                <a:off x="2605700" y="3152850"/>
                <a:ext cx="379825" cy="616250"/>
              </a:xfrm>
              <a:custGeom>
                <a:avLst/>
                <a:gdLst/>
                <a:ahLst/>
                <a:cxnLst/>
                <a:rect l="l" t="t" r="r" b="b"/>
                <a:pathLst>
                  <a:path w="15193" h="24650" extrusionOk="0">
                    <a:moveTo>
                      <a:pt x="14024" y="2338"/>
                    </a:moveTo>
                    <a:lnTo>
                      <a:pt x="8818" y="0"/>
                    </a:lnTo>
                    <a:lnTo>
                      <a:pt x="4037" y="1594"/>
                    </a:lnTo>
                    <a:lnTo>
                      <a:pt x="0" y="7225"/>
                    </a:lnTo>
                    <a:lnTo>
                      <a:pt x="2018" y="11156"/>
                    </a:lnTo>
                    <a:lnTo>
                      <a:pt x="7331" y="12325"/>
                    </a:lnTo>
                    <a:lnTo>
                      <a:pt x="10518" y="17531"/>
                    </a:lnTo>
                    <a:lnTo>
                      <a:pt x="11049" y="22843"/>
                    </a:lnTo>
                    <a:lnTo>
                      <a:pt x="13705" y="24650"/>
                    </a:lnTo>
                    <a:lnTo>
                      <a:pt x="15193" y="18700"/>
                    </a:lnTo>
                    <a:lnTo>
                      <a:pt x="12218" y="584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169" name="Google Shape;2169;p45"/>
              <p:cNvSpPr/>
              <p:nvPr/>
            </p:nvSpPr>
            <p:spPr>
              <a:xfrm>
                <a:off x="2632775" y="3168475"/>
                <a:ext cx="567050" cy="590050"/>
              </a:xfrm>
              <a:custGeom>
                <a:avLst/>
                <a:gdLst/>
                <a:ahLst/>
                <a:cxnLst/>
                <a:rect l="l" t="t" r="r" b="b"/>
                <a:pathLst>
                  <a:path w="22682" h="23602" extrusionOk="0">
                    <a:moveTo>
                      <a:pt x="13852" y="21070"/>
                    </a:moveTo>
                    <a:lnTo>
                      <a:pt x="13894" y="21091"/>
                    </a:lnTo>
                    <a:lnTo>
                      <a:pt x="13977" y="21217"/>
                    </a:lnTo>
                    <a:lnTo>
                      <a:pt x="14103" y="21384"/>
                    </a:lnTo>
                    <a:lnTo>
                      <a:pt x="14166" y="21384"/>
                    </a:lnTo>
                    <a:lnTo>
                      <a:pt x="14208" y="21342"/>
                    </a:lnTo>
                    <a:lnTo>
                      <a:pt x="14228" y="21384"/>
                    </a:lnTo>
                    <a:lnTo>
                      <a:pt x="14228" y="21489"/>
                    </a:lnTo>
                    <a:lnTo>
                      <a:pt x="14187" y="21489"/>
                    </a:lnTo>
                    <a:lnTo>
                      <a:pt x="14124" y="21698"/>
                    </a:lnTo>
                    <a:lnTo>
                      <a:pt x="13998" y="21928"/>
                    </a:lnTo>
                    <a:lnTo>
                      <a:pt x="13873" y="21928"/>
                    </a:lnTo>
                    <a:lnTo>
                      <a:pt x="13852" y="22075"/>
                    </a:lnTo>
                    <a:lnTo>
                      <a:pt x="13789" y="22158"/>
                    </a:lnTo>
                    <a:lnTo>
                      <a:pt x="13768" y="22158"/>
                    </a:lnTo>
                    <a:lnTo>
                      <a:pt x="13643" y="22242"/>
                    </a:lnTo>
                    <a:lnTo>
                      <a:pt x="13559" y="22326"/>
                    </a:lnTo>
                    <a:lnTo>
                      <a:pt x="13559" y="22367"/>
                    </a:lnTo>
                    <a:lnTo>
                      <a:pt x="13454" y="22388"/>
                    </a:lnTo>
                    <a:lnTo>
                      <a:pt x="13392" y="22451"/>
                    </a:lnTo>
                    <a:lnTo>
                      <a:pt x="13392" y="22472"/>
                    </a:lnTo>
                    <a:lnTo>
                      <a:pt x="13329" y="22347"/>
                    </a:lnTo>
                    <a:lnTo>
                      <a:pt x="13371" y="22242"/>
                    </a:lnTo>
                    <a:lnTo>
                      <a:pt x="13454" y="22179"/>
                    </a:lnTo>
                    <a:lnTo>
                      <a:pt x="13454" y="22116"/>
                    </a:lnTo>
                    <a:lnTo>
                      <a:pt x="13559" y="22012"/>
                    </a:lnTo>
                    <a:lnTo>
                      <a:pt x="13559" y="21928"/>
                    </a:lnTo>
                    <a:lnTo>
                      <a:pt x="13601" y="21970"/>
                    </a:lnTo>
                    <a:lnTo>
                      <a:pt x="13684" y="21970"/>
                    </a:lnTo>
                    <a:lnTo>
                      <a:pt x="13789" y="21865"/>
                    </a:lnTo>
                    <a:lnTo>
                      <a:pt x="13789" y="21761"/>
                    </a:lnTo>
                    <a:lnTo>
                      <a:pt x="13810" y="21740"/>
                    </a:lnTo>
                    <a:lnTo>
                      <a:pt x="13810" y="21614"/>
                    </a:lnTo>
                    <a:lnTo>
                      <a:pt x="13873" y="21551"/>
                    </a:lnTo>
                    <a:lnTo>
                      <a:pt x="13915" y="21551"/>
                    </a:lnTo>
                    <a:lnTo>
                      <a:pt x="13977" y="21447"/>
                    </a:lnTo>
                    <a:lnTo>
                      <a:pt x="13956" y="21384"/>
                    </a:lnTo>
                    <a:lnTo>
                      <a:pt x="13894" y="21300"/>
                    </a:lnTo>
                    <a:lnTo>
                      <a:pt x="13894" y="21112"/>
                    </a:lnTo>
                    <a:lnTo>
                      <a:pt x="13852" y="21070"/>
                    </a:lnTo>
                    <a:close/>
                    <a:moveTo>
                      <a:pt x="7617" y="0"/>
                    </a:moveTo>
                    <a:lnTo>
                      <a:pt x="7617" y="147"/>
                    </a:lnTo>
                    <a:lnTo>
                      <a:pt x="7575" y="272"/>
                    </a:lnTo>
                    <a:lnTo>
                      <a:pt x="7282" y="481"/>
                    </a:lnTo>
                    <a:lnTo>
                      <a:pt x="7094" y="502"/>
                    </a:lnTo>
                    <a:lnTo>
                      <a:pt x="6842" y="607"/>
                    </a:lnTo>
                    <a:lnTo>
                      <a:pt x="6738" y="565"/>
                    </a:lnTo>
                    <a:lnTo>
                      <a:pt x="6570" y="586"/>
                    </a:lnTo>
                    <a:lnTo>
                      <a:pt x="6382" y="732"/>
                    </a:lnTo>
                    <a:lnTo>
                      <a:pt x="6215" y="795"/>
                    </a:lnTo>
                    <a:lnTo>
                      <a:pt x="6152" y="732"/>
                    </a:lnTo>
                    <a:lnTo>
                      <a:pt x="5901" y="774"/>
                    </a:lnTo>
                    <a:lnTo>
                      <a:pt x="5692" y="774"/>
                    </a:lnTo>
                    <a:lnTo>
                      <a:pt x="5503" y="670"/>
                    </a:lnTo>
                    <a:lnTo>
                      <a:pt x="5315" y="628"/>
                    </a:lnTo>
                    <a:lnTo>
                      <a:pt x="5169" y="586"/>
                    </a:lnTo>
                    <a:lnTo>
                      <a:pt x="5169" y="586"/>
                    </a:lnTo>
                    <a:lnTo>
                      <a:pt x="5231" y="711"/>
                    </a:lnTo>
                    <a:lnTo>
                      <a:pt x="5378" y="774"/>
                    </a:lnTo>
                    <a:lnTo>
                      <a:pt x="5503" y="879"/>
                    </a:lnTo>
                    <a:lnTo>
                      <a:pt x="5545" y="984"/>
                    </a:lnTo>
                    <a:lnTo>
                      <a:pt x="5399" y="1235"/>
                    </a:lnTo>
                    <a:lnTo>
                      <a:pt x="5420" y="1297"/>
                    </a:lnTo>
                    <a:lnTo>
                      <a:pt x="5441" y="1339"/>
                    </a:lnTo>
                    <a:lnTo>
                      <a:pt x="5420" y="1528"/>
                    </a:lnTo>
                    <a:lnTo>
                      <a:pt x="5692" y="1611"/>
                    </a:lnTo>
                    <a:lnTo>
                      <a:pt x="5859" y="1569"/>
                    </a:lnTo>
                    <a:lnTo>
                      <a:pt x="6047" y="1611"/>
                    </a:lnTo>
                    <a:lnTo>
                      <a:pt x="6047" y="1716"/>
                    </a:lnTo>
                    <a:lnTo>
                      <a:pt x="5922" y="1758"/>
                    </a:lnTo>
                    <a:lnTo>
                      <a:pt x="5650" y="1820"/>
                    </a:lnTo>
                    <a:lnTo>
                      <a:pt x="5608" y="1862"/>
                    </a:lnTo>
                    <a:lnTo>
                      <a:pt x="5545" y="1925"/>
                    </a:lnTo>
                    <a:lnTo>
                      <a:pt x="5503" y="2072"/>
                    </a:lnTo>
                    <a:lnTo>
                      <a:pt x="5210" y="2239"/>
                    </a:lnTo>
                    <a:lnTo>
                      <a:pt x="5106" y="2344"/>
                    </a:lnTo>
                    <a:lnTo>
                      <a:pt x="4897" y="2469"/>
                    </a:lnTo>
                    <a:lnTo>
                      <a:pt x="4771" y="2616"/>
                    </a:lnTo>
                    <a:lnTo>
                      <a:pt x="4541" y="2616"/>
                    </a:lnTo>
                    <a:lnTo>
                      <a:pt x="4394" y="2595"/>
                    </a:lnTo>
                    <a:lnTo>
                      <a:pt x="4164" y="2406"/>
                    </a:lnTo>
                    <a:lnTo>
                      <a:pt x="3955" y="2260"/>
                    </a:lnTo>
                    <a:lnTo>
                      <a:pt x="3809" y="2281"/>
                    </a:lnTo>
                    <a:lnTo>
                      <a:pt x="3809" y="2134"/>
                    </a:lnTo>
                    <a:lnTo>
                      <a:pt x="3767" y="1988"/>
                    </a:lnTo>
                    <a:lnTo>
                      <a:pt x="3662" y="1883"/>
                    </a:lnTo>
                    <a:lnTo>
                      <a:pt x="3641" y="1820"/>
                    </a:lnTo>
                    <a:lnTo>
                      <a:pt x="3495" y="1862"/>
                    </a:lnTo>
                    <a:lnTo>
                      <a:pt x="3390" y="1988"/>
                    </a:lnTo>
                    <a:lnTo>
                      <a:pt x="3306" y="1988"/>
                    </a:lnTo>
                    <a:lnTo>
                      <a:pt x="3244" y="1946"/>
                    </a:lnTo>
                    <a:lnTo>
                      <a:pt x="3139" y="1946"/>
                    </a:lnTo>
                    <a:lnTo>
                      <a:pt x="3076" y="2030"/>
                    </a:lnTo>
                    <a:lnTo>
                      <a:pt x="2407" y="2030"/>
                    </a:lnTo>
                    <a:lnTo>
                      <a:pt x="2386" y="2197"/>
                    </a:lnTo>
                    <a:lnTo>
                      <a:pt x="2448" y="2344"/>
                    </a:lnTo>
                    <a:lnTo>
                      <a:pt x="2658" y="2385"/>
                    </a:lnTo>
                    <a:lnTo>
                      <a:pt x="2720" y="2553"/>
                    </a:lnTo>
                    <a:lnTo>
                      <a:pt x="2679" y="2616"/>
                    </a:lnTo>
                    <a:lnTo>
                      <a:pt x="2762" y="2699"/>
                    </a:lnTo>
                    <a:lnTo>
                      <a:pt x="2720" y="2804"/>
                    </a:lnTo>
                    <a:lnTo>
                      <a:pt x="2595" y="2720"/>
                    </a:lnTo>
                    <a:lnTo>
                      <a:pt x="2197" y="2867"/>
                    </a:lnTo>
                    <a:lnTo>
                      <a:pt x="2239" y="3180"/>
                    </a:lnTo>
                    <a:lnTo>
                      <a:pt x="2344" y="3306"/>
                    </a:lnTo>
                    <a:lnTo>
                      <a:pt x="2553" y="3452"/>
                    </a:lnTo>
                    <a:lnTo>
                      <a:pt x="2679" y="3724"/>
                    </a:lnTo>
                    <a:lnTo>
                      <a:pt x="2679" y="3913"/>
                    </a:lnTo>
                    <a:lnTo>
                      <a:pt x="2679" y="3976"/>
                    </a:lnTo>
                    <a:lnTo>
                      <a:pt x="2365" y="5189"/>
                    </a:lnTo>
                    <a:lnTo>
                      <a:pt x="2260" y="5503"/>
                    </a:lnTo>
                    <a:lnTo>
                      <a:pt x="2281" y="5545"/>
                    </a:lnTo>
                    <a:lnTo>
                      <a:pt x="2239" y="5629"/>
                    </a:lnTo>
                    <a:lnTo>
                      <a:pt x="2093" y="5608"/>
                    </a:lnTo>
                    <a:lnTo>
                      <a:pt x="2093" y="5587"/>
                    </a:lnTo>
                    <a:lnTo>
                      <a:pt x="1967" y="5503"/>
                    </a:lnTo>
                    <a:lnTo>
                      <a:pt x="1821" y="5503"/>
                    </a:lnTo>
                    <a:lnTo>
                      <a:pt x="1758" y="5482"/>
                    </a:lnTo>
                    <a:lnTo>
                      <a:pt x="1716" y="5545"/>
                    </a:lnTo>
                    <a:lnTo>
                      <a:pt x="1319" y="5691"/>
                    </a:lnTo>
                    <a:lnTo>
                      <a:pt x="1026" y="5733"/>
                    </a:lnTo>
                    <a:lnTo>
                      <a:pt x="942" y="5817"/>
                    </a:lnTo>
                    <a:lnTo>
                      <a:pt x="879" y="5838"/>
                    </a:lnTo>
                    <a:lnTo>
                      <a:pt x="733" y="5963"/>
                    </a:lnTo>
                    <a:lnTo>
                      <a:pt x="607" y="6026"/>
                    </a:lnTo>
                    <a:lnTo>
                      <a:pt x="503" y="6110"/>
                    </a:lnTo>
                    <a:lnTo>
                      <a:pt x="523" y="6256"/>
                    </a:lnTo>
                    <a:lnTo>
                      <a:pt x="482" y="6340"/>
                    </a:lnTo>
                    <a:lnTo>
                      <a:pt x="503" y="6424"/>
                    </a:lnTo>
                    <a:lnTo>
                      <a:pt x="356" y="6570"/>
                    </a:lnTo>
                    <a:lnTo>
                      <a:pt x="398" y="6779"/>
                    </a:lnTo>
                    <a:lnTo>
                      <a:pt x="461" y="6884"/>
                    </a:lnTo>
                    <a:lnTo>
                      <a:pt x="356" y="6968"/>
                    </a:lnTo>
                    <a:lnTo>
                      <a:pt x="272" y="6947"/>
                    </a:lnTo>
                    <a:lnTo>
                      <a:pt x="105" y="7051"/>
                    </a:lnTo>
                    <a:lnTo>
                      <a:pt x="105" y="7156"/>
                    </a:lnTo>
                    <a:lnTo>
                      <a:pt x="63" y="7198"/>
                    </a:lnTo>
                    <a:lnTo>
                      <a:pt x="84" y="7282"/>
                    </a:lnTo>
                    <a:lnTo>
                      <a:pt x="63" y="7407"/>
                    </a:lnTo>
                    <a:lnTo>
                      <a:pt x="0" y="7512"/>
                    </a:lnTo>
                    <a:lnTo>
                      <a:pt x="63" y="7616"/>
                    </a:lnTo>
                    <a:lnTo>
                      <a:pt x="42" y="7700"/>
                    </a:lnTo>
                    <a:lnTo>
                      <a:pt x="189" y="7846"/>
                    </a:lnTo>
                    <a:lnTo>
                      <a:pt x="482" y="8307"/>
                    </a:lnTo>
                    <a:lnTo>
                      <a:pt x="314" y="8474"/>
                    </a:lnTo>
                    <a:lnTo>
                      <a:pt x="691" y="8453"/>
                    </a:lnTo>
                    <a:lnTo>
                      <a:pt x="879" y="8474"/>
                    </a:lnTo>
                    <a:lnTo>
                      <a:pt x="1005" y="8662"/>
                    </a:lnTo>
                    <a:lnTo>
                      <a:pt x="1026" y="8830"/>
                    </a:lnTo>
                    <a:lnTo>
                      <a:pt x="1256" y="8830"/>
                    </a:lnTo>
                    <a:lnTo>
                      <a:pt x="1549" y="8851"/>
                    </a:lnTo>
                    <a:lnTo>
                      <a:pt x="1779" y="8621"/>
                    </a:lnTo>
                    <a:lnTo>
                      <a:pt x="1988" y="8474"/>
                    </a:lnTo>
                    <a:lnTo>
                      <a:pt x="2051" y="8537"/>
                    </a:lnTo>
                    <a:lnTo>
                      <a:pt x="2030" y="8662"/>
                    </a:lnTo>
                    <a:lnTo>
                      <a:pt x="1967" y="8725"/>
                    </a:lnTo>
                    <a:lnTo>
                      <a:pt x="1967" y="8934"/>
                    </a:lnTo>
                    <a:lnTo>
                      <a:pt x="1988" y="9269"/>
                    </a:lnTo>
                    <a:lnTo>
                      <a:pt x="1988" y="9395"/>
                    </a:lnTo>
                    <a:lnTo>
                      <a:pt x="2072" y="9478"/>
                    </a:lnTo>
                    <a:lnTo>
                      <a:pt x="2176" y="9458"/>
                    </a:lnTo>
                    <a:lnTo>
                      <a:pt x="2281" y="9416"/>
                    </a:lnTo>
                    <a:lnTo>
                      <a:pt x="2469" y="9416"/>
                    </a:lnTo>
                    <a:lnTo>
                      <a:pt x="2511" y="9458"/>
                    </a:lnTo>
                    <a:lnTo>
                      <a:pt x="3076" y="9458"/>
                    </a:lnTo>
                    <a:lnTo>
                      <a:pt x="3223" y="9353"/>
                    </a:lnTo>
                    <a:lnTo>
                      <a:pt x="3306" y="9353"/>
                    </a:lnTo>
                    <a:lnTo>
                      <a:pt x="3432" y="9248"/>
                    </a:lnTo>
                    <a:lnTo>
                      <a:pt x="3557" y="9248"/>
                    </a:lnTo>
                    <a:lnTo>
                      <a:pt x="3725" y="9186"/>
                    </a:lnTo>
                    <a:lnTo>
                      <a:pt x="3829" y="8934"/>
                    </a:lnTo>
                    <a:lnTo>
                      <a:pt x="4081" y="8746"/>
                    </a:lnTo>
                    <a:lnTo>
                      <a:pt x="4269" y="8725"/>
                    </a:lnTo>
                    <a:lnTo>
                      <a:pt x="4457" y="8621"/>
                    </a:lnTo>
                    <a:lnTo>
                      <a:pt x="4583" y="8621"/>
                    </a:lnTo>
                    <a:lnTo>
                      <a:pt x="4687" y="8683"/>
                    </a:lnTo>
                    <a:lnTo>
                      <a:pt x="4813" y="8621"/>
                    </a:lnTo>
                    <a:lnTo>
                      <a:pt x="4897" y="8662"/>
                    </a:lnTo>
                    <a:lnTo>
                      <a:pt x="4876" y="8788"/>
                    </a:lnTo>
                    <a:lnTo>
                      <a:pt x="4959" y="8997"/>
                    </a:lnTo>
                    <a:lnTo>
                      <a:pt x="5085" y="9374"/>
                    </a:lnTo>
                    <a:lnTo>
                      <a:pt x="5169" y="9646"/>
                    </a:lnTo>
                    <a:lnTo>
                      <a:pt x="5106" y="9751"/>
                    </a:lnTo>
                    <a:lnTo>
                      <a:pt x="5210" y="9960"/>
                    </a:lnTo>
                    <a:lnTo>
                      <a:pt x="5357" y="10002"/>
                    </a:lnTo>
                    <a:lnTo>
                      <a:pt x="5399" y="10190"/>
                    </a:lnTo>
                    <a:lnTo>
                      <a:pt x="5524" y="10274"/>
                    </a:lnTo>
                    <a:lnTo>
                      <a:pt x="5713" y="10357"/>
                    </a:lnTo>
                    <a:lnTo>
                      <a:pt x="5838" y="10462"/>
                    </a:lnTo>
                    <a:lnTo>
                      <a:pt x="5901" y="10420"/>
                    </a:lnTo>
                    <a:lnTo>
                      <a:pt x="6131" y="10357"/>
                    </a:lnTo>
                    <a:lnTo>
                      <a:pt x="6340" y="10587"/>
                    </a:lnTo>
                    <a:lnTo>
                      <a:pt x="6508" y="10525"/>
                    </a:lnTo>
                    <a:lnTo>
                      <a:pt x="6717" y="10755"/>
                    </a:lnTo>
                    <a:lnTo>
                      <a:pt x="6822" y="10755"/>
                    </a:lnTo>
                    <a:lnTo>
                      <a:pt x="7073" y="10839"/>
                    </a:lnTo>
                    <a:lnTo>
                      <a:pt x="7240" y="10880"/>
                    </a:lnTo>
                    <a:lnTo>
                      <a:pt x="7261" y="11048"/>
                    </a:lnTo>
                    <a:lnTo>
                      <a:pt x="7366" y="11069"/>
                    </a:lnTo>
                    <a:lnTo>
                      <a:pt x="7512" y="11152"/>
                    </a:lnTo>
                    <a:lnTo>
                      <a:pt x="7868" y="11131"/>
                    </a:lnTo>
                    <a:lnTo>
                      <a:pt x="8098" y="11257"/>
                    </a:lnTo>
                    <a:lnTo>
                      <a:pt x="8140" y="11362"/>
                    </a:lnTo>
                    <a:lnTo>
                      <a:pt x="8119" y="11634"/>
                    </a:lnTo>
                    <a:lnTo>
                      <a:pt x="8182" y="11843"/>
                    </a:lnTo>
                    <a:lnTo>
                      <a:pt x="8098" y="11968"/>
                    </a:lnTo>
                    <a:lnTo>
                      <a:pt x="8307" y="12324"/>
                    </a:lnTo>
                    <a:lnTo>
                      <a:pt x="8286" y="12596"/>
                    </a:lnTo>
                    <a:lnTo>
                      <a:pt x="9290" y="12617"/>
                    </a:lnTo>
                    <a:lnTo>
                      <a:pt x="9353" y="12973"/>
                    </a:lnTo>
                    <a:lnTo>
                      <a:pt x="9332" y="13224"/>
                    </a:lnTo>
                    <a:lnTo>
                      <a:pt x="9604" y="13287"/>
                    </a:lnTo>
                    <a:lnTo>
                      <a:pt x="9897" y="13810"/>
                    </a:lnTo>
                    <a:lnTo>
                      <a:pt x="9918" y="14103"/>
                    </a:lnTo>
                    <a:lnTo>
                      <a:pt x="9646" y="14688"/>
                    </a:lnTo>
                    <a:lnTo>
                      <a:pt x="9667" y="14772"/>
                    </a:lnTo>
                    <a:lnTo>
                      <a:pt x="9583" y="14856"/>
                    </a:lnTo>
                    <a:lnTo>
                      <a:pt x="9646" y="14919"/>
                    </a:lnTo>
                    <a:lnTo>
                      <a:pt x="9604" y="15044"/>
                    </a:lnTo>
                    <a:lnTo>
                      <a:pt x="9751" y="15149"/>
                    </a:lnTo>
                    <a:lnTo>
                      <a:pt x="9751" y="15337"/>
                    </a:lnTo>
                    <a:lnTo>
                      <a:pt x="9855" y="15525"/>
                    </a:lnTo>
                    <a:lnTo>
                      <a:pt x="9793" y="15860"/>
                    </a:lnTo>
                    <a:lnTo>
                      <a:pt x="9814" y="15986"/>
                    </a:lnTo>
                    <a:lnTo>
                      <a:pt x="9772" y="16111"/>
                    </a:lnTo>
                    <a:lnTo>
                      <a:pt x="9814" y="16258"/>
                    </a:lnTo>
                    <a:lnTo>
                      <a:pt x="10023" y="16216"/>
                    </a:lnTo>
                    <a:lnTo>
                      <a:pt x="10107" y="16279"/>
                    </a:lnTo>
                    <a:lnTo>
                      <a:pt x="10379" y="16258"/>
                    </a:lnTo>
                    <a:lnTo>
                      <a:pt x="10525" y="16300"/>
                    </a:lnTo>
                    <a:lnTo>
                      <a:pt x="10797" y="16195"/>
                    </a:lnTo>
                    <a:lnTo>
                      <a:pt x="10923" y="16300"/>
                    </a:lnTo>
                    <a:lnTo>
                      <a:pt x="11027" y="16321"/>
                    </a:lnTo>
                    <a:lnTo>
                      <a:pt x="11069" y="16467"/>
                    </a:lnTo>
                    <a:lnTo>
                      <a:pt x="11236" y="17095"/>
                    </a:lnTo>
                    <a:lnTo>
                      <a:pt x="11341" y="17304"/>
                    </a:lnTo>
                    <a:lnTo>
                      <a:pt x="11446" y="17325"/>
                    </a:lnTo>
                    <a:lnTo>
                      <a:pt x="11676" y="17199"/>
                    </a:lnTo>
                    <a:lnTo>
                      <a:pt x="11801" y="17241"/>
                    </a:lnTo>
                    <a:lnTo>
                      <a:pt x="11885" y="17325"/>
                    </a:lnTo>
                    <a:lnTo>
                      <a:pt x="11969" y="17346"/>
                    </a:lnTo>
                    <a:lnTo>
                      <a:pt x="11906" y="17450"/>
                    </a:lnTo>
                    <a:lnTo>
                      <a:pt x="11885" y="17994"/>
                    </a:lnTo>
                    <a:lnTo>
                      <a:pt x="11864" y="18057"/>
                    </a:lnTo>
                    <a:lnTo>
                      <a:pt x="11822" y="18078"/>
                    </a:lnTo>
                    <a:lnTo>
                      <a:pt x="11822" y="18162"/>
                    </a:lnTo>
                    <a:lnTo>
                      <a:pt x="11801" y="18204"/>
                    </a:lnTo>
                    <a:lnTo>
                      <a:pt x="11801" y="18287"/>
                    </a:lnTo>
                    <a:lnTo>
                      <a:pt x="11906" y="18204"/>
                    </a:lnTo>
                    <a:lnTo>
                      <a:pt x="12178" y="18245"/>
                    </a:lnTo>
                    <a:lnTo>
                      <a:pt x="12178" y="18350"/>
                    </a:lnTo>
                    <a:lnTo>
                      <a:pt x="12283" y="18580"/>
                    </a:lnTo>
                    <a:lnTo>
                      <a:pt x="12283" y="18769"/>
                    </a:lnTo>
                    <a:lnTo>
                      <a:pt x="12303" y="18999"/>
                    </a:lnTo>
                    <a:lnTo>
                      <a:pt x="12324" y="19208"/>
                    </a:lnTo>
                    <a:lnTo>
                      <a:pt x="12303" y="19292"/>
                    </a:lnTo>
                    <a:lnTo>
                      <a:pt x="12199" y="19292"/>
                    </a:lnTo>
                    <a:lnTo>
                      <a:pt x="12073" y="19354"/>
                    </a:lnTo>
                    <a:lnTo>
                      <a:pt x="12031" y="19417"/>
                    </a:lnTo>
                    <a:lnTo>
                      <a:pt x="11969" y="19501"/>
                    </a:lnTo>
                    <a:lnTo>
                      <a:pt x="11927" y="19459"/>
                    </a:lnTo>
                    <a:lnTo>
                      <a:pt x="11697" y="19626"/>
                    </a:lnTo>
                    <a:lnTo>
                      <a:pt x="11655" y="19710"/>
                    </a:lnTo>
                    <a:lnTo>
                      <a:pt x="11571" y="19731"/>
                    </a:lnTo>
                    <a:lnTo>
                      <a:pt x="11362" y="19919"/>
                    </a:lnTo>
                    <a:lnTo>
                      <a:pt x="11278" y="19940"/>
                    </a:lnTo>
                    <a:lnTo>
                      <a:pt x="11278" y="20066"/>
                    </a:lnTo>
                    <a:lnTo>
                      <a:pt x="11195" y="20087"/>
                    </a:lnTo>
                    <a:lnTo>
                      <a:pt x="11132" y="20087"/>
                    </a:lnTo>
                    <a:lnTo>
                      <a:pt x="10943" y="20338"/>
                    </a:lnTo>
                    <a:lnTo>
                      <a:pt x="10923" y="20401"/>
                    </a:lnTo>
                    <a:lnTo>
                      <a:pt x="10923" y="20547"/>
                    </a:lnTo>
                    <a:lnTo>
                      <a:pt x="10839" y="20568"/>
                    </a:lnTo>
                    <a:lnTo>
                      <a:pt x="10776" y="20652"/>
                    </a:lnTo>
                    <a:lnTo>
                      <a:pt x="10671" y="20861"/>
                    </a:lnTo>
                    <a:lnTo>
                      <a:pt x="10609" y="20924"/>
                    </a:lnTo>
                    <a:lnTo>
                      <a:pt x="10504" y="21091"/>
                    </a:lnTo>
                    <a:lnTo>
                      <a:pt x="10504" y="21133"/>
                    </a:lnTo>
                    <a:lnTo>
                      <a:pt x="10399" y="21217"/>
                    </a:lnTo>
                    <a:lnTo>
                      <a:pt x="10358" y="21279"/>
                    </a:lnTo>
                    <a:lnTo>
                      <a:pt x="10441" y="21279"/>
                    </a:lnTo>
                    <a:lnTo>
                      <a:pt x="10504" y="21300"/>
                    </a:lnTo>
                    <a:lnTo>
                      <a:pt x="10776" y="21217"/>
                    </a:lnTo>
                    <a:lnTo>
                      <a:pt x="10923" y="21300"/>
                    </a:lnTo>
                    <a:lnTo>
                      <a:pt x="11048" y="21489"/>
                    </a:lnTo>
                    <a:lnTo>
                      <a:pt x="11153" y="21530"/>
                    </a:lnTo>
                    <a:lnTo>
                      <a:pt x="11236" y="21698"/>
                    </a:lnTo>
                    <a:lnTo>
                      <a:pt x="11362" y="21928"/>
                    </a:lnTo>
                    <a:lnTo>
                      <a:pt x="11446" y="21928"/>
                    </a:lnTo>
                    <a:lnTo>
                      <a:pt x="11550" y="21803"/>
                    </a:lnTo>
                    <a:lnTo>
                      <a:pt x="11592" y="21803"/>
                    </a:lnTo>
                    <a:lnTo>
                      <a:pt x="11718" y="22012"/>
                    </a:lnTo>
                    <a:lnTo>
                      <a:pt x="11885" y="22075"/>
                    </a:lnTo>
                    <a:lnTo>
                      <a:pt x="12011" y="22116"/>
                    </a:lnTo>
                    <a:lnTo>
                      <a:pt x="12136" y="22242"/>
                    </a:lnTo>
                    <a:lnTo>
                      <a:pt x="12136" y="22388"/>
                    </a:lnTo>
                    <a:lnTo>
                      <a:pt x="12241" y="22367"/>
                    </a:lnTo>
                    <a:lnTo>
                      <a:pt x="12492" y="22472"/>
                    </a:lnTo>
                    <a:lnTo>
                      <a:pt x="12617" y="22639"/>
                    </a:lnTo>
                    <a:lnTo>
                      <a:pt x="12743" y="22849"/>
                    </a:lnTo>
                    <a:lnTo>
                      <a:pt x="12868" y="22911"/>
                    </a:lnTo>
                    <a:lnTo>
                      <a:pt x="12848" y="23079"/>
                    </a:lnTo>
                    <a:lnTo>
                      <a:pt x="12743" y="23225"/>
                    </a:lnTo>
                    <a:lnTo>
                      <a:pt x="12806" y="23414"/>
                    </a:lnTo>
                    <a:lnTo>
                      <a:pt x="12827" y="23476"/>
                    </a:lnTo>
                    <a:lnTo>
                      <a:pt x="12848" y="23497"/>
                    </a:lnTo>
                    <a:lnTo>
                      <a:pt x="12931" y="23581"/>
                    </a:lnTo>
                    <a:lnTo>
                      <a:pt x="12952" y="23602"/>
                    </a:lnTo>
                    <a:lnTo>
                      <a:pt x="13161" y="23414"/>
                    </a:lnTo>
                    <a:lnTo>
                      <a:pt x="13245" y="23225"/>
                    </a:lnTo>
                    <a:lnTo>
                      <a:pt x="13350" y="22849"/>
                    </a:lnTo>
                    <a:lnTo>
                      <a:pt x="13433" y="22577"/>
                    </a:lnTo>
                    <a:lnTo>
                      <a:pt x="13454" y="22535"/>
                    </a:lnTo>
                    <a:lnTo>
                      <a:pt x="13426" y="22507"/>
                    </a:lnTo>
                    <a:lnTo>
                      <a:pt x="13426" y="22507"/>
                    </a:lnTo>
                    <a:lnTo>
                      <a:pt x="13496" y="22535"/>
                    </a:lnTo>
                    <a:lnTo>
                      <a:pt x="13873" y="22242"/>
                    </a:lnTo>
                    <a:lnTo>
                      <a:pt x="14061" y="22033"/>
                    </a:lnTo>
                    <a:lnTo>
                      <a:pt x="14312" y="21551"/>
                    </a:lnTo>
                    <a:lnTo>
                      <a:pt x="14417" y="21321"/>
                    </a:lnTo>
                    <a:lnTo>
                      <a:pt x="14521" y="21028"/>
                    </a:lnTo>
                    <a:lnTo>
                      <a:pt x="14793" y="20547"/>
                    </a:lnTo>
                    <a:lnTo>
                      <a:pt x="15044" y="20233"/>
                    </a:lnTo>
                    <a:lnTo>
                      <a:pt x="15107" y="20129"/>
                    </a:lnTo>
                    <a:lnTo>
                      <a:pt x="15065" y="20087"/>
                    </a:lnTo>
                    <a:lnTo>
                      <a:pt x="15065" y="20024"/>
                    </a:lnTo>
                    <a:lnTo>
                      <a:pt x="15128" y="19982"/>
                    </a:lnTo>
                    <a:lnTo>
                      <a:pt x="15170" y="19857"/>
                    </a:lnTo>
                    <a:lnTo>
                      <a:pt x="15254" y="19815"/>
                    </a:lnTo>
                    <a:lnTo>
                      <a:pt x="15233" y="19710"/>
                    </a:lnTo>
                    <a:lnTo>
                      <a:pt x="15254" y="19626"/>
                    </a:lnTo>
                    <a:lnTo>
                      <a:pt x="15233" y="19606"/>
                    </a:lnTo>
                    <a:lnTo>
                      <a:pt x="15296" y="19585"/>
                    </a:lnTo>
                    <a:lnTo>
                      <a:pt x="15296" y="19480"/>
                    </a:lnTo>
                    <a:lnTo>
                      <a:pt x="15191" y="19313"/>
                    </a:lnTo>
                    <a:lnTo>
                      <a:pt x="15191" y="19229"/>
                    </a:lnTo>
                    <a:lnTo>
                      <a:pt x="15212" y="19166"/>
                    </a:lnTo>
                    <a:lnTo>
                      <a:pt x="15191" y="19082"/>
                    </a:lnTo>
                    <a:lnTo>
                      <a:pt x="15149" y="18915"/>
                    </a:lnTo>
                    <a:lnTo>
                      <a:pt x="15107" y="18748"/>
                    </a:lnTo>
                    <a:lnTo>
                      <a:pt x="15149" y="18685"/>
                    </a:lnTo>
                    <a:lnTo>
                      <a:pt x="15316" y="18664"/>
                    </a:lnTo>
                    <a:lnTo>
                      <a:pt x="15296" y="18559"/>
                    </a:lnTo>
                    <a:lnTo>
                      <a:pt x="15212" y="18497"/>
                    </a:lnTo>
                    <a:lnTo>
                      <a:pt x="15337" y="18476"/>
                    </a:lnTo>
                    <a:lnTo>
                      <a:pt x="15337" y="18371"/>
                    </a:lnTo>
                    <a:lnTo>
                      <a:pt x="15212" y="18308"/>
                    </a:lnTo>
                    <a:lnTo>
                      <a:pt x="15316" y="18287"/>
                    </a:lnTo>
                    <a:lnTo>
                      <a:pt x="15379" y="18183"/>
                    </a:lnTo>
                    <a:lnTo>
                      <a:pt x="15442" y="18245"/>
                    </a:lnTo>
                    <a:lnTo>
                      <a:pt x="15630" y="18057"/>
                    </a:lnTo>
                    <a:lnTo>
                      <a:pt x="15735" y="17973"/>
                    </a:lnTo>
                    <a:lnTo>
                      <a:pt x="15735" y="17932"/>
                    </a:lnTo>
                    <a:lnTo>
                      <a:pt x="15881" y="17785"/>
                    </a:lnTo>
                    <a:lnTo>
                      <a:pt x="16070" y="17681"/>
                    </a:lnTo>
                    <a:lnTo>
                      <a:pt x="16300" y="17429"/>
                    </a:lnTo>
                    <a:lnTo>
                      <a:pt x="16509" y="17409"/>
                    </a:lnTo>
                    <a:lnTo>
                      <a:pt x="16614" y="17304"/>
                    </a:lnTo>
                    <a:lnTo>
                      <a:pt x="16739" y="17199"/>
                    </a:lnTo>
                    <a:lnTo>
                      <a:pt x="16844" y="17199"/>
                    </a:lnTo>
                    <a:lnTo>
                      <a:pt x="16928" y="17241"/>
                    </a:lnTo>
                    <a:lnTo>
                      <a:pt x="17011" y="17283"/>
                    </a:lnTo>
                    <a:lnTo>
                      <a:pt x="17011" y="17199"/>
                    </a:lnTo>
                    <a:lnTo>
                      <a:pt x="17095" y="17032"/>
                    </a:lnTo>
                    <a:lnTo>
                      <a:pt x="17325" y="16885"/>
                    </a:lnTo>
                    <a:lnTo>
                      <a:pt x="17430" y="16865"/>
                    </a:lnTo>
                    <a:lnTo>
                      <a:pt x="17430" y="16802"/>
                    </a:lnTo>
                    <a:lnTo>
                      <a:pt x="17367" y="16781"/>
                    </a:lnTo>
                    <a:lnTo>
                      <a:pt x="17304" y="16739"/>
                    </a:lnTo>
                    <a:lnTo>
                      <a:pt x="17262" y="16676"/>
                    </a:lnTo>
                    <a:lnTo>
                      <a:pt x="17346" y="16634"/>
                    </a:lnTo>
                    <a:lnTo>
                      <a:pt x="17513" y="16572"/>
                    </a:lnTo>
                    <a:lnTo>
                      <a:pt x="17576" y="16593"/>
                    </a:lnTo>
                    <a:lnTo>
                      <a:pt x="17681" y="16593"/>
                    </a:lnTo>
                    <a:lnTo>
                      <a:pt x="17765" y="16530"/>
                    </a:lnTo>
                    <a:lnTo>
                      <a:pt x="17869" y="16530"/>
                    </a:lnTo>
                    <a:lnTo>
                      <a:pt x="17869" y="16593"/>
                    </a:lnTo>
                    <a:lnTo>
                      <a:pt x="17744" y="16676"/>
                    </a:lnTo>
                    <a:lnTo>
                      <a:pt x="17576" y="16697"/>
                    </a:lnTo>
                    <a:lnTo>
                      <a:pt x="17555" y="16718"/>
                    </a:lnTo>
                    <a:lnTo>
                      <a:pt x="17618" y="16739"/>
                    </a:lnTo>
                    <a:lnTo>
                      <a:pt x="17848" y="16676"/>
                    </a:lnTo>
                    <a:lnTo>
                      <a:pt x="18099" y="16572"/>
                    </a:lnTo>
                    <a:lnTo>
                      <a:pt x="18078" y="16509"/>
                    </a:lnTo>
                    <a:lnTo>
                      <a:pt x="18162" y="16467"/>
                    </a:lnTo>
                    <a:lnTo>
                      <a:pt x="18246" y="16467"/>
                    </a:lnTo>
                    <a:lnTo>
                      <a:pt x="18204" y="16509"/>
                    </a:lnTo>
                    <a:cubicBezTo>
                      <a:pt x="18204" y="16509"/>
                      <a:pt x="18204" y="16613"/>
                      <a:pt x="18246" y="16613"/>
                    </a:cubicBezTo>
                    <a:lnTo>
                      <a:pt x="18392" y="16634"/>
                    </a:lnTo>
                    <a:lnTo>
                      <a:pt x="18497" y="16593"/>
                    </a:lnTo>
                    <a:lnTo>
                      <a:pt x="18664" y="16593"/>
                    </a:lnTo>
                    <a:lnTo>
                      <a:pt x="18832" y="16613"/>
                    </a:lnTo>
                    <a:lnTo>
                      <a:pt x="18936" y="16551"/>
                    </a:lnTo>
                    <a:lnTo>
                      <a:pt x="18936" y="16488"/>
                    </a:lnTo>
                    <a:lnTo>
                      <a:pt x="18915" y="16467"/>
                    </a:lnTo>
                    <a:lnTo>
                      <a:pt x="18936" y="16404"/>
                    </a:lnTo>
                    <a:lnTo>
                      <a:pt x="19208" y="16237"/>
                    </a:lnTo>
                    <a:lnTo>
                      <a:pt x="19418" y="16153"/>
                    </a:lnTo>
                    <a:lnTo>
                      <a:pt x="19522" y="16069"/>
                    </a:lnTo>
                    <a:lnTo>
                      <a:pt x="19543" y="15986"/>
                    </a:lnTo>
                    <a:lnTo>
                      <a:pt x="19522" y="15944"/>
                    </a:lnTo>
                    <a:lnTo>
                      <a:pt x="19418" y="15735"/>
                    </a:lnTo>
                    <a:lnTo>
                      <a:pt x="19501" y="15567"/>
                    </a:lnTo>
                    <a:lnTo>
                      <a:pt x="19564" y="15463"/>
                    </a:lnTo>
                    <a:lnTo>
                      <a:pt x="19564" y="15358"/>
                    </a:lnTo>
                    <a:lnTo>
                      <a:pt x="19627" y="15316"/>
                    </a:lnTo>
                    <a:lnTo>
                      <a:pt x="19731" y="15232"/>
                    </a:lnTo>
                    <a:lnTo>
                      <a:pt x="19752" y="15128"/>
                    </a:lnTo>
                    <a:lnTo>
                      <a:pt x="19731" y="15107"/>
                    </a:lnTo>
                    <a:lnTo>
                      <a:pt x="19878" y="14835"/>
                    </a:lnTo>
                    <a:lnTo>
                      <a:pt x="20087" y="14584"/>
                    </a:lnTo>
                    <a:lnTo>
                      <a:pt x="20087" y="14479"/>
                    </a:lnTo>
                    <a:lnTo>
                      <a:pt x="20045" y="14103"/>
                    </a:lnTo>
                    <a:lnTo>
                      <a:pt x="20003" y="14082"/>
                    </a:lnTo>
                    <a:lnTo>
                      <a:pt x="20066" y="13872"/>
                    </a:lnTo>
                    <a:lnTo>
                      <a:pt x="20129" y="13789"/>
                    </a:lnTo>
                    <a:lnTo>
                      <a:pt x="20129" y="13726"/>
                    </a:lnTo>
                    <a:lnTo>
                      <a:pt x="20317" y="13580"/>
                    </a:lnTo>
                    <a:lnTo>
                      <a:pt x="20338" y="13496"/>
                    </a:lnTo>
                    <a:lnTo>
                      <a:pt x="20275" y="13287"/>
                    </a:lnTo>
                    <a:lnTo>
                      <a:pt x="20359" y="13036"/>
                    </a:lnTo>
                    <a:lnTo>
                      <a:pt x="20338" y="12826"/>
                    </a:lnTo>
                    <a:lnTo>
                      <a:pt x="20359" y="12659"/>
                    </a:lnTo>
                    <a:lnTo>
                      <a:pt x="20359" y="12596"/>
                    </a:lnTo>
                    <a:lnTo>
                      <a:pt x="20422" y="12387"/>
                    </a:lnTo>
                    <a:lnTo>
                      <a:pt x="20359" y="11592"/>
                    </a:lnTo>
                    <a:lnTo>
                      <a:pt x="20359" y="11445"/>
                    </a:lnTo>
                    <a:lnTo>
                      <a:pt x="20422" y="11341"/>
                    </a:lnTo>
                    <a:lnTo>
                      <a:pt x="20422" y="11236"/>
                    </a:lnTo>
                    <a:lnTo>
                      <a:pt x="20359" y="11278"/>
                    </a:lnTo>
                    <a:lnTo>
                      <a:pt x="20275" y="11194"/>
                    </a:lnTo>
                    <a:lnTo>
                      <a:pt x="20275" y="11131"/>
                    </a:lnTo>
                    <a:lnTo>
                      <a:pt x="20359" y="10985"/>
                    </a:lnTo>
                    <a:lnTo>
                      <a:pt x="20338" y="10859"/>
                    </a:lnTo>
                    <a:lnTo>
                      <a:pt x="20359" y="10776"/>
                    </a:lnTo>
                    <a:lnTo>
                      <a:pt x="20443" y="10755"/>
                    </a:lnTo>
                    <a:lnTo>
                      <a:pt x="20464" y="10629"/>
                    </a:lnTo>
                    <a:lnTo>
                      <a:pt x="20380" y="10504"/>
                    </a:lnTo>
                    <a:lnTo>
                      <a:pt x="20234" y="10420"/>
                    </a:lnTo>
                    <a:lnTo>
                      <a:pt x="20275" y="10399"/>
                    </a:lnTo>
                    <a:lnTo>
                      <a:pt x="20317" y="10336"/>
                    </a:lnTo>
                    <a:lnTo>
                      <a:pt x="20338" y="10399"/>
                    </a:lnTo>
                    <a:lnTo>
                      <a:pt x="20422" y="10441"/>
                    </a:lnTo>
                    <a:lnTo>
                      <a:pt x="20485" y="10462"/>
                    </a:lnTo>
                    <a:lnTo>
                      <a:pt x="20526" y="10336"/>
                    </a:lnTo>
                    <a:lnTo>
                      <a:pt x="20589" y="10336"/>
                    </a:lnTo>
                    <a:lnTo>
                      <a:pt x="20631" y="10420"/>
                    </a:lnTo>
                    <a:lnTo>
                      <a:pt x="20673" y="10441"/>
                    </a:lnTo>
                    <a:lnTo>
                      <a:pt x="20631" y="10525"/>
                    </a:lnTo>
                    <a:lnTo>
                      <a:pt x="20547" y="10567"/>
                    </a:lnTo>
                    <a:lnTo>
                      <a:pt x="20526" y="10650"/>
                    </a:lnTo>
                    <a:lnTo>
                      <a:pt x="20568" y="10650"/>
                    </a:lnTo>
                    <a:lnTo>
                      <a:pt x="20673" y="10546"/>
                    </a:lnTo>
                    <a:lnTo>
                      <a:pt x="20840" y="10462"/>
                    </a:lnTo>
                    <a:lnTo>
                      <a:pt x="21008" y="10190"/>
                    </a:lnTo>
                    <a:lnTo>
                      <a:pt x="21091" y="9981"/>
                    </a:lnTo>
                    <a:lnTo>
                      <a:pt x="21112" y="9834"/>
                    </a:lnTo>
                    <a:lnTo>
                      <a:pt x="21196" y="9771"/>
                    </a:lnTo>
                    <a:lnTo>
                      <a:pt x="21280" y="9562"/>
                    </a:lnTo>
                    <a:lnTo>
                      <a:pt x="21363" y="9374"/>
                    </a:lnTo>
                    <a:lnTo>
                      <a:pt x="21677" y="9165"/>
                    </a:lnTo>
                    <a:lnTo>
                      <a:pt x="21698" y="9060"/>
                    </a:lnTo>
                    <a:lnTo>
                      <a:pt x="21803" y="9039"/>
                    </a:lnTo>
                    <a:lnTo>
                      <a:pt x="21887" y="8934"/>
                    </a:lnTo>
                    <a:lnTo>
                      <a:pt x="22138" y="8683"/>
                    </a:lnTo>
                    <a:lnTo>
                      <a:pt x="22368" y="8370"/>
                    </a:lnTo>
                    <a:lnTo>
                      <a:pt x="22431" y="8307"/>
                    </a:lnTo>
                    <a:lnTo>
                      <a:pt x="22556" y="7993"/>
                    </a:lnTo>
                    <a:lnTo>
                      <a:pt x="22577" y="7846"/>
                    </a:lnTo>
                    <a:lnTo>
                      <a:pt x="22661" y="7742"/>
                    </a:lnTo>
                    <a:lnTo>
                      <a:pt x="22661" y="7637"/>
                    </a:lnTo>
                    <a:lnTo>
                      <a:pt x="22577" y="7533"/>
                    </a:lnTo>
                    <a:lnTo>
                      <a:pt x="22619" y="7449"/>
                    </a:lnTo>
                    <a:lnTo>
                      <a:pt x="22682" y="7449"/>
                    </a:lnTo>
                    <a:lnTo>
                      <a:pt x="22661" y="7156"/>
                    </a:lnTo>
                    <a:lnTo>
                      <a:pt x="22577" y="7093"/>
                    </a:lnTo>
                    <a:lnTo>
                      <a:pt x="22556" y="6968"/>
                    </a:lnTo>
                    <a:lnTo>
                      <a:pt x="22347" y="6528"/>
                    </a:lnTo>
                    <a:lnTo>
                      <a:pt x="22347" y="6361"/>
                    </a:lnTo>
                    <a:lnTo>
                      <a:pt x="22326" y="6193"/>
                    </a:lnTo>
                    <a:lnTo>
                      <a:pt x="21949" y="6026"/>
                    </a:lnTo>
                    <a:lnTo>
                      <a:pt x="21740" y="6026"/>
                    </a:lnTo>
                    <a:lnTo>
                      <a:pt x="21594" y="6110"/>
                    </a:lnTo>
                    <a:lnTo>
                      <a:pt x="21489" y="5942"/>
                    </a:lnTo>
                    <a:lnTo>
                      <a:pt x="21342" y="5921"/>
                    </a:lnTo>
                    <a:lnTo>
                      <a:pt x="21217" y="5796"/>
                    </a:lnTo>
                    <a:lnTo>
                      <a:pt x="21070" y="5712"/>
                    </a:lnTo>
                    <a:lnTo>
                      <a:pt x="20966" y="5691"/>
                    </a:lnTo>
                    <a:lnTo>
                      <a:pt x="20694" y="5398"/>
                    </a:lnTo>
                    <a:lnTo>
                      <a:pt x="20485" y="5105"/>
                    </a:lnTo>
                    <a:lnTo>
                      <a:pt x="20380" y="5085"/>
                    </a:lnTo>
                    <a:lnTo>
                      <a:pt x="20254" y="4959"/>
                    </a:lnTo>
                    <a:lnTo>
                      <a:pt x="20129" y="4959"/>
                    </a:lnTo>
                    <a:lnTo>
                      <a:pt x="19773" y="4687"/>
                    </a:lnTo>
                    <a:lnTo>
                      <a:pt x="19627" y="4687"/>
                    </a:lnTo>
                    <a:lnTo>
                      <a:pt x="19438" y="4603"/>
                    </a:lnTo>
                    <a:lnTo>
                      <a:pt x="19334" y="4666"/>
                    </a:lnTo>
                    <a:lnTo>
                      <a:pt x="19187" y="4666"/>
                    </a:lnTo>
                    <a:lnTo>
                      <a:pt x="19083" y="4603"/>
                    </a:lnTo>
                    <a:lnTo>
                      <a:pt x="18978" y="4666"/>
                    </a:lnTo>
                    <a:lnTo>
                      <a:pt x="18915" y="4750"/>
                    </a:lnTo>
                    <a:lnTo>
                      <a:pt x="18832" y="4666"/>
                    </a:lnTo>
                    <a:lnTo>
                      <a:pt x="18685" y="4561"/>
                    </a:lnTo>
                    <a:lnTo>
                      <a:pt x="18685" y="4666"/>
                    </a:lnTo>
                    <a:lnTo>
                      <a:pt x="18602" y="4624"/>
                    </a:lnTo>
                    <a:lnTo>
                      <a:pt x="18581" y="4687"/>
                    </a:lnTo>
                    <a:lnTo>
                      <a:pt x="18581" y="4750"/>
                    </a:lnTo>
                    <a:lnTo>
                      <a:pt x="18476" y="4666"/>
                    </a:lnTo>
                    <a:lnTo>
                      <a:pt x="18455" y="4624"/>
                    </a:lnTo>
                    <a:lnTo>
                      <a:pt x="18371" y="4582"/>
                    </a:lnTo>
                    <a:lnTo>
                      <a:pt x="18371" y="4582"/>
                    </a:lnTo>
                    <a:lnTo>
                      <a:pt x="18392" y="4645"/>
                    </a:lnTo>
                    <a:lnTo>
                      <a:pt x="18371" y="4666"/>
                    </a:lnTo>
                    <a:lnTo>
                      <a:pt x="18183" y="4582"/>
                    </a:lnTo>
                    <a:lnTo>
                      <a:pt x="18141" y="4582"/>
                    </a:lnTo>
                    <a:lnTo>
                      <a:pt x="17995" y="4561"/>
                    </a:lnTo>
                    <a:lnTo>
                      <a:pt x="17702" y="4394"/>
                    </a:lnTo>
                    <a:lnTo>
                      <a:pt x="17555" y="4394"/>
                    </a:lnTo>
                    <a:lnTo>
                      <a:pt x="17555" y="4436"/>
                    </a:lnTo>
                    <a:lnTo>
                      <a:pt x="17597" y="4478"/>
                    </a:lnTo>
                    <a:lnTo>
                      <a:pt x="17555" y="4520"/>
                    </a:lnTo>
                    <a:lnTo>
                      <a:pt x="17472" y="4478"/>
                    </a:lnTo>
                    <a:lnTo>
                      <a:pt x="17451" y="4520"/>
                    </a:lnTo>
                    <a:lnTo>
                      <a:pt x="17430" y="4561"/>
                    </a:lnTo>
                    <a:lnTo>
                      <a:pt x="17325" y="4603"/>
                    </a:lnTo>
                    <a:lnTo>
                      <a:pt x="17262" y="4666"/>
                    </a:lnTo>
                    <a:lnTo>
                      <a:pt x="17241" y="4792"/>
                    </a:lnTo>
                    <a:lnTo>
                      <a:pt x="17200" y="4687"/>
                    </a:lnTo>
                    <a:lnTo>
                      <a:pt x="17158" y="4603"/>
                    </a:lnTo>
                    <a:lnTo>
                      <a:pt x="17116" y="4645"/>
                    </a:lnTo>
                    <a:lnTo>
                      <a:pt x="17116" y="4750"/>
                    </a:lnTo>
                    <a:lnTo>
                      <a:pt x="17011" y="4917"/>
                    </a:lnTo>
                    <a:lnTo>
                      <a:pt x="17011" y="5085"/>
                    </a:lnTo>
                    <a:lnTo>
                      <a:pt x="16990" y="4917"/>
                    </a:lnTo>
                    <a:lnTo>
                      <a:pt x="17011" y="4771"/>
                    </a:lnTo>
                    <a:lnTo>
                      <a:pt x="16990" y="4645"/>
                    </a:lnTo>
                    <a:lnTo>
                      <a:pt x="17032" y="4457"/>
                    </a:lnTo>
                    <a:lnTo>
                      <a:pt x="17095" y="4394"/>
                    </a:lnTo>
                    <a:lnTo>
                      <a:pt x="17032" y="4373"/>
                    </a:lnTo>
                    <a:lnTo>
                      <a:pt x="16928" y="4373"/>
                    </a:lnTo>
                    <a:lnTo>
                      <a:pt x="17053" y="4248"/>
                    </a:lnTo>
                    <a:lnTo>
                      <a:pt x="16907" y="4059"/>
                    </a:lnTo>
                    <a:lnTo>
                      <a:pt x="16823" y="3913"/>
                    </a:lnTo>
                    <a:lnTo>
                      <a:pt x="16739" y="3913"/>
                    </a:lnTo>
                    <a:lnTo>
                      <a:pt x="16614" y="3871"/>
                    </a:lnTo>
                    <a:lnTo>
                      <a:pt x="16530" y="3976"/>
                    </a:lnTo>
                    <a:lnTo>
                      <a:pt x="16467" y="4017"/>
                    </a:lnTo>
                    <a:lnTo>
                      <a:pt x="16425" y="3934"/>
                    </a:lnTo>
                    <a:lnTo>
                      <a:pt x="16384" y="3913"/>
                    </a:lnTo>
                    <a:lnTo>
                      <a:pt x="16363" y="3829"/>
                    </a:lnTo>
                    <a:lnTo>
                      <a:pt x="16279" y="3766"/>
                    </a:lnTo>
                    <a:lnTo>
                      <a:pt x="16195" y="3766"/>
                    </a:lnTo>
                    <a:lnTo>
                      <a:pt x="16153" y="3724"/>
                    </a:lnTo>
                    <a:lnTo>
                      <a:pt x="16070" y="3704"/>
                    </a:lnTo>
                    <a:lnTo>
                      <a:pt x="16007" y="3745"/>
                    </a:lnTo>
                    <a:lnTo>
                      <a:pt x="16007" y="3704"/>
                    </a:lnTo>
                    <a:lnTo>
                      <a:pt x="15965" y="3662"/>
                    </a:lnTo>
                    <a:lnTo>
                      <a:pt x="15902" y="3599"/>
                    </a:lnTo>
                    <a:lnTo>
                      <a:pt x="15840" y="3620"/>
                    </a:lnTo>
                    <a:lnTo>
                      <a:pt x="15693" y="3599"/>
                    </a:lnTo>
                    <a:lnTo>
                      <a:pt x="15526" y="3494"/>
                    </a:lnTo>
                    <a:lnTo>
                      <a:pt x="15463" y="3494"/>
                    </a:lnTo>
                    <a:lnTo>
                      <a:pt x="15442" y="3536"/>
                    </a:lnTo>
                    <a:lnTo>
                      <a:pt x="15337" y="3452"/>
                    </a:lnTo>
                    <a:lnTo>
                      <a:pt x="15254" y="3452"/>
                    </a:lnTo>
                    <a:lnTo>
                      <a:pt x="15233" y="3536"/>
                    </a:lnTo>
                    <a:lnTo>
                      <a:pt x="15170" y="3536"/>
                    </a:lnTo>
                    <a:lnTo>
                      <a:pt x="15149" y="3452"/>
                    </a:lnTo>
                    <a:lnTo>
                      <a:pt x="15024" y="3452"/>
                    </a:lnTo>
                    <a:lnTo>
                      <a:pt x="14919" y="3515"/>
                    </a:lnTo>
                    <a:lnTo>
                      <a:pt x="14856" y="3620"/>
                    </a:lnTo>
                    <a:lnTo>
                      <a:pt x="14856" y="3704"/>
                    </a:lnTo>
                    <a:lnTo>
                      <a:pt x="14731" y="3829"/>
                    </a:lnTo>
                    <a:lnTo>
                      <a:pt x="14584" y="3934"/>
                    </a:lnTo>
                    <a:lnTo>
                      <a:pt x="14375" y="4059"/>
                    </a:lnTo>
                    <a:lnTo>
                      <a:pt x="14270" y="4185"/>
                    </a:lnTo>
                    <a:lnTo>
                      <a:pt x="14208" y="4352"/>
                    </a:lnTo>
                    <a:lnTo>
                      <a:pt x="14187" y="4499"/>
                    </a:lnTo>
                    <a:lnTo>
                      <a:pt x="14124" y="4582"/>
                    </a:lnTo>
                    <a:lnTo>
                      <a:pt x="14019" y="4687"/>
                    </a:lnTo>
                    <a:lnTo>
                      <a:pt x="14019" y="4771"/>
                    </a:lnTo>
                    <a:lnTo>
                      <a:pt x="14061" y="4896"/>
                    </a:lnTo>
                    <a:lnTo>
                      <a:pt x="14019" y="5105"/>
                    </a:lnTo>
                    <a:lnTo>
                      <a:pt x="13998" y="4980"/>
                    </a:lnTo>
                    <a:lnTo>
                      <a:pt x="13915" y="4854"/>
                    </a:lnTo>
                    <a:lnTo>
                      <a:pt x="13915" y="4750"/>
                    </a:lnTo>
                    <a:lnTo>
                      <a:pt x="13998" y="4645"/>
                    </a:lnTo>
                    <a:lnTo>
                      <a:pt x="14103" y="4561"/>
                    </a:lnTo>
                    <a:lnTo>
                      <a:pt x="14082" y="4394"/>
                    </a:lnTo>
                    <a:lnTo>
                      <a:pt x="14124" y="4269"/>
                    </a:lnTo>
                    <a:lnTo>
                      <a:pt x="14124" y="4185"/>
                    </a:lnTo>
                    <a:lnTo>
                      <a:pt x="14061" y="4185"/>
                    </a:lnTo>
                    <a:lnTo>
                      <a:pt x="13915" y="4248"/>
                    </a:lnTo>
                    <a:lnTo>
                      <a:pt x="13768" y="4185"/>
                    </a:lnTo>
                    <a:lnTo>
                      <a:pt x="13643" y="4185"/>
                    </a:lnTo>
                    <a:lnTo>
                      <a:pt x="13538" y="4227"/>
                    </a:lnTo>
                    <a:lnTo>
                      <a:pt x="13454" y="4164"/>
                    </a:lnTo>
                    <a:lnTo>
                      <a:pt x="13538" y="4164"/>
                    </a:lnTo>
                    <a:lnTo>
                      <a:pt x="13643" y="4080"/>
                    </a:lnTo>
                    <a:lnTo>
                      <a:pt x="13747" y="4059"/>
                    </a:lnTo>
                    <a:lnTo>
                      <a:pt x="13915" y="4080"/>
                    </a:lnTo>
                    <a:lnTo>
                      <a:pt x="14019" y="4059"/>
                    </a:lnTo>
                    <a:lnTo>
                      <a:pt x="14103" y="3955"/>
                    </a:lnTo>
                    <a:lnTo>
                      <a:pt x="14166" y="3955"/>
                    </a:lnTo>
                    <a:lnTo>
                      <a:pt x="14208" y="4017"/>
                    </a:lnTo>
                    <a:lnTo>
                      <a:pt x="14270" y="3976"/>
                    </a:lnTo>
                    <a:lnTo>
                      <a:pt x="14375" y="3934"/>
                    </a:lnTo>
                    <a:lnTo>
                      <a:pt x="14521" y="3871"/>
                    </a:lnTo>
                    <a:lnTo>
                      <a:pt x="14521" y="3745"/>
                    </a:lnTo>
                    <a:lnTo>
                      <a:pt x="14689" y="3557"/>
                    </a:lnTo>
                    <a:lnTo>
                      <a:pt x="14689" y="3432"/>
                    </a:lnTo>
                    <a:lnTo>
                      <a:pt x="14731" y="3348"/>
                    </a:lnTo>
                    <a:lnTo>
                      <a:pt x="14731" y="3243"/>
                    </a:lnTo>
                    <a:lnTo>
                      <a:pt x="14584" y="3222"/>
                    </a:lnTo>
                    <a:lnTo>
                      <a:pt x="14438" y="3118"/>
                    </a:lnTo>
                    <a:lnTo>
                      <a:pt x="14333" y="3118"/>
                    </a:lnTo>
                    <a:lnTo>
                      <a:pt x="14187" y="3222"/>
                    </a:lnTo>
                    <a:lnTo>
                      <a:pt x="14061" y="3222"/>
                    </a:lnTo>
                    <a:lnTo>
                      <a:pt x="13852" y="3139"/>
                    </a:lnTo>
                    <a:lnTo>
                      <a:pt x="13643" y="3118"/>
                    </a:lnTo>
                    <a:lnTo>
                      <a:pt x="13475" y="3285"/>
                    </a:lnTo>
                    <a:lnTo>
                      <a:pt x="13475" y="3348"/>
                    </a:lnTo>
                    <a:lnTo>
                      <a:pt x="13538" y="3390"/>
                    </a:lnTo>
                    <a:lnTo>
                      <a:pt x="13559" y="3432"/>
                    </a:lnTo>
                    <a:lnTo>
                      <a:pt x="13475" y="3432"/>
                    </a:lnTo>
                    <a:lnTo>
                      <a:pt x="13433" y="3452"/>
                    </a:lnTo>
                    <a:lnTo>
                      <a:pt x="13371" y="3557"/>
                    </a:lnTo>
                    <a:lnTo>
                      <a:pt x="13350" y="3494"/>
                    </a:lnTo>
                    <a:lnTo>
                      <a:pt x="13287" y="3452"/>
                    </a:lnTo>
                    <a:lnTo>
                      <a:pt x="13161" y="3515"/>
                    </a:lnTo>
                    <a:lnTo>
                      <a:pt x="13036" y="3704"/>
                    </a:lnTo>
                    <a:lnTo>
                      <a:pt x="12848" y="3913"/>
                    </a:lnTo>
                    <a:lnTo>
                      <a:pt x="12973" y="3724"/>
                    </a:lnTo>
                    <a:lnTo>
                      <a:pt x="12973" y="3599"/>
                    </a:lnTo>
                    <a:lnTo>
                      <a:pt x="13015" y="3515"/>
                    </a:lnTo>
                    <a:lnTo>
                      <a:pt x="13015" y="3432"/>
                    </a:lnTo>
                    <a:lnTo>
                      <a:pt x="12952" y="3432"/>
                    </a:lnTo>
                    <a:lnTo>
                      <a:pt x="12848" y="3536"/>
                    </a:lnTo>
                    <a:lnTo>
                      <a:pt x="12806" y="3662"/>
                    </a:lnTo>
                    <a:lnTo>
                      <a:pt x="12743" y="3829"/>
                    </a:lnTo>
                    <a:lnTo>
                      <a:pt x="12638" y="3871"/>
                    </a:lnTo>
                    <a:lnTo>
                      <a:pt x="12722" y="3704"/>
                    </a:lnTo>
                    <a:lnTo>
                      <a:pt x="12743" y="3557"/>
                    </a:lnTo>
                    <a:lnTo>
                      <a:pt x="12952" y="3306"/>
                    </a:lnTo>
                    <a:lnTo>
                      <a:pt x="13015" y="3118"/>
                    </a:lnTo>
                    <a:lnTo>
                      <a:pt x="13078" y="3013"/>
                    </a:lnTo>
                    <a:lnTo>
                      <a:pt x="13182" y="2971"/>
                    </a:lnTo>
                    <a:lnTo>
                      <a:pt x="13329" y="2888"/>
                    </a:lnTo>
                    <a:lnTo>
                      <a:pt x="13392" y="2867"/>
                    </a:lnTo>
                    <a:lnTo>
                      <a:pt x="13496" y="2699"/>
                    </a:lnTo>
                    <a:lnTo>
                      <a:pt x="13768" y="2448"/>
                    </a:lnTo>
                    <a:lnTo>
                      <a:pt x="13789" y="2364"/>
                    </a:lnTo>
                    <a:lnTo>
                      <a:pt x="13852" y="2302"/>
                    </a:lnTo>
                    <a:lnTo>
                      <a:pt x="13789" y="2239"/>
                    </a:lnTo>
                    <a:lnTo>
                      <a:pt x="13810" y="2155"/>
                    </a:lnTo>
                    <a:lnTo>
                      <a:pt x="13852" y="2134"/>
                    </a:lnTo>
                    <a:lnTo>
                      <a:pt x="13852" y="2030"/>
                    </a:lnTo>
                    <a:lnTo>
                      <a:pt x="13747" y="1946"/>
                    </a:lnTo>
                    <a:lnTo>
                      <a:pt x="13601" y="1946"/>
                    </a:lnTo>
                    <a:lnTo>
                      <a:pt x="13580" y="1988"/>
                    </a:lnTo>
                    <a:lnTo>
                      <a:pt x="13538" y="1883"/>
                    </a:lnTo>
                    <a:lnTo>
                      <a:pt x="13454" y="1674"/>
                    </a:lnTo>
                    <a:lnTo>
                      <a:pt x="13329" y="1360"/>
                    </a:lnTo>
                    <a:lnTo>
                      <a:pt x="13224" y="1214"/>
                    </a:lnTo>
                    <a:lnTo>
                      <a:pt x="13140" y="1004"/>
                    </a:lnTo>
                    <a:lnTo>
                      <a:pt x="13140" y="879"/>
                    </a:lnTo>
                    <a:lnTo>
                      <a:pt x="13120" y="732"/>
                    </a:lnTo>
                    <a:lnTo>
                      <a:pt x="13057" y="691"/>
                    </a:lnTo>
                    <a:lnTo>
                      <a:pt x="13036" y="586"/>
                    </a:lnTo>
                    <a:lnTo>
                      <a:pt x="12952" y="460"/>
                    </a:lnTo>
                    <a:lnTo>
                      <a:pt x="12931" y="481"/>
                    </a:lnTo>
                    <a:lnTo>
                      <a:pt x="12931" y="565"/>
                    </a:lnTo>
                    <a:lnTo>
                      <a:pt x="12868" y="628"/>
                    </a:lnTo>
                    <a:lnTo>
                      <a:pt x="12743" y="711"/>
                    </a:lnTo>
                    <a:lnTo>
                      <a:pt x="12701" y="795"/>
                    </a:lnTo>
                    <a:lnTo>
                      <a:pt x="12555" y="984"/>
                    </a:lnTo>
                    <a:lnTo>
                      <a:pt x="12408" y="1151"/>
                    </a:lnTo>
                    <a:lnTo>
                      <a:pt x="12408" y="1256"/>
                    </a:lnTo>
                    <a:lnTo>
                      <a:pt x="12303" y="1507"/>
                    </a:lnTo>
                    <a:lnTo>
                      <a:pt x="12199" y="1653"/>
                    </a:lnTo>
                    <a:lnTo>
                      <a:pt x="12115" y="1779"/>
                    </a:lnTo>
                    <a:lnTo>
                      <a:pt x="12011" y="1820"/>
                    </a:lnTo>
                    <a:lnTo>
                      <a:pt x="11969" y="1862"/>
                    </a:lnTo>
                    <a:lnTo>
                      <a:pt x="11927" y="1967"/>
                    </a:lnTo>
                    <a:lnTo>
                      <a:pt x="11822" y="2051"/>
                    </a:lnTo>
                    <a:lnTo>
                      <a:pt x="11759" y="2030"/>
                    </a:lnTo>
                    <a:lnTo>
                      <a:pt x="11759" y="1862"/>
                    </a:lnTo>
                    <a:lnTo>
                      <a:pt x="11697" y="1841"/>
                    </a:lnTo>
                    <a:lnTo>
                      <a:pt x="11676" y="1779"/>
                    </a:lnTo>
                    <a:lnTo>
                      <a:pt x="11613" y="1779"/>
                    </a:lnTo>
                    <a:lnTo>
                      <a:pt x="11550" y="1820"/>
                    </a:lnTo>
                    <a:lnTo>
                      <a:pt x="11487" y="1883"/>
                    </a:lnTo>
                    <a:lnTo>
                      <a:pt x="11383" y="1862"/>
                    </a:lnTo>
                    <a:lnTo>
                      <a:pt x="11299" y="1779"/>
                    </a:lnTo>
                    <a:lnTo>
                      <a:pt x="11299" y="1737"/>
                    </a:lnTo>
                    <a:lnTo>
                      <a:pt x="11278" y="1716"/>
                    </a:lnTo>
                    <a:lnTo>
                      <a:pt x="11257" y="1611"/>
                    </a:lnTo>
                    <a:lnTo>
                      <a:pt x="11236" y="1548"/>
                    </a:lnTo>
                    <a:lnTo>
                      <a:pt x="11153" y="1528"/>
                    </a:lnTo>
                    <a:lnTo>
                      <a:pt x="11048" y="1423"/>
                    </a:lnTo>
                    <a:lnTo>
                      <a:pt x="10881" y="1423"/>
                    </a:lnTo>
                    <a:lnTo>
                      <a:pt x="10776" y="1465"/>
                    </a:lnTo>
                    <a:lnTo>
                      <a:pt x="10546" y="1465"/>
                    </a:lnTo>
                    <a:lnTo>
                      <a:pt x="10420" y="1444"/>
                    </a:lnTo>
                    <a:lnTo>
                      <a:pt x="10316" y="1528"/>
                    </a:lnTo>
                    <a:lnTo>
                      <a:pt x="10295" y="1632"/>
                    </a:lnTo>
                    <a:lnTo>
                      <a:pt x="10399" y="1737"/>
                    </a:lnTo>
                    <a:lnTo>
                      <a:pt x="10420" y="1820"/>
                    </a:lnTo>
                    <a:lnTo>
                      <a:pt x="10462" y="1946"/>
                    </a:lnTo>
                    <a:lnTo>
                      <a:pt x="10441" y="1988"/>
                    </a:lnTo>
                    <a:lnTo>
                      <a:pt x="10337" y="1988"/>
                    </a:lnTo>
                    <a:lnTo>
                      <a:pt x="10190" y="1946"/>
                    </a:lnTo>
                    <a:lnTo>
                      <a:pt x="10148" y="1925"/>
                    </a:lnTo>
                    <a:lnTo>
                      <a:pt x="9918" y="1925"/>
                    </a:lnTo>
                    <a:lnTo>
                      <a:pt x="9814" y="1946"/>
                    </a:lnTo>
                    <a:lnTo>
                      <a:pt x="9772" y="1883"/>
                    </a:lnTo>
                    <a:lnTo>
                      <a:pt x="9604" y="1883"/>
                    </a:lnTo>
                    <a:lnTo>
                      <a:pt x="9479" y="1946"/>
                    </a:lnTo>
                    <a:lnTo>
                      <a:pt x="9395" y="2134"/>
                    </a:lnTo>
                    <a:lnTo>
                      <a:pt x="9165" y="2134"/>
                    </a:lnTo>
                    <a:lnTo>
                      <a:pt x="9039" y="2155"/>
                    </a:lnTo>
                    <a:lnTo>
                      <a:pt x="8998" y="2197"/>
                    </a:lnTo>
                    <a:lnTo>
                      <a:pt x="8935" y="2302"/>
                    </a:lnTo>
                    <a:lnTo>
                      <a:pt x="8788" y="2302"/>
                    </a:lnTo>
                    <a:lnTo>
                      <a:pt x="8767" y="2281"/>
                    </a:lnTo>
                    <a:lnTo>
                      <a:pt x="8684" y="2302"/>
                    </a:lnTo>
                    <a:lnTo>
                      <a:pt x="8621" y="2385"/>
                    </a:lnTo>
                    <a:lnTo>
                      <a:pt x="8537" y="2364"/>
                    </a:lnTo>
                    <a:lnTo>
                      <a:pt x="8307" y="2176"/>
                    </a:lnTo>
                    <a:lnTo>
                      <a:pt x="8223" y="2072"/>
                    </a:lnTo>
                    <a:lnTo>
                      <a:pt x="8223" y="1988"/>
                    </a:lnTo>
                    <a:lnTo>
                      <a:pt x="8098" y="1862"/>
                    </a:lnTo>
                    <a:lnTo>
                      <a:pt x="7993" y="1758"/>
                    </a:lnTo>
                    <a:lnTo>
                      <a:pt x="7993" y="1653"/>
                    </a:lnTo>
                    <a:lnTo>
                      <a:pt x="8014" y="1569"/>
                    </a:lnTo>
                    <a:lnTo>
                      <a:pt x="7993" y="1528"/>
                    </a:lnTo>
                    <a:lnTo>
                      <a:pt x="8014" y="1423"/>
                    </a:lnTo>
                    <a:lnTo>
                      <a:pt x="8056" y="1339"/>
                    </a:lnTo>
                    <a:lnTo>
                      <a:pt x="8056" y="1214"/>
                    </a:lnTo>
                    <a:lnTo>
                      <a:pt x="8161" y="1025"/>
                    </a:lnTo>
                    <a:lnTo>
                      <a:pt x="8202" y="879"/>
                    </a:lnTo>
                    <a:lnTo>
                      <a:pt x="8307" y="732"/>
                    </a:lnTo>
                    <a:lnTo>
                      <a:pt x="8307" y="691"/>
                    </a:lnTo>
                    <a:lnTo>
                      <a:pt x="8202" y="691"/>
                    </a:lnTo>
                    <a:lnTo>
                      <a:pt x="8140" y="607"/>
                    </a:lnTo>
                    <a:lnTo>
                      <a:pt x="8119" y="523"/>
                    </a:lnTo>
                    <a:lnTo>
                      <a:pt x="7993" y="523"/>
                    </a:lnTo>
                    <a:lnTo>
                      <a:pt x="7889" y="481"/>
                    </a:lnTo>
                    <a:lnTo>
                      <a:pt x="7930" y="398"/>
                    </a:lnTo>
                    <a:lnTo>
                      <a:pt x="8014" y="293"/>
                    </a:lnTo>
                    <a:lnTo>
                      <a:pt x="8014" y="147"/>
                    </a:lnTo>
                    <a:lnTo>
                      <a:pt x="7910" y="0"/>
                    </a:lnTo>
                    <a:lnTo>
                      <a:pt x="7784" y="0"/>
                    </a:lnTo>
                    <a:lnTo>
                      <a:pt x="7721" y="63"/>
                    </a:lnTo>
                    <a:lnTo>
                      <a:pt x="767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FF6B65"/>
                  </a:solidFill>
                </a:endParaRPr>
              </a:p>
            </p:txBody>
          </p:sp>
        </p:grpSp>
        <p:grpSp>
          <p:nvGrpSpPr>
            <p:cNvPr id="2170" name="Google Shape;2170;p45"/>
            <p:cNvGrpSpPr/>
            <p:nvPr/>
          </p:nvGrpSpPr>
          <p:grpSpPr>
            <a:xfrm>
              <a:off x="3265985" y="3226989"/>
              <a:ext cx="87151" cy="346202"/>
              <a:chOff x="2680375" y="3423800"/>
              <a:chExt cx="182975" cy="761050"/>
            </a:xfrm>
          </p:grpSpPr>
          <p:sp>
            <p:nvSpPr>
              <p:cNvPr id="2171" name="Google Shape;2171;p45"/>
              <p:cNvSpPr/>
              <p:nvPr/>
            </p:nvSpPr>
            <p:spPr>
              <a:xfrm>
                <a:off x="2698650" y="3423800"/>
                <a:ext cx="164700" cy="703875"/>
              </a:xfrm>
              <a:custGeom>
                <a:avLst/>
                <a:gdLst/>
                <a:ahLst/>
                <a:cxnLst/>
                <a:rect l="l" t="t" r="r" b="b"/>
                <a:pathLst>
                  <a:path w="6588" h="28155" extrusionOk="0">
                    <a:moveTo>
                      <a:pt x="319" y="4568"/>
                    </a:moveTo>
                    <a:lnTo>
                      <a:pt x="107" y="1274"/>
                    </a:lnTo>
                    <a:lnTo>
                      <a:pt x="319" y="0"/>
                    </a:lnTo>
                    <a:lnTo>
                      <a:pt x="6588" y="4356"/>
                    </a:lnTo>
                    <a:lnTo>
                      <a:pt x="4994" y="7331"/>
                    </a:lnTo>
                    <a:lnTo>
                      <a:pt x="1913" y="16149"/>
                    </a:lnTo>
                    <a:lnTo>
                      <a:pt x="2656" y="24330"/>
                    </a:lnTo>
                    <a:lnTo>
                      <a:pt x="4144" y="28155"/>
                    </a:lnTo>
                    <a:lnTo>
                      <a:pt x="1700" y="27836"/>
                    </a:lnTo>
                    <a:lnTo>
                      <a:pt x="532" y="25605"/>
                    </a:lnTo>
                    <a:lnTo>
                      <a:pt x="1063" y="22736"/>
                    </a:lnTo>
                    <a:lnTo>
                      <a:pt x="0" y="17530"/>
                    </a:lnTo>
                    <a:lnTo>
                      <a:pt x="638" y="14024"/>
                    </a:lnTo>
                    <a:lnTo>
                      <a:pt x="213" y="11793"/>
                    </a:lnTo>
                    <a:lnTo>
                      <a:pt x="744" y="775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172" name="Google Shape;2172;p45"/>
              <p:cNvSpPr/>
              <p:nvPr/>
            </p:nvSpPr>
            <p:spPr>
              <a:xfrm>
                <a:off x="2680375" y="3510050"/>
                <a:ext cx="137075" cy="674800"/>
              </a:xfrm>
              <a:custGeom>
                <a:avLst/>
                <a:gdLst/>
                <a:ahLst/>
                <a:cxnLst/>
                <a:rect l="l" t="t" r="r" b="b"/>
                <a:pathLst>
                  <a:path w="5483" h="26992" extrusionOk="0">
                    <a:moveTo>
                      <a:pt x="984" y="23016"/>
                    </a:moveTo>
                    <a:lnTo>
                      <a:pt x="984" y="23121"/>
                    </a:lnTo>
                    <a:lnTo>
                      <a:pt x="1026" y="23058"/>
                    </a:lnTo>
                    <a:lnTo>
                      <a:pt x="1088" y="23016"/>
                    </a:lnTo>
                    <a:close/>
                    <a:moveTo>
                      <a:pt x="1047" y="0"/>
                    </a:moveTo>
                    <a:lnTo>
                      <a:pt x="984" y="105"/>
                    </a:lnTo>
                    <a:lnTo>
                      <a:pt x="963" y="209"/>
                    </a:lnTo>
                    <a:lnTo>
                      <a:pt x="1068" y="314"/>
                    </a:lnTo>
                    <a:lnTo>
                      <a:pt x="1005" y="419"/>
                    </a:lnTo>
                    <a:lnTo>
                      <a:pt x="900" y="502"/>
                    </a:lnTo>
                    <a:lnTo>
                      <a:pt x="837" y="461"/>
                    </a:lnTo>
                    <a:lnTo>
                      <a:pt x="691" y="544"/>
                    </a:lnTo>
                    <a:lnTo>
                      <a:pt x="565" y="628"/>
                    </a:lnTo>
                    <a:lnTo>
                      <a:pt x="628" y="670"/>
                    </a:lnTo>
                    <a:lnTo>
                      <a:pt x="628" y="837"/>
                    </a:lnTo>
                    <a:lnTo>
                      <a:pt x="586" y="963"/>
                    </a:lnTo>
                    <a:lnTo>
                      <a:pt x="628" y="1130"/>
                    </a:lnTo>
                    <a:lnTo>
                      <a:pt x="733" y="1549"/>
                    </a:lnTo>
                    <a:lnTo>
                      <a:pt x="733" y="1695"/>
                    </a:lnTo>
                    <a:lnTo>
                      <a:pt x="691" y="1800"/>
                    </a:lnTo>
                    <a:lnTo>
                      <a:pt x="649" y="1883"/>
                    </a:lnTo>
                    <a:lnTo>
                      <a:pt x="691" y="2093"/>
                    </a:lnTo>
                    <a:lnTo>
                      <a:pt x="775" y="2302"/>
                    </a:lnTo>
                    <a:lnTo>
                      <a:pt x="858" y="2490"/>
                    </a:lnTo>
                    <a:lnTo>
                      <a:pt x="858" y="2762"/>
                    </a:lnTo>
                    <a:lnTo>
                      <a:pt x="837" y="2846"/>
                    </a:lnTo>
                    <a:lnTo>
                      <a:pt x="796" y="2909"/>
                    </a:lnTo>
                    <a:lnTo>
                      <a:pt x="837" y="3327"/>
                    </a:lnTo>
                    <a:lnTo>
                      <a:pt x="837" y="3432"/>
                    </a:lnTo>
                    <a:lnTo>
                      <a:pt x="754" y="3474"/>
                    </a:lnTo>
                    <a:lnTo>
                      <a:pt x="670" y="3536"/>
                    </a:lnTo>
                    <a:lnTo>
                      <a:pt x="670" y="3766"/>
                    </a:lnTo>
                    <a:lnTo>
                      <a:pt x="691" y="3829"/>
                    </a:lnTo>
                    <a:lnTo>
                      <a:pt x="775" y="3766"/>
                    </a:lnTo>
                    <a:lnTo>
                      <a:pt x="837" y="3829"/>
                    </a:lnTo>
                    <a:lnTo>
                      <a:pt x="754" y="3892"/>
                    </a:lnTo>
                    <a:lnTo>
                      <a:pt x="754" y="4499"/>
                    </a:lnTo>
                    <a:lnTo>
                      <a:pt x="837" y="4729"/>
                    </a:lnTo>
                    <a:lnTo>
                      <a:pt x="858" y="4917"/>
                    </a:lnTo>
                    <a:lnTo>
                      <a:pt x="837" y="5064"/>
                    </a:lnTo>
                    <a:lnTo>
                      <a:pt x="733" y="5231"/>
                    </a:lnTo>
                    <a:lnTo>
                      <a:pt x="733" y="5399"/>
                    </a:lnTo>
                    <a:lnTo>
                      <a:pt x="837" y="5566"/>
                    </a:lnTo>
                    <a:lnTo>
                      <a:pt x="796" y="5712"/>
                    </a:lnTo>
                    <a:lnTo>
                      <a:pt x="796" y="5984"/>
                    </a:lnTo>
                    <a:lnTo>
                      <a:pt x="754" y="6089"/>
                    </a:lnTo>
                    <a:lnTo>
                      <a:pt x="754" y="6256"/>
                    </a:lnTo>
                    <a:lnTo>
                      <a:pt x="775" y="6340"/>
                    </a:lnTo>
                    <a:lnTo>
                      <a:pt x="775" y="6403"/>
                    </a:lnTo>
                    <a:lnTo>
                      <a:pt x="670" y="6570"/>
                    </a:lnTo>
                    <a:lnTo>
                      <a:pt x="670" y="6717"/>
                    </a:lnTo>
                    <a:lnTo>
                      <a:pt x="628" y="6821"/>
                    </a:lnTo>
                    <a:lnTo>
                      <a:pt x="649" y="7010"/>
                    </a:lnTo>
                    <a:lnTo>
                      <a:pt x="628" y="7093"/>
                    </a:lnTo>
                    <a:lnTo>
                      <a:pt x="524" y="7303"/>
                    </a:lnTo>
                    <a:lnTo>
                      <a:pt x="524" y="7407"/>
                    </a:lnTo>
                    <a:lnTo>
                      <a:pt x="628" y="7554"/>
                    </a:lnTo>
                    <a:lnTo>
                      <a:pt x="649" y="7721"/>
                    </a:lnTo>
                    <a:lnTo>
                      <a:pt x="733" y="7826"/>
                    </a:lnTo>
                    <a:lnTo>
                      <a:pt x="649" y="7867"/>
                    </a:lnTo>
                    <a:lnTo>
                      <a:pt x="586" y="8014"/>
                    </a:lnTo>
                    <a:lnTo>
                      <a:pt x="670" y="8119"/>
                    </a:lnTo>
                    <a:lnTo>
                      <a:pt x="586" y="8202"/>
                    </a:lnTo>
                    <a:lnTo>
                      <a:pt x="524" y="8244"/>
                    </a:lnTo>
                    <a:lnTo>
                      <a:pt x="524" y="8391"/>
                    </a:lnTo>
                    <a:lnTo>
                      <a:pt x="544" y="8537"/>
                    </a:lnTo>
                    <a:lnTo>
                      <a:pt x="544" y="8663"/>
                    </a:lnTo>
                    <a:lnTo>
                      <a:pt x="670" y="8997"/>
                    </a:lnTo>
                    <a:lnTo>
                      <a:pt x="670" y="9186"/>
                    </a:lnTo>
                    <a:lnTo>
                      <a:pt x="628" y="9228"/>
                    </a:lnTo>
                    <a:lnTo>
                      <a:pt x="628" y="9332"/>
                    </a:lnTo>
                    <a:lnTo>
                      <a:pt x="754" y="9520"/>
                    </a:lnTo>
                    <a:lnTo>
                      <a:pt x="754" y="9730"/>
                    </a:lnTo>
                    <a:lnTo>
                      <a:pt x="733" y="9855"/>
                    </a:lnTo>
                    <a:lnTo>
                      <a:pt x="733" y="9918"/>
                    </a:lnTo>
                    <a:lnTo>
                      <a:pt x="754" y="10023"/>
                    </a:lnTo>
                    <a:lnTo>
                      <a:pt x="733" y="10106"/>
                    </a:lnTo>
                    <a:lnTo>
                      <a:pt x="691" y="10211"/>
                    </a:lnTo>
                    <a:lnTo>
                      <a:pt x="733" y="10253"/>
                    </a:lnTo>
                    <a:lnTo>
                      <a:pt x="858" y="10441"/>
                    </a:lnTo>
                    <a:lnTo>
                      <a:pt x="879" y="10546"/>
                    </a:lnTo>
                    <a:lnTo>
                      <a:pt x="837" y="10650"/>
                    </a:lnTo>
                    <a:lnTo>
                      <a:pt x="754" y="10692"/>
                    </a:lnTo>
                    <a:lnTo>
                      <a:pt x="670" y="10860"/>
                    </a:lnTo>
                    <a:lnTo>
                      <a:pt x="670" y="10901"/>
                    </a:lnTo>
                    <a:lnTo>
                      <a:pt x="733" y="10964"/>
                    </a:lnTo>
                    <a:lnTo>
                      <a:pt x="670" y="11090"/>
                    </a:lnTo>
                    <a:lnTo>
                      <a:pt x="586" y="11173"/>
                    </a:lnTo>
                    <a:lnTo>
                      <a:pt x="586" y="11278"/>
                    </a:lnTo>
                    <a:lnTo>
                      <a:pt x="565" y="11466"/>
                    </a:lnTo>
                    <a:lnTo>
                      <a:pt x="524" y="11571"/>
                    </a:lnTo>
                    <a:lnTo>
                      <a:pt x="524" y="11676"/>
                    </a:lnTo>
                    <a:lnTo>
                      <a:pt x="482" y="11717"/>
                    </a:lnTo>
                    <a:lnTo>
                      <a:pt x="482" y="11843"/>
                    </a:lnTo>
                    <a:lnTo>
                      <a:pt x="419" y="11927"/>
                    </a:lnTo>
                    <a:lnTo>
                      <a:pt x="419" y="11989"/>
                    </a:lnTo>
                    <a:lnTo>
                      <a:pt x="461" y="12052"/>
                    </a:lnTo>
                    <a:lnTo>
                      <a:pt x="377" y="12157"/>
                    </a:lnTo>
                    <a:lnTo>
                      <a:pt x="377" y="12324"/>
                    </a:lnTo>
                    <a:lnTo>
                      <a:pt x="377" y="12429"/>
                    </a:lnTo>
                    <a:lnTo>
                      <a:pt x="314" y="12471"/>
                    </a:lnTo>
                    <a:lnTo>
                      <a:pt x="314" y="12575"/>
                    </a:lnTo>
                    <a:lnTo>
                      <a:pt x="272" y="12659"/>
                    </a:lnTo>
                    <a:lnTo>
                      <a:pt x="272" y="12743"/>
                    </a:lnTo>
                    <a:lnTo>
                      <a:pt x="314" y="12847"/>
                    </a:lnTo>
                    <a:lnTo>
                      <a:pt x="314" y="12952"/>
                    </a:lnTo>
                    <a:lnTo>
                      <a:pt x="231" y="13057"/>
                    </a:lnTo>
                    <a:lnTo>
                      <a:pt x="147" y="13057"/>
                    </a:lnTo>
                    <a:lnTo>
                      <a:pt x="63" y="12994"/>
                    </a:lnTo>
                    <a:lnTo>
                      <a:pt x="0" y="13015"/>
                    </a:lnTo>
                    <a:lnTo>
                      <a:pt x="0" y="13098"/>
                    </a:lnTo>
                    <a:lnTo>
                      <a:pt x="21" y="13224"/>
                    </a:lnTo>
                    <a:lnTo>
                      <a:pt x="21" y="13412"/>
                    </a:lnTo>
                    <a:lnTo>
                      <a:pt x="105" y="13517"/>
                    </a:lnTo>
                    <a:lnTo>
                      <a:pt x="231" y="13621"/>
                    </a:lnTo>
                    <a:lnTo>
                      <a:pt x="252" y="13747"/>
                    </a:lnTo>
                    <a:lnTo>
                      <a:pt x="231" y="13914"/>
                    </a:lnTo>
                    <a:lnTo>
                      <a:pt x="398" y="14228"/>
                    </a:lnTo>
                    <a:lnTo>
                      <a:pt x="440" y="14312"/>
                    </a:lnTo>
                    <a:lnTo>
                      <a:pt x="524" y="14375"/>
                    </a:lnTo>
                    <a:lnTo>
                      <a:pt x="524" y="14563"/>
                    </a:lnTo>
                    <a:lnTo>
                      <a:pt x="461" y="14835"/>
                    </a:lnTo>
                    <a:lnTo>
                      <a:pt x="419" y="14856"/>
                    </a:lnTo>
                    <a:lnTo>
                      <a:pt x="440" y="14940"/>
                    </a:lnTo>
                    <a:lnTo>
                      <a:pt x="419" y="15002"/>
                    </a:lnTo>
                    <a:lnTo>
                      <a:pt x="356" y="14982"/>
                    </a:lnTo>
                    <a:lnTo>
                      <a:pt x="314" y="14982"/>
                    </a:lnTo>
                    <a:lnTo>
                      <a:pt x="272" y="15086"/>
                    </a:lnTo>
                    <a:lnTo>
                      <a:pt x="314" y="15191"/>
                    </a:lnTo>
                    <a:lnTo>
                      <a:pt x="377" y="15254"/>
                    </a:lnTo>
                    <a:lnTo>
                      <a:pt x="335" y="15484"/>
                    </a:lnTo>
                    <a:lnTo>
                      <a:pt x="356" y="15588"/>
                    </a:lnTo>
                    <a:lnTo>
                      <a:pt x="314" y="15672"/>
                    </a:lnTo>
                    <a:lnTo>
                      <a:pt x="356" y="15714"/>
                    </a:lnTo>
                    <a:lnTo>
                      <a:pt x="335" y="15798"/>
                    </a:lnTo>
                    <a:lnTo>
                      <a:pt x="314" y="15818"/>
                    </a:lnTo>
                    <a:lnTo>
                      <a:pt x="335" y="15881"/>
                    </a:lnTo>
                    <a:lnTo>
                      <a:pt x="524" y="16153"/>
                    </a:lnTo>
                    <a:lnTo>
                      <a:pt x="565" y="16216"/>
                    </a:lnTo>
                    <a:lnTo>
                      <a:pt x="565" y="16362"/>
                    </a:lnTo>
                    <a:lnTo>
                      <a:pt x="524" y="16342"/>
                    </a:lnTo>
                    <a:lnTo>
                      <a:pt x="377" y="16342"/>
                    </a:lnTo>
                    <a:lnTo>
                      <a:pt x="314" y="16425"/>
                    </a:lnTo>
                    <a:lnTo>
                      <a:pt x="314" y="16467"/>
                    </a:lnTo>
                    <a:lnTo>
                      <a:pt x="356" y="16530"/>
                    </a:lnTo>
                    <a:lnTo>
                      <a:pt x="356" y="16614"/>
                    </a:lnTo>
                    <a:lnTo>
                      <a:pt x="314" y="16655"/>
                    </a:lnTo>
                    <a:lnTo>
                      <a:pt x="272" y="16739"/>
                    </a:lnTo>
                    <a:lnTo>
                      <a:pt x="314" y="16823"/>
                    </a:lnTo>
                    <a:lnTo>
                      <a:pt x="335" y="16844"/>
                    </a:lnTo>
                    <a:lnTo>
                      <a:pt x="377" y="16969"/>
                    </a:lnTo>
                    <a:lnTo>
                      <a:pt x="419" y="17304"/>
                    </a:lnTo>
                    <a:lnTo>
                      <a:pt x="356" y="17451"/>
                    </a:lnTo>
                    <a:lnTo>
                      <a:pt x="482" y="17492"/>
                    </a:lnTo>
                    <a:lnTo>
                      <a:pt x="670" y="17471"/>
                    </a:lnTo>
                    <a:lnTo>
                      <a:pt x="670" y="17409"/>
                    </a:lnTo>
                    <a:lnTo>
                      <a:pt x="670" y="17283"/>
                    </a:lnTo>
                    <a:lnTo>
                      <a:pt x="733" y="17199"/>
                    </a:lnTo>
                    <a:lnTo>
                      <a:pt x="837" y="17241"/>
                    </a:lnTo>
                    <a:lnTo>
                      <a:pt x="858" y="17199"/>
                    </a:lnTo>
                    <a:lnTo>
                      <a:pt x="733" y="17095"/>
                    </a:lnTo>
                    <a:lnTo>
                      <a:pt x="775" y="17053"/>
                    </a:lnTo>
                    <a:lnTo>
                      <a:pt x="649" y="16927"/>
                    </a:lnTo>
                    <a:lnTo>
                      <a:pt x="649" y="16844"/>
                    </a:lnTo>
                    <a:lnTo>
                      <a:pt x="733" y="16844"/>
                    </a:lnTo>
                    <a:lnTo>
                      <a:pt x="837" y="16886"/>
                    </a:lnTo>
                    <a:lnTo>
                      <a:pt x="837" y="16865"/>
                    </a:lnTo>
                    <a:lnTo>
                      <a:pt x="775" y="16823"/>
                    </a:lnTo>
                    <a:lnTo>
                      <a:pt x="649" y="16718"/>
                    </a:lnTo>
                    <a:lnTo>
                      <a:pt x="775" y="16739"/>
                    </a:lnTo>
                    <a:lnTo>
                      <a:pt x="775" y="16634"/>
                    </a:lnTo>
                    <a:lnTo>
                      <a:pt x="754" y="16572"/>
                    </a:lnTo>
                    <a:lnTo>
                      <a:pt x="754" y="16425"/>
                    </a:lnTo>
                    <a:lnTo>
                      <a:pt x="733" y="16362"/>
                    </a:lnTo>
                    <a:cubicBezTo>
                      <a:pt x="733" y="16321"/>
                      <a:pt x="754" y="16258"/>
                      <a:pt x="775" y="16237"/>
                    </a:cubicBezTo>
                    <a:lnTo>
                      <a:pt x="837" y="16258"/>
                    </a:lnTo>
                    <a:lnTo>
                      <a:pt x="879" y="16237"/>
                    </a:lnTo>
                    <a:cubicBezTo>
                      <a:pt x="879" y="16342"/>
                      <a:pt x="900" y="16467"/>
                      <a:pt x="900" y="16572"/>
                    </a:cubicBezTo>
                    <a:lnTo>
                      <a:pt x="1068" y="17764"/>
                    </a:lnTo>
                    <a:lnTo>
                      <a:pt x="1047" y="17785"/>
                    </a:lnTo>
                    <a:lnTo>
                      <a:pt x="1068" y="17869"/>
                    </a:lnTo>
                    <a:lnTo>
                      <a:pt x="1068" y="18036"/>
                    </a:lnTo>
                    <a:lnTo>
                      <a:pt x="1005" y="18078"/>
                    </a:lnTo>
                    <a:lnTo>
                      <a:pt x="1047" y="18120"/>
                    </a:lnTo>
                    <a:lnTo>
                      <a:pt x="1047" y="18287"/>
                    </a:lnTo>
                    <a:lnTo>
                      <a:pt x="1005" y="18350"/>
                    </a:lnTo>
                    <a:lnTo>
                      <a:pt x="1047" y="18434"/>
                    </a:lnTo>
                    <a:lnTo>
                      <a:pt x="1047" y="18455"/>
                    </a:lnTo>
                    <a:cubicBezTo>
                      <a:pt x="1047" y="18643"/>
                      <a:pt x="1005" y="18852"/>
                      <a:pt x="963" y="19041"/>
                    </a:cubicBezTo>
                    <a:cubicBezTo>
                      <a:pt x="921" y="19187"/>
                      <a:pt x="900" y="19334"/>
                      <a:pt x="858" y="19459"/>
                    </a:cubicBezTo>
                    <a:lnTo>
                      <a:pt x="796" y="19480"/>
                    </a:lnTo>
                    <a:lnTo>
                      <a:pt x="691" y="19564"/>
                    </a:lnTo>
                    <a:lnTo>
                      <a:pt x="649" y="19564"/>
                    </a:lnTo>
                    <a:lnTo>
                      <a:pt x="649" y="19501"/>
                    </a:lnTo>
                    <a:lnTo>
                      <a:pt x="754" y="19480"/>
                    </a:lnTo>
                    <a:lnTo>
                      <a:pt x="837" y="19438"/>
                    </a:lnTo>
                    <a:lnTo>
                      <a:pt x="837" y="19271"/>
                    </a:lnTo>
                    <a:lnTo>
                      <a:pt x="775" y="19250"/>
                    </a:lnTo>
                    <a:lnTo>
                      <a:pt x="670" y="19292"/>
                    </a:lnTo>
                    <a:lnTo>
                      <a:pt x="461" y="19292"/>
                    </a:lnTo>
                    <a:lnTo>
                      <a:pt x="377" y="19271"/>
                    </a:lnTo>
                    <a:lnTo>
                      <a:pt x="293" y="19292"/>
                    </a:lnTo>
                    <a:lnTo>
                      <a:pt x="293" y="19375"/>
                    </a:lnTo>
                    <a:lnTo>
                      <a:pt x="356" y="19501"/>
                    </a:lnTo>
                    <a:lnTo>
                      <a:pt x="398" y="19501"/>
                    </a:lnTo>
                    <a:lnTo>
                      <a:pt x="440" y="19585"/>
                    </a:lnTo>
                    <a:lnTo>
                      <a:pt x="356" y="19585"/>
                    </a:lnTo>
                    <a:lnTo>
                      <a:pt x="335" y="19689"/>
                    </a:lnTo>
                    <a:lnTo>
                      <a:pt x="252" y="19752"/>
                    </a:lnTo>
                    <a:lnTo>
                      <a:pt x="189" y="19857"/>
                    </a:lnTo>
                    <a:lnTo>
                      <a:pt x="42" y="19919"/>
                    </a:lnTo>
                    <a:lnTo>
                      <a:pt x="42" y="20003"/>
                    </a:lnTo>
                    <a:lnTo>
                      <a:pt x="189" y="20192"/>
                    </a:lnTo>
                    <a:lnTo>
                      <a:pt x="272" y="20192"/>
                    </a:lnTo>
                    <a:lnTo>
                      <a:pt x="335" y="20129"/>
                    </a:lnTo>
                    <a:lnTo>
                      <a:pt x="335" y="20066"/>
                    </a:lnTo>
                    <a:lnTo>
                      <a:pt x="231" y="20024"/>
                    </a:lnTo>
                    <a:lnTo>
                      <a:pt x="231" y="19982"/>
                    </a:lnTo>
                    <a:lnTo>
                      <a:pt x="272" y="19878"/>
                    </a:lnTo>
                    <a:lnTo>
                      <a:pt x="440" y="19878"/>
                    </a:lnTo>
                    <a:lnTo>
                      <a:pt x="461" y="19857"/>
                    </a:lnTo>
                    <a:lnTo>
                      <a:pt x="482" y="19982"/>
                    </a:lnTo>
                    <a:lnTo>
                      <a:pt x="586" y="20066"/>
                    </a:lnTo>
                    <a:lnTo>
                      <a:pt x="712" y="20066"/>
                    </a:lnTo>
                    <a:lnTo>
                      <a:pt x="754" y="20003"/>
                    </a:lnTo>
                    <a:lnTo>
                      <a:pt x="754" y="20003"/>
                    </a:lnTo>
                    <a:cubicBezTo>
                      <a:pt x="670" y="20317"/>
                      <a:pt x="649" y="20631"/>
                      <a:pt x="649" y="20924"/>
                    </a:cubicBezTo>
                    <a:lnTo>
                      <a:pt x="586" y="20966"/>
                    </a:lnTo>
                    <a:lnTo>
                      <a:pt x="649" y="21008"/>
                    </a:lnTo>
                    <a:lnTo>
                      <a:pt x="649" y="21154"/>
                    </a:lnTo>
                    <a:lnTo>
                      <a:pt x="565" y="21028"/>
                    </a:lnTo>
                    <a:lnTo>
                      <a:pt x="461" y="21008"/>
                    </a:lnTo>
                    <a:lnTo>
                      <a:pt x="440" y="21049"/>
                    </a:lnTo>
                    <a:lnTo>
                      <a:pt x="440" y="21133"/>
                    </a:lnTo>
                    <a:lnTo>
                      <a:pt x="461" y="21259"/>
                    </a:lnTo>
                    <a:lnTo>
                      <a:pt x="565" y="21280"/>
                    </a:lnTo>
                    <a:lnTo>
                      <a:pt x="649" y="21342"/>
                    </a:lnTo>
                    <a:lnTo>
                      <a:pt x="649" y="21384"/>
                    </a:lnTo>
                    <a:lnTo>
                      <a:pt x="691" y="21552"/>
                    </a:lnTo>
                    <a:lnTo>
                      <a:pt x="754" y="21572"/>
                    </a:lnTo>
                    <a:cubicBezTo>
                      <a:pt x="754" y="21635"/>
                      <a:pt x="775" y="21656"/>
                      <a:pt x="796" y="21698"/>
                    </a:cubicBezTo>
                    <a:lnTo>
                      <a:pt x="670" y="21656"/>
                    </a:lnTo>
                    <a:lnTo>
                      <a:pt x="649" y="21635"/>
                    </a:lnTo>
                    <a:lnTo>
                      <a:pt x="586" y="21677"/>
                    </a:lnTo>
                    <a:lnTo>
                      <a:pt x="649" y="21865"/>
                    </a:lnTo>
                    <a:lnTo>
                      <a:pt x="649" y="21949"/>
                    </a:lnTo>
                    <a:lnTo>
                      <a:pt x="691" y="21970"/>
                    </a:lnTo>
                    <a:lnTo>
                      <a:pt x="796" y="21803"/>
                    </a:lnTo>
                    <a:lnTo>
                      <a:pt x="858" y="21782"/>
                    </a:lnTo>
                    <a:cubicBezTo>
                      <a:pt x="879" y="21844"/>
                      <a:pt x="900" y="21886"/>
                      <a:pt x="921" y="21970"/>
                    </a:cubicBezTo>
                    <a:lnTo>
                      <a:pt x="921" y="22012"/>
                    </a:lnTo>
                    <a:lnTo>
                      <a:pt x="816" y="22054"/>
                    </a:lnTo>
                    <a:lnTo>
                      <a:pt x="921" y="22284"/>
                    </a:lnTo>
                    <a:lnTo>
                      <a:pt x="963" y="22409"/>
                    </a:lnTo>
                    <a:cubicBezTo>
                      <a:pt x="963" y="22493"/>
                      <a:pt x="984" y="22577"/>
                      <a:pt x="1005" y="22640"/>
                    </a:cubicBezTo>
                    <a:lnTo>
                      <a:pt x="984" y="22681"/>
                    </a:lnTo>
                    <a:lnTo>
                      <a:pt x="984" y="22744"/>
                    </a:lnTo>
                    <a:lnTo>
                      <a:pt x="921" y="22807"/>
                    </a:lnTo>
                    <a:lnTo>
                      <a:pt x="1005" y="22849"/>
                    </a:lnTo>
                    <a:lnTo>
                      <a:pt x="1026" y="22932"/>
                    </a:lnTo>
                    <a:lnTo>
                      <a:pt x="1068" y="22932"/>
                    </a:lnTo>
                    <a:cubicBezTo>
                      <a:pt x="1068" y="22953"/>
                      <a:pt x="1068" y="22995"/>
                      <a:pt x="1088" y="23016"/>
                    </a:cubicBezTo>
                    <a:cubicBezTo>
                      <a:pt x="1130" y="23163"/>
                      <a:pt x="1193" y="23330"/>
                      <a:pt x="1235" y="23456"/>
                    </a:cubicBezTo>
                    <a:lnTo>
                      <a:pt x="1277" y="23518"/>
                    </a:lnTo>
                    <a:cubicBezTo>
                      <a:pt x="1277" y="23539"/>
                      <a:pt x="1277" y="23539"/>
                      <a:pt x="1298" y="23560"/>
                    </a:cubicBezTo>
                    <a:lnTo>
                      <a:pt x="1235" y="23665"/>
                    </a:lnTo>
                    <a:lnTo>
                      <a:pt x="1193" y="23728"/>
                    </a:lnTo>
                    <a:lnTo>
                      <a:pt x="1235" y="23749"/>
                    </a:lnTo>
                    <a:lnTo>
                      <a:pt x="1381" y="23728"/>
                    </a:lnTo>
                    <a:lnTo>
                      <a:pt x="1444" y="23874"/>
                    </a:lnTo>
                    <a:lnTo>
                      <a:pt x="1423" y="23874"/>
                    </a:lnTo>
                    <a:lnTo>
                      <a:pt x="1444" y="23937"/>
                    </a:lnTo>
                    <a:lnTo>
                      <a:pt x="1486" y="23958"/>
                    </a:lnTo>
                    <a:lnTo>
                      <a:pt x="1423" y="24000"/>
                    </a:lnTo>
                    <a:lnTo>
                      <a:pt x="1402" y="24062"/>
                    </a:lnTo>
                    <a:lnTo>
                      <a:pt x="1423" y="24146"/>
                    </a:lnTo>
                    <a:lnTo>
                      <a:pt x="1486" y="24167"/>
                    </a:lnTo>
                    <a:lnTo>
                      <a:pt x="1549" y="24188"/>
                    </a:lnTo>
                    <a:lnTo>
                      <a:pt x="1507" y="24104"/>
                    </a:lnTo>
                    <a:lnTo>
                      <a:pt x="1549" y="24083"/>
                    </a:lnTo>
                    <a:cubicBezTo>
                      <a:pt x="1612" y="24167"/>
                      <a:pt x="1653" y="24272"/>
                      <a:pt x="1716" y="24355"/>
                    </a:cubicBezTo>
                    <a:lnTo>
                      <a:pt x="1716" y="24397"/>
                    </a:lnTo>
                    <a:lnTo>
                      <a:pt x="1653" y="24460"/>
                    </a:lnTo>
                    <a:lnTo>
                      <a:pt x="1695" y="24481"/>
                    </a:lnTo>
                    <a:lnTo>
                      <a:pt x="1737" y="24460"/>
                    </a:lnTo>
                    <a:lnTo>
                      <a:pt x="1758" y="24418"/>
                    </a:lnTo>
                    <a:cubicBezTo>
                      <a:pt x="1967" y="24753"/>
                      <a:pt x="2218" y="25004"/>
                      <a:pt x="2469" y="25234"/>
                    </a:cubicBezTo>
                    <a:lnTo>
                      <a:pt x="2449" y="25234"/>
                    </a:lnTo>
                    <a:lnTo>
                      <a:pt x="2365" y="25192"/>
                    </a:lnTo>
                    <a:lnTo>
                      <a:pt x="2260" y="25150"/>
                    </a:lnTo>
                    <a:lnTo>
                      <a:pt x="2156" y="25150"/>
                    </a:lnTo>
                    <a:lnTo>
                      <a:pt x="2072" y="25109"/>
                    </a:lnTo>
                    <a:lnTo>
                      <a:pt x="1946" y="24983"/>
                    </a:lnTo>
                    <a:lnTo>
                      <a:pt x="1863" y="24920"/>
                    </a:lnTo>
                    <a:lnTo>
                      <a:pt x="1842" y="24983"/>
                    </a:lnTo>
                    <a:lnTo>
                      <a:pt x="1863" y="25088"/>
                    </a:lnTo>
                    <a:lnTo>
                      <a:pt x="1946" y="25213"/>
                    </a:lnTo>
                    <a:lnTo>
                      <a:pt x="2072" y="25234"/>
                    </a:lnTo>
                    <a:lnTo>
                      <a:pt x="2239" y="25318"/>
                    </a:lnTo>
                    <a:lnTo>
                      <a:pt x="2281" y="25401"/>
                    </a:lnTo>
                    <a:lnTo>
                      <a:pt x="2365" y="25401"/>
                    </a:lnTo>
                    <a:lnTo>
                      <a:pt x="2428" y="25360"/>
                    </a:lnTo>
                    <a:lnTo>
                      <a:pt x="2574" y="25422"/>
                    </a:lnTo>
                    <a:lnTo>
                      <a:pt x="2679" y="25464"/>
                    </a:lnTo>
                    <a:lnTo>
                      <a:pt x="2783" y="25464"/>
                    </a:lnTo>
                    <a:cubicBezTo>
                      <a:pt x="2804" y="25464"/>
                      <a:pt x="2846" y="25506"/>
                      <a:pt x="2846" y="25527"/>
                    </a:cubicBezTo>
                    <a:lnTo>
                      <a:pt x="2804" y="25527"/>
                    </a:lnTo>
                    <a:lnTo>
                      <a:pt x="2700" y="25569"/>
                    </a:lnTo>
                    <a:lnTo>
                      <a:pt x="2658" y="25548"/>
                    </a:lnTo>
                    <a:lnTo>
                      <a:pt x="2595" y="25506"/>
                    </a:lnTo>
                    <a:lnTo>
                      <a:pt x="2532" y="25506"/>
                    </a:lnTo>
                    <a:lnTo>
                      <a:pt x="2490" y="25548"/>
                    </a:lnTo>
                    <a:lnTo>
                      <a:pt x="2490" y="25611"/>
                    </a:lnTo>
                    <a:lnTo>
                      <a:pt x="2595" y="25653"/>
                    </a:lnTo>
                    <a:lnTo>
                      <a:pt x="2658" y="25757"/>
                    </a:lnTo>
                    <a:lnTo>
                      <a:pt x="2762" y="25799"/>
                    </a:lnTo>
                    <a:lnTo>
                      <a:pt x="2867" y="25925"/>
                    </a:lnTo>
                    <a:lnTo>
                      <a:pt x="2951" y="25945"/>
                    </a:lnTo>
                    <a:lnTo>
                      <a:pt x="3076" y="25925"/>
                    </a:lnTo>
                    <a:lnTo>
                      <a:pt x="3118" y="25945"/>
                    </a:lnTo>
                    <a:lnTo>
                      <a:pt x="3118" y="26029"/>
                    </a:lnTo>
                    <a:lnTo>
                      <a:pt x="3202" y="26092"/>
                    </a:lnTo>
                    <a:lnTo>
                      <a:pt x="3285" y="26071"/>
                    </a:lnTo>
                    <a:lnTo>
                      <a:pt x="3265" y="26029"/>
                    </a:lnTo>
                    <a:lnTo>
                      <a:pt x="3327" y="25945"/>
                    </a:lnTo>
                    <a:lnTo>
                      <a:pt x="3327" y="25883"/>
                    </a:lnTo>
                    <a:lnTo>
                      <a:pt x="3285" y="25862"/>
                    </a:lnTo>
                    <a:lnTo>
                      <a:pt x="3327" y="25841"/>
                    </a:lnTo>
                    <a:lnTo>
                      <a:pt x="3411" y="25841"/>
                    </a:lnTo>
                    <a:lnTo>
                      <a:pt x="3369" y="25757"/>
                    </a:lnTo>
                    <a:lnTo>
                      <a:pt x="3285" y="25736"/>
                    </a:lnTo>
                    <a:lnTo>
                      <a:pt x="3160" y="25757"/>
                    </a:lnTo>
                    <a:lnTo>
                      <a:pt x="3118" y="25715"/>
                    </a:lnTo>
                    <a:lnTo>
                      <a:pt x="3118" y="25715"/>
                    </a:lnTo>
                    <a:cubicBezTo>
                      <a:pt x="3141" y="25721"/>
                      <a:pt x="3164" y="25724"/>
                      <a:pt x="3189" y="25724"/>
                    </a:cubicBezTo>
                    <a:cubicBezTo>
                      <a:pt x="3256" y="25724"/>
                      <a:pt x="3329" y="25704"/>
                      <a:pt x="3390" y="25673"/>
                    </a:cubicBezTo>
                    <a:lnTo>
                      <a:pt x="3411" y="25715"/>
                    </a:lnTo>
                    <a:lnTo>
                      <a:pt x="3578" y="25736"/>
                    </a:lnTo>
                    <a:lnTo>
                      <a:pt x="3683" y="25778"/>
                    </a:lnTo>
                    <a:lnTo>
                      <a:pt x="3746" y="25778"/>
                    </a:lnTo>
                    <a:lnTo>
                      <a:pt x="3829" y="25841"/>
                    </a:lnTo>
                    <a:lnTo>
                      <a:pt x="3892" y="25778"/>
                    </a:lnTo>
                    <a:lnTo>
                      <a:pt x="3955" y="25653"/>
                    </a:lnTo>
                    <a:lnTo>
                      <a:pt x="3913" y="25464"/>
                    </a:lnTo>
                    <a:lnTo>
                      <a:pt x="3934" y="25401"/>
                    </a:lnTo>
                    <a:lnTo>
                      <a:pt x="3934" y="25318"/>
                    </a:lnTo>
                    <a:lnTo>
                      <a:pt x="3955" y="25150"/>
                    </a:lnTo>
                    <a:lnTo>
                      <a:pt x="3955" y="25109"/>
                    </a:lnTo>
                    <a:cubicBezTo>
                      <a:pt x="4018" y="25213"/>
                      <a:pt x="4060" y="25318"/>
                      <a:pt x="4143" y="25422"/>
                    </a:cubicBezTo>
                    <a:lnTo>
                      <a:pt x="4122" y="25527"/>
                    </a:lnTo>
                    <a:lnTo>
                      <a:pt x="4060" y="25632"/>
                    </a:lnTo>
                    <a:lnTo>
                      <a:pt x="4122" y="25736"/>
                    </a:lnTo>
                    <a:lnTo>
                      <a:pt x="4060" y="25820"/>
                    </a:lnTo>
                    <a:lnTo>
                      <a:pt x="4060" y="25883"/>
                    </a:lnTo>
                    <a:lnTo>
                      <a:pt x="4164" y="25945"/>
                    </a:lnTo>
                    <a:lnTo>
                      <a:pt x="4269" y="25966"/>
                    </a:lnTo>
                    <a:lnTo>
                      <a:pt x="4332" y="25987"/>
                    </a:lnTo>
                    <a:lnTo>
                      <a:pt x="4373" y="25945"/>
                    </a:lnTo>
                    <a:lnTo>
                      <a:pt x="4248" y="25841"/>
                    </a:lnTo>
                    <a:lnTo>
                      <a:pt x="4332" y="25757"/>
                    </a:lnTo>
                    <a:lnTo>
                      <a:pt x="4562" y="26155"/>
                    </a:lnTo>
                    <a:lnTo>
                      <a:pt x="4562" y="26155"/>
                    </a:lnTo>
                    <a:lnTo>
                      <a:pt x="4520" y="26134"/>
                    </a:lnTo>
                    <a:lnTo>
                      <a:pt x="4332" y="26050"/>
                    </a:lnTo>
                    <a:lnTo>
                      <a:pt x="4227" y="25987"/>
                    </a:lnTo>
                    <a:lnTo>
                      <a:pt x="4206" y="26029"/>
                    </a:lnTo>
                    <a:lnTo>
                      <a:pt x="4248" y="26071"/>
                    </a:lnTo>
                    <a:lnTo>
                      <a:pt x="4520" y="26197"/>
                    </a:lnTo>
                    <a:lnTo>
                      <a:pt x="4541" y="26259"/>
                    </a:lnTo>
                    <a:lnTo>
                      <a:pt x="4436" y="26259"/>
                    </a:lnTo>
                    <a:lnTo>
                      <a:pt x="4436" y="26322"/>
                    </a:lnTo>
                    <a:lnTo>
                      <a:pt x="4373" y="26322"/>
                    </a:lnTo>
                    <a:lnTo>
                      <a:pt x="4353" y="26238"/>
                    </a:lnTo>
                    <a:lnTo>
                      <a:pt x="4227" y="26155"/>
                    </a:lnTo>
                    <a:lnTo>
                      <a:pt x="4206" y="26176"/>
                    </a:lnTo>
                    <a:lnTo>
                      <a:pt x="4206" y="26259"/>
                    </a:lnTo>
                    <a:lnTo>
                      <a:pt x="4122" y="26259"/>
                    </a:lnTo>
                    <a:lnTo>
                      <a:pt x="3934" y="26280"/>
                    </a:lnTo>
                    <a:lnTo>
                      <a:pt x="3892" y="26322"/>
                    </a:lnTo>
                    <a:lnTo>
                      <a:pt x="3934" y="26364"/>
                    </a:lnTo>
                    <a:lnTo>
                      <a:pt x="3913" y="26385"/>
                    </a:lnTo>
                    <a:lnTo>
                      <a:pt x="3809" y="26364"/>
                    </a:lnTo>
                    <a:lnTo>
                      <a:pt x="3704" y="26385"/>
                    </a:lnTo>
                    <a:lnTo>
                      <a:pt x="3725" y="26448"/>
                    </a:lnTo>
                    <a:lnTo>
                      <a:pt x="3850" y="26469"/>
                    </a:lnTo>
                    <a:lnTo>
                      <a:pt x="3955" y="26469"/>
                    </a:lnTo>
                    <a:lnTo>
                      <a:pt x="3997" y="26427"/>
                    </a:lnTo>
                    <a:lnTo>
                      <a:pt x="4018" y="26385"/>
                    </a:lnTo>
                    <a:lnTo>
                      <a:pt x="4101" y="26427"/>
                    </a:lnTo>
                    <a:lnTo>
                      <a:pt x="4206" y="26490"/>
                    </a:lnTo>
                    <a:lnTo>
                      <a:pt x="4248" y="26469"/>
                    </a:lnTo>
                    <a:lnTo>
                      <a:pt x="4269" y="26531"/>
                    </a:lnTo>
                    <a:lnTo>
                      <a:pt x="4269" y="26573"/>
                    </a:lnTo>
                    <a:lnTo>
                      <a:pt x="4353" y="26636"/>
                    </a:lnTo>
                    <a:lnTo>
                      <a:pt x="4269" y="26678"/>
                    </a:lnTo>
                    <a:lnTo>
                      <a:pt x="4227" y="26782"/>
                    </a:lnTo>
                    <a:lnTo>
                      <a:pt x="4269" y="26866"/>
                    </a:lnTo>
                    <a:lnTo>
                      <a:pt x="4353" y="26866"/>
                    </a:lnTo>
                    <a:lnTo>
                      <a:pt x="4436" y="26887"/>
                    </a:lnTo>
                    <a:lnTo>
                      <a:pt x="4541" y="26992"/>
                    </a:lnTo>
                    <a:lnTo>
                      <a:pt x="4625" y="26992"/>
                    </a:lnTo>
                    <a:lnTo>
                      <a:pt x="4646" y="26971"/>
                    </a:lnTo>
                    <a:lnTo>
                      <a:pt x="4562" y="26908"/>
                    </a:lnTo>
                    <a:lnTo>
                      <a:pt x="4457" y="26845"/>
                    </a:lnTo>
                    <a:lnTo>
                      <a:pt x="4436" y="26782"/>
                    </a:lnTo>
                    <a:lnTo>
                      <a:pt x="4457" y="26782"/>
                    </a:lnTo>
                    <a:lnTo>
                      <a:pt x="4541" y="26803"/>
                    </a:lnTo>
                    <a:lnTo>
                      <a:pt x="4625" y="26762"/>
                    </a:lnTo>
                    <a:lnTo>
                      <a:pt x="4646" y="26699"/>
                    </a:lnTo>
                    <a:lnTo>
                      <a:pt x="4562" y="26678"/>
                    </a:lnTo>
                    <a:lnTo>
                      <a:pt x="4520" y="26636"/>
                    </a:lnTo>
                    <a:lnTo>
                      <a:pt x="4750" y="26531"/>
                    </a:lnTo>
                    <a:lnTo>
                      <a:pt x="4855" y="26469"/>
                    </a:lnTo>
                    <a:lnTo>
                      <a:pt x="4938" y="26490"/>
                    </a:lnTo>
                    <a:cubicBezTo>
                      <a:pt x="4959" y="26531"/>
                      <a:pt x="4959" y="26552"/>
                      <a:pt x="4980" y="26552"/>
                    </a:cubicBezTo>
                    <a:lnTo>
                      <a:pt x="5001" y="26552"/>
                    </a:lnTo>
                    <a:lnTo>
                      <a:pt x="5001" y="26531"/>
                    </a:lnTo>
                    <a:lnTo>
                      <a:pt x="5294" y="26594"/>
                    </a:lnTo>
                    <a:lnTo>
                      <a:pt x="5357" y="26573"/>
                    </a:lnTo>
                    <a:lnTo>
                      <a:pt x="5357" y="26510"/>
                    </a:lnTo>
                    <a:lnTo>
                      <a:pt x="5482" y="26510"/>
                    </a:lnTo>
                    <a:lnTo>
                      <a:pt x="5420" y="26322"/>
                    </a:lnTo>
                    <a:lnTo>
                      <a:pt x="5357" y="26322"/>
                    </a:lnTo>
                    <a:lnTo>
                      <a:pt x="5252" y="26238"/>
                    </a:lnTo>
                    <a:lnTo>
                      <a:pt x="5106" y="26176"/>
                    </a:lnTo>
                    <a:lnTo>
                      <a:pt x="5106" y="26113"/>
                    </a:lnTo>
                    <a:lnTo>
                      <a:pt x="5273" y="26218"/>
                    </a:lnTo>
                    <a:lnTo>
                      <a:pt x="5399" y="26238"/>
                    </a:lnTo>
                    <a:lnTo>
                      <a:pt x="5148" y="25171"/>
                    </a:lnTo>
                    <a:lnTo>
                      <a:pt x="5106" y="25171"/>
                    </a:lnTo>
                    <a:lnTo>
                      <a:pt x="5106" y="25129"/>
                    </a:lnTo>
                    <a:lnTo>
                      <a:pt x="4959" y="24481"/>
                    </a:lnTo>
                    <a:lnTo>
                      <a:pt x="4792" y="24544"/>
                    </a:lnTo>
                    <a:lnTo>
                      <a:pt x="4750" y="24585"/>
                    </a:lnTo>
                    <a:lnTo>
                      <a:pt x="4666" y="24502"/>
                    </a:lnTo>
                    <a:lnTo>
                      <a:pt x="4583" y="24481"/>
                    </a:lnTo>
                    <a:lnTo>
                      <a:pt x="4562" y="24544"/>
                    </a:lnTo>
                    <a:cubicBezTo>
                      <a:pt x="4562" y="24502"/>
                      <a:pt x="4541" y="24502"/>
                      <a:pt x="4541" y="24481"/>
                    </a:cubicBezTo>
                    <a:lnTo>
                      <a:pt x="4541" y="24334"/>
                    </a:lnTo>
                    <a:lnTo>
                      <a:pt x="4625" y="24272"/>
                    </a:lnTo>
                    <a:lnTo>
                      <a:pt x="4750" y="24251"/>
                    </a:lnTo>
                    <a:lnTo>
                      <a:pt x="4897" y="24334"/>
                    </a:lnTo>
                    <a:lnTo>
                      <a:pt x="4980" y="24272"/>
                    </a:lnTo>
                    <a:lnTo>
                      <a:pt x="5001" y="24272"/>
                    </a:lnTo>
                    <a:lnTo>
                      <a:pt x="4855" y="24146"/>
                    </a:lnTo>
                    <a:lnTo>
                      <a:pt x="4520" y="23937"/>
                    </a:lnTo>
                    <a:lnTo>
                      <a:pt x="4457" y="23874"/>
                    </a:lnTo>
                    <a:lnTo>
                      <a:pt x="3725" y="23874"/>
                    </a:lnTo>
                    <a:lnTo>
                      <a:pt x="3306" y="23958"/>
                    </a:lnTo>
                    <a:lnTo>
                      <a:pt x="3202" y="23895"/>
                    </a:lnTo>
                    <a:lnTo>
                      <a:pt x="2930" y="23874"/>
                    </a:lnTo>
                    <a:lnTo>
                      <a:pt x="2846" y="23644"/>
                    </a:lnTo>
                    <a:lnTo>
                      <a:pt x="2783" y="23435"/>
                    </a:lnTo>
                    <a:lnTo>
                      <a:pt x="2658" y="23330"/>
                    </a:lnTo>
                    <a:lnTo>
                      <a:pt x="2637" y="22995"/>
                    </a:lnTo>
                    <a:lnTo>
                      <a:pt x="2637" y="22828"/>
                    </a:lnTo>
                    <a:lnTo>
                      <a:pt x="2511" y="22828"/>
                    </a:lnTo>
                    <a:lnTo>
                      <a:pt x="2323" y="22912"/>
                    </a:lnTo>
                    <a:lnTo>
                      <a:pt x="2218" y="23016"/>
                    </a:lnTo>
                    <a:lnTo>
                      <a:pt x="2093" y="23016"/>
                    </a:lnTo>
                    <a:lnTo>
                      <a:pt x="1842" y="22577"/>
                    </a:lnTo>
                    <a:cubicBezTo>
                      <a:pt x="1821" y="22493"/>
                      <a:pt x="1800" y="22409"/>
                      <a:pt x="1800" y="22326"/>
                    </a:cubicBezTo>
                    <a:lnTo>
                      <a:pt x="1884" y="21844"/>
                    </a:lnTo>
                    <a:lnTo>
                      <a:pt x="2009" y="21656"/>
                    </a:lnTo>
                    <a:lnTo>
                      <a:pt x="2218" y="21447"/>
                    </a:lnTo>
                    <a:lnTo>
                      <a:pt x="2260" y="21154"/>
                    </a:lnTo>
                    <a:lnTo>
                      <a:pt x="2218" y="20840"/>
                    </a:lnTo>
                    <a:lnTo>
                      <a:pt x="2135" y="20610"/>
                    </a:lnTo>
                    <a:lnTo>
                      <a:pt x="2197" y="20338"/>
                    </a:lnTo>
                    <a:lnTo>
                      <a:pt x="2302" y="20212"/>
                    </a:lnTo>
                    <a:lnTo>
                      <a:pt x="2197" y="19961"/>
                    </a:lnTo>
                    <a:lnTo>
                      <a:pt x="2218" y="19815"/>
                    </a:lnTo>
                    <a:lnTo>
                      <a:pt x="2323" y="19710"/>
                    </a:lnTo>
                    <a:lnTo>
                      <a:pt x="2239" y="19480"/>
                    </a:lnTo>
                    <a:lnTo>
                      <a:pt x="2197" y="19166"/>
                    </a:lnTo>
                    <a:lnTo>
                      <a:pt x="2114" y="19020"/>
                    </a:lnTo>
                    <a:lnTo>
                      <a:pt x="2114" y="18915"/>
                    </a:lnTo>
                    <a:lnTo>
                      <a:pt x="2260" y="18769"/>
                    </a:lnTo>
                    <a:lnTo>
                      <a:pt x="2260" y="18643"/>
                    </a:lnTo>
                    <a:lnTo>
                      <a:pt x="2135" y="18434"/>
                    </a:lnTo>
                    <a:lnTo>
                      <a:pt x="1946" y="18308"/>
                    </a:lnTo>
                    <a:lnTo>
                      <a:pt x="1821" y="18308"/>
                    </a:lnTo>
                    <a:lnTo>
                      <a:pt x="1800" y="18329"/>
                    </a:lnTo>
                    <a:lnTo>
                      <a:pt x="1716" y="18246"/>
                    </a:lnTo>
                    <a:lnTo>
                      <a:pt x="1779" y="18141"/>
                    </a:lnTo>
                    <a:lnTo>
                      <a:pt x="2030" y="18141"/>
                    </a:lnTo>
                    <a:lnTo>
                      <a:pt x="2156" y="17995"/>
                    </a:lnTo>
                    <a:lnTo>
                      <a:pt x="2156" y="17869"/>
                    </a:lnTo>
                    <a:lnTo>
                      <a:pt x="2093" y="17827"/>
                    </a:lnTo>
                    <a:lnTo>
                      <a:pt x="2009" y="17890"/>
                    </a:lnTo>
                    <a:lnTo>
                      <a:pt x="1905" y="17869"/>
                    </a:lnTo>
                    <a:lnTo>
                      <a:pt x="1842" y="17597"/>
                    </a:lnTo>
                    <a:lnTo>
                      <a:pt x="1737" y="17367"/>
                    </a:lnTo>
                    <a:lnTo>
                      <a:pt x="1737" y="17199"/>
                    </a:lnTo>
                    <a:lnTo>
                      <a:pt x="1737" y="17032"/>
                    </a:lnTo>
                    <a:lnTo>
                      <a:pt x="1570" y="16969"/>
                    </a:lnTo>
                    <a:lnTo>
                      <a:pt x="1570" y="16948"/>
                    </a:lnTo>
                    <a:cubicBezTo>
                      <a:pt x="1528" y="16865"/>
                      <a:pt x="1528" y="16760"/>
                      <a:pt x="1507" y="16676"/>
                    </a:cubicBezTo>
                    <a:lnTo>
                      <a:pt x="1486" y="16362"/>
                    </a:lnTo>
                    <a:lnTo>
                      <a:pt x="1612" y="16300"/>
                    </a:lnTo>
                    <a:lnTo>
                      <a:pt x="1633" y="16132"/>
                    </a:lnTo>
                    <a:lnTo>
                      <a:pt x="1591" y="16028"/>
                    </a:lnTo>
                    <a:lnTo>
                      <a:pt x="1486" y="15986"/>
                    </a:lnTo>
                    <a:lnTo>
                      <a:pt x="1423" y="15714"/>
                    </a:lnTo>
                    <a:lnTo>
                      <a:pt x="1402" y="15358"/>
                    </a:lnTo>
                    <a:lnTo>
                      <a:pt x="1423" y="14940"/>
                    </a:lnTo>
                    <a:lnTo>
                      <a:pt x="1319" y="14751"/>
                    </a:lnTo>
                    <a:lnTo>
                      <a:pt x="1298" y="14542"/>
                    </a:lnTo>
                    <a:lnTo>
                      <a:pt x="1507" y="14249"/>
                    </a:lnTo>
                    <a:lnTo>
                      <a:pt x="1528" y="13935"/>
                    </a:lnTo>
                    <a:lnTo>
                      <a:pt x="1695" y="13852"/>
                    </a:lnTo>
                    <a:lnTo>
                      <a:pt x="1779" y="13747"/>
                    </a:lnTo>
                    <a:lnTo>
                      <a:pt x="1423" y="13077"/>
                    </a:lnTo>
                    <a:lnTo>
                      <a:pt x="1486" y="12847"/>
                    </a:lnTo>
                    <a:lnTo>
                      <a:pt x="1486" y="12680"/>
                    </a:lnTo>
                    <a:lnTo>
                      <a:pt x="1486" y="12282"/>
                    </a:lnTo>
                    <a:lnTo>
                      <a:pt x="1612" y="12052"/>
                    </a:lnTo>
                    <a:lnTo>
                      <a:pt x="1737" y="11927"/>
                    </a:lnTo>
                    <a:lnTo>
                      <a:pt x="1716" y="11717"/>
                    </a:lnTo>
                    <a:lnTo>
                      <a:pt x="1612" y="11529"/>
                    </a:lnTo>
                    <a:lnTo>
                      <a:pt x="1528" y="11445"/>
                    </a:lnTo>
                    <a:lnTo>
                      <a:pt x="1674" y="11278"/>
                    </a:lnTo>
                    <a:lnTo>
                      <a:pt x="1633" y="11027"/>
                    </a:lnTo>
                    <a:lnTo>
                      <a:pt x="1737" y="10797"/>
                    </a:lnTo>
                    <a:lnTo>
                      <a:pt x="1842" y="10776"/>
                    </a:lnTo>
                    <a:lnTo>
                      <a:pt x="1884" y="10504"/>
                    </a:lnTo>
                    <a:lnTo>
                      <a:pt x="1821" y="10064"/>
                    </a:lnTo>
                    <a:lnTo>
                      <a:pt x="1737" y="9981"/>
                    </a:lnTo>
                    <a:lnTo>
                      <a:pt x="1674" y="9646"/>
                    </a:lnTo>
                    <a:lnTo>
                      <a:pt x="1591" y="9458"/>
                    </a:lnTo>
                    <a:lnTo>
                      <a:pt x="1444" y="9248"/>
                    </a:lnTo>
                    <a:lnTo>
                      <a:pt x="1423" y="9144"/>
                    </a:lnTo>
                    <a:lnTo>
                      <a:pt x="1319" y="9018"/>
                    </a:lnTo>
                    <a:lnTo>
                      <a:pt x="1277" y="8725"/>
                    </a:lnTo>
                    <a:lnTo>
                      <a:pt x="1298" y="8516"/>
                    </a:lnTo>
                    <a:lnTo>
                      <a:pt x="1444" y="8453"/>
                    </a:lnTo>
                    <a:lnTo>
                      <a:pt x="1444" y="8160"/>
                    </a:lnTo>
                    <a:lnTo>
                      <a:pt x="1528" y="8056"/>
                    </a:lnTo>
                    <a:lnTo>
                      <a:pt x="1528" y="7784"/>
                    </a:lnTo>
                    <a:lnTo>
                      <a:pt x="1423" y="7616"/>
                    </a:lnTo>
                    <a:lnTo>
                      <a:pt x="1402" y="7240"/>
                    </a:lnTo>
                    <a:lnTo>
                      <a:pt x="1486" y="7156"/>
                    </a:lnTo>
                    <a:lnTo>
                      <a:pt x="1528" y="6738"/>
                    </a:lnTo>
                    <a:lnTo>
                      <a:pt x="1633" y="6591"/>
                    </a:lnTo>
                    <a:lnTo>
                      <a:pt x="1800" y="6194"/>
                    </a:lnTo>
                    <a:lnTo>
                      <a:pt x="1946" y="6047"/>
                    </a:lnTo>
                    <a:lnTo>
                      <a:pt x="2051" y="5984"/>
                    </a:lnTo>
                    <a:lnTo>
                      <a:pt x="2135" y="5880"/>
                    </a:lnTo>
                    <a:lnTo>
                      <a:pt x="2093" y="5838"/>
                    </a:lnTo>
                    <a:lnTo>
                      <a:pt x="2093" y="5671"/>
                    </a:lnTo>
                    <a:lnTo>
                      <a:pt x="2030" y="5587"/>
                    </a:lnTo>
                    <a:lnTo>
                      <a:pt x="1946" y="5545"/>
                    </a:lnTo>
                    <a:lnTo>
                      <a:pt x="1988" y="5440"/>
                    </a:lnTo>
                    <a:lnTo>
                      <a:pt x="2093" y="5357"/>
                    </a:lnTo>
                    <a:lnTo>
                      <a:pt x="2093" y="5210"/>
                    </a:lnTo>
                    <a:lnTo>
                      <a:pt x="1946" y="5043"/>
                    </a:lnTo>
                    <a:lnTo>
                      <a:pt x="1925" y="4854"/>
                    </a:lnTo>
                    <a:lnTo>
                      <a:pt x="2009" y="4729"/>
                    </a:lnTo>
                    <a:lnTo>
                      <a:pt x="1988" y="4624"/>
                    </a:lnTo>
                    <a:lnTo>
                      <a:pt x="1842" y="4520"/>
                    </a:lnTo>
                    <a:lnTo>
                      <a:pt x="1905" y="4373"/>
                    </a:lnTo>
                    <a:lnTo>
                      <a:pt x="2574" y="3997"/>
                    </a:lnTo>
                    <a:lnTo>
                      <a:pt x="2741" y="3348"/>
                    </a:lnTo>
                    <a:lnTo>
                      <a:pt x="2658" y="3181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344" y="3285"/>
                    </a:lnTo>
                    <a:lnTo>
                      <a:pt x="1925" y="2134"/>
                    </a:lnTo>
                    <a:lnTo>
                      <a:pt x="1633" y="1883"/>
                    </a:lnTo>
                    <a:lnTo>
                      <a:pt x="1570" y="1779"/>
                    </a:lnTo>
                    <a:lnTo>
                      <a:pt x="1695" y="1465"/>
                    </a:lnTo>
                    <a:lnTo>
                      <a:pt x="1633" y="1360"/>
                    </a:lnTo>
                    <a:lnTo>
                      <a:pt x="1716" y="1193"/>
                    </a:lnTo>
                    <a:lnTo>
                      <a:pt x="1695" y="1130"/>
                    </a:lnTo>
                    <a:lnTo>
                      <a:pt x="1423" y="921"/>
                    </a:lnTo>
                    <a:lnTo>
                      <a:pt x="1360" y="774"/>
                    </a:lnTo>
                    <a:lnTo>
                      <a:pt x="1319" y="607"/>
                    </a:lnTo>
                    <a:lnTo>
                      <a:pt x="1298" y="544"/>
                    </a:lnTo>
                    <a:lnTo>
                      <a:pt x="1319" y="440"/>
                    </a:lnTo>
                    <a:lnTo>
                      <a:pt x="1298" y="335"/>
                    </a:lnTo>
                    <a:lnTo>
                      <a:pt x="1256" y="293"/>
                    </a:lnTo>
                    <a:lnTo>
                      <a:pt x="1151" y="189"/>
                    </a:lnTo>
                    <a:lnTo>
                      <a:pt x="1151" y="21"/>
                    </a:lnTo>
                    <a:lnTo>
                      <a:pt x="1109" y="21"/>
                    </a:lnTo>
                    <a:lnTo>
                      <a:pt x="104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73" name="Google Shape;2173;p45"/>
            <p:cNvGrpSpPr/>
            <p:nvPr/>
          </p:nvGrpSpPr>
          <p:grpSpPr>
            <a:xfrm>
              <a:off x="3855466" y="3289811"/>
              <a:ext cx="112514" cy="94210"/>
              <a:chOff x="3918000" y="3561900"/>
              <a:chExt cx="236225" cy="207100"/>
            </a:xfrm>
          </p:grpSpPr>
          <p:sp>
            <p:nvSpPr>
              <p:cNvPr id="2174" name="Google Shape;2174;p45"/>
              <p:cNvSpPr/>
              <p:nvPr/>
            </p:nvSpPr>
            <p:spPr>
              <a:xfrm>
                <a:off x="3925800" y="3561900"/>
                <a:ext cx="228425" cy="170000"/>
              </a:xfrm>
              <a:custGeom>
                <a:avLst/>
                <a:gdLst/>
                <a:ahLst/>
                <a:cxnLst/>
                <a:rect l="l" t="t" r="r" b="b"/>
                <a:pathLst>
                  <a:path w="9137" h="6800" extrusionOk="0">
                    <a:moveTo>
                      <a:pt x="0" y="4356"/>
                    </a:moveTo>
                    <a:lnTo>
                      <a:pt x="1381" y="1594"/>
                    </a:lnTo>
                    <a:lnTo>
                      <a:pt x="7012" y="0"/>
                    </a:lnTo>
                    <a:lnTo>
                      <a:pt x="9137" y="532"/>
                    </a:lnTo>
                    <a:lnTo>
                      <a:pt x="8500" y="2444"/>
                    </a:lnTo>
                    <a:lnTo>
                      <a:pt x="6906" y="5206"/>
                    </a:lnTo>
                    <a:lnTo>
                      <a:pt x="3719" y="680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175" name="Google Shape;2175;p45"/>
              <p:cNvSpPr/>
              <p:nvPr/>
            </p:nvSpPr>
            <p:spPr>
              <a:xfrm>
                <a:off x="3918000" y="3569675"/>
                <a:ext cx="229150" cy="199325"/>
              </a:xfrm>
              <a:custGeom>
                <a:avLst/>
                <a:gdLst/>
                <a:ahLst/>
                <a:cxnLst/>
                <a:rect l="l" t="t" r="r" b="b"/>
                <a:pathLst>
                  <a:path w="9166" h="7973" extrusionOk="0">
                    <a:moveTo>
                      <a:pt x="6696" y="3976"/>
                    </a:moveTo>
                    <a:lnTo>
                      <a:pt x="6738" y="4018"/>
                    </a:lnTo>
                    <a:lnTo>
                      <a:pt x="6780" y="3997"/>
                    </a:lnTo>
                    <a:lnTo>
                      <a:pt x="6843" y="4039"/>
                    </a:lnTo>
                    <a:lnTo>
                      <a:pt x="6926" y="4018"/>
                    </a:lnTo>
                    <a:lnTo>
                      <a:pt x="7052" y="4122"/>
                    </a:lnTo>
                    <a:lnTo>
                      <a:pt x="7136" y="4353"/>
                    </a:lnTo>
                    <a:lnTo>
                      <a:pt x="7136" y="4499"/>
                    </a:lnTo>
                    <a:lnTo>
                      <a:pt x="7094" y="4583"/>
                    </a:lnTo>
                    <a:lnTo>
                      <a:pt x="6989" y="4625"/>
                    </a:lnTo>
                    <a:lnTo>
                      <a:pt x="6989" y="4708"/>
                    </a:lnTo>
                    <a:lnTo>
                      <a:pt x="7031" y="4750"/>
                    </a:lnTo>
                    <a:lnTo>
                      <a:pt x="7031" y="4834"/>
                    </a:lnTo>
                    <a:lnTo>
                      <a:pt x="6926" y="4918"/>
                    </a:lnTo>
                    <a:lnTo>
                      <a:pt x="6843" y="4876"/>
                    </a:lnTo>
                    <a:lnTo>
                      <a:pt x="6738" y="4918"/>
                    </a:lnTo>
                    <a:lnTo>
                      <a:pt x="6675" y="4959"/>
                    </a:lnTo>
                    <a:lnTo>
                      <a:pt x="6571" y="5001"/>
                    </a:lnTo>
                    <a:lnTo>
                      <a:pt x="6508" y="5127"/>
                    </a:lnTo>
                    <a:lnTo>
                      <a:pt x="6466" y="5169"/>
                    </a:lnTo>
                    <a:lnTo>
                      <a:pt x="6424" y="5231"/>
                    </a:lnTo>
                    <a:lnTo>
                      <a:pt x="6320" y="5231"/>
                    </a:lnTo>
                    <a:lnTo>
                      <a:pt x="6194" y="5169"/>
                    </a:lnTo>
                    <a:lnTo>
                      <a:pt x="6152" y="5106"/>
                    </a:lnTo>
                    <a:lnTo>
                      <a:pt x="6069" y="5022"/>
                    </a:lnTo>
                    <a:lnTo>
                      <a:pt x="6069" y="4918"/>
                    </a:lnTo>
                    <a:lnTo>
                      <a:pt x="5985" y="4834"/>
                    </a:lnTo>
                    <a:lnTo>
                      <a:pt x="5964" y="4771"/>
                    </a:lnTo>
                    <a:lnTo>
                      <a:pt x="5880" y="4708"/>
                    </a:lnTo>
                    <a:lnTo>
                      <a:pt x="5838" y="4604"/>
                    </a:lnTo>
                    <a:lnTo>
                      <a:pt x="5901" y="4541"/>
                    </a:lnTo>
                    <a:lnTo>
                      <a:pt x="6069" y="4415"/>
                    </a:lnTo>
                    <a:lnTo>
                      <a:pt x="6110" y="4248"/>
                    </a:lnTo>
                    <a:lnTo>
                      <a:pt x="6257" y="4164"/>
                    </a:lnTo>
                    <a:lnTo>
                      <a:pt x="6466" y="4122"/>
                    </a:lnTo>
                    <a:lnTo>
                      <a:pt x="6508" y="4081"/>
                    </a:lnTo>
                    <a:lnTo>
                      <a:pt x="6592" y="4018"/>
                    </a:lnTo>
                    <a:lnTo>
                      <a:pt x="6613" y="3976"/>
                    </a:lnTo>
                    <a:close/>
                    <a:moveTo>
                      <a:pt x="7659" y="1"/>
                    </a:moveTo>
                    <a:lnTo>
                      <a:pt x="7470" y="21"/>
                    </a:lnTo>
                    <a:lnTo>
                      <a:pt x="7387" y="21"/>
                    </a:lnTo>
                    <a:lnTo>
                      <a:pt x="7345" y="63"/>
                    </a:lnTo>
                    <a:lnTo>
                      <a:pt x="7240" y="63"/>
                    </a:lnTo>
                    <a:lnTo>
                      <a:pt x="7178" y="126"/>
                    </a:lnTo>
                    <a:lnTo>
                      <a:pt x="7178" y="168"/>
                    </a:lnTo>
                    <a:lnTo>
                      <a:pt x="7157" y="252"/>
                    </a:lnTo>
                    <a:lnTo>
                      <a:pt x="7073" y="273"/>
                    </a:lnTo>
                    <a:lnTo>
                      <a:pt x="7010" y="356"/>
                    </a:lnTo>
                    <a:lnTo>
                      <a:pt x="6843" y="356"/>
                    </a:lnTo>
                    <a:lnTo>
                      <a:pt x="6822" y="335"/>
                    </a:lnTo>
                    <a:lnTo>
                      <a:pt x="6717" y="356"/>
                    </a:lnTo>
                    <a:lnTo>
                      <a:pt x="6592" y="461"/>
                    </a:lnTo>
                    <a:lnTo>
                      <a:pt x="6529" y="524"/>
                    </a:lnTo>
                    <a:lnTo>
                      <a:pt x="6445" y="565"/>
                    </a:lnTo>
                    <a:lnTo>
                      <a:pt x="6424" y="628"/>
                    </a:lnTo>
                    <a:lnTo>
                      <a:pt x="6341" y="649"/>
                    </a:lnTo>
                    <a:lnTo>
                      <a:pt x="6299" y="691"/>
                    </a:lnTo>
                    <a:lnTo>
                      <a:pt x="6236" y="733"/>
                    </a:lnTo>
                    <a:lnTo>
                      <a:pt x="6173" y="754"/>
                    </a:lnTo>
                    <a:lnTo>
                      <a:pt x="6006" y="963"/>
                    </a:lnTo>
                    <a:lnTo>
                      <a:pt x="5985" y="1089"/>
                    </a:lnTo>
                    <a:lnTo>
                      <a:pt x="6006" y="1151"/>
                    </a:lnTo>
                    <a:lnTo>
                      <a:pt x="6006" y="1214"/>
                    </a:lnTo>
                    <a:lnTo>
                      <a:pt x="5922" y="1256"/>
                    </a:lnTo>
                    <a:lnTo>
                      <a:pt x="5901" y="1298"/>
                    </a:lnTo>
                    <a:lnTo>
                      <a:pt x="5859" y="1319"/>
                    </a:lnTo>
                    <a:lnTo>
                      <a:pt x="5776" y="1402"/>
                    </a:lnTo>
                    <a:lnTo>
                      <a:pt x="5755" y="1486"/>
                    </a:lnTo>
                    <a:lnTo>
                      <a:pt x="5713" y="1507"/>
                    </a:lnTo>
                    <a:lnTo>
                      <a:pt x="5692" y="1570"/>
                    </a:lnTo>
                    <a:lnTo>
                      <a:pt x="5608" y="1570"/>
                    </a:lnTo>
                    <a:lnTo>
                      <a:pt x="5545" y="1612"/>
                    </a:lnTo>
                    <a:lnTo>
                      <a:pt x="5399" y="1633"/>
                    </a:lnTo>
                    <a:lnTo>
                      <a:pt x="5357" y="1737"/>
                    </a:lnTo>
                    <a:lnTo>
                      <a:pt x="5357" y="1905"/>
                    </a:lnTo>
                    <a:lnTo>
                      <a:pt x="5294" y="1967"/>
                    </a:lnTo>
                    <a:lnTo>
                      <a:pt x="5294" y="2030"/>
                    </a:lnTo>
                    <a:lnTo>
                      <a:pt x="5273" y="2135"/>
                    </a:lnTo>
                    <a:lnTo>
                      <a:pt x="5294" y="2197"/>
                    </a:lnTo>
                    <a:lnTo>
                      <a:pt x="5169" y="2260"/>
                    </a:lnTo>
                    <a:lnTo>
                      <a:pt x="5085" y="2239"/>
                    </a:lnTo>
                    <a:lnTo>
                      <a:pt x="5043" y="2197"/>
                    </a:lnTo>
                    <a:lnTo>
                      <a:pt x="4834" y="2197"/>
                    </a:lnTo>
                    <a:lnTo>
                      <a:pt x="4709" y="2218"/>
                    </a:lnTo>
                    <a:lnTo>
                      <a:pt x="4604" y="2197"/>
                    </a:lnTo>
                    <a:lnTo>
                      <a:pt x="4520" y="2218"/>
                    </a:lnTo>
                    <a:lnTo>
                      <a:pt x="4311" y="2093"/>
                    </a:lnTo>
                    <a:lnTo>
                      <a:pt x="4227" y="2093"/>
                    </a:lnTo>
                    <a:lnTo>
                      <a:pt x="4185" y="2009"/>
                    </a:lnTo>
                    <a:lnTo>
                      <a:pt x="3997" y="1988"/>
                    </a:lnTo>
                    <a:lnTo>
                      <a:pt x="3872" y="2009"/>
                    </a:lnTo>
                    <a:lnTo>
                      <a:pt x="3704" y="2135"/>
                    </a:lnTo>
                    <a:lnTo>
                      <a:pt x="3621" y="2365"/>
                    </a:lnTo>
                    <a:lnTo>
                      <a:pt x="3516" y="2469"/>
                    </a:lnTo>
                    <a:lnTo>
                      <a:pt x="3349" y="2553"/>
                    </a:lnTo>
                    <a:lnTo>
                      <a:pt x="3286" y="2637"/>
                    </a:lnTo>
                    <a:lnTo>
                      <a:pt x="3181" y="2721"/>
                    </a:lnTo>
                    <a:lnTo>
                      <a:pt x="3056" y="2742"/>
                    </a:lnTo>
                    <a:lnTo>
                      <a:pt x="2972" y="2783"/>
                    </a:lnTo>
                    <a:lnTo>
                      <a:pt x="2846" y="2762"/>
                    </a:lnTo>
                    <a:lnTo>
                      <a:pt x="2763" y="2825"/>
                    </a:lnTo>
                    <a:lnTo>
                      <a:pt x="2616" y="2783"/>
                    </a:lnTo>
                    <a:lnTo>
                      <a:pt x="2449" y="2825"/>
                    </a:lnTo>
                    <a:lnTo>
                      <a:pt x="2449" y="2721"/>
                    </a:lnTo>
                    <a:lnTo>
                      <a:pt x="2532" y="2532"/>
                    </a:lnTo>
                    <a:lnTo>
                      <a:pt x="2532" y="2365"/>
                    </a:lnTo>
                    <a:lnTo>
                      <a:pt x="2365" y="2051"/>
                    </a:lnTo>
                    <a:lnTo>
                      <a:pt x="2323" y="1905"/>
                    </a:lnTo>
                    <a:lnTo>
                      <a:pt x="2135" y="1779"/>
                    </a:lnTo>
                    <a:lnTo>
                      <a:pt x="2051" y="3871"/>
                    </a:lnTo>
                    <a:lnTo>
                      <a:pt x="1821" y="3871"/>
                    </a:lnTo>
                    <a:lnTo>
                      <a:pt x="1675" y="3934"/>
                    </a:lnTo>
                    <a:lnTo>
                      <a:pt x="1612" y="4039"/>
                    </a:lnTo>
                    <a:lnTo>
                      <a:pt x="1528" y="4081"/>
                    </a:lnTo>
                    <a:lnTo>
                      <a:pt x="1486" y="4122"/>
                    </a:lnTo>
                    <a:lnTo>
                      <a:pt x="1486" y="4248"/>
                    </a:lnTo>
                    <a:lnTo>
                      <a:pt x="1403" y="4227"/>
                    </a:lnTo>
                    <a:lnTo>
                      <a:pt x="1319" y="4227"/>
                    </a:lnTo>
                    <a:lnTo>
                      <a:pt x="1277" y="4143"/>
                    </a:lnTo>
                    <a:lnTo>
                      <a:pt x="1193" y="4143"/>
                    </a:lnTo>
                    <a:lnTo>
                      <a:pt x="1152" y="4206"/>
                    </a:lnTo>
                    <a:lnTo>
                      <a:pt x="1047" y="4185"/>
                    </a:lnTo>
                    <a:lnTo>
                      <a:pt x="984" y="4143"/>
                    </a:lnTo>
                    <a:lnTo>
                      <a:pt x="880" y="4185"/>
                    </a:lnTo>
                    <a:lnTo>
                      <a:pt x="754" y="4102"/>
                    </a:lnTo>
                    <a:lnTo>
                      <a:pt x="566" y="4039"/>
                    </a:lnTo>
                    <a:lnTo>
                      <a:pt x="482" y="3871"/>
                    </a:lnTo>
                    <a:lnTo>
                      <a:pt x="545" y="3725"/>
                    </a:lnTo>
                    <a:lnTo>
                      <a:pt x="440" y="3725"/>
                    </a:lnTo>
                    <a:lnTo>
                      <a:pt x="356" y="3599"/>
                    </a:lnTo>
                    <a:lnTo>
                      <a:pt x="231" y="3662"/>
                    </a:lnTo>
                    <a:lnTo>
                      <a:pt x="168" y="3767"/>
                    </a:lnTo>
                    <a:lnTo>
                      <a:pt x="210" y="3788"/>
                    </a:lnTo>
                    <a:lnTo>
                      <a:pt x="210" y="3871"/>
                    </a:lnTo>
                    <a:lnTo>
                      <a:pt x="64" y="3892"/>
                    </a:lnTo>
                    <a:lnTo>
                      <a:pt x="1" y="3934"/>
                    </a:lnTo>
                    <a:lnTo>
                      <a:pt x="22" y="4122"/>
                    </a:lnTo>
                    <a:lnTo>
                      <a:pt x="210" y="4248"/>
                    </a:lnTo>
                    <a:lnTo>
                      <a:pt x="336" y="4625"/>
                    </a:lnTo>
                    <a:lnTo>
                      <a:pt x="336" y="4771"/>
                    </a:lnTo>
                    <a:lnTo>
                      <a:pt x="461" y="5085"/>
                    </a:lnTo>
                    <a:lnTo>
                      <a:pt x="545" y="5441"/>
                    </a:lnTo>
                    <a:lnTo>
                      <a:pt x="691" y="5650"/>
                    </a:lnTo>
                    <a:lnTo>
                      <a:pt x="691" y="5775"/>
                    </a:lnTo>
                    <a:lnTo>
                      <a:pt x="859" y="6027"/>
                    </a:lnTo>
                    <a:lnTo>
                      <a:pt x="859" y="6110"/>
                    </a:lnTo>
                    <a:lnTo>
                      <a:pt x="900" y="6299"/>
                    </a:lnTo>
                    <a:lnTo>
                      <a:pt x="880" y="6487"/>
                    </a:lnTo>
                    <a:lnTo>
                      <a:pt x="796" y="6550"/>
                    </a:lnTo>
                    <a:lnTo>
                      <a:pt x="754" y="6550"/>
                    </a:lnTo>
                    <a:lnTo>
                      <a:pt x="691" y="6508"/>
                    </a:lnTo>
                    <a:lnTo>
                      <a:pt x="649" y="6550"/>
                    </a:lnTo>
                    <a:lnTo>
                      <a:pt x="649" y="6717"/>
                    </a:lnTo>
                    <a:lnTo>
                      <a:pt x="733" y="6863"/>
                    </a:lnTo>
                    <a:lnTo>
                      <a:pt x="838" y="6968"/>
                    </a:lnTo>
                    <a:lnTo>
                      <a:pt x="942" y="7156"/>
                    </a:lnTo>
                    <a:lnTo>
                      <a:pt x="859" y="7282"/>
                    </a:lnTo>
                    <a:lnTo>
                      <a:pt x="880" y="7449"/>
                    </a:lnTo>
                    <a:lnTo>
                      <a:pt x="838" y="7554"/>
                    </a:lnTo>
                    <a:lnTo>
                      <a:pt x="838" y="7659"/>
                    </a:lnTo>
                    <a:lnTo>
                      <a:pt x="900" y="7700"/>
                    </a:lnTo>
                    <a:lnTo>
                      <a:pt x="900" y="7596"/>
                    </a:lnTo>
                    <a:lnTo>
                      <a:pt x="1005" y="7533"/>
                    </a:lnTo>
                    <a:lnTo>
                      <a:pt x="1152" y="7554"/>
                    </a:lnTo>
                    <a:lnTo>
                      <a:pt x="1172" y="7679"/>
                    </a:lnTo>
                    <a:lnTo>
                      <a:pt x="1110" y="7721"/>
                    </a:lnTo>
                    <a:lnTo>
                      <a:pt x="1172" y="7742"/>
                    </a:lnTo>
                    <a:lnTo>
                      <a:pt x="1256" y="7679"/>
                    </a:lnTo>
                    <a:lnTo>
                      <a:pt x="1361" y="7742"/>
                    </a:lnTo>
                    <a:lnTo>
                      <a:pt x="1361" y="7868"/>
                    </a:lnTo>
                    <a:lnTo>
                      <a:pt x="1403" y="7847"/>
                    </a:lnTo>
                    <a:lnTo>
                      <a:pt x="1696" y="7972"/>
                    </a:lnTo>
                    <a:lnTo>
                      <a:pt x="1737" y="7951"/>
                    </a:lnTo>
                    <a:lnTo>
                      <a:pt x="1800" y="7972"/>
                    </a:lnTo>
                    <a:lnTo>
                      <a:pt x="1821" y="7889"/>
                    </a:lnTo>
                    <a:lnTo>
                      <a:pt x="1926" y="7868"/>
                    </a:lnTo>
                    <a:lnTo>
                      <a:pt x="2051" y="7742"/>
                    </a:lnTo>
                    <a:lnTo>
                      <a:pt x="2198" y="7763"/>
                    </a:lnTo>
                    <a:lnTo>
                      <a:pt x="2219" y="7721"/>
                    </a:lnTo>
                    <a:lnTo>
                      <a:pt x="2344" y="7721"/>
                    </a:lnTo>
                    <a:lnTo>
                      <a:pt x="2512" y="7763"/>
                    </a:lnTo>
                    <a:lnTo>
                      <a:pt x="2574" y="7742"/>
                    </a:lnTo>
                    <a:lnTo>
                      <a:pt x="2721" y="7742"/>
                    </a:lnTo>
                    <a:lnTo>
                      <a:pt x="2742" y="7679"/>
                    </a:lnTo>
                    <a:lnTo>
                      <a:pt x="2784" y="7638"/>
                    </a:lnTo>
                    <a:lnTo>
                      <a:pt x="2867" y="7596"/>
                    </a:lnTo>
                    <a:lnTo>
                      <a:pt x="2930" y="7638"/>
                    </a:lnTo>
                    <a:lnTo>
                      <a:pt x="2951" y="7533"/>
                    </a:lnTo>
                    <a:lnTo>
                      <a:pt x="3035" y="7470"/>
                    </a:lnTo>
                    <a:lnTo>
                      <a:pt x="3349" y="7470"/>
                    </a:lnTo>
                    <a:lnTo>
                      <a:pt x="3474" y="7554"/>
                    </a:lnTo>
                    <a:lnTo>
                      <a:pt x="3558" y="7533"/>
                    </a:lnTo>
                    <a:lnTo>
                      <a:pt x="3558" y="7470"/>
                    </a:lnTo>
                    <a:lnTo>
                      <a:pt x="3725" y="7449"/>
                    </a:lnTo>
                    <a:lnTo>
                      <a:pt x="3997" y="7533"/>
                    </a:lnTo>
                    <a:lnTo>
                      <a:pt x="4081" y="7575"/>
                    </a:lnTo>
                    <a:lnTo>
                      <a:pt x="4353" y="7638"/>
                    </a:lnTo>
                    <a:lnTo>
                      <a:pt x="4395" y="7596"/>
                    </a:lnTo>
                    <a:lnTo>
                      <a:pt x="4353" y="7533"/>
                    </a:lnTo>
                    <a:lnTo>
                      <a:pt x="4437" y="7449"/>
                    </a:lnTo>
                    <a:lnTo>
                      <a:pt x="4541" y="7449"/>
                    </a:lnTo>
                    <a:lnTo>
                      <a:pt x="4667" y="7491"/>
                    </a:lnTo>
                    <a:lnTo>
                      <a:pt x="4876" y="7491"/>
                    </a:lnTo>
                    <a:lnTo>
                      <a:pt x="4876" y="7470"/>
                    </a:lnTo>
                    <a:lnTo>
                      <a:pt x="4813" y="7387"/>
                    </a:lnTo>
                    <a:lnTo>
                      <a:pt x="4855" y="7303"/>
                    </a:lnTo>
                    <a:lnTo>
                      <a:pt x="5022" y="7240"/>
                    </a:lnTo>
                    <a:lnTo>
                      <a:pt x="5190" y="7240"/>
                    </a:lnTo>
                    <a:lnTo>
                      <a:pt x="5253" y="7303"/>
                    </a:lnTo>
                    <a:lnTo>
                      <a:pt x="5378" y="7303"/>
                    </a:lnTo>
                    <a:lnTo>
                      <a:pt x="5504" y="7219"/>
                    </a:lnTo>
                    <a:lnTo>
                      <a:pt x="5713" y="7156"/>
                    </a:lnTo>
                    <a:lnTo>
                      <a:pt x="5713" y="7135"/>
                    </a:lnTo>
                    <a:lnTo>
                      <a:pt x="5859" y="7073"/>
                    </a:lnTo>
                    <a:lnTo>
                      <a:pt x="5922" y="6968"/>
                    </a:lnTo>
                    <a:lnTo>
                      <a:pt x="6320" y="6717"/>
                    </a:lnTo>
                    <a:lnTo>
                      <a:pt x="6424" y="6612"/>
                    </a:lnTo>
                    <a:lnTo>
                      <a:pt x="6424" y="6591"/>
                    </a:lnTo>
                    <a:lnTo>
                      <a:pt x="6508" y="6591"/>
                    </a:lnTo>
                    <a:lnTo>
                      <a:pt x="7115" y="5985"/>
                    </a:lnTo>
                    <a:lnTo>
                      <a:pt x="7136" y="5922"/>
                    </a:lnTo>
                    <a:lnTo>
                      <a:pt x="7198" y="5922"/>
                    </a:lnTo>
                    <a:lnTo>
                      <a:pt x="7282" y="5796"/>
                    </a:lnTo>
                    <a:lnTo>
                      <a:pt x="7387" y="5755"/>
                    </a:lnTo>
                    <a:lnTo>
                      <a:pt x="7429" y="5587"/>
                    </a:lnTo>
                    <a:lnTo>
                      <a:pt x="7596" y="5399"/>
                    </a:lnTo>
                    <a:lnTo>
                      <a:pt x="7847" y="5022"/>
                    </a:lnTo>
                    <a:lnTo>
                      <a:pt x="7910" y="4834"/>
                    </a:lnTo>
                    <a:lnTo>
                      <a:pt x="8014" y="4834"/>
                    </a:lnTo>
                    <a:lnTo>
                      <a:pt x="8077" y="4708"/>
                    </a:lnTo>
                    <a:lnTo>
                      <a:pt x="8077" y="4646"/>
                    </a:lnTo>
                    <a:lnTo>
                      <a:pt x="8182" y="4520"/>
                    </a:lnTo>
                    <a:lnTo>
                      <a:pt x="8266" y="4394"/>
                    </a:lnTo>
                    <a:lnTo>
                      <a:pt x="8391" y="4311"/>
                    </a:lnTo>
                    <a:lnTo>
                      <a:pt x="8433" y="4227"/>
                    </a:lnTo>
                    <a:lnTo>
                      <a:pt x="8538" y="4185"/>
                    </a:lnTo>
                    <a:lnTo>
                      <a:pt x="8579" y="4122"/>
                    </a:lnTo>
                    <a:lnTo>
                      <a:pt x="8621" y="4122"/>
                    </a:lnTo>
                    <a:lnTo>
                      <a:pt x="8789" y="3934"/>
                    </a:lnTo>
                    <a:lnTo>
                      <a:pt x="8810" y="3830"/>
                    </a:lnTo>
                    <a:lnTo>
                      <a:pt x="8893" y="3725"/>
                    </a:lnTo>
                    <a:lnTo>
                      <a:pt x="8935" y="3516"/>
                    </a:lnTo>
                    <a:lnTo>
                      <a:pt x="9019" y="3348"/>
                    </a:lnTo>
                    <a:lnTo>
                      <a:pt x="9040" y="3160"/>
                    </a:lnTo>
                    <a:lnTo>
                      <a:pt x="9123" y="2951"/>
                    </a:lnTo>
                    <a:lnTo>
                      <a:pt x="9103" y="2951"/>
                    </a:lnTo>
                    <a:lnTo>
                      <a:pt x="9165" y="2846"/>
                    </a:lnTo>
                    <a:lnTo>
                      <a:pt x="9165" y="2825"/>
                    </a:lnTo>
                    <a:lnTo>
                      <a:pt x="9061" y="2825"/>
                    </a:lnTo>
                    <a:lnTo>
                      <a:pt x="8935" y="2762"/>
                    </a:lnTo>
                    <a:lnTo>
                      <a:pt x="8830" y="2762"/>
                    </a:lnTo>
                    <a:lnTo>
                      <a:pt x="8768" y="2825"/>
                    </a:lnTo>
                    <a:lnTo>
                      <a:pt x="8768" y="2909"/>
                    </a:lnTo>
                    <a:lnTo>
                      <a:pt x="8726" y="3014"/>
                    </a:lnTo>
                    <a:lnTo>
                      <a:pt x="8663" y="3034"/>
                    </a:lnTo>
                    <a:lnTo>
                      <a:pt x="8454" y="3034"/>
                    </a:lnTo>
                    <a:lnTo>
                      <a:pt x="8266" y="2930"/>
                    </a:lnTo>
                    <a:lnTo>
                      <a:pt x="8182" y="2804"/>
                    </a:lnTo>
                    <a:lnTo>
                      <a:pt x="8140" y="2742"/>
                    </a:lnTo>
                    <a:lnTo>
                      <a:pt x="8098" y="2658"/>
                    </a:lnTo>
                    <a:lnTo>
                      <a:pt x="8161" y="2532"/>
                    </a:lnTo>
                    <a:lnTo>
                      <a:pt x="8286" y="2281"/>
                    </a:lnTo>
                    <a:lnTo>
                      <a:pt x="8307" y="2177"/>
                    </a:lnTo>
                    <a:lnTo>
                      <a:pt x="8412" y="2114"/>
                    </a:lnTo>
                    <a:lnTo>
                      <a:pt x="8579" y="2197"/>
                    </a:lnTo>
                    <a:lnTo>
                      <a:pt x="8663" y="2260"/>
                    </a:lnTo>
                    <a:lnTo>
                      <a:pt x="8768" y="2323"/>
                    </a:lnTo>
                    <a:lnTo>
                      <a:pt x="8768" y="2135"/>
                    </a:lnTo>
                    <a:lnTo>
                      <a:pt x="8768" y="1988"/>
                    </a:lnTo>
                    <a:lnTo>
                      <a:pt x="8810" y="1800"/>
                    </a:lnTo>
                    <a:lnTo>
                      <a:pt x="8810" y="1361"/>
                    </a:lnTo>
                    <a:lnTo>
                      <a:pt x="8789" y="1214"/>
                    </a:lnTo>
                    <a:lnTo>
                      <a:pt x="8747" y="1109"/>
                    </a:lnTo>
                    <a:lnTo>
                      <a:pt x="8747" y="1005"/>
                    </a:lnTo>
                    <a:lnTo>
                      <a:pt x="8747" y="984"/>
                    </a:lnTo>
                    <a:lnTo>
                      <a:pt x="8747" y="733"/>
                    </a:lnTo>
                    <a:lnTo>
                      <a:pt x="8684" y="586"/>
                    </a:lnTo>
                    <a:lnTo>
                      <a:pt x="8642" y="440"/>
                    </a:lnTo>
                    <a:lnTo>
                      <a:pt x="8621" y="273"/>
                    </a:lnTo>
                    <a:lnTo>
                      <a:pt x="8517" y="168"/>
                    </a:lnTo>
                    <a:lnTo>
                      <a:pt x="8328" y="126"/>
                    </a:lnTo>
                    <a:lnTo>
                      <a:pt x="8182" y="147"/>
                    </a:lnTo>
                    <a:lnTo>
                      <a:pt x="8098" y="168"/>
                    </a:lnTo>
                    <a:lnTo>
                      <a:pt x="8056" y="147"/>
                    </a:lnTo>
                    <a:lnTo>
                      <a:pt x="7910" y="105"/>
                    </a:lnTo>
                    <a:lnTo>
                      <a:pt x="7847" y="105"/>
                    </a:lnTo>
                    <a:lnTo>
                      <a:pt x="7784" y="21"/>
                    </a:lnTo>
                    <a:lnTo>
                      <a:pt x="765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176" name="Google Shape;2176;p45"/>
            <p:cNvSpPr/>
            <p:nvPr/>
          </p:nvSpPr>
          <p:spPr>
            <a:xfrm>
              <a:off x="3292646" y="3020419"/>
              <a:ext cx="18695" cy="5482"/>
            </a:xfrm>
            <a:custGeom>
              <a:avLst/>
              <a:gdLst/>
              <a:ahLst/>
              <a:cxnLst/>
              <a:rect l="l" t="t" r="r" b="b"/>
              <a:pathLst>
                <a:path w="1570" h="482" extrusionOk="0">
                  <a:moveTo>
                    <a:pt x="189" y="0"/>
                  </a:moveTo>
                  <a:lnTo>
                    <a:pt x="126" y="84"/>
                  </a:lnTo>
                  <a:lnTo>
                    <a:pt x="21" y="147"/>
                  </a:lnTo>
                  <a:lnTo>
                    <a:pt x="21" y="209"/>
                  </a:lnTo>
                  <a:lnTo>
                    <a:pt x="0" y="272"/>
                  </a:lnTo>
                  <a:lnTo>
                    <a:pt x="42" y="377"/>
                  </a:lnTo>
                  <a:lnTo>
                    <a:pt x="314" y="377"/>
                  </a:lnTo>
                  <a:lnTo>
                    <a:pt x="398" y="398"/>
                  </a:lnTo>
                  <a:lnTo>
                    <a:pt x="607" y="356"/>
                  </a:lnTo>
                  <a:lnTo>
                    <a:pt x="691" y="377"/>
                  </a:lnTo>
                  <a:lnTo>
                    <a:pt x="837" y="293"/>
                  </a:lnTo>
                  <a:cubicBezTo>
                    <a:pt x="1026" y="398"/>
                    <a:pt x="1235" y="356"/>
                    <a:pt x="1423" y="481"/>
                  </a:cubicBezTo>
                  <a:lnTo>
                    <a:pt x="1570" y="460"/>
                  </a:lnTo>
                  <a:lnTo>
                    <a:pt x="1528" y="398"/>
                  </a:lnTo>
                  <a:lnTo>
                    <a:pt x="1444" y="460"/>
                  </a:lnTo>
                  <a:lnTo>
                    <a:pt x="1444" y="440"/>
                  </a:lnTo>
                  <a:cubicBezTo>
                    <a:pt x="1360" y="377"/>
                    <a:pt x="1318" y="356"/>
                    <a:pt x="1235" y="335"/>
                  </a:cubicBezTo>
                  <a:lnTo>
                    <a:pt x="1277" y="293"/>
                  </a:lnTo>
                  <a:lnTo>
                    <a:pt x="1130" y="251"/>
                  </a:lnTo>
                  <a:lnTo>
                    <a:pt x="1046" y="335"/>
                  </a:lnTo>
                  <a:cubicBezTo>
                    <a:pt x="1005" y="335"/>
                    <a:pt x="942" y="335"/>
                    <a:pt x="921" y="293"/>
                  </a:cubicBezTo>
                  <a:lnTo>
                    <a:pt x="921" y="272"/>
                  </a:lnTo>
                  <a:lnTo>
                    <a:pt x="1046" y="147"/>
                  </a:lnTo>
                  <a:lnTo>
                    <a:pt x="942" y="105"/>
                  </a:lnTo>
                  <a:lnTo>
                    <a:pt x="921" y="42"/>
                  </a:lnTo>
                  <a:lnTo>
                    <a:pt x="837" y="0"/>
                  </a:lnTo>
                  <a:lnTo>
                    <a:pt x="607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45"/>
            <p:cNvSpPr/>
            <p:nvPr/>
          </p:nvSpPr>
          <p:spPr>
            <a:xfrm>
              <a:off x="3260258" y="3010662"/>
              <a:ext cx="26423" cy="16661"/>
            </a:xfrm>
            <a:custGeom>
              <a:avLst/>
              <a:gdLst/>
              <a:ahLst/>
              <a:cxnLst/>
              <a:rect l="l" t="t" r="r" b="b"/>
              <a:pathLst>
                <a:path w="2219" h="1465" extrusionOk="0">
                  <a:moveTo>
                    <a:pt x="481" y="0"/>
                  </a:moveTo>
                  <a:lnTo>
                    <a:pt x="293" y="42"/>
                  </a:lnTo>
                  <a:lnTo>
                    <a:pt x="230" y="147"/>
                  </a:lnTo>
                  <a:lnTo>
                    <a:pt x="230" y="209"/>
                  </a:lnTo>
                  <a:lnTo>
                    <a:pt x="189" y="314"/>
                  </a:lnTo>
                  <a:lnTo>
                    <a:pt x="230" y="398"/>
                  </a:lnTo>
                  <a:lnTo>
                    <a:pt x="189" y="523"/>
                  </a:lnTo>
                  <a:lnTo>
                    <a:pt x="105" y="586"/>
                  </a:lnTo>
                  <a:lnTo>
                    <a:pt x="84" y="607"/>
                  </a:lnTo>
                  <a:lnTo>
                    <a:pt x="126" y="733"/>
                  </a:lnTo>
                  <a:lnTo>
                    <a:pt x="126" y="837"/>
                  </a:lnTo>
                  <a:lnTo>
                    <a:pt x="126" y="900"/>
                  </a:lnTo>
                  <a:lnTo>
                    <a:pt x="0" y="1046"/>
                  </a:lnTo>
                  <a:lnTo>
                    <a:pt x="0" y="1109"/>
                  </a:lnTo>
                  <a:lnTo>
                    <a:pt x="63" y="1130"/>
                  </a:lnTo>
                  <a:lnTo>
                    <a:pt x="126" y="1256"/>
                  </a:lnTo>
                  <a:lnTo>
                    <a:pt x="84" y="1339"/>
                  </a:lnTo>
                  <a:lnTo>
                    <a:pt x="189" y="1402"/>
                  </a:lnTo>
                  <a:lnTo>
                    <a:pt x="230" y="1444"/>
                  </a:lnTo>
                  <a:lnTo>
                    <a:pt x="293" y="1465"/>
                  </a:lnTo>
                  <a:lnTo>
                    <a:pt x="377" y="1318"/>
                  </a:lnTo>
                  <a:lnTo>
                    <a:pt x="502" y="1130"/>
                  </a:lnTo>
                  <a:lnTo>
                    <a:pt x="502" y="1088"/>
                  </a:lnTo>
                  <a:lnTo>
                    <a:pt x="544" y="984"/>
                  </a:lnTo>
                  <a:lnTo>
                    <a:pt x="607" y="1046"/>
                  </a:lnTo>
                  <a:lnTo>
                    <a:pt x="691" y="1046"/>
                  </a:lnTo>
                  <a:lnTo>
                    <a:pt x="753" y="921"/>
                  </a:lnTo>
                  <a:lnTo>
                    <a:pt x="837" y="984"/>
                  </a:lnTo>
                  <a:lnTo>
                    <a:pt x="837" y="1088"/>
                  </a:lnTo>
                  <a:lnTo>
                    <a:pt x="921" y="1130"/>
                  </a:lnTo>
                  <a:lnTo>
                    <a:pt x="1067" y="1088"/>
                  </a:lnTo>
                  <a:lnTo>
                    <a:pt x="1235" y="942"/>
                  </a:lnTo>
                  <a:lnTo>
                    <a:pt x="1381" y="900"/>
                  </a:lnTo>
                  <a:lnTo>
                    <a:pt x="1569" y="921"/>
                  </a:lnTo>
                  <a:lnTo>
                    <a:pt x="1674" y="900"/>
                  </a:lnTo>
                  <a:lnTo>
                    <a:pt x="1758" y="942"/>
                  </a:lnTo>
                  <a:lnTo>
                    <a:pt x="1883" y="984"/>
                  </a:lnTo>
                  <a:lnTo>
                    <a:pt x="2072" y="1005"/>
                  </a:lnTo>
                  <a:lnTo>
                    <a:pt x="2093" y="921"/>
                  </a:lnTo>
                  <a:lnTo>
                    <a:pt x="2176" y="921"/>
                  </a:lnTo>
                  <a:lnTo>
                    <a:pt x="2218" y="816"/>
                  </a:lnTo>
                  <a:lnTo>
                    <a:pt x="2176" y="733"/>
                  </a:lnTo>
                  <a:lnTo>
                    <a:pt x="1946" y="607"/>
                  </a:lnTo>
                  <a:lnTo>
                    <a:pt x="1862" y="607"/>
                  </a:lnTo>
                  <a:lnTo>
                    <a:pt x="1695" y="565"/>
                  </a:lnTo>
                  <a:lnTo>
                    <a:pt x="1632" y="565"/>
                  </a:lnTo>
                  <a:lnTo>
                    <a:pt x="1465" y="502"/>
                  </a:lnTo>
                  <a:lnTo>
                    <a:pt x="1277" y="398"/>
                  </a:lnTo>
                  <a:lnTo>
                    <a:pt x="1172" y="398"/>
                  </a:lnTo>
                  <a:lnTo>
                    <a:pt x="1256" y="377"/>
                  </a:lnTo>
                  <a:lnTo>
                    <a:pt x="1423" y="419"/>
                  </a:lnTo>
                  <a:lnTo>
                    <a:pt x="1674" y="419"/>
                  </a:lnTo>
                  <a:lnTo>
                    <a:pt x="1779" y="398"/>
                  </a:lnTo>
                  <a:lnTo>
                    <a:pt x="1695" y="356"/>
                  </a:lnTo>
                  <a:lnTo>
                    <a:pt x="1632" y="356"/>
                  </a:lnTo>
                  <a:lnTo>
                    <a:pt x="1444" y="314"/>
                  </a:lnTo>
                  <a:lnTo>
                    <a:pt x="1360" y="147"/>
                  </a:lnTo>
                  <a:lnTo>
                    <a:pt x="1256" y="147"/>
                  </a:lnTo>
                  <a:lnTo>
                    <a:pt x="1214" y="168"/>
                  </a:lnTo>
                  <a:lnTo>
                    <a:pt x="1130" y="105"/>
                  </a:lnTo>
                  <a:lnTo>
                    <a:pt x="649" y="0"/>
                  </a:lnTo>
                  <a:lnTo>
                    <a:pt x="586" y="42"/>
                  </a:lnTo>
                  <a:lnTo>
                    <a:pt x="48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45"/>
            <p:cNvSpPr/>
            <p:nvPr/>
          </p:nvSpPr>
          <p:spPr>
            <a:xfrm>
              <a:off x="3408744" y="2329870"/>
              <a:ext cx="289769" cy="354333"/>
            </a:xfrm>
            <a:custGeom>
              <a:avLst/>
              <a:gdLst/>
              <a:ahLst/>
              <a:cxnLst/>
              <a:rect l="l" t="t" r="r" b="b"/>
              <a:pathLst>
                <a:path w="24335" h="31157" extrusionOk="0">
                  <a:moveTo>
                    <a:pt x="19167" y="16300"/>
                  </a:moveTo>
                  <a:lnTo>
                    <a:pt x="19161" y="16311"/>
                  </a:lnTo>
                  <a:lnTo>
                    <a:pt x="19167" y="16321"/>
                  </a:lnTo>
                  <a:lnTo>
                    <a:pt x="19167" y="16300"/>
                  </a:lnTo>
                  <a:close/>
                  <a:moveTo>
                    <a:pt x="16572" y="17849"/>
                  </a:moveTo>
                  <a:lnTo>
                    <a:pt x="16593" y="17870"/>
                  </a:lnTo>
                  <a:lnTo>
                    <a:pt x="16509" y="17870"/>
                  </a:lnTo>
                  <a:lnTo>
                    <a:pt x="16509" y="17849"/>
                  </a:lnTo>
                  <a:close/>
                  <a:moveTo>
                    <a:pt x="4771" y="22933"/>
                  </a:moveTo>
                  <a:lnTo>
                    <a:pt x="4813" y="22996"/>
                  </a:lnTo>
                  <a:lnTo>
                    <a:pt x="4792" y="23038"/>
                  </a:lnTo>
                  <a:lnTo>
                    <a:pt x="4750" y="23038"/>
                  </a:lnTo>
                  <a:lnTo>
                    <a:pt x="4688" y="23059"/>
                  </a:lnTo>
                  <a:lnTo>
                    <a:pt x="4709" y="23142"/>
                  </a:lnTo>
                  <a:lnTo>
                    <a:pt x="4792" y="23205"/>
                  </a:lnTo>
                  <a:lnTo>
                    <a:pt x="4960" y="23205"/>
                  </a:lnTo>
                  <a:lnTo>
                    <a:pt x="4981" y="23163"/>
                  </a:lnTo>
                  <a:lnTo>
                    <a:pt x="4960" y="23121"/>
                  </a:lnTo>
                  <a:lnTo>
                    <a:pt x="4960" y="23059"/>
                  </a:lnTo>
                  <a:lnTo>
                    <a:pt x="5001" y="23038"/>
                  </a:lnTo>
                  <a:lnTo>
                    <a:pt x="5127" y="23059"/>
                  </a:lnTo>
                  <a:lnTo>
                    <a:pt x="5169" y="23121"/>
                  </a:lnTo>
                  <a:lnTo>
                    <a:pt x="5106" y="23163"/>
                  </a:lnTo>
                  <a:lnTo>
                    <a:pt x="4960" y="23226"/>
                  </a:lnTo>
                  <a:lnTo>
                    <a:pt x="4750" y="23226"/>
                  </a:lnTo>
                  <a:lnTo>
                    <a:pt x="4750" y="23268"/>
                  </a:lnTo>
                  <a:lnTo>
                    <a:pt x="4855" y="23435"/>
                  </a:lnTo>
                  <a:lnTo>
                    <a:pt x="4981" y="23519"/>
                  </a:lnTo>
                  <a:lnTo>
                    <a:pt x="5064" y="23540"/>
                  </a:lnTo>
                  <a:lnTo>
                    <a:pt x="5085" y="23519"/>
                  </a:lnTo>
                  <a:lnTo>
                    <a:pt x="5190" y="23477"/>
                  </a:lnTo>
                  <a:lnTo>
                    <a:pt x="5211" y="23540"/>
                  </a:lnTo>
                  <a:lnTo>
                    <a:pt x="5190" y="23561"/>
                  </a:lnTo>
                  <a:lnTo>
                    <a:pt x="5127" y="23561"/>
                  </a:lnTo>
                  <a:lnTo>
                    <a:pt x="5064" y="23582"/>
                  </a:lnTo>
                  <a:lnTo>
                    <a:pt x="4897" y="23540"/>
                  </a:lnTo>
                  <a:lnTo>
                    <a:pt x="4771" y="23477"/>
                  </a:lnTo>
                  <a:lnTo>
                    <a:pt x="4646" y="23352"/>
                  </a:lnTo>
                  <a:lnTo>
                    <a:pt x="4541" y="23310"/>
                  </a:lnTo>
                  <a:lnTo>
                    <a:pt x="4436" y="23310"/>
                  </a:lnTo>
                  <a:lnTo>
                    <a:pt x="4332" y="23205"/>
                  </a:lnTo>
                  <a:lnTo>
                    <a:pt x="4185" y="23142"/>
                  </a:lnTo>
                  <a:lnTo>
                    <a:pt x="4164" y="23121"/>
                  </a:lnTo>
                  <a:lnTo>
                    <a:pt x="4081" y="23121"/>
                  </a:lnTo>
                  <a:lnTo>
                    <a:pt x="4018" y="23142"/>
                  </a:lnTo>
                  <a:lnTo>
                    <a:pt x="3913" y="23142"/>
                  </a:lnTo>
                  <a:lnTo>
                    <a:pt x="3892" y="23132"/>
                  </a:lnTo>
                  <a:lnTo>
                    <a:pt x="3892" y="23132"/>
                  </a:lnTo>
                  <a:lnTo>
                    <a:pt x="3913" y="23121"/>
                  </a:lnTo>
                  <a:lnTo>
                    <a:pt x="3976" y="23121"/>
                  </a:lnTo>
                  <a:lnTo>
                    <a:pt x="4123" y="23100"/>
                  </a:lnTo>
                  <a:lnTo>
                    <a:pt x="4164" y="23038"/>
                  </a:lnTo>
                  <a:lnTo>
                    <a:pt x="4185" y="23038"/>
                  </a:lnTo>
                  <a:lnTo>
                    <a:pt x="4185" y="23100"/>
                  </a:lnTo>
                  <a:lnTo>
                    <a:pt x="4248" y="23121"/>
                  </a:lnTo>
                  <a:lnTo>
                    <a:pt x="4332" y="23121"/>
                  </a:lnTo>
                  <a:lnTo>
                    <a:pt x="4436" y="23247"/>
                  </a:lnTo>
                  <a:lnTo>
                    <a:pt x="4478" y="23268"/>
                  </a:lnTo>
                  <a:lnTo>
                    <a:pt x="4562" y="23226"/>
                  </a:lnTo>
                  <a:lnTo>
                    <a:pt x="4604" y="23142"/>
                  </a:lnTo>
                  <a:lnTo>
                    <a:pt x="4604" y="23059"/>
                  </a:lnTo>
                  <a:lnTo>
                    <a:pt x="4583" y="23017"/>
                  </a:lnTo>
                  <a:lnTo>
                    <a:pt x="4583" y="22954"/>
                  </a:lnTo>
                  <a:lnTo>
                    <a:pt x="4688" y="22954"/>
                  </a:lnTo>
                  <a:lnTo>
                    <a:pt x="4709" y="22933"/>
                  </a:lnTo>
                  <a:close/>
                  <a:moveTo>
                    <a:pt x="4269" y="25193"/>
                  </a:moveTo>
                  <a:lnTo>
                    <a:pt x="4290" y="25277"/>
                  </a:lnTo>
                  <a:lnTo>
                    <a:pt x="4395" y="25297"/>
                  </a:lnTo>
                  <a:lnTo>
                    <a:pt x="4436" y="25339"/>
                  </a:lnTo>
                  <a:lnTo>
                    <a:pt x="4353" y="25339"/>
                  </a:lnTo>
                  <a:lnTo>
                    <a:pt x="4290" y="25318"/>
                  </a:lnTo>
                  <a:lnTo>
                    <a:pt x="4123" y="25318"/>
                  </a:lnTo>
                  <a:lnTo>
                    <a:pt x="4060" y="25381"/>
                  </a:lnTo>
                  <a:lnTo>
                    <a:pt x="4039" y="25318"/>
                  </a:lnTo>
                  <a:lnTo>
                    <a:pt x="3976" y="25339"/>
                  </a:lnTo>
                  <a:lnTo>
                    <a:pt x="3955" y="25444"/>
                  </a:lnTo>
                  <a:lnTo>
                    <a:pt x="3913" y="25486"/>
                  </a:lnTo>
                  <a:lnTo>
                    <a:pt x="3851" y="25528"/>
                  </a:lnTo>
                  <a:lnTo>
                    <a:pt x="3725" y="25549"/>
                  </a:lnTo>
                  <a:lnTo>
                    <a:pt x="3641" y="25611"/>
                  </a:lnTo>
                  <a:lnTo>
                    <a:pt x="3725" y="25528"/>
                  </a:lnTo>
                  <a:lnTo>
                    <a:pt x="3830" y="25507"/>
                  </a:lnTo>
                  <a:lnTo>
                    <a:pt x="3872" y="25444"/>
                  </a:lnTo>
                  <a:lnTo>
                    <a:pt x="3913" y="25381"/>
                  </a:lnTo>
                  <a:lnTo>
                    <a:pt x="3955" y="25318"/>
                  </a:lnTo>
                  <a:lnTo>
                    <a:pt x="4018" y="25318"/>
                  </a:lnTo>
                  <a:lnTo>
                    <a:pt x="4227" y="25193"/>
                  </a:lnTo>
                  <a:close/>
                  <a:moveTo>
                    <a:pt x="16614" y="1"/>
                  </a:moveTo>
                  <a:lnTo>
                    <a:pt x="16530" y="22"/>
                  </a:lnTo>
                  <a:lnTo>
                    <a:pt x="16489" y="84"/>
                  </a:lnTo>
                  <a:lnTo>
                    <a:pt x="16489" y="168"/>
                  </a:lnTo>
                  <a:lnTo>
                    <a:pt x="16509" y="273"/>
                  </a:lnTo>
                  <a:lnTo>
                    <a:pt x="16509" y="336"/>
                  </a:lnTo>
                  <a:lnTo>
                    <a:pt x="16468" y="398"/>
                  </a:lnTo>
                  <a:lnTo>
                    <a:pt x="16405" y="336"/>
                  </a:lnTo>
                  <a:lnTo>
                    <a:pt x="16384" y="210"/>
                  </a:lnTo>
                  <a:lnTo>
                    <a:pt x="16321" y="126"/>
                  </a:lnTo>
                  <a:lnTo>
                    <a:pt x="16279" y="126"/>
                  </a:lnTo>
                  <a:lnTo>
                    <a:pt x="16216" y="84"/>
                  </a:lnTo>
                  <a:lnTo>
                    <a:pt x="16175" y="64"/>
                  </a:lnTo>
                  <a:lnTo>
                    <a:pt x="16154" y="105"/>
                  </a:lnTo>
                  <a:lnTo>
                    <a:pt x="16112" y="210"/>
                  </a:lnTo>
                  <a:lnTo>
                    <a:pt x="16070" y="273"/>
                  </a:lnTo>
                  <a:lnTo>
                    <a:pt x="15986" y="231"/>
                  </a:lnTo>
                  <a:lnTo>
                    <a:pt x="15903" y="273"/>
                  </a:lnTo>
                  <a:lnTo>
                    <a:pt x="15882" y="377"/>
                  </a:lnTo>
                  <a:lnTo>
                    <a:pt x="15924" y="440"/>
                  </a:lnTo>
                  <a:lnTo>
                    <a:pt x="15965" y="503"/>
                  </a:lnTo>
                  <a:lnTo>
                    <a:pt x="15882" y="587"/>
                  </a:lnTo>
                  <a:lnTo>
                    <a:pt x="15777" y="712"/>
                  </a:lnTo>
                  <a:lnTo>
                    <a:pt x="15777" y="754"/>
                  </a:lnTo>
                  <a:lnTo>
                    <a:pt x="15861" y="796"/>
                  </a:lnTo>
                  <a:lnTo>
                    <a:pt x="15882" y="838"/>
                  </a:lnTo>
                  <a:lnTo>
                    <a:pt x="15840" y="901"/>
                  </a:lnTo>
                  <a:lnTo>
                    <a:pt x="15777" y="901"/>
                  </a:lnTo>
                  <a:lnTo>
                    <a:pt x="15631" y="817"/>
                  </a:lnTo>
                  <a:lnTo>
                    <a:pt x="15421" y="817"/>
                  </a:lnTo>
                  <a:lnTo>
                    <a:pt x="15380" y="963"/>
                  </a:lnTo>
                  <a:lnTo>
                    <a:pt x="15421" y="1131"/>
                  </a:lnTo>
                  <a:lnTo>
                    <a:pt x="15484" y="1277"/>
                  </a:lnTo>
                  <a:lnTo>
                    <a:pt x="15631" y="1340"/>
                  </a:lnTo>
                  <a:lnTo>
                    <a:pt x="15672" y="1382"/>
                  </a:lnTo>
                  <a:lnTo>
                    <a:pt x="15672" y="1445"/>
                  </a:lnTo>
                  <a:lnTo>
                    <a:pt x="15547" y="1403"/>
                  </a:lnTo>
                  <a:lnTo>
                    <a:pt x="15421" y="1340"/>
                  </a:lnTo>
                  <a:lnTo>
                    <a:pt x="15317" y="1152"/>
                  </a:lnTo>
                  <a:lnTo>
                    <a:pt x="15128" y="1026"/>
                  </a:lnTo>
                  <a:lnTo>
                    <a:pt x="15045" y="963"/>
                  </a:lnTo>
                  <a:lnTo>
                    <a:pt x="15024" y="1026"/>
                  </a:lnTo>
                  <a:lnTo>
                    <a:pt x="15045" y="1068"/>
                  </a:lnTo>
                  <a:lnTo>
                    <a:pt x="15045" y="1173"/>
                  </a:lnTo>
                  <a:lnTo>
                    <a:pt x="15066" y="1256"/>
                  </a:lnTo>
                  <a:lnTo>
                    <a:pt x="15128" y="1340"/>
                  </a:lnTo>
                  <a:lnTo>
                    <a:pt x="15128" y="1465"/>
                  </a:lnTo>
                  <a:lnTo>
                    <a:pt x="15045" y="1549"/>
                  </a:lnTo>
                  <a:lnTo>
                    <a:pt x="15045" y="1382"/>
                  </a:lnTo>
                  <a:lnTo>
                    <a:pt x="15003" y="1256"/>
                  </a:lnTo>
                  <a:lnTo>
                    <a:pt x="14919" y="1110"/>
                  </a:lnTo>
                  <a:lnTo>
                    <a:pt x="14919" y="1026"/>
                  </a:lnTo>
                  <a:lnTo>
                    <a:pt x="14836" y="921"/>
                  </a:lnTo>
                  <a:lnTo>
                    <a:pt x="14731" y="859"/>
                  </a:lnTo>
                  <a:lnTo>
                    <a:pt x="14647" y="984"/>
                  </a:lnTo>
                  <a:lnTo>
                    <a:pt x="14605" y="1068"/>
                  </a:lnTo>
                  <a:lnTo>
                    <a:pt x="14543" y="984"/>
                  </a:lnTo>
                  <a:lnTo>
                    <a:pt x="14605" y="921"/>
                  </a:lnTo>
                  <a:lnTo>
                    <a:pt x="14605" y="859"/>
                  </a:lnTo>
                  <a:lnTo>
                    <a:pt x="14522" y="817"/>
                  </a:lnTo>
                  <a:lnTo>
                    <a:pt x="14501" y="733"/>
                  </a:lnTo>
                  <a:lnTo>
                    <a:pt x="14480" y="691"/>
                  </a:lnTo>
                  <a:lnTo>
                    <a:pt x="14375" y="691"/>
                  </a:lnTo>
                  <a:lnTo>
                    <a:pt x="14292" y="733"/>
                  </a:lnTo>
                  <a:lnTo>
                    <a:pt x="14271" y="712"/>
                  </a:lnTo>
                  <a:lnTo>
                    <a:pt x="14292" y="628"/>
                  </a:lnTo>
                  <a:lnTo>
                    <a:pt x="14375" y="545"/>
                  </a:lnTo>
                  <a:lnTo>
                    <a:pt x="14271" y="566"/>
                  </a:lnTo>
                  <a:lnTo>
                    <a:pt x="14166" y="670"/>
                  </a:lnTo>
                  <a:lnTo>
                    <a:pt x="14124" y="754"/>
                  </a:lnTo>
                  <a:lnTo>
                    <a:pt x="14020" y="817"/>
                  </a:lnTo>
                  <a:lnTo>
                    <a:pt x="13957" y="838"/>
                  </a:lnTo>
                  <a:lnTo>
                    <a:pt x="13852" y="984"/>
                  </a:lnTo>
                  <a:lnTo>
                    <a:pt x="13810" y="984"/>
                  </a:lnTo>
                  <a:lnTo>
                    <a:pt x="13768" y="880"/>
                  </a:lnTo>
                  <a:lnTo>
                    <a:pt x="13685" y="817"/>
                  </a:lnTo>
                  <a:lnTo>
                    <a:pt x="13643" y="817"/>
                  </a:lnTo>
                  <a:lnTo>
                    <a:pt x="13601" y="880"/>
                  </a:lnTo>
                  <a:lnTo>
                    <a:pt x="13580" y="963"/>
                  </a:lnTo>
                  <a:lnTo>
                    <a:pt x="13601" y="1089"/>
                  </a:lnTo>
                  <a:lnTo>
                    <a:pt x="13768" y="1193"/>
                  </a:lnTo>
                  <a:lnTo>
                    <a:pt x="13768" y="1256"/>
                  </a:lnTo>
                  <a:lnTo>
                    <a:pt x="13685" y="1256"/>
                  </a:lnTo>
                  <a:lnTo>
                    <a:pt x="13643" y="1382"/>
                  </a:lnTo>
                  <a:lnTo>
                    <a:pt x="13643" y="1507"/>
                  </a:lnTo>
                  <a:lnTo>
                    <a:pt x="13768" y="1591"/>
                  </a:lnTo>
                  <a:lnTo>
                    <a:pt x="13852" y="1570"/>
                  </a:lnTo>
                  <a:lnTo>
                    <a:pt x="13915" y="1507"/>
                  </a:lnTo>
                  <a:lnTo>
                    <a:pt x="14103" y="1507"/>
                  </a:lnTo>
                  <a:lnTo>
                    <a:pt x="14229" y="1675"/>
                  </a:lnTo>
                  <a:lnTo>
                    <a:pt x="14333" y="1717"/>
                  </a:lnTo>
                  <a:lnTo>
                    <a:pt x="14396" y="1800"/>
                  </a:lnTo>
                  <a:lnTo>
                    <a:pt x="14375" y="1863"/>
                  </a:lnTo>
                  <a:lnTo>
                    <a:pt x="14375" y="1926"/>
                  </a:lnTo>
                  <a:lnTo>
                    <a:pt x="14396" y="2072"/>
                  </a:lnTo>
                  <a:lnTo>
                    <a:pt x="14333" y="2219"/>
                  </a:lnTo>
                  <a:lnTo>
                    <a:pt x="14333" y="2302"/>
                  </a:lnTo>
                  <a:lnTo>
                    <a:pt x="14417" y="2407"/>
                  </a:lnTo>
                  <a:lnTo>
                    <a:pt x="14417" y="2533"/>
                  </a:lnTo>
                  <a:lnTo>
                    <a:pt x="14438" y="2616"/>
                  </a:lnTo>
                  <a:lnTo>
                    <a:pt x="14543" y="2700"/>
                  </a:lnTo>
                  <a:lnTo>
                    <a:pt x="14626" y="2700"/>
                  </a:lnTo>
                  <a:lnTo>
                    <a:pt x="14710" y="2784"/>
                  </a:lnTo>
                  <a:lnTo>
                    <a:pt x="14836" y="2846"/>
                  </a:lnTo>
                  <a:lnTo>
                    <a:pt x="14836" y="2909"/>
                  </a:lnTo>
                  <a:lnTo>
                    <a:pt x="14856" y="2993"/>
                  </a:lnTo>
                  <a:lnTo>
                    <a:pt x="14731" y="2888"/>
                  </a:lnTo>
                  <a:lnTo>
                    <a:pt x="14584" y="2805"/>
                  </a:lnTo>
                  <a:lnTo>
                    <a:pt x="14417" y="2805"/>
                  </a:lnTo>
                  <a:lnTo>
                    <a:pt x="14333" y="2742"/>
                  </a:lnTo>
                  <a:lnTo>
                    <a:pt x="14312" y="2679"/>
                  </a:lnTo>
                  <a:lnTo>
                    <a:pt x="14312" y="2533"/>
                  </a:lnTo>
                  <a:lnTo>
                    <a:pt x="14271" y="2323"/>
                  </a:lnTo>
                  <a:lnTo>
                    <a:pt x="14312" y="2219"/>
                  </a:lnTo>
                  <a:lnTo>
                    <a:pt x="14312" y="2114"/>
                  </a:lnTo>
                  <a:lnTo>
                    <a:pt x="14208" y="2009"/>
                  </a:lnTo>
                  <a:lnTo>
                    <a:pt x="14208" y="1926"/>
                  </a:lnTo>
                  <a:lnTo>
                    <a:pt x="14166" y="1779"/>
                  </a:lnTo>
                  <a:lnTo>
                    <a:pt x="14103" y="1737"/>
                  </a:lnTo>
                  <a:lnTo>
                    <a:pt x="14020" y="1696"/>
                  </a:lnTo>
                  <a:lnTo>
                    <a:pt x="13957" y="1654"/>
                  </a:lnTo>
                  <a:lnTo>
                    <a:pt x="13852" y="1633"/>
                  </a:lnTo>
                  <a:lnTo>
                    <a:pt x="13748" y="1675"/>
                  </a:lnTo>
                  <a:lnTo>
                    <a:pt x="13601" y="1696"/>
                  </a:lnTo>
                  <a:lnTo>
                    <a:pt x="13538" y="1675"/>
                  </a:lnTo>
                  <a:lnTo>
                    <a:pt x="13476" y="1675"/>
                  </a:lnTo>
                  <a:lnTo>
                    <a:pt x="13434" y="1863"/>
                  </a:lnTo>
                  <a:lnTo>
                    <a:pt x="13476" y="1905"/>
                  </a:lnTo>
                  <a:lnTo>
                    <a:pt x="13476" y="2009"/>
                  </a:lnTo>
                  <a:lnTo>
                    <a:pt x="13434" y="2072"/>
                  </a:lnTo>
                  <a:lnTo>
                    <a:pt x="13266" y="1989"/>
                  </a:lnTo>
                  <a:lnTo>
                    <a:pt x="13078" y="1779"/>
                  </a:lnTo>
                  <a:lnTo>
                    <a:pt x="13036" y="1779"/>
                  </a:lnTo>
                  <a:lnTo>
                    <a:pt x="12973" y="1821"/>
                  </a:lnTo>
                  <a:lnTo>
                    <a:pt x="12931" y="1821"/>
                  </a:lnTo>
                  <a:lnTo>
                    <a:pt x="12869" y="1758"/>
                  </a:lnTo>
                  <a:lnTo>
                    <a:pt x="12701" y="1717"/>
                  </a:lnTo>
                  <a:lnTo>
                    <a:pt x="12639" y="1779"/>
                  </a:lnTo>
                  <a:lnTo>
                    <a:pt x="12639" y="1884"/>
                  </a:lnTo>
                  <a:lnTo>
                    <a:pt x="12701" y="2009"/>
                  </a:lnTo>
                  <a:lnTo>
                    <a:pt x="12639" y="2093"/>
                  </a:lnTo>
                  <a:lnTo>
                    <a:pt x="12701" y="2198"/>
                  </a:lnTo>
                  <a:lnTo>
                    <a:pt x="12743" y="2344"/>
                  </a:lnTo>
                  <a:lnTo>
                    <a:pt x="12722" y="2491"/>
                  </a:lnTo>
                  <a:lnTo>
                    <a:pt x="12743" y="2533"/>
                  </a:lnTo>
                  <a:lnTo>
                    <a:pt x="12764" y="2700"/>
                  </a:lnTo>
                  <a:lnTo>
                    <a:pt x="12743" y="2742"/>
                  </a:lnTo>
                  <a:lnTo>
                    <a:pt x="12743" y="2846"/>
                  </a:lnTo>
                  <a:lnTo>
                    <a:pt x="12827" y="3014"/>
                  </a:lnTo>
                  <a:lnTo>
                    <a:pt x="12848" y="3118"/>
                  </a:lnTo>
                  <a:lnTo>
                    <a:pt x="12827" y="3265"/>
                  </a:lnTo>
                  <a:lnTo>
                    <a:pt x="12827" y="3349"/>
                  </a:lnTo>
                  <a:lnTo>
                    <a:pt x="12911" y="3453"/>
                  </a:lnTo>
                  <a:lnTo>
                    <a:pt x="12931" y="3579"/>
                  </a:lnTo>
                  <a:lnTo>
                    <a:pt x="12931" y="3662"/>
                  </a:lnTo>
                  <a:lnTo>
                    <a:pt x="13057" y="3767"/>
                  </a:lnTo>
                  <a:lnTo>
                    <a:pt x="13120" y="3851"/>
                  </a:lnTo>
                  <a:lnTo>
                    <a:pt x="13120" y="3955"/>
                  </a:lnTo>
                  <a:lnTo>
                    <a:pt x="13162" y="3997"/>
                  </a:lnTo>
                  <a:lnTo>
                    <a:pt x="13245" y="3997"/>
                  </a:lnTo>
                  <a:lnTo>
                    <a:pt x="13245" y="4060"/>
                  </a:lnTo>
                  <a:lnTo>
                    <a:pt x="13266" y="4123"/>
                  </a:lnTo>
                  <a:lnTo>
                    <a:pt x="13371" y="4186"/>
                  </a:lnTo>
                  <a:lnTo>
                    <a:pt x="13392" y="4206"/>
                  </a:lnTo>
                  <a:lnTo>
                    <a:pt x="13371" y="4227"/>
                  </a:lnTo>
                  <a:lnTo>
                    <a:pt x="13266" y="4227"/>
                  </a:lnTo>
                  <a:lnTo>
                    <a:pt x="13224" y="4206"/>
                  </a:lnTo>
                  <a:lnTo>
                    <a:pt x="13141" y="4206"/>
                  </a:lnTo>
                  <a:lnTo>
                    <a:pt x="13078" y="4165"/>
                  </a:lnTo>
                  <a:lnTo>
                    <a:pt x="13078" y="4081"/>
                  </a:lnTo>
                  <a:lnTo>
                    <a:pt x="13057" y="4018"/>
                  </a:lnTo>
                  <a:lnTo>
                    <a:pt x="12973" y="3997"/>
                  </a:lnTo>
                  <a:lnTo>
                    <a:pt x="12911" y="4018"/>
                  </a:lnTo>
                  <a:lnTo>
                    <a:pt x="12848" y="4018"/>
                  </a:lnTo>
                  <a:lnTo>
                    <a:pt x="12827" y="3976"/>
                  </a:lnTo>
                  <a:lnTo>
                    <a:pt x="12827" y="3872"/>
                  </a:lnTo>
                  <a:lnTo>
                    <a:pt x="12806" y="3851"/>
                  </a:lnTo>
                  <a:lnTo>
                    <a:pt x="12743" y="3893"/>
                  </a:lnTo>
                  <a:lnTo>
                    <a:pt x="12659" y="4060"/>
                  </a:lnTo>
                  <a:lnTo>
                    <a:pt x="12534" y="4102"/>
                  </a:lnTo>
                  <a:lnTo>
                    <a:pt x="12450" y="4102"/>
                  </a:lnTo>
                  <a:lnTo>
                    <a:pt x="12325" y="3997"/>
                  </a:lnTo>
                  <a:lnTo>
                    <a:pt x="12220" y="3997"/>
                  </a:lnTo>
                  <a:lnTo>
                    <a:pt x="12178" y="3914"/>
                  </a:lnTo>
                  <a:lnTo>
                    <a:pt x="12178" y="3809"/>
                  </a:lnTo>
                  <a:lnTo>
                    <a:pt x="12199" y="3683"/>
                  </a:lnTo>
                  <a:lnTo>
                    <a:pt x="12115" y="3495"/>
                  </a:lnTo>
                  <a:lnTo>
                    <a:pt x="12074" y="3453"/>
                  </a:lnTo>
                  <a:lnTo>
                    <a:pt x="12032" y="3328"/>
                  </a:lnTo>
                  <a:lnTo>
                    <a:pt x="12032" y="3244"/>
                  </a:lnTo>
                  <a:lnTo>
                    <a:pt x="12095" y="3181"/>
                  </a:lnTo>
                  <a:lnTo>
                    <a:pt x="12115" y="3139"/>
                  </a:lnTo>
                  <a:lnTo>
                    <a:pt x="12095" y="2867"/>
                  </a:lnTo>
                  <a:lnTo>
                    <a:pt x="12011" y="2742"/>
                  </a:lnTo>
                  <a:lnTo>
                    <a:pt x="11906" y="2595"/>
                  </a:lnTo>
                  <a:lnTo>
                    <a:pt x="11906" y="2491"/>
                  </a:lnTo>
                  <a:lnTo>
                    <a:pt x="11802" y="2240"/>
                  </a:lnTo>
                  <a:lnTo>
                    <a:pt x="11760" y="2135"/>
                  </a:lnTo>
                  <a:lnTo>
                    <a:pt x="11676" y="2093"/>
                  </a:lnTo>
                  <a:lnTo>
                    <a:pt x="11655" y="2009"/>
                  </a:lnTo>
                  <a:lnTo>
                    <a:pt x="11571" y="1989"/>
                  </a:lnTo>
                  <a:lnTo>
                    <a:pt x="11467" y="1968"/>
                  </a:lnTo>
                  <a:lnTo>
                    <a:pt x="11383" y="1905"/>
                  </a:lnTo>
                  <a:lnTo>
                    <a:pt x="11279" y="1926"/>
                  </a:lnTo>
                  <a:lnTo>
                    <a:pt x="11237" y="1989"/>
                  </a:lnTo>
                  <a:lnTo>
                    <a:pt x="11237" y="2114"/>
                  </a:lnTo>
                  <a:lnTo>
                    <a:pt x="11195" y="2177"/>
                  </a:lnTo>
                  <a:lnTo>
                    <a:pt x="11237" y="2240"/>
                  </a:lnTo>
                  <a:lnTo>
                    <a:pt x="11195" y="2323"/>
                  </a:lnTo>
                  <a:lnTo>
                    <a:pt x="11132" y="2533"/>
                  </a:lnTo>
                  <a:lnTo>
                    <a:pt x="11132" y="2658"/>
                  </a:lnTo>
                  <a:lnTo>
                    <a:pt x="11153" y="2825"/>
                  </a:lnTo>
                  <a:lnTo>
                    <a:pt x="11195" y="2867"/>
                  </a:lnTo>
                  <a:lnTo>
                    <a:pt x="11174" y="3035"/>
                  </a:lnTo>
                  <a:lnTo>
                    <a:pt x="11132" y="3181"/>
                  </a:lnTo>
                  <a:lnTo>
                    <a:pt x="11153" y="3286"/>
                  </a:lnTo>
                  <a:lnTo>
                    <a:pt x="11153" y="3495"/>
                  </a:lnTo>
                  <a:lnTo>
                    <a:pt x="11090" y="3537"/>
                  </a:lnTo>
                  <a:lnTo>
                    <a:pt x="11048" y="3474"/>
                  </a:lnTo>
                  <a:lnTo>
                    <a:pt x="10986" y="3453"/>
                  </a:lnTo>
                  <a:lnTo>
                    <a:pt x="10944" y="3495"/>
                  </a:lnTo>
                  <a:lnTo>
                    <a:pt x="10860" y="3474"/>
                  </a:lnTo>
                  <a:lnTo>
                    <a:pt x="10839" y="3453"/>
                  </a:lnTo>
                  <a:lnTo>
                    <a:pt x="10755" y="3432"/>
                  </a:lnTo>
                  <a:lnTo>
                    <a:pt x="10630" y="3390"/>
                  </a:lnTo>
                  <a:lnTo>
                    <a:pt x="10546" y="3328"/>
                  </a:lnTo>
                  <a:lnTo>
                    <a:pt x="10504" y="3328"/>
                  </a:lnTo>
                  <a:lnTo>
                    <a:pt x="10462" y="3349"/>
                  </a:lnTo>
                  <a:lnTo>
                    <a:pt x="10504" y="3432"/>
                  </a:lnTo>
                  <a:lnTo>
                    <a:pt x="10567" y="3495"/>
                  </a:lnTo>
                  <a:lnTo>
                    <a:pt x="10567" y="3558"/>
                  </a:lnTo>
                  <a:lnTo>
                    <a:pt x="10546" y="3600"/>
                  </a:lnTo>
                  <a:lnTo>
                    <a:pt x="10525" y="3662"/>
                  </a:lnTo>
                  <a:lnTo>
                    <a:pt x="10462" y="3662"/>
                  </a:lnTo>
                  <a:lnTo>
                    <a:pt x="10442" y="3641"/>
                  </a:lnTo>
                  <a:lnTo>
                    <a:pt x="10358" y="3641"/>
                  </a:lnTo>
                  <a:lnTo>
                    <a:pt x="10316" y="3579"/>
                  </a:lnTo>
                  <a:lnTo>
                    <a:pt x="10316" y="3432"/>
                  </a:lnTo>
                  <a:lnTo>
                    <a:pt x="10232" y="3286"/>
                  </a:lnTo>
                  <a:lnTo>
                    <a:pt x="10211" y="3160"/>
                  </a:lnTo>
                  <a:lnTo>
                    <a:pt x="10190" y="3056"/>
                  </a:lnTo>
                  <a:lnTo>
                    <a:pt x="10107" y="2972"/>
                  </a:lnTo>
                  <a:lnTo>
                    <a:pt x="10107" y="2909"/>
                  </a:lnTo>
                  <a:lnTo>
                    <a:pt x="10044" y="2825"/>
                  </a:lnTo>
                  <a:lnTo>
                    <a:pt x="9981" y="2909"/>
                  </a:lnTo>
                  <a:lnTo>
                    <a:pt x="10023" y="2993"/>
                  </a:lnTo>
                  <a:lnTo>
                    <a:pt x="9981" y="3035"/>
                  </a:lnTo>
                  <a:lnTo>
                    <a:pt x="9981" y="3118"/>
                  </a:lnTo>
                  <a:lnTo>
                    <a:pt x="9939" y="3202"/>
                  </a:lnTo>
                  <a:lnTo>
                    <a:pt x="9898" y="3244"/>
                  </a:lnTo>
                  <a:lnTo>
                    <a:pt x="9814" y="3265"/>
                  </a:lnTo>
                  <a:lnTo>
                    <a:pt x="9772" y="3369"/>
                  </a:lnTo>
                  <a:lnTo>
                    <a:pt x="9667" y="3537"/>
                  </a:lnTo>
                  <a:lnTo>
                    <a:pt x="9584" y="3621"/>
                  </a:lnTo>
                  <a:lnTo>
                    <a:pt x="9584" y="3662"/>
                  </a:lnTo>
                  <a:lnTo>
                    <a:pt x="9521" y="3725"/>
                  </a:lnTo>
                  <a:lnTo>
                    <a:pt x="9458" y="3851"/>
                  </a:lnTo>
                  <a:lnTo>
                    <a:pt x="9395" y="3851"/>
                  </a:lnTo>
                  <a:lnTo>
                    <a:pt x="9374" y="3788"/>
                  </a:lnTo>
                  <a:lnTo>
                    <a:pt x="9395" y="3683"/>
                  </a:lnTo>
                  <a:lnTo>
                    <a:pt x="9479" y="3579"/>
                  </a:lnTo>
                  <a:lnTo>
                    <a:pt x="9500" y="3474"/>
                  </a:lnTo>
                  <a:lnTo>
                    <a:pt x="9563" y="3432"/>
                  </a:lnTo>
                  <a:lnTo>
                    <a:pt x="9667" y="3369"/>
                  </a:lnTo>
                  <a:lnTo>
                    <a:pt x="9709" y="3244"/>
                  </a:lnTo>
                  <a:lnTo>
                    <a:pt x="9793" y="3160"/>
                  </a:lnTo>
                  <a:lnTo>
                    <a:pt x="9814" y="3077"/>
                  </a:lnTo>
                  <a:lnTo>
                    <a:pt x="9814" y="3035"/>
                  </a:lnTo>
                  <a:lnTo>
                    <a:pt x="9772" y="2993"/>
                  </a:lnTo>
                  <a:lnTo>
                    <a:pt x="9793" y="2930"/>
                  </a:lnTo>
                  <a:lnTo>
                    <a:pt x="9877" y="2909"/>
                  </a:lnTo>
                  <a:lnTo>
                    <a:pt x="9898" y="2825"/>
                  </a:lnTo>
                  <a:lnTo>
                    <a:pt x="9898" y="2742"/>
                  </a:lnTo>
                  <a:lnTo>
                    <a:pt x="9939" y="2637"/>
                  </a:lnTo>
                  <a:lnTo>
                    <a:pt x="10023" y="2470"/>
                  </a:lnTo>
                  <a:lnTo>
                    <a:pt x="10023" y="2365"/>
                  </a:lnTo>
                  <a:lnTo>
                    <a:pt x="10086" y="2198"/>
                  </a:lnTo>
                  <a:lnTo>
                    <a:pt x="10107" y="1947"/>
                  </a:lnTo>
                  <a:lnTo>
                    <a:pt x="10086" y="1863"/>
                  </a:lnTo>
                  <a:lnTo>
                    <a:pt x="9918" y="1842"/>
                  </a:lnTo>
                  <a:lnTo>
                    <a:pt x="9814" y="1863"/>
                  </a:lnTo>
                  <a:lnTo>
                    <a:pt x="9709" y="1947"/>
                  </a:lnTo>
                  <a:lnTo>
                    <a:pt x="9605" y="1884"/>
                  </a:lnTo>
                  <a:lnTo>
                    <a:pt x="9521" y="1863"/>
                  </a:lnTo>
                  <a:lnTo>
                    <a:pt x="9479" y="1884"/>
                  </a:lnTo>
                  <a:lnTo>
                    <a:pt x="9500" y="1968"/>
                  </a:lnTo>
                  <a:lnTo>
                    <a:pt x="9584" y="2051"/>
                  </a:lnTo>
                  <a:lnTo>
                    <a:pt x="9584" y="2198"/>
                  </a:lnTo>
                  <a:lnTo>
                    <a:pt x="9563" y="2281"/>
                  </a:lnTo>
                  <a:lnTo>
                    <a:pt x="9500" y="2219"/>
                  </a:lnTo>
                  <a:lnTo>
                    <a:pt x="9479" y="2093"/>
                  </a:lnTo>
                  <a:lnTo>
                    <a:pt x="9395" y="2009"/>
                  </a:lnTo>
                  <a:lnTo>
                    <a:pt x="9312" y="1989"/>
                  </a:lnTo>
                  <a:lnTo>
                    <a:pt x="9165" y="2114"/>
                  </a:lnTo>
                  <a:lnTo>
                    <a:pt x="9165" y="2219"/>
                  </a:lnTo>
                  <a:lnTo>
                    <a:pt x="9207" y="2302"/>
                  </a:lnTo>
                  <a:lnTo>
                    <a:pt x="9165" y="2386"/>
                  </a:lnTo>
                  <a:lnTo>
                    <a:pt x="9061" y="2386"/>
                  </a:lnTo>
                  <a:lnTo>
                    <a:pt x="9061" y="2323"/>
                  </a:lnTo>
                  <a:lnTo>
                    <a:pt x="9061" y="2219"/>
                  </a:lnTo>
                  <a:lnTo>
                    <a:pt x="9040" y="2114"/>
                  </a:lnTo>
                  <a:lnTo>
                    <a:pt x="8956" y="2072"/>
                  </a:lnTo>
                  <a:lnTo>
                    <a:pt x="8747" y="2072"/>
                  </a:lnTo>
                  <a:lnTo>
                    <a:pt x="8538" y="2156"/>
                  </a:lnTo>
                  <a:lnTo>
                    <a:pt x="8307" y="2156"/>
                  </a:lnTo>
                  <a:lnTo>
                    <a:pt x="8140" y="2093"/>
                  </a:lnTo>
                  <a:lnTo>
                    <a:pt x="8056" y="2093"/>
                  </a:lnTo>
                  <a:lnTo>
                    <a:pt x="7994" y="2114"/>
                  </a:lnTo>
                  <a:lnTo>
                    <a:pt x="7910" y="2093"/>
                  </a:lnTo>
                  <a:lnTo>
                    <a:pt x="7805" y="2093"/>
                  </a:lnTo>
                  <a:lnTo>
                    <a:pt x="7701" y="2177"/>
                  </a:lnTo>
                  <a:lnTo>
                    <a:pt x="7680" y="2219"/>
                  </a:lnTo>
                  <a:lnTo>
                    <a:pt x="7722" y="2302"/>
                  </a:lnTo>
                  <a:lnTo>
                    <a:pt x="7722" y="2386"/>
                  </a:lnTo>
                  <a:lnTo>
                    <a:pt x="7784" y="2491"/>
                  </a:lnTo>
                  <a:lnTo>
                    <a:pt x="7805" y="2533"/>
                  </a:lnTo>
                  <a:lnTo>
                    <a:pt x="7784" y="2616"/>
                  </a:lnTo>
                  <a:lnTo>
                    <a:pt x="7722" y="2784"/>
                  </a:lnTo>
                  <a:lnTo>
                    <a:pt x="7742" y="2930"/>
                  </a:lnTo>
                  <a:lnTo>
                    <a:pt x="7889" y="3118"/>
                  </a:lnTo>
                  <a:lnTo>
                    <a:pt x="7889" y="3223"/>
                  </a:lnTo>
                  <a:lnTo>
                    <a:pt x="7910" y="3432"/>
                  </a:lnTo>
                  <a:lnTo>
                    <a:pt x="7889" y="3453"/>
                  </a:lnTo>
                  <a:lnTo>
                    <a:pt x="7826" y="3411"/>
                  </a:lnTo>
                  <a:lnTo>
                    <a:pt x="7784" y="3307"/>
                  </a:lnTo>
                  <a:lnTo>
                    <a:pt x="7638" y="3160"/>
                  </a:lnTo>
                  <a:lnTo>
                    <a:pt x="7596" y="3118"/>
                  </a:lnTo>
                  <a:lnTo>
                    <a:pt x="7596" y="2909"/>
                  </a:lnTo>
                  <a:lnTo>
                    <a:pt x="7617" y="2700"/>
                  </a:lnTo>
                  <a:lnTo>
                    <a:pt x="7617" y="2595"/>
                  </a:lnTo>
                  <a:lnTo>
                    <a:pt x="7512" y="2428"/>
                  </a:lnTo>
                  <a:lnTo>
                    <a:pt x="7512" y="2323"/>
                  </a:lnTo>
                  <a:lnTo>
                    <a:pt x="7491" y="2281"/>
                  </a:lnTo>
                  <a:lnTo>
                    <a:pt x="7429" y="2261"/>
                  </a:lnTo>
                  <a:lnTo>
                    <a:pt x="7303" y="2302"/>
                  </a:lnTo>
                  <a:lnTo>
                    <a:pt x="7177" y="2386"/>
                  </a:lnTo>
                  <a:lnTo>
                    <a:pt x="7010" y="2407"/>
                  </a:lnTo>
                  <a:lnTo>
                    <a:pt x="6947" y="2470"/>
                  </a:lnTo>
                  <a:lnTo>
                    <a:pt x="6905" y="2595"/>
                  </a:lnTo>
                  <a:lnTo>
                    <a:pt x="6947" y="2700"/>
                  </a:lnTo>
                  <a:lnTo>
                    <a:pt x="6905" y="2825"/>
                  </a:lnTo>
                  <a:lnTo>
                    <a:pt x="6843" y="2930"/>
                  </a:lnTo>
                  <a:lnTo>
                    <a:pt x="6801" y="2993"/>
                  </a:lnTo>
                  <a:lnTo>
                    <a:pt x="6843" y="3035"/>
                  </a:lnTo>
                  <a:lnTo>
                    <a:pt x="6885" y="3035"/>
                  </a:lnTo>
                  <a:lnTo>
                    <a:pt x="6947" y="3056"/>
                  </a:lnTo>
                  <a:lnTo>
                    <a:pt x="6947" y="3202"/>
                  </a:lnTo>
                  <a:lnTo>
                    <a:pt x="6885" y="3307"/>
                  </a:lnTo>
                  <a:lnTo>
                    <a:pt x="6738" y="3411"/>
                  </a:lnTo>
                  <a:lnTo>
                    <a:pt x="6633" y="3411"/>
                  </a:lnTo>
                  <a:lnTo>
                    <a:pt x="6592" y="3453"/>
                  </a:lnTo>
                  <a:lnTo>
                    <a:pt x="6571" y="3558"/>
                  </a:lnTo>
                  <a:lnTo>
                    <a:pt x="6529" y="3621"/>
                  </a:lnTo>
                  <a:lnTo>
                    <a:pt x="6487" y="3683"/>
                  </a:lnTo>
                  <a:lnTo>
                    <a:pt x="6529" y="3767"/>
                  </a:lnTo>
                  <a:lnTo>
                    <a:pt x="6487" y="3830"/>
                  </a:lnTo>
                  <a:lnTo>
                    <a:pt x="6424" y="3830"/>
                  </a:lnTo>
                  <a:lnTo>
                    <a:pt x="6382" y="3851"/>
                  </a:lnTo>
                  <a:lnTo>
                    <a:pt x="6236" y="3872"/>
                  </a:lnTo>
                  <a:lnTo>
                    <a:pt x="6131" y="3830"/>
                  </a:lnTo>
                  <a:lnTo>
                    <a:pt x="6089" y="3767"/>
                  </a:lnTo>
                  <a:lnTo>
                    <a:pt x="6089" y="3683"/>
                  </a:lnTo>
                  <a:lnTo>
                    <a:pt x="6048" y="3662"/>
                  </a:lnTo>
                  <a:lnTo>
                    <a:pt x="5985" y="3662"/>
                  </a:lnTo>
                  <a:lnTo>
                    <a:pt x="5964" y="3621"/>
                  </a:lnTo>
                  <a:lnTo>
                    <a:pt x="5943" y="3537"/>
                  </a:lnTo>
                  <a:lnTo>
                    <a:pt x="5838" y="3537"/>
                  </a:lnTo>
                  <a:lnTo>
                    <a:pt x="5797" y="3579"/>
                  </a:lnTo>
                  <a:lnTo>
                    <a:pt x="5755" y="3641"/>
                  </a:lnTo>
                  <a:lnTo>
                    <a:pt x="5671" y="3641"/>
                  </a:lnTo>
                  <a:lnTo>
                    <a:pt x="5629" y="3662"/>
                  </a:lnTo>
                  <a:lnTo>
                    <a:pt x="5629" y="3830"/>
                  </a:lnTo>
                  <a:lnTo>
                    <a:pt x="5608" y="3893"/>
                  </a:lnTo>
                  <a:lnTo>
                    <a:pt x="5608" y="3997"/>
                  </a:lnTo>
                  <a:lnTo>
                    <a:pt x="5650" y="4165"/>
                  </a:lnTo>
                  <a:lnTo>
                    <a:pt x="5629" y="4353"/>
                  </a:lnTo>
                  <a:lnTo>
                    <a:pt x="5566" y="4416"/>
                  </a:lnTo>
                  <a:lnTo>
                    <a:pt x="5525" y="4416"/>
                  </a:lnTo>
                  <a:lnTo>
                    <a:pt x="5545" y="4206"/>
                  </a:lnTo>
                  <a:lnTo>
                    <a:pt x="5545" y="4060"/>
                  </a:lnTo>
                  <a:lnTo>
                    <a:pt x="5525" y="3976"/>
                  </a:lnTo>
                  <a:lnTo>
                    <a:pt x="5525" y="3767"/>
                  </a:lnTo>
                  <a:lnTo>
                    <a:pt x="5504" y="3662"/>
                  </a:lnTo>
                  <a:lnTo>
                    <a:pt x="5462" y="3641"/>
                  </a:lnTo>
                  <a:lnTo>
                    <a:pt x="5420" y="3662"/>
                  </a:lnTo>
                  <a:lnTo>
                    <a:pt x="5336" y="3662"/>
                  </a:lnTo>
                  <a:lnTo>
                    <a:pt x="5253" y="3767"/>
                  </a:lnTo>
                  <a:lnTo>
                    <a:pt x="5190" y="3788"/>
                  </a:lnTo>
                  <a:lnTo>
                    <a:pt x="5085" y="3872"/>
                  </a:lnTo>
                  <a:lnTo>
                    <a:pt x="5043" y="3955"/>
                  </a:lnTo>
                  <a:lnTo>
                    <a:pt x="5043" y="4039"/>
                  </a:lnTo>
                  <a:lnTo>
                    <a:pt x="4918" y="4186"/>
                  </a:lnTo>
                  <a:lnTo>
                    <a:pt x="4876" y="4206"/>
                  </a:lnTo>
                  <a:lnTo>
                    <a:pt x="4834" y="4165"/>
                  </a:lnTo>
                  <a:lnTo>
                    <a:pt x="4729" y="4165"/>
                  </a:lnTo>
                  <a:lnTo>
                    <a:pt x="4688" y="4186"/>
                  </a:lnTo>
                  <a:lnTo>
                    <a:pt x="4688" y="4248"/>
                  </a:lnTo>
                  <a:lnTo>
                    <a:pt x="4771" y="4269"/>
                  </a:lnTo>
                  <a:lnTo>
                    <a:pt x="4792" y="4290"/>
                  </a:lnTo>
                  <a:lnTo>
                    <a:pt x="4709" y="4311"/>
                  </a:lnTo>
                  <a:lnTo>
                    <a:pt x="4562" y="4311"/>
                  </a:lnTo>
                  <a:lnTo>
                    <a:pt x="4478" y="4353"/>
                  </a:lnTo>
                  <a:lnTo>
                    <a:pt x="4416" y="4416"/>
                  </a:lnTo>
                  <a:lnTo>
                    <a:pt x="4248" y="4478"/>
                  </a:lnTo>
                  <a:lnTo>
                    <a:pt x="4248" y="4520"/>
                  </a:lnTo>
                  <a:lnTo>
                    <a:pt x="4185" y="4583"/>
                  </a:lnTo>
                  <a:lnTo>
                    <a:pt x="4081" y="4625"/>
                  </a:lnTo>
                  <a:lnTo>
                    <a:pt x="3997" y="4625"/>
                  </a:lnTo>
                  <a:lnTo>
                    <a:pt x="3976" y="4688"/>
                  </a:lnTo>
                  <a:lnTo>
                    <a:pt x="3976" y="4771"/>
                  </a:lnTo>
                  <a:lnTo>
                    <a:pt x="4039" y="4813"/>
                  </a:lnTo>
                  <a:lnTo>
                    <a:pt x="3997" y="4876"/>
                  </a:lnTo>
                  <a:lnTo>
                    <a:pt x="3955" y="4897"/>
                  </a:lnTo>
                  <a:lnTo>
                    <a:pt x="3892" y="4939"/>
                  </a:lnTo>
                  <a:lnTo>
                    <a:pt x="3851" y="5022"/>
                  </a:lnTo>
                  <a:lnTo>
                    <a:pt x="3767" y="5043"/>
                  </a:lnTo>
                  <a:lnTo>
                    <a:pt x="3746" y="5127"/>
                  </a:lnTo>
                  <a:lnTo>
                    <a:pt x="3746" y="5169"/>
                  </a:lnTo>
                  <a:lnTo>
                    <a:pt x="3767" y="5211"/>
                  </a:lnTo>
                  <a:lnTo>
                    <a:pt x="3767" y="5294"/>
                  </a:lnTo>
                  <a:lnTo>
                    <a:pt x="3767" y="5336"/>
                  </a:lnTo>
                  <a:lnTo>
                    <a:pt x="3830" y="5357"/>
                  </a:lnTo>
                  <a:lnTo>
                    <a:pt x="3892" y="5357"/>
                  </a:lnTo>
                  <a:lnTo>
                    <a:pt x="3976" y="5420"/>
                  </a:lnTo>
                  <a:lnTo>
                    <a:pt x="4039" y="5420"/>
                  </a:lnTo>
                  <a:lnTo>
                    <a:pt x="4081" y="5357"/>
                  </a:lnTo>
                  <a:lnTo>
                    <a:pt x="4144" y="5357"/>
                  </a:lnTo>
                  <a:lnTo>
                    <a:pt x="4248" y="5441"/>
                  </a:lnTo>
                  <a:lnTo>
                    <a:pt x="4269" y="5525"/>
                  </a:lnTo>
                  <a:lnTo>
                    <a:pt x="4353" y="5525"/>
                  </a:lnTo>
                  <a:lnTo>
                    <a:pt x="4457" y="5441"/>
                  </a:lnTo>
                  <a:lnTo>
                    <a:pt x="4499" y="5441"/>
                  </a:lnTo>
                  <a:lnTo>
                    <a:pt x="4604" y="5462"/>
                  </a:lnTo>
                  <a:lnTo>
                    <a:pt x="4792" y="5462"/>
                  </a:lnTo>
                  <a:lnTo>
                    <a:pt x="4834" y="5441"/>
                  </a:lnTo>
                  <a:lnTo>
                    <a:pt x="4834" y="5336"/>
                  </a:lnTo>
                  <a:lnTo>
                    <a:pt x="4918" y="5253"/>
                  </a:lnTo>
                  <a:lnTo>
                    <a:pt x="4939" y="5253"/>
                  </a:lnTo>
                  <a:lnTo>
                    <a:pt x="4939" y="5357"/>
                  </a:lnTo>
                  <a:lnTo>
                    <a:pt x="4981" y="5378"/>
                  </a:lnTo>
                  <a:lnTo>
                    <a:pt x="4939" y="5441"/>
                  </a:lnTo>
                  <a:lnTo>
                    <a:pt x="4813" y="5483"/>
                  </a:lnTo>
                  <a:lnTo>
                    <a:pt x="4709" y="5566"/>
                  </a:lnTo>
                  <a:lnTo>
                    <a:pt x="4562" y="5546"/>
                  </a:lnTo>
                  <a:lnTo>
                    <a:pt x="4457" y="5566"/>
                  </a:lnTo>
                  <a:lnTo>
                    <a:pt x="4416" y="5629"/>
                  </a:lnTo>
                  <a:lnTo>
                    <a:pt x="4416" y="5671"/>
                  </a:lnTo>
                  <a:lnTo>
                    <a:pt x="4520" y="5755"/>
                  </a:lnTo>
                  <a:lnTo>
                    <a:pt x="4667" y="5755"/>
                  </a:lnTo>
                  <a:lnTo>
                    <a:pt x="4688" y="5776"/>
                  </a:lnTo>
                  <a:lnTo>
                    <a:pt x="4667" y="5859"/>
                  </a:lnTo>
                  <a:lnTo>
                    <a:pt x="4520" y="5943"/>
                  </a:lnTo>
                  <a:lnTo>
                    <a:pt x="4290" y="5943"/>
                  </a:lnTo>
                  <a:lnTo>
                    <a:pt x="4206" y="6048"/>
                  </a:lnTo>
                  <a:lnTo>
                    <a:pt x="4206" y="6152"/>
                  </a:lnTo>
                  <a:lnTo>
                    <a:pt x="4290" y="6194"/>
                  </a:lnTo>
                  <a:lnTo>
                    <a:pt x="4269" y="6299"/>
                  </a:lnTo>
                  <a:lnTo>
                    <a:pt x="4185" y="6320"/>
                  </a:lnTo>
                  <a:lnTo>
                    <a:pt x="4081" y="6487"/>
                  </a:lnTo>
                  <a:lnTo>
                    <a:pt x="4039" y="6571"/>
                  </a:lnTo>
                  <a:lnTo>
                    <a:pt x="3892" y="6613"/>
                  </a:lnTo>
                  <a:lnTo>
                    <a:pt x="3788" y="6738"/>
                  </a:lnTo>
                  <a:lnTo>
                    <a:pt x="3725" y="6843"/>
                  </a:lnTo>
                  <a:lnTo>
                    <a:pt x="3620" y="6947"/>
                  </a:lnTo>
                  <a:lnTo>
                    <a:pt x="3620" y="7010"/>
                  </a:lnTo>
                  <a:lnTo>
                    <a:pt x="3537" y="7031"/>
                  </a:lnTo>
                  <a:lnTo>
                    <a:pt x="3453" y="7031"/>
                  </a:lnTo>
                  <a:lnTo>
                    <a:pt x="3348" y="6947"/>
                  </a:lnTo>
                  <a:lnTo>
                    <a:pt x="3307" y="6906"/>
                  </a:lnTo>
                  <a:lnTo>
                    <a:pt x="3202" y="6885"/>
                  </a:lnTo>
                  <a:lnTo>
                    <a:pt x="3139" y="6822"/>
                  </a:lnTo>
                  <a:lnTo>
                    <a:pt x="3014" y="6801"/>
                  </a:lnTo>
                  <a:lnTo>
                    <a:pt x="2888" y="6822"/>
                  </a:lnTo>
                  <a:lnTo>
                    <a:pt x="2784" y="6885"/>
                  </a:lnTo>
                  <a:lnTo>
                    <a:pt x="2679" y="6843"/>
                  </a:lnTo>
                  <a:lnTo>
                    <a:pt x="2616" y="6822"/>
                  </a:lnTo>
                  <a:lnTo>
                    <a:pt x="2512" y="6843"/>
                  </a:lnTo>
                  <a:lnTo>
                    <a:pt x="2344" y="6843"/>
                  </a:lnTo>
                  <a:lnTo>
                    <a:pt x="2177" y="6927"/>
                  </a:lnTo>
                  <a:lnTo>
                    <a:pt x="2156" y="7010"/>
                  </a:lnTo>
                  <a:lnTo>
                    <a:pt x="2198" y="7052"/>
                  </a:lnTo>
                  <a:lnTo>
                    <a:pt x="2177" y="7115"/>
                  </a:lnTo>
                  <a:lnTo>
                    <a:pt x="2156" y="7052"/>
                  </a:lnTo>
                  <a:lnTo>
                    <a:pt x="2072" y="7052"/>
                  </a:lnTo>
                  <a:lnTo>
                    <a:pt x="1654" y="7157"/>
                  </a:lnTo>
                  <a:lnTo>
                    <a:pt x="1549" y="7157"/>
                  </a:lnTo>
                  <a:lnTo>
                    <a:pt x="1486" y="7199"/>
                  </a:lnTo>
                  <a:lnTo>
                    <a:pt x="1465" y="7199"/>
                  </a:lnTo>
                  <a:lnTo>
                    <a:pt x="1382" y="7157"/>
                  </a:lnTo>
                  <a:lnTo>
                    <a:pt x="1319" y="7219"/>
                  </a:lnTo>
                  <a:lnTo>
                    <a:pt x="1277" y="7261"/>
                  </a:lnTo>
                  <a:lnTo>
                    <a:pt x="1214" y="7303"/>
                  </a:lnTo>
                  <a:lnTo>
                    <a:pt x="1172" y="7261"/>
                  </a:lnTo>
                  <a:lnTo>
                    <a:pt x="1172" y="7240"/>
                  </a:lnTo>
                  <a:lnTo>
                    <a:pt x="1110" y="7219"/>
                  </a:lnTo>
                  <a:lnTo>
                    <a:pt x="1026" y="7219"/>
                  </a:lnTo>
                  <a:lnTo>
                    <a:pt x="942" y="7261"/>
                  </a:lnTo>
                  <a:lnTo>
                    <a:pt x="859" y="7261"/>
                  </a:lnTo>
                  <a:lnTo>
                    <a:pt x="817" y="7240"/>
                  </a:lnTo>
                  <a:lnTo>
                    <a:pt x="733" y="7240"/>
                  </a:lnTo>
                  <a:lnTo>
                    <a:pt x="691" y="7303"/>
                  </a:lnTo>
                  <a:lnTo>
                    <a:pt x="607" y="7324"/>
                  </a:lnTo>
                  <a:lnTo>
                    <a:pt x="607" y="7366"/>
                  </a:lnTo>
                  <a:lnTo>
                    <a:pt x="607" y="7429"/>
                  </a:lnTo>
                  <a:lnTo>
                    <a:pt x="419" y="7512"/>
                  </a:lnTo>
                  <a:lnTo>
                    <a:pt x="315" y="7512"/>
                  </a:lnTo>
                  <a:lnTo>
                    <a:pt x="294" y="7554"/>
                  </a:lnTo>
                  <a:lnTo>
                    <a:pt x="335" y="7638"/>
                  </a:lnTo>
                  <a:lnTo>
                    <a:pt x="419" y="7638"/>
                  </a:lnTo>
                  <a:lnTo>
                    <a:pt x="482" y="7659"/>
                  </a:lnTo>
                  <a:lnTo>
                    <a:pt x="482" y="7722"/>
                  </a:lnTo>
                  <a:lnTo>
                    <a:pt x="398" y="7722"/>
                  </a:lnTo>
                  <a:lnTo>
                    <a:pt x="377" y="7680"/>
                  </a:lnTo>
                  <a:lnTo>
                    <a:pt x="335" y="7722"/>
                  </a:lnTo>
                  <a:lnTo>
                    <a:pt x="294" y="7784"/>
                  </a:lnTo>
                  <a:lnTo>
                    <a:pt x="189" y="7847"/>
                  </a:lnTo>
                  <a:lnTo>
                    <a:pt x="105" y="7868"/>
                  </a:lnTo>
                  <a:lnTo>
                    <a:pt x="168" y="7931"/>
                  </a:lnTo>
                  <a:lnTo>
                    <a:pt x="273" y="7973"/>
                  </a:lnTo>
                  <a:lnTo>
                    <a:pt x="315" y="8035"/>
                  </a:lnTo>
                  <a:lnTo>
                    <a:pt x="419" y="8266"/>
                  </a:lnTo>
                  <a:lnTo>
                    <a:pt x="482" y="8307"/>
                  </a:lnTo>
                  <a:lnTo>
                    <a:pt x="587" y="8307"/>
                  </a:lnTo>
                  <a:lnTo>
                    <a:pt x="628" y="8349"/>
                  </a:lnTo>
                  <a:lnTo>
                    <a:pt x="649" y="8391"/>
                  </a:lnTo>
                  <a:lnTo>
                    <a:pt x="607" y="8454"/>
                  </a:lnTo>
                  <a:lnTo>
                    <a:pt x="545" y="8496"/>
                  </a:lnTo>
                  <a:lnTo>
                    <a:pt x="524" y="8559"/>
                  </a:lnTo>
                  <a:lnTo>
                    <a:pt x="587" y="8621"/>
                  </a:lnTo>
                  <a:lnTo>
                    <a:pt x="691" y="8663"/>
                  </a:lnTo>
                  <a:lnTo>
                    <a:pt x="817" y="8621"/>
                  </a:lnTo>
                  <a:lnTo>
                    <a:pt x="921" y="8559"/>
                  </a:lnTo>
                  <a:lnTo>
                    <a:pt x="963" y="8496"/>
                  </a:lnTo>
                  <a:lnTo>
                    <a:pt x="1005" y="8475"/>
                  </a:lnTo>
                  <a:lnTo>
                    <a:pt x="1047" y="8496"/>
                  </a:lnTo>
                  <a:lnTo>
                    <a:pt x="1068" y="8559"/>
                  </a:lnTo>
                  <a:lnTo>
                    <a:pt x="1005" y="8684"/>
                  </a:lnTo>
                  <a:lnTo>
                    <a:pt x="900" y="8726"/>
                  </a:lnTo>
                  <a:lnTo>
                    <a:pt x="796" y="8768"/>
                  </a:lnTo>
                  <a:lnTo>
                    <a:pt x="754" y="8810"/>
                  </a:lnTo>
                  <a:lnTo>
                    <a:pt x="796" y="8893"/>
                  </a:lnTo>
                  <a:lnTo>
                    <a:pt x="900" y="8914"/>
                  </a:lnTo>
                  <a:lnTo>
                    <a:pt x="963" y="8872"/>
                  </a:lnTo>
                  <a:lnTo>
                    <a:pt x="1110" y="8810"/>
                  </a:lnTo>
                  <a:lnTo>
                    <a:pt x="1151" y="8831"/>
                  </a:lnTo>
                  <a:lnTo>
                    <a:pt x="1151" y="8872"/>
                  </a:lnTo>
                  <a:lnTo>
                    <a:pt x="963" y="8935"/>
                  </a:lnTo>
                  <a:lnTo>
                    <a:pt x="838" y="8998"/>
                  </a:lnTo>
                  <a:lnTo>
                    <a:pt x="817" y="9040"/>
                  </a:lnTo>
                  <a:lnTo>
                    <a:pt x="1005" y="9228"/>
                  </a:lnTo>
                  <a:lnTo>
                    <a:pt x="1131" y="9291"/>
                  </a:lnTo>
                  <a:lnTo>
                    <a:pt x="1277" y="9291"/>
                  </a:lnTo>
                  <a:lnTo>
                    <a:pt x="1340" y="9228"/>
                  </a:lnTo>
                  <a:lnTo>
                    <a:pt x="1361" y="9103"/>
                  </a:lnTo>
                  <a:lnTo>
                    <a:pt x="1319" y="9040"/>
                  </a:lnTo>
                  <a:lnTo>
                    <a:pt x="1277" y="8998"/>
                  </a:lnTo>
                  <a:lnTo>
                    <a:pt x="1319" y="8977"/>
                  </a:lnTo>
                  <a:lnTo>
                    <a:pt x="1361" y="8977"/>
                  </a:lnTo>
                  <a:lnTo>
                    <a:pt x="1444" y="9082"/>
                  </a:lnTo>
                  <a:lnTo>
                    <a:pt x="1465" y="9103"/>
                  </a:lnTo>
                  <a:lnTo>
                    <a:pt x="1465" y="9144"/>
                  </a:lnTo>
                  <a:lnTo>
                    <a:pt x="1570" y="9207"/>
                  </a:lnTo>
                  <a:lnTo>
                    <a:pt x="1758" y="9228"/>
                  </a:lnTo>
                  <a:lnTo>
                    <a:pt x="1884" y="9228"/>
                  </a:lnTo>
                  <a:lnTo>
                    <a:pt x="1988" y="9144"/>
                  </a:lnTo>
                  <a:lnTo>
                    <a:pt x="2051" y="9123"/>
                  </a:lnTo>
                  <a:lnTo>
                    <a:pt x="2114" y="9144"/>
                  </a:lnTo>
                  <a:lnTo>
                    <a:pt x="2114" y="9228"/>
                  </a:lnTo>
                  <a:lnTo>
                    <a:pt x="2177" y="9291"/>
                  </a:lnTo>
                  <a:lnTo>
                    <a:pt x="2219" y="9291"/>
                  </a:lnTo>
                  <a:lnTo>
                    <a:pt x="2281" y="9312"/>
                  </a:lnTo>
                  <a:lnTo>
                    <a:pt x="2302" y="9458"/>
                  </a:lnTo>
                  <a:lnTo>
                    <a:pt x="2260" y="9458"/>
                  </a:lnTo>
                  <a:lnTo>
                    <a:pt x="2114" y="9542"/>
                  </a:lnTo>
                  <a:lnTo>
                    <a:pt x="2114" y="9626"/>
                  </a:lnTo>
                  <a:lnTo>
                    <a:pt x="2156" y="9667"/>
                  </a:lnTo>
                  <a:lnTo>
                    <a:pt x="2156" y="9730"/>
                  </a:lnTo>
                  <a:lnTo>
                    <a:pt x="2072" y="9667"/>
                  </a:lnTo>
                  <a:lnTo>
                    <a:pt x="2051" y="9647"/>
                  </a:lnTo>
                  <a:lnTo>
                    <a:pt x="1968" y="9626"/>
                  </a:lnTo>
                  <a:lnTo>
                    <a:pt x="1884" y="9542"/>
                  </a:lnTo>
                  <a:lnTo>
                    <a:pt x="1696" y="9458"/>
                  </a:lnTo>
                  <a:lnTo>
                    <a:pt x="1465" y="9458"/>
                  </a:lnTo>
                  <a:lnTo>
                    <a:pt x="1319" y="9437"/>
                  </a:lnTo>
                  <a:lnTo>
                    <a:pt x="1110" y="9500"/>
                  </a:lnTo>
                  <a:lnTo>
                    <a:pt x="1110" y="9542"/>
                  </a:lnTo>
                  <a:lnTo>
                    <a:pt x="1214" y="9626"/>
                  </a:lnTo>
                  <a:lnTo>
                    <a:pt x="1361" y="9647"/>
                  </a:lnTo>
                  <a:lnTo>
                    <a:pt x="1486" y="9667"/>
                  </a:lnTo>
                  <a:lnTo>
                    <a:pt x="1654" y="9772"/>
                  </a:lnTo>
                  <a:lnTo>
                    <a:pt x="1842" y="9856"/>
                  </a:lnTo>
                  <a:lnTo>
                    <a:pt x="1947" y="9856"/>
                  </a:lnTo>
                  <a:lnTo>
                    <a:pt x="2009" y="9877"/>
                  </a:lnTo>
                  <a:lnTo>
                    <a:pt x="1884" y="9940"/>
                  </a:lnTo>
                  <a:lnTo>
                    <a:pt x="1654" y="9940"/>
                  </a:lnTo>
                  <a:lnTo>
                    <a:pt x="1444" y="9814"/>
                  </a:lnTo>
                  <a:lnTo>
                    <a:pt x="1361" y="9751"/>
                  </a:lnTo>
                  <a:lnTo>
                    <a:pt x="1214" y="9751"/>
                  </a:lnTo>
                  <a:lnTo>
                    <a:pt x="1005" y="9647"/>
                  </a:lnTo>
                  <a:lnTo>
                    <a:pt x="796" y="9647"/>
                  </a:lnTo>
                  <a:lnTo>
                    <a:pt x="649" y="9563"/>
                  </a:lnTo>
                  <a:lnTo>
                    <a:pt x="482" y="9521"/>
                  </a:lnTo>
                  <a:lnTo>
                    <a:pt x="294" y="9605"/>
                  </a:lnTo>
                  <a:lnTo>
                    <a:pt x="294" y="9730"/>
                  </a:lnTo>
                  <a:lnTo>
                    <a:pt x="231" y="9667"/>
                  </a:lnTo>
                  <a:lnTo>
                    <a:pt x="168" y="9667"/>
                  </a:lnTo>
                  <a:lnTo>
                    <a:pt x="105" y="9730"/>
                  </a:lnTo>
                  <a:lnTo>
                    <a:pt x="63" y="9730"/>
                  </a:lnTo>
                  <a:lnTo>
                    <a:pt x="1" y="9814"/>
                  </a:lnTo>
                  <a:lnTo>
                    <a:pt x="1" y="9877"/>
                  </a:lnTo>
                  <a:lnTo>
                    <a:pt x="1" y="9960"/>
                  </a:lnTo>
                  <a:lnTo>
                    <a:pt x="63" y="9940"/>
                  </a:lnTo>
                  <a:lnTo>
                    <a:pt x="105" y="9940"/>
                  </a:lnTo>
                  <a:lnTo>
                    <a:pt x="147" y="9960"/>
                  </a:lnTo>
                  <a:lnTo>
                    <a:pt x="63" y="10023"/>
                  </a:lnTo>
                  <a:lnTo>
                    <a:pt x="22" y="10086"/>
                  </a:lnTo>
                  <a:lnTo>
                    <a:pt x="63" y="10191"/>
                  </a:lnTo>
                  <a:lnTo>
                    <a:pt x="189" y="10253"/>
                  </a:lnTo>
                  <a:lnTo>
                    <a:pt x="273" y="10170"/>
                  </a:lnTo>
                  <a:lnTo>
                    <a:pt x="315" y="10149"/>
                  </a:lnTo>
                  <a:lnTo>
                    <a:pt x="377" y="10149"/>
                  </a:lnTo>
                  <a:lnTo>
                    <a:pt x="440" y="10023"/>
                  </a:lnTo>
                  <a:lnTo>
                    <a:pt x="503" y="9981"/>
                  </a:lnTo>
                  <a:lnTo>
                    <a:pt x="587" y="9981"/>
                  </a:lnTo>
                  <a:lnTo>
                    <a:pt x="524" y="10044"/>
                  </a:lnTo>
                  <a:lnTo>
                    <a:pt x="482" y="10170"/>
                  </a:lnTo>
                  <a:lnTo>
                    <a:pt x="398" y="10232"/>
                  </a:lnTo>
                  <a:lnTo>
                    <a:pt x="315" y="10274"/>
                  </a:lnTo>
                  <a:lnTo>
                    <a:pt x="356" y="10442"/>
                  </a:lnTo>
                  <a:lnTo>
                    <a:pt x="503" y="10588"/>
                  </a:lnTo>
                  <a:lnTo>
                    <a:pt x="566" y="10546"/>
                  </a:lnTo>
                  <a:lnTo>
                    <a:pt x="607" y="10546"/>
                  </a:lnTo>
                  <a:lnTo>
                    <a:pt x="775" y="10609"/>
                  </a:lnTo>
                  <a:lnTo>
                    <a:pt x="879" y="10609"/>
                  </a:lnTo>
                  <a:lnTo>
                    <a:pt x="879" y="10672"/>
                  </a:lnTo>
                  <a:lnTo>
                    <a:pt x="817" y="10756"/>
                  </a:lnTo>
                  <a:lnTo>
                    <a:pt x="733" y="10797"/>
                  </a:lnTo>
                  <a:lnTo>
                    <a:pt x="712" y="10776"/>
                  </a:lnTo>
                  <a:lnTo>
                    <a:pt x="545" y="10776"/>
                  </a:lnTo>
                  <a:lnTo>
                    <a:pt x="482" y="10797"/>
                  </a:lnTo>
                  <a:lnTo>
                    <a:pt x="419" y="10881"/>
                  </a:lnTo>
                  <a:lnTo>
                    <a:pt x="273" y="10881"/>
                  </a:lnTo>
                  <a:lnTo>
                    <a:pt x="210" y="10923"/>
                  </a:lnTo>
                  <a:lnTo>
                    <a:pt x="210" y="11069"/>
                  </a:lnTo>
                  <a:lnTo>
                    <a:pt x="294" y="11174"/>
                  </a:lnTo>
                  <a:lnTo>
                    <a:pt x="335" y="11237"/>
                  </a:lnTo>
                  <a:lnTo>
                    <a:pt x="419" y="11425"/>
                  </a:lnTo>
                  <a:lnTo>
                    <a:pt x="545" y="11488"/>
                  </a:lnTo>
                  <a:lnTo>
                    <a:pt x="503" y="11509"/>
                  </a:lnTo>
                  <a:lnTo>
                    <a:pt x="503" y="11530"/>
                  </a:lnTo>
                  <a:lnTo>
                    <a:pt x="587" y="11592"/>
                  </a:lnTo>
                  <a:lnTo>
                    <a:pt x="670" y="11697"/>
                  </a:lnTo>
                  <a:lnTo>
                    <a:pt x="754" y="11760"/>
                  </a:lnTo>
                  <a:lnTo>
                    <a:pt x="859" y="11823"/>
                  </a:lnTo>
                  <a:lnTo>
                    <a:pt x="963" y="11927"/>
                  </a:lnTo>
                  <a:lnTo>
                    <a:pt x="1047" y="11969"/>
                  </a:lnTo>
                  <a:lnTo>
                    <a:pt x="1068" y="11948"/>
                  </a:lnTo>
                  <a:lnTo>
                    <a:pt x="1068" y="11864"/>
                  </a:lnTo>
                  <a:lnTo>
                    <a:pt x="1047" y="11718"/>
                  </a:lnTo>
                  <a:lnTo>
                    <a:pt x="1047" y="11634"/>
                  </a:lnTo>
                  <a:lnTo>
                    <a:pt x="1110" y="11592"/>
                  </a:lnTo>
                  <a:lnTo>
                    <a:pt x="1131" y="11488"/>
                  </a:lnTo>
                  <a:lnTo>
                    <a:pt x="1131" y="11404"/>
                  </a:lnTo>
                  <a:lnTo>
                    <a:pt x="1172" y="11383"/>
                  </a:lnTo>
                  <a:lnTo>
                    <a:pt x="1214" y="11383"/>
                  </a:lnTo>
                  <a:lnTo>
                    <a:pt x="1235" y="11488"/>
                  </a:lnTo>
                  <a:lnTo>
                    <a:pt x="1277" y="11592"/>
                  </a:lnTo>
                  <a:lnTo>
                    <a:pt x="1277" y="11655"/>
                  </a:lnTo>
                  <a:lnTo>
                    <a:pt x="1319" y="11718"/>
                  </a:lnTo>
                  <a:lnTo>
                    <a:pt x="1340" y="11697"/>
                  </a:lnTo>
                  <a:lnTo>
                    <a:pt x="1361" y="11634"/>
                  </a:lnTo>
                  <a:lnTo>
                    <a:pt x="1444" y="11634"/>
                  </a:lnTo>
                  <a:lnTo>
                    <a:pt x="1549" y="11551"/>
                  </a:lnTo>
                  <a:lnTo>
                    <a:pt x="1570" y="11592"/>
                  </a:lnTo>
                  <a:lnTo>
                    <a:pt x="1654" y="11592"/>
                  </a:lnTo>
                  <a:lnTo>
                    <a:pt x="1675" y="11634"/>
                  </a:lnTo>
                  <a:lnTo>
                    <a:pt x="1612" y="11718"/>
                  </a:lnTo>
                  <a:lnTo>
                    <a:pt x="1549" y="11823"/>
                  </a:lnTo>
                  <a:lnTo>
                    <a:pt x="1549" y="11927"/>
                  </a:lnTo>
                  <a:lnTo>
                    <a:pt x="1633" y="11948"/>
                  </a:lnTo>
                  <a:lnTo>
                    <a:pt x="1675" y="11927"/>
                  </a:lnTo>
                  <a:lnTo>
                    <a:pt x="1737" y="11739"/>
                  </a:lnTo>
                  <a:lnTo>
                    <a:pt x="1758" y="11655"/>
                  </a:lnTo>
                  <a:lnTo>
                    <a:pt x="1842" y="11697"/>
                  </a:lnTo>
                  <a:lnTo>
                    <a:pt x="1926" y="11823"/>
                  </a:lnTo>
                  <a:lnTo>
                    <a:pt x="1968" y="11844"/>
                  </a:lnTo>
                  <a:lnTo>
                    <a:pt x="2051" y="11802"/>
                  </a:lnTo>
                  <a:lnTo>
                    <a:pt x="2051" y="11718"/>
                  </a:lnTo>
                  <a:lnTo>
                    <a:pt x="2093" y="11634"/>
                  </a:lnTo>
                  <a:lnTo>
                    <a:pt x="2198" y="11634"/>
                  </a:lnTo>
                  <a:lnTo>
                    <a:pt x="2240" y="11655"/>
                  </a:lnTo>
                  <a:lnTo>
                    <a:pt x="2240" y="11760"/>
                  </a:lnTo>
                  <a:lnTo>
                    <a:pt x="2177" y="11864"/>
                  </a:lnTo>
                  <a:lnTo>
                    <a:pt x="2177" y="11969"/>
                  </a:lnTo>
                  <a:lnTo>
                    <a:pt x="2240" y="11927"/>
                  </a:lnTo>
                  <a:lnTo>
                    <a:pt x="2344" y="11844"/>
                  </a:lnTo>
                  <a:lnTo>
                    <a:pt x="2386" y="11739"/>
                  </a:lnTo>
                  <a:lnTo>
                    <a:pt x="2470" y="11655"/>
                  </a:lnTo>
                  <a:lnTo>
                    <a:pt x="2595" y="11634"/>
                  </a:lnTo>
                  <a:lnTo>
                    <a:pt x="2700" y="11655"/>
                  </a:lnTo>
                  <a:lnTo>
                    <a:pt x="2784" y="11739"/>
                  </a:lnTo>
                  <a:lnTo>
                    <a:pt x="2909" y="11802"/>
                  </a:lnTo>
                  <a:lnTo>
                    <a:pt x="3076" y="11927"/>
                  </a:lnTo>
                  <a:lnTo>
                    <a:pt x="3181" y="11948"/>
                  </a:lnTo>
                  <a:lnTo>
                    <a:pt x="3223" y="11906"/>
                  </a:lnTo>
                  <a:lnTo>
                    <a:pt x="3286" y="11906"/>
                  </a:lnTo>
                  <a:lnTo>
                    <a:pt x="3390" y="12011"/>
                  </a:lnTo>
                  <a:lnTo>
                    <a:pt x="3516" y="12116"/>
                  </a:lnTo>
                  <a:lnTo>
                    <a:pt x="3495" y="12220"/>
                  </a:lnTo>
                  <a:lnTo>
                    <a:pt x="3495" y="12241"/>
                  </a:lnTo>
                  <a:lnTo>
                    <a:pt x="3537" y="12241"/>
                  </a:lnTo>
                  <a:lnTo>
                    <a:pt x="3558" y="12220"/>
                  </a:lnTo>
                  <a:lnTo>
                    <a:pt x="3620" y="12241"/>
                  </a:lnTo>
                  <a:lnTo>
                    <a:pt x="3662" y="12325"/>
                  </a:lnTo>
                  <a:lnTo>
                    <a:pt x="3746" y="12367"/>
                  </a:lnTo>
                  <a:lnTo>
                    <a:pt x="3809" y="12429"/>
                  </a:lnTo>
                  <a:lnTo>
                    <a:pt x="3830" y="12492"/>
                  </a:lnTo>
                  <a:lnTo>
                    <a:pt x="3851" y="12534"/>
                  </a:lnTo>
                  <a:lnTo>
                    <a:pt x="3913" y="12534"/>
                  </a:lnTo>
                  <a:lnTo>
                    <a:pt x="3913" y="12471"/>
                  </a:lnTo>
                  <a:lnTo>
                    <a:pt x="3955" y="12471"/>
                  </a:lnTo>
                  <a:lnTo>
                    <a:pt x="4018" y="12492"/>
                  </a:lnTo>
                  <a:lnTo>
                    <a:pt x="4039" y="12576"/>
                  </a:lnTo>
                  <a:lnTo>
                    <a:pt x="4164" y="12681"/>
                  </a:lnTo>
                  <a:lnTo>
                    <a:pt x="4248" y="12785"/>
                  </a:lnTo>
                  <a:lnTo>
                    <a:pt x="4290" y="12806"/>
                  </a:lnTo>
                  <a:lnTo>
                    <a:pt x="4353" y="12869"/>
                  </a:lnTo>
                  <a:lnTo>
                    <a:pt x="4332" y="12953"/>
                  </a:lnTo>
                  <a:lnTo>
                    <a:pt x="4353" y="12973"/>
                  </a:lnTo>
                  <a:lnTo>
                    <a:pt x="4353" y="13015"/>
                  </a:lnTo>
                  <a:lnTo>
                    <a:pt x="4290" y="13078"/>
                  </a:lnTo>
                  <a:lnTo>
                    <a:pt x="4248" y="13183"/>
                  </a:lnTo>
                  <a:lnTo>
                    <a:pt x="4164" y="13225"/>
                  </a:lnTo>
                  <a:lnTo>
                    <a:pt x="4164" y="13266"/>
                  </a:lnTo>
                  <a:lnTo>
                    <a:pt x="4269" y="13266"/>
                  </a:lnTo>
                  <a:lnTo>
                    <a:pt x="4290" y="13287"/>
                  </a:lnTo>
                  <a:lnTo>
                    <a:pt x="4269" y="13329"/>
                  </a:lnTo>
                  <a:lnTo>
                    <a:pt x="4227" y="13371"/>
                  </a:lnTo>
                  <a:lnTo>
                    <a:pt x="4123" y="13476"/>
                  </a:lnTo>
                  <a:lnTo>
                    <a:pt x="4081" y="13497"/>
                  </a:lnTo>
                  <a:lnTo>
                    <a:pt x="4081" y="13538"/>
                  </a:lnTo>
                  <a:lnTo>
                    <a:pt x="4144" y="13601"/>
                  </a:lnTo>
                  <a:lnTo>
                    <a:pt x="4185" y="13685"/>
                  </a:lnTo>
                  <a:lnTo>
                    <a:pt x="4185" y="13727"/>
                  </a:lnTo>
                  <a:lnTo>
                    <a:pt x="4374" y="13894"/>
                  </a:lnTo>
                  <a:lnTo>
                    <a:pt x="4416" y="13957"/>
                  </a:lnTo>
                  <a:lnTo>
                    <a:pt x="4416" y="14061"/>
                  </a:lnTo>
                  <a:lnTo>
                    <a:pt x="4457" y="14124"/>
                  </a:lnTo>
                  <a:lnTo>
                    <a:pt x="4416" y="14166"/>
                  </a:lnTo>
                  <a:lnTo>
                    <a:pt x="4416" y="14250"/>
                  </a:lnTo>
                  <a:lnTo>
                    <a:pt x="4478" y="14333"/>
                  </a:lnTo>
                  <a:lnTo>
                    <a:pt x="4520" y="14333"/>
                  </a:lnTo>
                  <a:lnTo>
                    <a:pt x="4562" y="14354"/>
                  </a:lnTo>
                  <a:lnTo>
                    <a:pt x="4583" y="14438"/>
                  </a:lnTo>
                  <a:lnTo>
                    <a:pt x="4667" y="14543"/>
                  </a:lnTo>
                  <a:lnTo>
                    <a:pt x="4709" y="14585"/>
                  </a:lnTo>
                  <a:lnTo>
                    <a:pt x="4709" y="14668"/>
                  </a:lnTo>
                  <a:lnTo>
                    <a:pt x="4688" y="14752"/>
                  </a:lnTo>
                  <a:lnTo>
                    <a:pt x="4604" y="14773"/>
                  </a:lnTo>
                  <a:lnTo>
                    <a:pt x="4520" y="14857"/>
                  </a:lnTo>
                  <a:lnTo>
                    <a:pt x="4499" y="14940"/>
                  </a:lnTo>
                  <a:lnTo>
                    <a:pt x="4457" y="15003"/>
                  </a:lnTo>
                  <a:lnTo>
                    <a:pt x="4395" y="15003"/>
                  </a:lnTo>
                  <a:lnTo>
                    <a:pt x="4290" y="15087"/>
                  </a:lnTo>
                  <a:lnTo>
                    <a:pt x="4269" y="15149"/>
                  </a:lnTo>
                  <a:lnTo>
                    <a:pt x="4311" y="15170"/>
                  </a:lnTo>
                  <a:lnTo>
                    <a:pt x="4374" y="15149"/>
                  </a:lnTo>
                  <a:lnTo>
                    <a:pt x="4416" y="15087"/>
                  </a:lnTo>
                  <a:lnTo>
                    <a:pt x="4478" y="15087"/>
                  </a:lnTo>
                  <a:lnTo>
                    <a:pt x="4583" y="14982"/>
                  </a:lnTo>
                  <a:lnTo>
                    <a:pt x="4688" y="14982"/>
                  </a:lnTo>
                  <a:lnTo>
                    <a:pt x="4667" y="15108"/>
                  </a:lnTo>
                  <a:lnTo>
                    <a:pt x="4625" y="15170"/>
                  </a:lnTo>
                  <a:lnTo>
                    <a:pt x="4667" y="15254"/>
                  </a:lnTo>
                  <a:lnTo>
                    <a:pt x="4667" y="15317"/>
                  </a:lnTo>
                  <a:lnTo>
                    <a:pt x="4709" y="15421"/>
                  </a:lnTo>
                  <a:lnTo>
                    <a:pt x="4729" y="15526"/>
                  </a:lnTo>
                  <a:lnTo>
                    <a:pt x="4688" y="15631"/>
                  </a:lnTo>
                  <a:lnTo>
                    <a:pt x="4688" y="15694"/>
                  </a:lnTo>
                  <a:lnTo>
                    <a:pt x="4709" y="15777"/>
                  </a:lnTo>
                  <a:lnTo>
                    <a:pt x="4709" y="15798"/>
                  </a:lnTo>
                  <a:lnTo>
                    <a:pt x="4667" y="15735"/>
                  </a:lnTo>
                  <a:lnTo>
                    <a:pt x="4604" y="15777"/>
                  </a:lnTo>
                  <a:lnTo>
                    <a:pt x="4625" y="15903"/>
                  </a:lnTo>
                  <a:lnTo>
                    <a:pt x="4688" y="16007"/>
                  </a:lnTo>
                  <a:lnTo>
                    <a:pt x="4688" y="16049"/>
                  </a:lnTo>
                  <a:lnTo>
                    <a:pt x="4667" y="16049"/>
                  </a:lnTo>
                  <a:lnTo>
                    <a:pt x="4604" y="16112"/>
                  </a:lnTo>
                  <a:lnTo>
                    <a:pt x="4625" y="16196"/>
                  </a:lnTo>
                  <a:lnTo>
                    <a:pt x="4667" y="16238"/>
                  </a:lnTo>
                  <a:lnTo>
                    <a:pt x="4729" y="16238"/>
                  </a:lnTo>
                  <a:lnTo>
                    <a:pt x="4792" y="16300"/>
                  </a:lnTo>
                  <a:lnTo>
                    <a:pt x="4792" y="16342"/>
                  </a:lnTo>
                  <a:lnTo>
                    <a:pt x="4729" y="16405"/>
                  </a:lnTo>
                  <a:lnTo>
                    <a:pt x="4729" y="16468"/>
                  </a:lnTo>
                  <a:lnTo>
                    <a:pt x="4667" y="16551"/>
                  </a:lnTo>
                  <a:lnTo>
                    <a:pt x="4604" y="16572"/>
                  </a:lnTo>
                  <a:lnTo>
                    <a:pt x="4520" y="16551"/>
                  </a:lnTo>
                  <a:lnTo>
                    <a:pt x="4478" y="16572"/>
                  </a:lnTo>
                  <a:lnTo>
                    <a:pt x="4478" y="16635"/>
                  </a:lnTo>
                  <a:lnTo>
                    <a:pt x="4562" y="16656"/>
                  </a:lnTo>
                  <a:lnTo>
                    <a:pt x="4625" y="16656"/>
                  </a:lnTo>
                  <a:lnTo>
                    <a:pt x="4688" y="16719"/>
                  </a:lnTo>
                  <a:lnTo>
                    <a:pt x="4729" y="16719"/>
                  </a:lnTo>
                  <a:lnTo>
                    <a:pt x="4813" y="16740"/>
                  </a:lnTo>
                  <a:lnTo>
                    <a:pt x="4855" y="16782"/>
                  </a:lnTo>
                  <a:lnTo>
                    <a:pt x="4855" y="16886"/>
                  </a:lnTo>
                  <a:lnTo>
                    <a:pt x="4876" y="17033"/>
                  </a:lnTo>
                  <a:lnTo>
                    <a:pt x="4771" y="17137"/>
                  </a:lnTo>
                  <a:lnTo>
                    <a:pt x="4750" y="17200"/>
                  </a:lnTo>
                  <a:lnTo>
                    <a:pt x="4792" y="17263"/>
                  </a:lnTo>
                  <a:lnTo>
                    <a:pt x="4709" y="17409"/>
                  </a:lnTo>
                  <a:lnTo>
                    <a:pt x="4604" y="17472"/>
                  </a:lnTo>
                  <a:lnTo>
                    <a:pt x="4541" y="17472"/>
                  </a:lnTo>
                  <a:lnTo>
                    <a:pt x="4478" y="17409"/>
                  </a:lnTo>
                  <a:lnTo>
                    <a:pt x="4436" y="17409"/>
                  </a:lnTo>
                  <a:lnTo>
                    <a:pt x="4332" y="17493"/>
                  </a:lnTo>
                  <a:lnTo>
                    <a:pt x="4290" y="17577"/>
                  </a:lnTo>
                  <a:lnTo>
                    <a:pt x="4332" y="17598"/>
                  </a:lnTo>
                  <a:lnTo>
                    <a:pt x="4374" y="17598"/>
                  </a:lnTo>
                  <a:lnTo>
                    <a:pt x="4541" y="17618"/>
                  </a:lnTo>
                  <a:lnTo>
                    <a:pt x="4583" y="17577"/>
                  </a:lnTo>
                  <a:lnTo>
                    <a:pt x="4604" y="17556"/>
                  </a:lnTo>
                  <a:lnTo>
                    <a:pt x="4646" y="17577"/>
                  </a:lnTo>
                  <a:lnTo>
                    <a:pt x="4646" y="17618"/>
                  </a:lnTo>
                  <a:lnTo>
                    <a:pt x="4667" y="17660"/>
                  </a:lnTo>
                  <a:lnTo>
                    <a:pt x="4604" y="17702"/>
                  </a:lnTo>
                  <a:lnTo>
                    <a:pt x="4562" y="17702"/>
                  </a:lnTo>
                  <a:lnTo>
                    <a:pt x="4541" y="17723"/>
                  </a:lnTo>
                  <a:lnTo>
                    <a:pt x="4541" y="17807"/>
                  </a:lnTo>
                  <a:lnTo>
                    <a:pt x="4499" y="17828"/>
                  </a:lnTo>
                  <a:lnTo>
                    <a:pt x="4436" y="17828"/>
                  </a:lnTo>
                  <a:lnTo>
                    <a:pt x="4290" y="17932"/>
                  </a:lnTo>
                  <a:lnTo>
                    <a:pt x="4185" y="17995"/>
                  </a:lnTo>
                  <a:lnTo>
                    <a:pt x="4185" y="18037"/>
                  </a:lnTo>
                  <a:lnTo>
                    <a:pt x="4269" y="18121"/>
                  </a:lnTo>
                  <a:lnTo>
                    <a:pt x="4395" y="18142"/>
                  </a:lnTo>
                  <a:lnTo>
                    <a:pt x="4499" y="18121"/>
                  </a:lnTo>
                  <a:lnTo>
                    <a:pt x="4583" y="18016"/>
                  </a:lnTo>
                  <a:lnTo>
                    <a:pt x="4646" y="17911"/>
                  </a:lnTo>
                  <a:lnTo>
                    <a:pt x="4688" y="17870"/>
                  </a:lnTo>
                  <a:lnTo>
                    <a:pt x="4709" y="17870"/>
                  </a:lnTo>
                  <a:lnTo>
                    <a:pt x="4709" y="17911"/>
                  </a:lnTo>
                  <a:lnTo>
                    <a:pt x="4604" y="18079"/>
                  </a:lnTo>
                  <a:lnTo>
                    <a:pt x="4478" y="18204"/>
                  </a:lnTo>
                  <a:lnTo>
                    <a:pt x="4436" y="18183"/>
                  </a:lnTo>
                  <a:lnTo>
                    <a:pt x="4269" y="18204"/>
                  </a:lnTo>
                  <a:lnTo>
                    <a:pt x="4227" y="18225"/>
                  </a:lnTo>
                  <a:lnTo>
                    <a:pt x="4164" y="18309"/>
                  </a:lnTo>
                  <a:lnTo>
                    <a:pt x="4144" y="18288"/>
                  </a:lnTo>
                  <a:lnTo>
                    <a:pt x="4039" y="18288"/>
                  </a:lnTo>
                  <a:lnTo>
                    <a:pt x="3934" y="18330"/>
                  </a:lnTo>
                  <a:lnTo>
                    <a:pt x="3934" y="18393"/>
                  </a:lnTo>
                  <a:lnTo>
                    <a:pt x="3955" y="18414"/>
                  </a:lnTo>
                  <a:lnTo>
                    <a:pt x="3976" y="18455"/>
                  </a:lnTo>
                  <a:lnTo>
                    <a:pt x="3955" y="18539"/>
                  </a:lnTo>
                  <a:lnTo>
                    <a:pt x="4018" y="18665"/>
                  </a:lnTo>
                  <a:lnTo>
                    <a:pt x="4039" y="18665"/>
                  </a:lnTo>
                  <a:lnTo>
                    <a:pt x="4060" y="18602"/>
                  </a:lnTo>
                  <a:lnTo>
                    <a:pt x="4123" y="18602"/>
                  </a:lnTo>
                  <a:lnTo>
                    <a:pt x="4164" y="18644"/>
                  </a:lnTo>
                  <a:lnTo>
                    <a:pt x="4185" y="18707"/>
                  </a:lnTo>
                  <a:lnTo>
                    <a:pt x="4185" y="18769"/>
                  </a:lnTo>
                  <a:lnTo>
                    <a:pt x="4248" y="18832"/>
                  </a:lnTo>
                  <a:lnTo>
                    <a:pt x="4374" y="18832"/>
                  </a:lnTo>
                  <a:lnTo>
                    <a:pt x="4457" y="18769"/>
                  </a:lnTo>
                  <a:lnTo>
                    <a:pt x="4478" y="18748"/>
                  </a:lnTo>
                  <a:lnTo>
                    <a:pt x="4541" y="18748"/>
                  </a:lnTo>
                  <a:lnTo>
                    <a:pt x="4646" y="18727"/>
                  </a:lnTo>
                  <a:lnTo>
                    <a:pt x="4688" y="18665"/>
                  </a:lnTo>
                  <a:lnTo>
                    <a:pt x="4709" y="18560"/>
                  </a:lnTo>
                  <a:lnTo>
                    <a:pt x="4688" y="18497"/>
                  </a:lnTo>
                  <a:lnTo>
                    <a:pt x="4646" y="18434"/>
                  </a:lnTo>
                  <a:lnTo>
                    <a:pt x="4750" y="18434"/>
                  </a:lnTo>
                  <a:lnTo>
                    <a:pt x="4750" y="18393"/>
                  </a:lnTo>
                  <a:lnTo>
                    <a:pt x="4771" y="18225"/>
                  </a:lnTo>
                  <a:lnTo>
                    <a:pt x="4813" y="18309"/>
                  </a:lnTo>
                  <a:lnTo>
                    <a:pt x="4876" y="18351"/>
                  </a:lnTo>
                  <a:lnTo>
                    <a:pt x="4918" y="18351"/>
                  </a:lnTo>
                  <a:lnTo>
                    <a:pt x="4981" y="18288"/>
                  </a:lnTo>
                  <a:lnTo>
                    <a:pt x="4981" y="18121"/>
                  </a:lnTo>
                  <a:lnTo>
                    <a:pt x="4981" y="18016"/>
                  </a:lnTo>
                  <a:lnTo>
                    <a:pt x="4918" y="17911"/>
                  </a:lnTo>
                  <a:lnTo>
                    <a:pt x="4897" y="17828"/>
                  </a:lnTo>
                  <a:lnTo>
                    <a:pt x="4918" y="17618"/>
                  </a:lnTo>
                  <a:lnTo>
                    <a:pt x="4960" y="17577"/>
                  </a:lnTo>
                  <a:lnTo>
                    <a:pt x="4981" y="17577"/>
                  </a:lnTo>
                  <a:lnTo>
                    <a:pt x="4981" y="17660"/>
                  </a:lnTo>
                  <a:lnTo>
                    <a:pt x="4960" y="17723"/>
                  </a:lnTo>
                  <a:lnTo>
                    <a:pt x="4981" y="17828"/>
                  </a:lnTo>
                  <a:lnTo>
                    <a:pt x="5022" y="17932"/>
                  </a:lnTo>
                  <a:lnTo>
                    <a:pt x="5022" y="18079"/>
                  </a:lnTo>
                  <a:lnTo>
                    <a:pt x="5001" y="18204"/>
                  </a:lnTo>
                  <a:lnTo>
                    <a:pt x="5001" y="18309"/>
                  </a:lnTo>
                  <a:lnTo>
                    <a:pt x="5064" y="18309"/>
                  </a:lnTo>
                  <a:lnTo>
                    <a:pt x="5085" y="18288"/>
                  </a:lnTo>
                  <a:lnTo>
                    <a:pt x="5169" y="18225"/>
                  </a:lnTo>
                  <a:lnTo>
                    <a:pt x="5169" y="18183"/>
                  </a:lnTo>
                  <a:lnTo>
                    <a:pt x="5273" y="18037"/>
                  </a:lnTo>
                  <a:lnTo>
                    <a:pt x="5378" y="17995"/>
                  </a:lnTo>
                  <a:lnTo>
                    <a:pt x="5420" y="17995"/>
                  </a:lnTo>
                  <a:lnTo>
                    <a:pt x="5420" y="18016"/>
                  </a:lnTo>
                  <a:lnTo>
                    <a:pt x="5336" y="18079"/>
                  </a:lnTo>
                  <a:lnTo>
                    <a:pt x="5294" y="18121"/>
                  </a:lnTo>
                  <a:lnTo>
                    <a:pt x="5232" y="18246"/>
                  </a:lnTo>
                  <a:lnTo>
                    <a:pt x="5169" y="18330"/>
                  </a:lnTo>
                  <a:lnTo>
                    <a:pt x="5169" y="18393"/>
                  </a:lnTo>
                  <a:lnTo>
                    <a:pt x="5211" y="18414"/>
                  </a:lnTo>
                  <a:lnTo>
                    <a:pt x="5294" y="18414"/>
                  </a:lnTo>
                  <a:lnTo>
                    <a:pt x="5336" y="18434"/>
                  </a:lnTo>
                  <a:lnTo>
                    <a:pt x="5399" y="18518"/>
                  </a:lnTo>
                  <a:lnTo>
                    <a:pt x="5483" y="18539"/>
                  </a:lnTo>
                  <a:lnTo>
                    <a:pt x="5587" y="18518"/>
                  </a:lnTo>
                  <a:lnTo>
                    <a:pt x="5650" y="18455"/>
                  </a:lnTo>
                  <a:lnTo>
                    <a:pt x="5713" y="18455"/>
                  </a:lnTo>
                  <a:lnTo>
                    <a:pt x="5734" y="18497"/>
                  </a:lnTo>
                  <a:lnTo>
                    <a:pt x="5734" y="18539"/>
                  </a:lnTo>
                  <a:lnTo>
                    <a:pt x="5608" y="18623"/>
                  </a:lnTo>
                  <a:lnTo>
                    <a:pt x="5420" y="18665"/>
                  </a:lnTo>
                  <a:lnTo>
                    <a:pt x="5294" y="18665"/>
                  </a:lnTo>
                  <a:lnTo>
                    <a:pt x="5211" y="18727"/>
                  </a:lnTo>
                  <a:lnTo>
                    <a:pt x="5169" y="18769"/>
                  </a:lnTo>
                  <a:lnTo>
                    <a:pt x="5169" y="18832"/>
                  </a:lnTo>
                  <a:lnTo>
                    <a:pt x="5190" y="18853"/>
                  </a:lnTo>
                  <a:lnTo>
                    <a:pt x="5315" y="18832"/>
                  </a:lnTo>
                  <a:lnTo>
                    <a:pt x="5378" y="18853"/>
                  </a:lnTo>
                  <a:lnTo>
                    <a:pt x="5420" y="18832"/>
                  </a:lnTo>
                  <a:lnTo>
                    <a:pt x="5504" y="18769"/>
                  </a:lnTo>
                  <a:lnTo>
                    <a:pt x="5629" y="18769"/>
                  </a:lnTo>
                  <a:lnTo>
                    <a:pt x="5650" y="18811"/>
                  </a:lnTo>
                  <a:lnTo>
                    <a:pt x="5629" y="18853"/>
                  </a:lnTo>
                  <a:lnTo>
                    <a:pt x="5545" y="18874"/>
                  </a:lnTo>
                  <a:lnTo>
                    <a:pt x="5483" y="18937"/>
                  </a:lnTo>
                  <a:lnTo>
                    <a:pt x="5336" y="18937"/>
                  </a:lnTo>
                  <a:lnTo>
                    <a:pt x="5294" y="19020"/>
                  </a:lnTo>
                  <a:lnTo>
                    <a:pt x="5273" y="19083"/>
                  </a:lnTo>
                  <a:lnTo>
                    <a:pt x="5211" y="19146"/>
                  </a:lnTo>
                  <a:lnTo>
                    <a:pt x="5211" y="19188"/>
                  </a:lnTo>
                  <a:lnTo>
                    <a:pt x="5273" y="19188"/>
                  </a:lnTo>
                  <a:lnTo>
                    <a:pt x="5420" y="19062"/>
                  </a:lnTo>
                  <a:lnTo>
                    <a:pt x="5483" y="19041"/>
                  </a:lnTo>
                  <a:lnTo>
                    <a:pt x="5545" y="19041"/>
                  </a:lnTo>
                  <a:lnTo>
                    <a:pt x="5587" y="19020"/>
                  </a:lnTo>
                  <a:lnTo>
                    <a:pt x="5629" y="19020"/>
                  </a:lnTo>
                  <a:lnTo>
                    <a:pt x="5692" y="19083"/>
                  </a:lnTo>
                  <a:lnTo>
                    <a:pt x="5692" y="19146"/>
                  </a:lnTo>
                  <a:lnTo>
                    <a:pt x="5650" y="19188"/>
                  </a:lnTo>
                  <a:lnTo>
                    <a:pt x="5587" y="19146"/>
                  </a:lnTo>
                  <a:lnTo>
                    <a:pt x="5525" y="19125"/>
                  </a:lnTo>
                  <a:lnTo>
                    <a:pt x="5399" y="19167"/>
                  </a:lnTo>
                  <a:lnTo>
                    <a:pt x="5378" y="19230"/>
                  </a:lnTo>
                  <a:lnTo>
                    <a:pt x="5399" y="19271"/>
                  </a:lnTo>
                  <a:lnTo>
                    <a:pt x="5587" y="19271"/>
                  </a:lnTo>
                  <a:lnTo>
                    <a:pt x="5650" y="19230"/>
                  </a:lnTo>
                  <a:lnTo>
                    <a:pt x="5713" y="19230"/>
                  </a:lnTo>
                  <a:lnTo>
                    <a:pt x="5797" y="19334"/>
                  </a:lnTo>
                  <a:lnTo>
                    <a:pt x="5797" y="19397"/>
                  </a:lnTo>
                  <a:lnTo>
                    <a:pt x="5734" y="19439"/>
                  </a:lnTo>
                  <a:lnTo>
                    <a:pt x="5525" y="19355"/>
                  </a:lnTo>
                  <a:lnTo>
                    <a:pt x="5420" y="19292"/>
                  </a:lnTo>
                  <a:lnTo>
                    <a:pt x="5399" y="19355"/>
                  </a:lnTo>
                  <a:lnTo>
                    <a:pt x="5420" y="19439"/>
                  </a:lnTo>
                  <a:lnTo>
                    <a:pt x="5525" y="19502"/>
                  </a:lnTo>
                  <a:lnTo>
                    <a:pt x="5629" y="19648"/>
                  </a:lnTo>
                  <a:lnTo>
                    <a:pt x="5692" y="19753"/>
                  </a:lnTo>
                  <a:lnTo>
                    <a:pt x="5629" y="19753"/>
                  </a:lnTo>
                  <a:lnTo>
                    <a:pt x="5545" y="19648"/>
                  </a:lnTo>
                  <a:lnTo>
                    <a:pt x="5525" y="19648"/>
                  </a:lnTo>
                  <a:lnTo>
                    <a:pt x="5504" y="19690"/>
                  </a:lnTo>
                  <a:lnTo>
                    <a:pt x="5525" y="19774"/>
                  </a:lnTo>
                  <a:lnTo>
                    <a:pt x="5650" y="19878"/>
                  </a:lnTo>
                  <a:lnTo>
                    <a:pt x="5797" y="19983"/>
                  </a:lnTo>
                  <a:lnTo>
                    <a:pt x="5797" y="20025"/>
                  </a:lnTo>
                  <a:lnTo>
                    <a:pt x="5734" y="20025"/>
                  </a:lnTo>
                  <a:lnTo>
                    <a:pt x="5734" y="20087"/>
                  </a:lnTo>
                  <a:lnTo>
                    <a:pt x="5692" y="20087"/>
                  </a:lnTo>
                  <a:lnTo>
                    <a:pt x="5587" y="19983"/>
                  </a:lnTo>
                  <a:lnTo>
                    <a:pt x="5545" y="19983"/>
                  </a:lnTo>
                  <a:lnTo>
                    <a:pt x="5545" y="20025"/>
                  </a:lnTo>
                  <a:lnTo>
                    <a:pt x="5650" y="20171"/>
                  </a:lnTo>
                  <a:lnTo>
                    <a:pt x="5713" y="20213"/>
                  </a:lnTo>
                  <a:lnTo>
                    <a:pt x="5755" y="20213"/>
                  </a:lnTo>
                  <a:lnTo>
                    <a:pt x="5817" y="20192"/>
                  </a:lnTo>
                  <a:lnTo>
                    <a:pt x="5838" y="20213"/>
                  </a:lnTo>
                  <a:lnTo>
                    <a:pt x="5797" y="20297"/>
                  </a:lnTo>
                  <a:lnTo>
                    <a:pt x="5734" y="20318"/>
                  </a:lnTo>
                  <a:lnTo>
                    <a:pt x="5629" y="20276"/>
                  </a:lnTo>
                  <a:lnTo>
                    <a:pt x="5545" y="20192"/>
                  </a:lnTo>
                  <a:lnTo>
                    <a:pt x="5441" y="20108"/>
                  </a:lnTo>
                  <a:lnTo>
                    <a:pt x="5378" y="20004"/>
                  </a:lnTo>
                  <a:lnTo>
                    <a:pt x="5294" y="19795"/>
                  </a:lnTo>
                  <a:lnTo>
                    <a:pt x="5232" y="19711"/>
                  </a:lnTo>
                  <a:lnTo>
                    <a:pt x="5169" y="19690"/>
                  </a:lnTo>
                  <a:lnTo>
                    <a:pt x="5085" y="19648"/>
                  </a:lnTo>
                  <a:lnTo>
                    <a:pt x="4981" y="19606"/>
                  </a:lnTo>
                  <a:lnTo>
                    <a:pt x="4876" y="19606"/>
                  </a:lnTo>
                  <a:lnTo>
                    <a:pt x="4813" y="19585"/>
                  </a:lnTo>
                  <a:lnTo>
                    <a:pt x="4750" y="19585"/>
                  </a:lnTo>
                  <a:lnTo>
                    <a:pt x="4646" y="19564"/>
                  </a:lnTo>
                  <a:lnTo>
                    <a:pt x="4541" y="19460"/>
                  </a:lnTo>
                  <a:lnTo>
                    <a:pt x="4436" y="19460"/>
                  </a:lnTo>
                  <a:lnTo>
                    <a:pt x="4353" y="19439"/>
                  </a:lnTo>
                  <a:lnTo>
                    <a:pt x="4290" y="19460"/>
                  </a:lnTo>
                  <a:lnTo>
                    <a:pt x="4185" y="19460"/>
                  </a:lnTo>
                  <a:lnTo>
                    <a:pt x="4060" y="19564"/>
                  </a:lnTo>
                  <a:lnTo>
                    <a:pt x="4060" y="19606"/>
                  </a:lnTo>
                  <a:lnTo>
                    <a:pt x="4123" y="19669"/>
                  </a:lnTo>
                  <a:lnTo>
                    <a:pt x="4185" y="19753"/>
                  </a:lnTo>
                  <a:lnTo>
                    <a:pt x="4248" y="19878"/>
                  </a:lnTo>
                  <a:lnTo>
                    <a:pt x="4248" y="19962"/>
                  </a:lnTo>
                  <a:lnTo>
                    <a:pt x="4353" y="20067"/>
                  </a:lnTo>
                  <a:lnTo>
                    <a:pt x="4499" y="20108"/>
                  </a:lnTo>
                  <a:lnTo>
                    <a:pt x="4709" y="20192"/>
                  </a:lnTo>
                  <a:lnTo>
                    <a:pt x="4855" y="20276"/>
                  </a:lnTo>
                  <a:lnTo>
                    <a:pt x="4897" y="20380"/>
                  </a:lnTo>
                  <a:lnTo>
                    <a:pt x="4897" y="20422"/>
                  </a:lnTo>
                  <a:lnTo>
                    <a:pt x="4981" y="20443"/>
                  </a:lnTo>
                  <a:lnTo>
                    <a:pt x="5064" y="20443"/>
                  </a:lnTo>
                  <a:lnTo>
                    <a:pt x="5127" y="20527"/>
                  </a:lnTo>
                  <a:lnTo>
                    <a:pt x="5211" y="20548"/>
                  </a:lnTo>
                  <a:lnTo>
                    <a:pt x="5273" y="20527"/>
                  </a:lnTo>
                  <a:lnTo>
                    <a:pt x="5315" y="20590"/>
                  </a:lnTo>
                  <a:lnTo>
                    <a:pt x="5399" y="20590"/>
                  </a:lnTo>
                  <a:lnTo>
                    <a:pt x="5441" y="20548"/>
                  </a:lnTo>
                  <a:lnTo>
                    <a:pt x="5504" y="20631"/>
                  </a:lnTo>
                  <a:lnTo>
                    <a:pt x="5608" y="20631"/>
                  </a:lnTo>
                  <a:lnTo>
                    <a:pt x="5692" y="20548"/>
                  </a:lnTo>
                  <a:lnTo>
                    <a:pt x="5797" y="20548"/>
                  </a:lnTo>
                  <a:lnTo>
                    <a:pt x="5838" y="20590"/>
                  </a:lnTo>
                  <a:lnTo>
                    <a:pt x="5838" y="20652"/>
                  </a:lnTo>
                  <a:lnTo>
                    <a:pt x="5755" y="20652"/>
                  </a:lnTo>
                  <a:lnTo>
                    <a:pt x="5692" y="20694"/>
                  </a:lnTo>
                  <a:lnTo>
                    <a:pt x="5692" y="20736"/>
                  </a:lnTo>
                  <a:lnTo>
                    <a:pt x="5755" y="20736"/>
                  </a:lnTo>
                  <a:lnTo>
                    <a:pt x="5817" y="20820"/>
                  </a:lnTo>
                  <a:lnTo>
                    <a:pt x="5734" y="20862"/>
                  </a:lnTo>
                  <a:lnTo>
                    <a:pt x="5734" y="20903"/>
                  </a:lnTo>
                  <a:lnTo>
                    <a:pt x="5650" y="20924"/>
                  </a:lnTo>
                  <a:lnTo>
                    <a:pt x="5608" y="20966"/>
                  </a:lnTo>
                  <a:lnTo>
                    <a:pt x="5504" y="21029"/>
                  </a:lnTo>
                  <a:lnTo>
                    <a:pt x="5483" y="21071"/>
                  </a:lnTo>
                  <a:lnTo>
                    <a:pt x="5504" y="21113"/>
                  </a:lnTo>
                  <a:lnTo>
                    <a:pt x="5608" y="21113"/>
                  </a:lnTo>
                  <a:lnTo>
                    <a:pt x="5692" y="21134"/>
                  </a:lnTo>
                  <a:lnTo>
                    <a:pt x="5713" y="21175"/>
                  </a:lnTo>
                  <a:lnTo>
                    <a:pt x="5629" y="21175"/>
                  </a:lnTo>
                  <a:lnTo>
                    <a:pt x="5587" y="21217"/>
                  </a:lnTo>
                  <a:lnTo>
                    <a:pt x="5545" y="21175"/>
                  </a:lnTo>
                  <a:lnTo>
                    <a:pt x="5504" y="21238"/>
                  </a:lnTo>
                  <a:lnTo>
                    <a:pt x="5420" y="21364"/>
                  </a:lnTo>
                  <a:lnTo>
                    <a:pt x="5378" y="21364"/>
                  </a:lnTo>
                  <a:lnTo>
                    <a:pt x="5315" y="21427"/>
                  </a:lnTo>
                  <a:lnTo>
                    <a:pt x="5315" y="21468"/>
                  </a:lnTo>
                  <a:lnTo>
                    <a:pt x="5399" y="21489"/>
                  </a:lnTo>
                  <a:lnTo>
                    <a:pt x="5441" y="21489"/>
                  </a:lnTo>
                  <a:lnTo>
                    <a:pt x="5504" y="21468"/>
                  </a:lnTo>
                  <a:lnTo>
                    <a:pt x="5525" y="21489"/>
                  </a:lnTo>
                  <a:lnTo>
                    <a:pt x="5545" y="21552"/>
                  </a:lnTo>
                  <a:lnTo>
                    <a:pt x="5608" y="21552"/>
                  </a:lnTo>
                  <a:lnTo>
                    <a:pt x="5650" y="21573"/>
                  </a:lnTo>
                  <a:lnTo>
                    <a:pt x="5650" y="21636"/>
                  </a:lnTo>
                  <a:lnTo>
                    <a:pt x="5545" y="21657"/>
                  </a:lnTo>
                  <a:lnTo>
                    <a:pt x="5483" y="21678"/>
                  </a:lnTo>
                  <a:lnTo>
                    <a:pt x="5483" y="21699"/>
                  </a:lnTo>
                  <a:lnTo>
                    <a:pt x="5608" y="21699"/>
                  </a:lnTo>
                  <a:lnTo>
                    <a:pt x="5650" y="21761"/>
                  </a:lnTo>
                  <a:lnTo>
                    <a:pt x="5650" y="21803"/>
                  </a:lnTo>
                  <a:lnTo>
                    <a:pt x="5608" y="21803"/>
                  </a:lnTo>
                  <a:lnTo>
                    <a:pt x="5545" y="21782"/>
                  </a:lnTo>
                  <a:lnTo>
                    <a:pt x="5525" y="21803"/>
                  </a:lnTo>
                  <a:lnTo>
                    <a:pt x="5483" y="21803"/>
                  </a:lnTo>
                  <a:lnTo>
                    <a:pt x="5420" y="21761"/>
                  </a:lnTo>
                  <a:lnTo>
                    <a:pt x="5336" y="21761"/>
                  </a:lnTo>
                  <a:lnTo>
                    <a:pt x="5232" y="21740"/>
                  </a:lnTo>
                  <a:lnTo>
                    <a:pt x="5232" y="21678"/>
                  </a:lnTo>
                  <a:lnTo>
                    <a:pt x="5273" y="21657"/>
                  </a:lnTo>
                  <a:lnTo>
                    <a:pt x="5211" y="21552"/>
                  </a:lnTo>
                  <a:lnTo>
                    <a:pt x="5190" y="21531"/>
                  </a:lnTo>
                  <a:lnTo>
                    <a:pt x="5127" y="21552"/>
                  </a:lnTo>
                  <a:lnTo>
                    <a:pt x="5127" y="21657"/>
                  </a:lnTo>
                  <a:lnTo>
                    <a:pt x="5064" y="21866"/>
                  </a:lnTo>
                  <a:lnTo>
                    <a:pt x="5001" y="21950"/>
                  </a:lnTo>
                  <a:lnTo>
                    <a:pt x="5022" y="21992"/>
                  </a:lnTo>
                  <a:lnTo>
                    <a:pt x="5085" y="21992"/>
                  </a:lnTo>
                  <a:lnTo>
                    <a:pt x="5169" y="21950"/>
                  </a:lnTo>
                  <a:lnTo>
                    <a:pt x="5190" y="21950"/>
                  </a:lnTo>
                  <a:lnTo>
                    <a:pt x="5169" y="21992"/>
                  </a:lnTo>
                  <a:lnTo>
                    <a:pt x="5085" y="22054"/>
                  </a:lnTo>
                  <a:lnTo>
                    <a:pt x="5022" y="22096"/>
                  </a:lnTo>
                  <a:lnTo>
                    <a:pt x="4981" y="22117"/>
                  </a:lnTo>
                  <a:lnTo>
                    <a:pt x="4981" y="22180"/>
                  </a:lnTo>
                  <a:lnTo>
                    <a:pt x="4855" y="22159"/>
                  </a:lnTo>
                  <a:lnTo>
                    <a:pt x="4750" y="22159"/>
                  </a:lnTo>
                  <a:lnTo>
                    <a:pt x="4646" y="22180"/>
                  </a:lnTo>
                  <a:lnTo>
                    <a:pt x="4604" y="22159"/>
                  </a:lnTo>
                  <a:lnTo>
                    <a:pt x="4478" y="22159"/>
                  </a:lnTo>
                  <a:lnTo>
                    <a:pt x="4395" y="22180"/>
                  </a:lnTo>
                  <a:lnTo>
                    <a:pt x="4248" y="22264"/>
                  </a:lnTo>
                  <a:lnTo>
                    <a:pt x="4123" y="22284"/>
                  </a:lnTo>
                  <a:lnTo>
                    <a:pt x="4144" y="22305"/>
                  </a:lnTo>
                  <a:lnTo>
                    <a:pt x="4248" y="22284"/>
                  </a:lnTo>
                  <a:lnTo>
                    <a:pt x="4290" y="22284"/>
                  </a:lnTo>
                  <a:lnTo>
                    <a:pt x="4248" y="22326"/>
                  </a:lnTo>
                  <a:lnTo>
                    <a:pt x="4185" y="22368"/>
                  </a:lnTo>
                  <a:lnTo>
                    <a:pt x="4227" y="22410"/>
                  </a:lnTo>
                  <a:lnTo>
                    <a:pt x="4290" y="22431"/>
                  </a:lnTo>
                  <a:lnTo>
                    <a:pt x="4353" y="22515"/>
                  </a:lnTo>
                  <a:lnTo>
                    <a:pt x="4457" y="22494"/>
                  </a:lnTo>
                  <a:lnTo>
                    <a:pt x="4541" y="22515"/>
                  </a:lnTo>
                  <a:lnTo>
                    <a:pt x="4583" y="22494"/>
                  </a:lnTo>
                  <a:lnTo>
                    <a:pt x="4709" y="22494"/>
                  </a:lnTo>
                  <a:lnTo>
                    <a:pt x="4750" y="22473"/>
                  </a:lnTo>
                  <a:lnTo>
                    <a:pt x="4667" y="22410"/>
                  </a:lnTo>
                  <a:lnTo>
                    <a:pt x="4646" y="22389"/>
                  </a:lnTo>
                  <a:lnTo>
                    <a:pt x="4688" y="22326"/>
                  </a:lnTo>
                  <a:lnTo>
                    <a:pt x="4855" y="22326"/>
                  </a:lnTo>
                  <a:lnTo>
                    <a:pt x="4918" y="22305"/>
                  </a:lnTo>
                  <a:lnTo>
                    <a:pt x="5001" y="22305"/>
                  </a:lnTo>
                  <a:lnTo>
                    <a:pt x="5001" y="22326"/>
                  </a:lnTo>
                  <a:lnTo>
                    <a:pt x="4960" y="22368"/>
                  </a:lnTo>
                  <a:lnTo>
                    <a:pt x="4918" y="22431"/>
                  </a:lnTo>
                  <a:lnTo>
                    <a:pt x="4918" y="22515"/>
                  </a:lnTo>
                  <a:lnTo>
                    <a:pt x="4792" y="22577"/>
                  </a:lnTo>
                  <a:lnTo>
                    <a:pt x="4792" y="22619"/>
                  </a:lnTo>
                  <a:lnTo>
                    <a:pt x="4813" y="22682"/>
                  </a:lnTo>
                  <a:lnTo>
                    <a:pt x="5064" y="22849"/>
                  </a:lnTo>
                  <a:lnTo>
                    <a:pt x="5169" y="22933"/>
                  </a:lnTo>
                  <a:lnTo>
                    <a:pt x="5169" y="22954"/>
                  </a:lnTo>
                  <a:lnTo>
                    <a:pt x="5085" y="22954"/>
                  </a:lnTo>
                  <a:lnTo>
                    <a:pt x="5064" y="22933"/>
                  </a:lnTo>
                  <a:lnTo>
                    <a:pt x="4960" y="22891"/>
                  </a:lnTo>
                  <a:lnTo>
                    <a:pt x="4813" y="22808"/>
                  </a:lnTo>
                  <a:lnTo>
                    <a:pt x="4771" y="22745"/>
                  </a:lnTo>
                  <a:lnTo>
                    <a:pt x="4667" y="22745"/>
                  </a:lnTo>
                  <a:lnTo>
                    <a:pt x="4604" y="22787"/>
                  </a:lnTo>
                  <a:lnTo>
                    <a:pt x="4541" y="22808"/>
                  </a:lnTo>
                  <a:lnTo>
                    <a:pt x="4332" y="22682"/>
                  </a:lnTo>
                  <a:lnTo>
                    <a:pt x="4290" y="22598"/>
                  </a:lnTo>
                  <a:lnTo>
                    <a:pt x="4248" y="22515"/>
                  </a:lnTo>
                  <a:lnTo>
                    <a:pt x="4227" y="22515"/>
                  </a:lnTo>
                  <a:lnTo>
                    <a:pt x="4248" y="22619"/>
                  </a:lnTo>
                  <a:lnTo>
                    <a:pt x="4269" y="22703"/>
                  </a:lnTo>
                  <a:lnTo>
                    <a:pt x="4248" y="22724"/>
                  </a:lnTo>
                  <a:lnTo>
                    <a:pt x="4144" y="22619"/>
                  </a:lnTo>
                  <a:lnTo>
                    <a:pt x="4039" y="22494"/>
                  </a:lnTo>
                  <a:lnTo>
                    <a:pt x="3913" y="22431"/>
                  </a:lnTo>
                  <a:lnTo>
                    <a:pt x="3851" y="22473"/>
                  </a:lnTo>
                  <a:lnTo>
                    <a:pt x="3872" y="22515"/>
                  </a:lnTo>
                  <a:lnTo>
                    <a:pt x="3955" y="22536"/>
                  </a:lnTo>
                  <a:lnTo>
                    <a:pt x="3976" y="22619"/>
                  </a:lnTo>
                  <a:lnTo>
                    <a:pt x="4123" y="22745"/>
                  </a:lnTo>
                  <a:lnTo>
                    <a:pt x="4164" y="22808"/>
                  </a:lnTo>
                  <a:lnTo>
                    <a:pt x="4227" y="22808"/>
                  </a:lnTo>
                  <a:lnTo>
                    <a:pt x="4290" y="22828"/>
                  </a:lnTo>
                  <a:lnTo>
                    <a:pt x="4332" y="22891"/>
                  </a:lnTo>
                  <a:lnTo>
                    <a:pt x="4164" y="22891"/>
                  </a:lnTo>
                  <a:lnTo>
                    <a:pt x="4060" y="22828"/>
                  </a:lnTo>
                  <a:lnTo>
                    <a:pt x="3976" y="22787"/>
                  </a:lnTo>
                  <a:lnTo>
                    <a:pt x="3934" y="22787"/>
                  </a:lnTo>
                  <a:lnTo>
                    <a:pt x="3913" y="22849"/>
                  </a:lnTo>
                  <a:lnTo>
                    <a:pt x="3913" y="22912"/>
                  </a:lnTo>
                  <a:lnTo>
                    <a:pt x="3851" y="22954"/>
                  </a:lnTo>
                  <a:lnTo>
                    <a:pt x="3830" y="22954"/>
                  </a:lnTo>
                  <a:lnTo>
                    <a:pt x="3830" y="23017"/>
                  </a:lnTo>
                  <a:lnTo>
                    <a:pt x="3767" y="23059"/>
                  </a:lnTo>
                  <a:lnTo>
                    <a:pt x="3725" y="23100"/>
                  </a:lnTo>
                  <a:lnTo>
                    <a:pt x="3600" y="23247"/>
                  </a:lnTo>
                  <a:lnTo>
                    <a:pt x="3600" y="23310"/>
                  </a:lnTo>
                  <a:lnTo>
                    <a:pt x="3627" y="23324"/>
                  </a:lnTo>
                  <a:lnTo>
                    <a:pt x="3627" y="23324"/>
                  </a:lnTo>
                  <a:lnTo>
                    <a:pt x="3558" y="23352"/>
                  </a:lnTo>
                  <a:lnTo>
                    <a:pt x="3495" y="23414"/>
                  </a:lnTo>
                  <a:lnTo>
                    <a:pt x="3390" y="23456"/>
                  </a:lnTo>
                  <a:lnTo>
                    <a:pt x="3328" y="23561"/>
                  </a:lnTo>
                  <a:lnTo>
                    <a:pt x="3328" y="23644"/>
                  </a:lnTo>
                  <a:lnTo>
                    <a:pt x="3348" y="23665"/>
                  </a:lnTo>
                  <a:lnTo>
                    <a:pt x="3432" y="23624"/>
                  </a:lnTo>
                  <a:lnTo>
                    <a:pt x="3537" y="23582"/>
                  </a:lnTo>
                  <a:lnTo>
                    <a:pt x="3600" y="23624"/>
                  </a:lnTo>
                  <a:lnTo>
                    <a:pt x="3620" y="23644"/>
                  </a:lnTo>
                  <a:lnTo>
                    <a:pt x="3725" y="23644"/>
                  </a:lnTo>
                  <a:lnTo>
                    <a:pt x="3913" y="23582"/>
                  </a:lnTo>
                  <a:lnTo>
                    <a:pt x="4060" y="23582"/>
                  </a:lnTo>
                  <a:lnTo>
                    <a:pt x="4185" y="23644"/>
                  </a:lnTo>
                  <a:lnTo>
                    <a:pt x="4185" y="23686"/>
                  </a:lnTo>
                  <a:lnTo>
                    <a:pt x="4144" y="23728"/>
                  </a:lnTo>
                  <a:lnTo>
                    <a:pt x="4018" y="23686"/>
                  </a:lnTo>
                  <a:lnTo>
                    <a:pt x="3934" y="23728"/>
                  </a:lnTo>
                  <a:lnTo>
                    <a:pt x="3558" y="23686"/>
                  </a:lnTo>
                  <a:lnTo>
                    <a:pt x="3453" y="23686"/>
                  </a:lnTo>
                  <a:lnTo>
                    <a:pt x="3432" y="23728"/>
                  </a:lnTo>
                  <a:lnTo>
                    <a:pt x="3286" y="23728"/>
                  </a:lnTo>
                  <a:lnTo>
                    <a:pt x="3286" y="23770"/>
                  </a:lnTo>
                  <a:lnTo>
                    <a:pt x="3307" y="23791"/>
                  </a:lnTo>
                  <a:lnTo>
                    <a:pt x="3411" y="23791"/>
                  </a:lnTo>
                  <a:lnTo>
                    <a:pt x="3432" y="23833"/>
                  </a:lnTo>
                  <a:lnTo>
                    <a:pt x="3390" y="23854"/>
                  </a:lnTo>
                  <a:lnTo>
                    <a:pt x="3307" y="23833"/>
                  </a:lnTo>
                  <a:lnTo>
                    <a:pt x="3202" y="23833"/>
                  </a:lnTo>
                  <a:lnTo>
                    <a:pt x="3202" y="23854"/>
                  </a:lnTo>
                  <a:lnTo>
                    <a:pt x="3244" y="23896"/>
                  </a:lnTo>
                  <a:lnTo>
                    <a:pt x="3348" y="23896"/>
                  </a:lnTo>
                  <a:lnTo>
                    <a:pt x="3620" y="23979"/>
                  </a:lnTo>
                  <a:lnTo>
                    <a:pt x="3704" y="23979"/>
                  </a:lnTo>
                  <a:lnTo>
                    <a:pt x="3746" y="23958"/>
                  </a:lnTo>
                  <a:lnTo>
                    <a:pt x="3830" y="23958"/>
                  </a:lnTo>
                  <a:lnTo>
                    <a:pt x="3851" y="23979"/>
                  </a:lnTo>
                  <a:lnTo>
                    <a:pt x="3851" y="24063"/>
                  </a:lnTo>
                  <a:lnTo>
                    <a:pt x="3872" y="24147"/>
                  </a:lnTo>
                  <a:lnTo>
                    <a:pt x="3830" y="24168"/>
                  </a:lnTo>
                  <a:lnTo>
                    <a:pt x="3746" y="24147"/>
                  </a:lnTo>
                  <a:lnTo>
                    <a:pt x="3725" y="24168"/>
                  </a:lnTo>
                  <a:lnTo>
                    <a:pt x="3704" y="24147"/>
                  </a:lnTo>
                  <a:lnTo>
                    <a:pt x="3600" y="24168"/>
                  </a:lnTo>
                  <a:lnTo>
                    <a:pt x="3600" y="24209"/>
                  </a:lnTo>
                  <a:lnTo>
                    <a:pt x="3620" y="24251"/>
                  </a:lnTo>
                  <a:lnTo>
                    <a:pt x="3662" y="24251"/>
                  </a:lnTo>
                  <a:lnTo>
                    <a:pt x="3746" y="24272"/>
                  </a:lnTo>
                  <a:lnTo>
                    <a:pt x="3767" y="24293"/>
                  </a:lnTo>
                  <a:lnTo>
                    <a:pt x="3662" y="24356"/>
                  </a:lnTo>
                  <a:lnTo>
                    <a:pt x="3600" y="24356"/>
                  </a:lnTo>
                  <a:lnTo>
                    <a:pt x="3495" y="24293"/>
                  </a:lnTo>
                  <a:lnTo>
                    <a:pt x="3390" y="24335"/>
                  </a:lnTo>
                  <a:lnTo>
                    <a:pt x="3390" y="24377"/>
                  </a:lnTo>
                  <a:lnTo>
                    <a:pt x="3411" y="24460"/>
                  </a:lnTo>
                  <a:lnTo>
                    <a:pt x="3453" y="24481"/>
                  </a:lnTo>
                  <a:lnTo>
                    <a:pt x="3516" y="24460"/>
                  </a:lnTo>
                  <a:lnTo>
                    <a:pt x="3620" y="24460"/>
                  </a:lnTo>
                  <a:lnTo>
                    <a:pt x="3704" y="24502"/>
                  </a:lnTo>
                  <a:lnTo>
                    <a:pt x="3725" y="24565"/>
                  </a:lnTo>
                  <a:lnTo>
                    <a:pt x="3495" y="24565"/>
                  </a:lnTo>
                  <a:lnTo>
                    <a:pt x="3432" y="24586"/>
                  </a:lnTo>
                  <a:lnTo>
                    <a:pt x="3348" y="24544"/>
                  </a:lnTo>
                  <a:lnTo>
                    <a:pt x="3307" y="24544"/>
                  </a:lnTo>
                  <a:lnTo>
                    <a:pt x="3244" y="24607"/>
                  </a:lnTo>
                  <a:lnTo>
                    <a:pt x="3244" y="24816"/>
                  </a:lnTo>
                  <a:lnTo>
                    <a:pt x="3223" y="24879"/>
                  </a:lnTo>
                  <a:lnTo>
                    <a:pt x="3244" y="24921"/>
                  </a:lnTo>
                  <a:lnTo>
                    <a:pt x="3328" y="24921"/>
                  </a:lnTo>
                  <a:lnTo>
                    <a:pt x="3558" y="24816"/>
                  </a:lnTo>
                  <a:lnTo>
                    <a:pt x="3620" y="24774"/>
                  </a:lnTo>
                  <a:lnTo>
                    <a:pt x="3809" y="24712"/>
                  </a:lnTo>
                  <a:lnTo>
                    <a:pt x="3913" y="24670"/>
                  </a:lnTo>
                  <a:lnTo>
                    <a:pt x="3976" y="24544"/>
                  </a:lnTo>
                  <a:lnTo>
                    <a:pt x="4123" y="24398"/>
                  </a:lnTo>
                  <a:lnTo>
                    <a:pt x="4395" y="24272"/>
                  </a:lnTo>
                  <a:lnTo>
                    <a:pt x="4541" y="24230"/>
                  </a:lnTo>
                  <a:lnTo>
                    <a:pt x="4604" y="24251"/>
                  </a:lnTo>
                  <a:lnTo>
                    <a:pt x="4604" y="24293"/>
                  </a:lnTo>
                  <a:lnTo>
                    <a:pt x="4562" y="24335"/>
                  </a:lnTo>
                  <a:lnTo>
                    <a:pt x="4478" y="24335"/>
                  </a:lnTo>
                  <a:lnTo>
                    <a:pt x="4332" y="24377"/>
                  </a:lnTo>
                  <a:lnTo>
                    <a:pt x="4144" y="24460"/>
                  </a:lnTo>
                  <a:lnTo>
                    <a:pt x="3955" y="24670"/>
                  </a:lnTo>
                  <a:lnTo>
                    <a:pt x="3872" y="24774"/>
                  </a:lnTo>
                  <a:lnTo>
                    <a:pt x="3725" y="24795"/>
                  </a:lnTo>
                  <a:lnTo>
                    <a:pt x="3641" y="24816"/>
                  </a:lnTo>
                  <a:lnTo>
                    <a:pt x="3495" y="24921"/>
                  </a:lnTo>
                  <a:lnTo>
                    <a:pt x="3328" y="24984"/>
                  </a:lnTo>
                  <a:lnTo>
                    <a:pt x="3244" y="25005"/>
                  </a:lnTo>
                  <a:lnTo>
                    <a:pt x="3223" y="25067"/>
                  </a:lnTo>
                  <a:lnTo>
                    <a:pt x="3307" y="25067"/>
                  </a:lnTo>
                  <a:lnTo>
                    <a:pt x="3348" y="25025"/>
                  </a:lnTo>
                  <a:lnTo>
                    <a:pt x="3411" y="25067"/>
                  </a:lnTo>
                  <a:lnTo>
                    <a:pt x="3411" y="25109"/>
                  </a:lnTo>
                  <a:lnTo>
                    <a:pt x="3516" y="25067"/>
                  </a:lnTo>
                  <a:lnTo>
                    <a:pt x="3558" y="25005"/>
                  </a:lnTo>
                  <a:lnTo>
                    <a:pt x="3620" y="25005"/>
                  </a:lnTo>
                  <a:lnTo>
                    <a:pt x="3704" y="25088"/>
                  </a:lnTo>
                  <a:lnTo>
                    <a:pt x="3746" y="25088"/>
                  </a:lnTo>
                  <a:lnTo>
                    <a:pt x="3830" y="25025"/>
                  </a:lnTo>
                  <a:lnTo>
                    <a:pt x="3934" y="24963"/>
                  </a:lnTo>
                  <a:lnTo>
                    <a:pt x="4018" y="24963"/>
                  </a:lnTo>
                  <a:lnTo>
                    <a:pt x="4039" y="24984"/>
                  </a:lnTo>
                  <a:lnTo>
                    <a:pt x="4018" y="25025"/>
                  </a:lnTo>
                  <a:lnTo>
                    <a:pt x="3934" y="25025"/>
                  </a:lnTo>
                  <a:lnTo>
                    <a:pt x="3851" y="25109"/>
                  </a:lnTo>
                  <a:lnTo>
                    <a:pt x="3767" y="25130"/>
                  </a:lnTo>
                  <a:lnTo>
                    <a:pt x="3662" y="25130"/>
                  </a:lnTo>
                  <a:lnTo>
                    <a:pt x="3620" y="25088"/>
                  </a:lnTo>
                  <a:lnTo>
                    <a:pt x="3558" y="25109"/>
                  </a:lnTo>
                  <a:lnTo>
                    <a:pt x="3516" y="25172"/>
                  </a:lnTo>
                  <a:lnTo>
                    <a:pt x="3390" y="25214"/>
                  </a:lnTo>
                  <a:lnTo>
                    <a:pt x="3348" y="25235"/>
                  </a:lnTo>
                  <a:lnTo>
                    <a:pt x="3432" y="25297"/>
                  </a:lnTo>
                  <a:lnTo>
                    <a:pt x="3495" y="25297"/>
                  </a:lnTo>
                  <a:lnTo>
                    <a:pt x="3600" y="25339"/>
                  </a:lnTo>
                  <a:lnTo>
                    <a:pt x="3516" y="25423"/>
                  </a:lnTo>
                  <a:lnTo>
                    <a:pt x="3516" y="25486"/>
                  </a:lnTo>
                  <a:lnTo>
                    <a:pt x="3600" y="25507"/>
                  </a:lnTo>
                  <a:lnTo>
                    <a:pt x="3558" y="25549"/>
                  </a:lnTo>
                  <a:lnTo>
                    <a:pt x="3600" y="25611"/>
                  </a:lnTo>
                  <a:lnTo>
                    <a:pt x="3537" y="25611"/>
                  </a:lnTo>
                  <a:lnTo>
                    <a:pt x="3453" y="25695"/>
                  </a:lnTo>
                  <a:lnTo>
                    <a:pt x="3495" y="25758"/>
                  </a:lnTo>
                  <a:lnTo>
                    <a:pt x="3537" y="25758"/>
                  </a:lnTo>
                  <a:lnTo>
                    <a:pt x="3600" y="25716"/>
                  </a:lnTo>
                  <a:lnTo>
                    <a:pt x="3620" y="25716"/>
                  </a:lnTo>
                  <a:lnTo>
                    <a:pt x="3641" y="25821"/>
                  </a:lnTo>
                  <a:lnTo>
                    <a:pt x="3641" y="25904"/>
                  </a:lnTo>
                  <a:lnTo>
                    <a:pt x="3558" y="25946"/>
                  </a:lnTo>
                  <a:lnTo>
                    <a:pt x="3558" y="26113"/>
                  </a:lnTo>
                  <a:lnTo>
                    <a:pt x="3620" y="26176"/>
                  </a:lnTo>
                  <a:lnTo>
                    <a:pt x="3704" y="26176"/>
                  </a:lnTo>
                  <a:lnTo>
                    <a:pt x="3767" y="26134"/>
                  </a:lnTo>
                  <a:lnTo>
                    <a:pt x="3809" y="26051"/>
                  </a:lnTo>
                  <a:lnTo>
                    <a:pt x="3851" y="26072"/>
                  </a:lnTo>
                  <a:lnTo>
                    <a:pt x="3913" y="26030"/>
                  </a:lnTo>
                  <a:lnTo>
                    <a:pt x="3955" y="26030"/>
                  </a:lnTo>
                  <a:lnTo>
                    <a:pt x="4018" y="26072"/>
                  </a:lnTo>
                  <a:lnTo>
                    <a:pt x="3976" y="26113"/>
                  </a:lnTo>
                  <a:lnTo>
                    <a:pt x="3872" y="26176"/>
                  </a:lnTo>
                  <a:lnTo>
                    <a:pt x="3809" y="26176"/>
                  </a:lnTo>
                  <a:lnTo>
                    <a:pt x="3641" y="26239"/>
                  </a:lnTo>
                  <a:lnTo>
                    <a:pt x="3558" y="26281"/>
                  </a:lnTo>
                  <a:lnTo>
                    <a:pt x="3558" y="26365"/>
                  </a:lnTo>
                  <a:lnTo>
                    <a:pt x="3537" y="26448"/>
                  </a:lnTo>
                  <a:lnTo>
                    <a:pt x="3620" y="26490"/>
                  </a:lnTo>
                  <a:lnTo>
                    <a:pt x="3558" y="26553"/>
                  </a:lnTo>
                  <a:lnTo>
                    <a:pt x="3537" y="26657"/>
                  </a:lnTo>
                  <a:lnTo>
                    <a:pt x="3558" y="26783"/>
                  </a:lnTo>
                  <a:lnTo>
                    <a:pt x="3620" y="26783"/>
                  </a:lnTo>
                  <a:lnTo>
                    <a:pt x="3704" y="26637"/>
                  </a:lnTo>
                  <a:lnTo>
                    <a:pt x="3746" y="26595"/>
                  </a:lnTo>
                  <a:lnTo>
                    <a:pt x="3872" y="26469"/>
                  </a:lnTo>
                  <a:lnTo>
                    <a:pt x="3934" y="26469"/>
                  </a:lnTo>
                  <a:lnTo>
                    <a:pt x="3976" y="26385"/>
                  </a:lnTo>
                  <a:lnTo>
                    <a:pt x="4060" y="26365"/>
                  </a:lnTo>
                  <a:lnTo>
                    <a:pt x="4060" y="26385"/>
                  </a:lnTo>
                  <a:lnTo>
                    <a:pt x="4018" y="26448"/>
                  </a:lnTo>
                  <a:lnTo>
                    <a:pt x="4018" y="26490"/>
                  </a:lnTo>
                  <a:lnTo>
                    <a:pt x="4039" y="26532"/>
                  </a:lnTo>
                  <a:lnTo>
                    <a:pt x="4123" y="26490"/>
                  </a:lnTo>
                  <a:lnTo>
                    <a:pt x="4248" y="26365"/>
                  </a:lnTo>
                  <a:lnTo>
                    <a:pt x="4269" y="26323"/>
                  </a:lnTo>
                  <a:lnTo>
                    <a:pt x="4332" y="26385"/>
                  </a:lnTo>
                  <a:lnTo>
                    <a:pt x="4374" y="26385"/>
                  </a:lnTo>
                  <a:lnTo>
                    <a:pt x="4436" y="26344"/>
                  </a:lnTo>
                  <a:lnTo>
                    <a:pt x="4499" y="26344"/>
                  </a:lnTo>
                  <a:lnTo>
                    <a:pt x="4499" y="26365"/>
                  </a:lnTo>
                  <a:lnTo>
                    <a:pt x="4436" y="26448"/>
                  </a:lnTo>
                  <a:lnTo>
                    <a:pt x="4436" y="26637"/>
                  </a:lnTo>
                  <a:lnTo>
                    <a:pt x="4478" y="26657"/>
                  </a:lnTo>
                  <a:lnTo>
                    <a:pt x="4541" y="26741"/>
                  </a:lnTo>
                  <a:lnTo>
                    <a:pt x="4499" y="26762"/>
                  </a:lnTo>
                  <a:lnTo>
                    <a:pt x="4436" y="26741"/>
                  </a:lnTo>
                  <a:lnTo>
                    <a:pt x="4332" y="26637"/>
                  </a:lnTo>
                  <a:lnTo>
                    <a:pt x="4269" y="26553"/>
                  </a:lnTo>
                  <a:lnTo>
                    <a:pt x="4227" y="26553"/>
                  </a:lnTo>
                  <a:lnTo>
                    <a:pt x="4164" y="26574"/>
                  </a:lnTo>
                  <a:lnTo>
                    <a:pt x="4081" y="26574"/>
                  </a:lnTo>
                  <a:lnTo>
                    <a:pt x="4060" y="26637"/>
                  </a:lnTo>
                  <a:lnTo>
                    <a:pt x="4123" y="26678"/>
                  </a:lnTo>
                  <a:lnTo>
                    <a:pt x="4164" y="26678"/>
                  </a:lnTo>
                  <a:lnTo>
                    <a:pt x="4248" y="26783"/>
                  </a:lnTo>
                  <a:lnTo>
                    <a:pt x="4290" y="26804"/>
                  </a:lnTo>
                  <a:lnTo>
                    <a:pt x="4269" y="26867"/>
                  </a:lnTo>
                  <a:lnTo>
                    <a:pt x="4185" y="26783"/>
                  </a:lnTo>
                  <a:lnTo>
                    <a:pt x="4144" y="26762"/>
                  </a:lnTo>
                  <a:lnTo>
                    <a:pt x="4060" y="26762"/>
                  </a:lnTo>
                  <a:lnTo>
                    <a:pt x="3955" y="26888"/>
                  </a:lnTo>
                  <a:lnTo>
                    <a:pt x="3872" y="26950"/>
                  </a:lnTo>
                  <a:lnTo>
                    <a:pt x="3704" y="26950"/>
                  </a:lnTo>
                  <a:lnTo>
                    <a:pt x="3662" y="26971"/>
                  </a:lnTo>
                  <a:lnTo>
                    <a:pt x="3725" y="26992"/>
                  </a:lnTo>
                  <a:lnTo>
                    <a:pt x="3830" y="26992"/>
                  </a:lnTo>
                  <a:lnTo>
                    <a:pt x="3892" y="26971"/>
                  </a:lnTo>
                  <a:lnTo>
                    <a:pt x="4060" y="26950"/>
                  </a:lnTo>
                  <a:lnTo>
                    <a:pt x="4164" y="26888"/>
                  </a:lnTo>
                  <a:lnTo>
                    <a:pt x="4248" y="26909"/>
                  </a:lnTo>
                  <a:lnTo>
                    <a:pt x="4353" y="26909"/>
                  </a:lnTo>
                  <a:lnTo>
                    <a:pt x="4311" y="26950"/>
                  </a:lnTo>
                  <a:lnTo>
                    <a:pt x="4248" y="27013"/>
                  </a:lnTo>
                  <a:lnTo>
                    <a:pt x="4102" y="27013"/>
                  </a:lnTo>
                  <a:lnTo>
                    <a:pt x="3976" y="27055"/>
                  </a:lnTo>
                  <a:lnTo>
                    <a:pt x="3767" y="27055"/>
                  </a:lnTo>
                  <a:lnTo>
                    <a:pt x="3662" y="27076"/>
                  </a:lnTo>
                  <a:lnTo>
                    <a:pt x="3641" y="27160"/>
                  </a:lnTo>
                  <a:lnTo>
                    <a:pt x="3662" y="27222"/>
                  </a:lnTo>
                  <a:lnTo>
                    <a:pt x="3767" y="27264"/>
                  </a:lnTo>
                  <a:lnTo>
                    <a:pt x="3872" y="27222"/>
                  </a:lnTo>
                  <a:lnTo>
                    <a:pt x="3892" y="27264"/>
                  </a:lnTo>
                  <a:lnTo>
                    <a:pt x="3830" y="27306"/>
                  </a:lnTo>
                  <a:lnTo>
                    <a:pt x="3725" y="27306"/>
                  </a:lnTo>
                  <a:lnTo>
                    <a:pt x="3662" y="27390"/>
                  </a:lnTo>
                  <a:lnTo>
                    <a:pt x="3683" y="27473"/>
                  </a:lnTo>
                  <a:lnTo>
                    <a:pt x="3767" y="27515"/>
                  </a:lnTo>
                  <a:lnTo>
                    <a:pt x="3830" y="27473"/>
                  </a:lnTo>
                  <a:lnTo>
                    <a:pt x="3851" y="27411"/>
                  </a:lnTo>
                  <a:lnTo>
                    <a:pt x="3934" y="27411"/>
                  </a:lnTo>
                  <a:lnTo>
                    <a:pt x="3976" y="27432"/>
                  </a:lnTo>
                  <a:lnTo>
                    <a:pt x="4060" y="27432"/>
                  </a:lnTo>
                  <a:lnTo>
                    <a:pt x="4144" y="27411"/>
                  </a:lnTo>
                  <a:lnTo>
                    <a:pt x="4185" y="27390"/>
                  </a:lnTo>
                  <a:lnTo>
                    <a:pt x="4227" y="27411"/>
                  </a:lnTo>
                  <a:lnTo>
                    <a:pt x="4164" y="27473"/>
                  </a:lnTo>
                  <a:lnTo>
                    <a:pt x="4039" y="27515"/>
                  </a:lnTo>
                  <a:lnTo>
                    <a:pt x="3976" y="27494"/>
                  </a:lnTo>
                  <a:lnTo>
                    <a:pt x="3913" y="27473"/>
                  </a:lnTo>
                  <a:lnTo>
                    <a:pt x="3851" y="27473"/>
                  </a:lnTo>
                  <a:lnTo>
                    <a:pt x="3913" y="27515"/>
                  </a:lnTo>
                  <a:lnTo>
                    <a:pt x="3976" y="27515"/>
                  </a:lnTo>
                  <a:lnTo>
                    <a:pt x="4039" y="27536"/>
                  </a:lnTo>
                  <a:lnTo>
                    <a:pt x="3976" y="27578"/>
                  </a:lnTo>
                  <a:lnTo>
                    <a:pt x="3851" y="27578"/>
                  </a:lnTo>
                  <a:lnTo>
                    <a:pt x="3746" y="27641"/>
                  </a:lnTo>
                  <a:lnTo>
                    <a:pt x="3809" y="27704"/>
                  </a:lnTo>
                  <a:lnTo>
                    <a:pt x="3851" y="27704"/>
                  </a:lnTo>
                  <a:lnTo>
                    <a:pt x="3913" y="27683"/>
                  </a:lnTo>
                  <a:lnTo>
                    <a:pt x="4039" y="27683"/>
                  </a:lnTo>
                  <a:lnTo>
                    <a:pt x="4081" y="27704"/>
                  </a:lnTo>
                  <a:lnTo>
                    <a:pt x="4144" y="27704"/>
                  </a:lnTo>
                  <a:lnTo>
                    <a:pt x="4081" y="27746"/>
                  </a:lnTo>
                  <a:lnTo>
                    <a:pt x="3955" y="27787"/>
                  </a:lnTo>
                  <a:lnTo>
                    <a:pt x="3872" y="27746"/>
                  </a:lnTo>
                  <a:lnTo>
                    <a:pt x="3809" y="27787"/>
                  </a:lnTo>
                  <a:lnTo>
                    <a:pt x="3767" y="27829"/>
                  </a:lnTo>
                  <a:lnTo>
                    <a:pt x="3809" y="27892"/>
                  </a:lnTo>
                  <a:lnTo>
                    <a:pt x="3851" y="27892"/>
                  </a:lnTo>
                  <a:lnTo>
                    <a:pt x="3934" y="27829"/>
                  </a:lnTo>
                  <a:lnTo>
                    <a:pt x="4018" y="27829"/>
                  </a:lnTo>
                  <a:lnTo>
                    <a:pt x="4081" y="27892"/>
                  </a:lnTo>
                  <a:lnTo>
                    <a:pt x="4081" y="27934"/>
                  </a:lnTo>
                  <a:lnTo>
                    <a:pt x="3934" y="27997"/>
                  </a:lnTo>
                  <a:lnTo>
                    <a:pt x="3892" y="28038"/>
                  </a:lnTo>
                  <a:lnTo>
                    <a:pt x="3955" y="28143"/>
                  </a:lnTo>
                  <a:lnTo>
                    <a:pt x="3997" y="28143"/>
                  </a:lnTo>
                  <a:lnTo>
                    <a:pt x="4039" y="28122"/>
                  </a:lnTo>
                  <a:lnTo>
                    <a:pt x="4102" y="28122"/>
                  </a:lnTo>
                  <a:lnTo>
                    <a:pt x="4164" y="28206"/>
                  </a:lnTo>
                  <a:lnTo>
                    <a:pt x="4185" y="28143"/>
                  </a:lnTo>
                  <a:lnTo>
                    <a:pt x="4227" y="28122"/>
                  </a:lnTo>
                  <a:lnTo>
                    <a:pt x="4269" y="28143"/>
                  </a:lnTo>
                  <a:lnTo>
                    <a:pt x="4248" y="28206"/>
                  </a:lnTo>
                  <a:lnTo>
                    <a:pt x="4206" y="28248"/>
                  </a:lnTo>
                  <a:lnTo>
                    <a:pt x="4269" y="28310"/>
                  </a:lnTo>
                  <a:lnTo>
                    <a:pt x="4164" y="28436"/>
                  </a:lnTo>
                  <a:lnTo>
                    <a:pt x="4144" y="28436"/>
                  </a:lnTo>
                  <a:lnTo>
                    <a:pt x="4081" y="28520"/>
                  </a:lnTo>
                  <a:lnTo>
                    <a:pt x="4039" y="28582"/>
                  </a:lnTo>
                  <a:lnTo>
                    <a:pt x="4039" y="28624"/>
                  </a:lnTo>
                  <a:lnTo>
                    <a:pt x="4102" y="28624"/>
                  </a:lnTo>
                  <a:lnTo>
                    <a:pt x="4164" y="28582"/>
                  </a:lnTo>
                  <a:lnTo>
                    <a:pt x="4248" y="28624"/>
                  </a:lnTo>
                  <a:lnTo>
                    <a:pt x="4269" y="28687"/>
                  </a:lnTo>
                  <a:lnTo>
                    <a:pt x="4227" y="28750"/>
                  </a:lnTo>
                  <a:lnTo>
                    <a:pt x="4227" y="28771"/>
                  </a:lnTo>
                  <a:lnTo>
                    <a:pt x="4290" y="28771"/>
                  </a:lnTo>
                  <a:lnTo>
                    <a:pt x="4353" y="28792"/>
                  </a:lnTo>
                  <a:lnTo>
                    <a:pt x="4353" y="28854"/>
                  </a:lnTo>
                  <a:lnTo>
                    <a:pt x="4290" y="28896"/>
                  </a:lnTo>
                  <a:lnTo>
                    <a:pt x="4353" y="28959"/>
                  </a:lnTo>
                  <a:lnTo>
                    <a:pt x="4332" y="29043"/>
                  </a:lnTo>
                  <a:lnTo>
                    <a:pt x="4248" y="29085"/>
                  </a:lnTo>
                  <a:lnTo>
                    <a:pt x="4206" y="29147"/>
                  </a:lnTo>
                  <a:lnTo>
                    <a:pt x="4311" y="29147"/>
                  </a:lnTo>
                  <a:lnTo>
                    <a:pt x="4374" y="29085"/>
                  </a:lnTo>
                  <a:lnTo>
                    <a:pt x="4395" y="29043"/>
                  </a:lnTo>
                  <a:lnTo>
                    <a:pt x="4520" y="28980"/>
                  </a:lnTo>
                  <a:lnTo>
                    <a:pt x="4562" y="29001"/>
                  </a:lnTo>
                  <a:lnTo>
                    <a:pt x="4499" y="29064"/>
                  </a:lnTo>
                  <a:lnTo>
                    <a:pt x="4541" y="29106"/>
                  </a:lnTo>
                  <a:lnTo>
                    <a:pt x="4457" y="29168"/>
                  </a:lnTo>
                  <a:lnTo>
                    <a:pt x="4395" y="29210"/>
                  </a:lnTo>
                  <a:lnTo>
                    <a:pt x="4332" y="29210"/>
                  </a:lnTo>
                  <a:lnTo>
                    <a:pt x="4248" y="29252"/>
                  </a:lnTo>
                  <a:lnTo>
                    <a:pt x="4185" y="29294"/>
                  </a:lnTo>
                  <a:lnTo>
                    <a:pt x="4248" y="29357"/>
                  </a:lnTo>
                  <a:lnTo>
                    <a:pt x="4332" y="29294"/>
                  </a:lnTo>
                  <a:lnTo>
                    <a:pt x="4374" y="29252"/>
                  </a:lnTo>
                  <a:lnTo>
                    <a:pt x="4478" y="29273"/>
                  </a:lnTo>
                  <a:lnTo>
                    <a:pt x="4499" y="29294"/>
                  </a:lnTo>
                  <a:lnTo>
                    <a:pt x="4457" y="29357"/>
                  </a:lnTo>
                  <a:lnTo>
                    <a:pt x="4332" y="29398"/>
                  </a:lnTo>
                  <a:lnTo>
                    <a:pt x="4332" y="29503"/>
                  </a:lnTo>
                  <a:lnTo>
                    <a:pt x="4269" y="29566"/>
                  </a:lnTo>
                  <a:lnTo>
                    <a:pt x="4185" y="29587"/>
                  </a:lnTo>
                  <a:lnTo>
                    <a:pt x="4164" y="29629"/>
                  </a:lnTo>
                  <a:lnTo>
                    <a:pt x="4248" y="29691"/>
                  </a:lnTo>
                  <a:lnTo>
                    <a:pt x="4374" y="29670"/>
                  </a:lnTo>
                  <a:lnTo>
                    <a:pt x="4457" y="29608"/>
                  </a:lnTo>
                  <a:lnTo>
                    <a:pt x="4562" y="29587"/>
                  </a:lnTo>
                  <a:lnTo>
                    <a:pt x="4625" y="29587"/>
                  </a:lnTo>
                  <a:lnTo>
                    <a:pt x="4667" y="29629"/>
                  </a:lnTo>
                  <a:lnTo>
                    <a:pt x="4625" y="29691"/>
                  </a:lnTo>
                  <a:lnTo>
                    <a:pt x="4562" y="29691"/>
                  </a:lnTo>
                  <a:lnTo>
                    <a:pt x="4416" y="29733"/>
                  </a:lnTo>
                  <a:lnTo>
                    <a:pt x="4416" y="29775"/>
                  </a:lnTo>
                  <a:lnTo>
                    <a:pt x="4499" y="29775"/>
                  </a:lnTo>
                  <a:lnTo>
                    <a:pt x="4541" y="29817"/>
                  </a:lnTo>
                  <a:lnTo>
                    <a:pt x="4457" y="29901"/>
                  </a:lnTo>
                  <a:lnTo>
                    <a:pt x="4478" y="29984"/>
                  </a:lnTo>
                  <a:lnTo>
                    <a:pt x="4562" y="30005"/>
                  </a:lnTo>
                  <a:lnTo>
                    <a:pt x="4688" y="29901"/>
                  </a:lnTo>
                  <a:lnTo>
                    <a:pt x="4750" y="29880"/>
                  </a:lnTo>
                  <a:lnTo>
                    <a:pt x="4771" y="29901"/>
                  </a:lnTo>
                  <a:lnTo>
                    <a:pt x="4855" y="29984"/>
                  </a:lnTo>
                  <a:lnTo>
                    <a:pt x="4855" y="30089"/>
                  </a:lnTo>
                  <a:lnTo>
                    <a:pt x="4918" y="30131"/>
                  </a:lnTo>
                  <a:lnTo>
                    <a:pt x="4918" y="30152"/>
                  </a:lnTo>
                  <a:lnTo>
                    <a:pt x="4876" y="30214"/>
                  </a:lnTo>
                  <a:lnTo>
                    <a:pt x="4792" y="30214"/>
                  </a:lnTo>
                  <a:lnTo>
                    <a:pt x="4750" y="30298"/>
                  </a:lnTo>
                  <a:lnTo>
                    <a:pt x="4771" y="30340"/>
                  </a:lnTo>
                  <a:lnTo>
                    <a:pt x="4918" y="30361"/>
                  </a:lnTo>
                  <a:lnTo>
                    <a:pt x="4981" y="30340"/>
                  </a:lnTo>
                  <a:lnTo>
                    <a:pt x="4960" y="30298"/>
                  </a:lnTo>
                  <a:lnTo>
                    <a:pt x="4960" y="30235"/>
                  </a:lnTo>
                  <a:lnTo>
                    <a:pt x="5001" y="30214"/>
                  </a:lnTo>
                  <a:lnTo>
                    <a:pt x="5064" y="30235"/>
                  </a:lnTo>
                  <a:lnTo>
                    <a:pt x="5127" y="30194"/>
                  </a:lnTo>
                  <a:lnTo>
                    <a:pt x="5211" y="30152"/>
                  </a:lnTo>
                  <a:lnTo>
                    <a:pt x="5273" y="30214"/>
                  </a:lnTo>
                  <a:lnTo>
                    <a:pt x="5315" y="30235"/>
                  </a:lnTo>
                  <a:lnTo>
                    <a:pt x="5378" y="30214"/>
                  </a:lnTo>
                  <a:lnTo>
                    <a:pt x="5420" y="30131"/>
                  </a:lnTo>
                  <a:lnTo>
                    <a:pt x="5483" y="30089"/>
                  </a:lnTo>
                  <a:lnTo>
                    <a:pt x="5545" y="30089"/>
                  </a:lnTo>
                  <a:lnTo>
                    <a:pt x="5629" y="30047"/>
                  </a:lnTo>
                  <a:lnTo>
                    <a:pt x="5713" y="30089"/>
                  </a:lnTo>
                  <a:lnTo>
                    <a:pt x="5755" y="30026"/>
                  </a:lnTo>
                  <a:lnTo>
                    <a:pt x="5755" y="29984"/>
                  </a:lnTo>
                  <a:lnTo>
                    <a:pt x="5713" y="29922"/>
                  </a:lnTo>
                  <a:lnTo>
                    <a:pt x="5713" y="29880"/>
                  </a:lnTo>
                  <a:lnTo>
                    <a:pt x="5755" y="29838"/>
                  </a:lnTo>
                  <a:lnTo>
                    <a:pt x="5817" y="29880"/>
                  </a:lnTo>
                  <a:lnTo>
                    <a:pt x="5859" y="29942"/>
                  </a:lnTo>
                  <a:lnTo>
                    <a:pt x="5859" y="30047"/>
                  </a:lnTo>
                  <a:lnTo>
                    <a:pt x="5797" y="30131"/>
                  </a:lnTo>
                  <a:lnTo>
                    <a:pt x="5734" y="30152"/>
                  </a:lnTo>
                  <a:lnTo>
                    <a:pt x="5692" y="30214"/>
                  </a:lnTo>
                  <a:lnTo>
                    <a:pt x="5713" y="30235"/>
                  </a:lnTo>
                  <a:lnTo>
                    <a:pt x="5838" y="30194"/>
                  </a:lnTo>
                  <a:lnTo>
                    <a:pt x="6027" y="30089"/>
                  </a:lnTo>
                  <a:lnTo>
                    <a:pt x="6131" y="29922"/>
                  </a:lnTo>
                  <a:lnTo>
                    <a:pt x="6173" y="29922"/>
                  </a:lnTo>
                  <a:lnTo>
                    <a:pt x="6215" y="30005"/>
                  </a:lnTo>
                  <a:lnTo>
                    <a:pt x="6215" y="30110"/>
                  </a:lnTo>
                  <a:lnTo>
                    <a:pt x="6131" y="30131"/>
                  </a:lnTo>
                  <a:lnTo>
                    <a:pt x="6048" y="30194"/>
                  </a:lnTo>
                  <a:lnTo>
                    <a:pt x="5964" y="30256"/>
                  </a:lnTo>
                  <a:lnTo>
                    <a:pt x="5859" y="30298"/>
                  </a:lnTo>
                  <a:lnTo>
                    <a:pt x="5838" y="30319"/>
                  </a:lnTo>
                  <a:lnTo>
                    <a:pt x="5859" y="30340"/>
                  </a:lnTo>
                  <a:lnTo>
                    <a:pt x="5964" y="30319"/>
                  </a:lnTo>
                  <a:lnTo>
                    <a:pt x="6110" y="30235"/>
                  </a:lnTo>
                  <a:lnTo>
                    <a:pt x="6131" y="30256"/>
                  </a:lnTo>
                  <a:lnTo>
                    <a:pt x="6027" y="30361"/>
                  </a:lnTo>
                  <a:lnTo>
                    <a:pt x="5943" y="30403"/>
                  </a:lnTo>
                  <a:lnTo>
                    <a:pt x="5943" y="30507"/>
                  </a:lnTo>
                  <a:lnTo>
                    <a:pt x="5797" y="30612"/>
                  </a:lnTo>
                  <a:lnTo>
                    <a:pt x="5755" y="30654"/>
                  </a:lnTo>
                  <a:lnTo>
                    <a:pt x="5817" y="30654"/>
                  </a:lnTo>
                  <a:lnTo>
                    <a:pt x="5859" y="30612"/>
                  </a:lnTo>
                  <a:lnTo>
                    <a:pt x="5901" y="30612"/>
                  </a:lnTo>
                  <a:lnTo>
                    <a:pt x="5901" y="30633"/>
                  </a:lnTo>
                  <a:lnTo>
                    <a:pt x="5922" y="30738"/>
                  </a:lnTo>
                  <a:lnTo>
                    <a:pt x="5943" y="30654"/>
                  </a:lnTo>
                  <a:lnTo>
                    <a:pt x="6027" y="30612"/>
                  </a:lnTo>
                  <a:lnTo>
                    <a:pt x="6048" y="30549"/>
                  </a:lnTo>
                  <a:lnTo>
                    <a:pt x="6110" y="30549"/>
                  </a:lnTo>
                  <a:lnTo>
                    <a:pt x="6131" y="30570"/>
                  </a:lnTo>
                  <a:lnTo>
                    <a:pt x="6048" y="30654"/>
                  </a:lnTo>
                  <a:lnTo>
                    <a:pt x="6027" y="30738"/>
                  </a:lnTo>
                  <a:lnTo>
                    <a:pt x="6048" y="30759"/>
                  </a:lnTo>
                  <a:lnTo>
                    <a:pt x="6131" y="30738"/>
                  </a:lnTo>
                  <a:lnTo>
                    <a:pt x="6173" y="30654"/>
                  </a:lnTo>
                  <a:lnTo>
                    <a:pt x="6236" y="30654"/>
                  </a:lnTo>
                  <a:lnTo>
                    <a:pt x="6320" y="30633"/>
                  </a:lnTo>
                  <a:lnTo>
                    <a:pt x="6236" y="30738"/>
                  </a:lnTo>
                  <a:lnTo>
                    <a:pt x="6215" y="30842"/>
                  </a:lnTo>
                  <a:lnTo>
                    <a:pt x="6110" y="30926"/>
                  </a:lnTo>
                  <a:lnTo>
                    <a:pt x="6110" y="30989"/>
                  </a:lnTo>
                  <a:lnTo>
                    <a:pt x="6131" y="31031"/>
                  </a:lnTo>
                  <a:lnTo>
                    <a:pt x="6236" y="30947"/>
                  </a:lnTo>
                  <a:lnTo>
                    <a:pt x="6320" y="30738"/>
                  </a:lnTo>
                  <a:lnTo>
                    <a:pt x="6382" y="30675"/>
                  </a:lnTo>
                  <a:lnTo>
                    <a:pt x="6424" y="30717"/>
                  </a:lnTo>
                  <a:lnTo>
                    <a:pt x="6320" y="30863"/>
                  </a:lnTo>
                  <a:lnTo>
                    <a:pt x="6320" y="30947"/>
                  </a:lnTo>
                  <a:lnTo>
                    <a:pt x="6257" y="31031"/>
                  </a:lnTo>
                  <a:lnTo>
                    <a:pt x="6236" y="31135"/>
                  </a:lnTo>
                  <a:lnTo>
                    <a:pt x="6278" y="31156"/>
                  </a:lnTo>
                  <a:lnTo>
                    <a:pt x="6341" y="31093"/>
                  </a:lnTo>
                  <a:lnTo>
                    <a:pt x="6341" y="31031"/>
                  </a:lnTo>
                  <a:lnTo>
                    <a:pt x="6361" y="30968"/>
                  </a:lnTo>
                  <a:lnTo>
                    <a:pt x="6424" y="30968"/>
                  </a:lnTo>
                  <a:lnTo>
                    <a:pt x="6487" y="30989"/>
                  </a:lnTo>
                  <a:lnTo>
                    <a:pt x="6487" y="30842"/>
                  </a:lnTo>
                  <a:lnTo>
                    <a:pt x="6550" y="30842"/>
                  </a:lnTo>
                  <a:lnTo>
                    <a:pt x="6592" y="30759"/>
                  </a:lnTo>
                  <a:lnTo>
                    <a:pt x="6654" y="30759"/>
                  </a:lnTo>
                  <a:lnTo>
                    <a:pt x="6654" y="30821"/>
                  </a:lnTo>
                  <a:lnTo>
                    <a:pt x="6633" y="30821"/>
                  </a:lnTo>
                  <a:lnTo>
                    <a:pt x="6592" y="30926"/>
                  </a:lnTo>
                  <a:lnTo>
                    <a:pt x="6592" y="30968"/>
                  </a:lnTo>
                  <a:lnTo>
                    <a:pt x="6759" y="30968"/>
                  </a:lnTo>
                  <a:lnTo>
                    <a:pt x="7010" y="31093"/>
                  </a:lnTo>
                  <a:lnTo>
                    <a:pt x="7052" y="31093"/>
                  </a:lnTo>
                  <a:lnTo>
                    <a:pt x="7052" y="31051"/>
                  </a:lnTo>
                  <a:lnTo>
                    <a:pt x="7094" y="30989"/>
                  </a:lnTo>
                  <a:lnTo>
                    <a:pt x="7157" y="30968"/>
                  </a:lnTo>
                  <a:lnTo>
                    <a:pt x="7157" y="30926"/>
                  </a:lnTo>
                  <a:lnTo>
                    <a:pt x="7094" y="30884"/>
                  </a:lnTo>
                  <a:lnTo>
                    <a:pt x="7073" y="30863"/>
                  </a:lnTo>
                  <a:lnTo>
                    <a:pt x="6989" y="30863"/>
                  </a:lnTo>
                  <a:lnTo>
                    <a:pt x="6968" y="30884"/>
                  </a:lnTo>
                  <a:lnTo>
                    <a:pt x="6968" y="30842"/>
                  </a:lnTo>
                  <a:lnTo>
                    <a:pt x="6989" y="30821"/>
                  </a:lnTo>
                  <a:lnTo>
                    <a:pt x="6989" y="30759"/>
                  </a:lnTo>
                  <a:lnTo>
                    <a:pt x="6885" y="30717"/>
                  </a:lnTo>
                  <a:lnTo>
                    <a:pt x="6696" y="30633"/>
                  </a:lnTo>
                  <a:lnTo>
                    <a:pt x="6675" y="30570"/>
                  </a:lnTo>
                  <a:lnTo>
                    <a:pt x="6696" y="30549"/>
                  </a:lnTo>
                  <a:lnTo>
                    <a:pt x="6780" y="30570"/>
                  </a:lnTo>
                  <a:lnTo>
                    <a:pt x="6843" y="30549"/>
                  </a:lnTo>
                  <a:lnTo>
                    <a:pt x="6864" y="30549"/>
                  </a:lnTo>
                  <a:lnTo>
                    <a:pt x="6885" y="30612"/>
                  </a:lnTo>
                  <a:lnTo>
                    <a:pt x="6968" y="30675"/>
                  </a:lnTo>
                  <a:lnTo>
                    <a:pt x="7052" y="30738"/>
                  </a:lnTo>
                  <a:lnTo>
                    <a:pt x="7115" y="30738"/>
                  </a:lnTo>
                  <a:lnTo>
                    <a:pt x="7219" y="30675"/>
                  </a:lnTo>
                  <a:lnTo>
                    <a:pt x="7303" y="30633"/>
                  </a:lnTo>
                  <a:lnTo>
                    <a:pt x="7324" y="30570"/>
                  </a:lnTo>
                  <a:lnTo>
                    <a:pt x="7261" y="30549"/>
                  </a:lnTo>
                  <a:lnTo>
                    <a:pt x="7157" y="30549"/>
                  </a:lnTo>
                  <a:lnTo>
                    <a:pt x="7094" y="30528"/>
                  </a:lnTo>
                  <a:lnTo>
                    <a:pt x="7094" y="30466"/>
                  </a:lnTo>
                  <a:lnTo>
                    <a:pt x="7219" y="30466"/>
                  </a:lnTo>
                  <a:lnTo>
                    <a:pt x="7303" y="30424"/>
                  </a:lnTo>
                  <a:lnTo>
                    <a:pt x="7303" y="30403"/>
                  </a:lnTo>
                  <a:lnTo>
                    <a:pt x="7219" y="30340"/>
                  </a:lnTo>
                  <a:lnTo>
                    <a:pt x="7157" y="30319"/>
                  </a:lnTo>
                  <a:lnTo>
                    <a:pt x="7157" y="30298"/>
                  </a:lnTo>
                  <a:lnTo>
                    <a:pt x="7198" y="30298"/>
                  </a:lnTo>
                  <a:lnTo>
                    <a:pt x="7219" y="30256"/>
                  </a:lnTo>
                  <a:lnTo>
                    <a:pt x="7198" y="30235"/>
                  </a:lnTo>
                  <a:lnTo>
                    <a:pt x="7094" y="30214"/>
                  </a:lnTo>
                  <a:lnTo>
                    <a:pt x="7052" y="30152"/>
                  </a:lnTo>
                  <a:lnTo>
                    <a:pt x="7073" y="30131"/>
                  </a:lnTo>
                  <a:lnTo>
                    <a:pt x="7157" y="30152"/>
                  </a:lnTo>
                  <a:lnTo>
                    <a:pt x="7261" y="30194"/>
                  </a:lnTo>
                  <a:lnTo>
                    <a:pt x="7408" y="30152"/>
                  </a:lnTo>
                  <a:lnTo>
                    <a:pt x="7491" y="30110"/>
                  </a:lnTo>
                  <a:lnTo>
                    <a:pt x="7512" y="30047"/>
                  </a:lnTo>
                  <a:lnTo>
                    <a:pt x="7491" y="30005"/>
                  </a:lnTo>
                  <a:lnTo>
                    <a:pt x="7387" y="29984"/>
                  </a:lnTo>
                  <a:lnTo>
                    <a:pt x="7198" y="29942"/>
                  </a:lnTo>
                  <a:lnTo>
                    <a:pt x="7115" y="29901"/>
                  </a:lnTo>
                  <a:lnTo>
                    <a:pt x="7115" y="29880"/>
                  </a:lnTo>
                  <a:lnTo>
                    <a:pt x="7177" y="29880"/>
                  </a:lnTo>
                  <a:lnTo>
                    <a:pt x="7261" y="29901"/>
                  </a:lnTo>
                  <a:lnTo>
                    <a:pt x="7408" y="29901"/>
                  </a:lnTo>
                  <a:lnTo>
                    <a:pt x="7491" y="29838"/>
                  </a:lnTo>
                  <a:lnTo>
                    <a:pt x="7491" y="29775"/>
                  </a:lnTo>
                  <a:lnTo>
                    <a:pt x="7408" y="29712"/>
                  </a:lnTo>
                  <a:lnTo>
                    <a:pt x="7324" y="29691"/>
                  </a:lnTo>
                  <a:lnTo>
                    <a:pt x="7303" y="29629"/>
                  </a:lnTo>
                  <a:lnTo>
                    <a:pt x="7366" y="29629"/>
                  </a:lnTo>
                  <a:lnTo>
                    <a:pt x="7408" y="29670"/>
                  </a:lnTo>
                  <a:lnTo>
                    <a:pt x="7429" y="29712"/>
                  </a:lnTo>
                  <a:lnTo>
                    <a:pt x="7512" y="29691"/>
                  </a:lnTo>
                  <a:lnTo>
                    <a:pt x="7575" y="29629"/>
                  </a:lnTo>
                  <a:lnTo>
                    <a:pt x="7575" y="29587"/>
                  </a:lnTo>
                  <a:lnTo>
                    <a:pt x="7512" y="29566"/>
                  </a:lnTo>
                  <a:lnTo>
                    <a:pt x="7429" y="29503"/>
                  </a:lnTo>
                  <a:lnTo>
                    <a:pt x="7429" y="29482"/>
                  </a:lnTo>
                  <a:lnTo>
                    <a:pt x="7491" y="29461"/>
                  </a:lnTo>
                  <a:lnTo>
                    <a:pt x="7512" y="29503"/>
                  </a:lnTo>
                  <a:lnTo>
                    <a:pt x="7575" y="29524"/>
                  </a:lnTo>
                  <a:lnTo>
                    <a:pt x="7638" y="29461"/>
                  </a:lnTo>
                  <a:lnTo>
                    <a:pt x="7638" y="29419"/>
                  </a:lnTo>
                  <a:lnTo>
                    <a:pt x="7533" y="29398"/>
                  </a:lnTo>
                  <a:lnTo>
                    <a:pt x="7470" y="29357"/>
                  </a:lnTo>
                  <a:lnTo>
                    <a:pt x="7429" y="29294"/>
                  </a:lnTo>
                  <a:lnTo>
                    <a:pt x="7491" y="29294"/>
                  </a:lnTo>
                  <a:lnTo>
                    <a:pt x="7575" y="29357"/>
                  </a:lnTo>
                  <a:lnTo>
                    <a:pt x="7638" y="29357"/>
                  </a:lnTo>
                  <a:lnTo>
                    <a:pt x="7701" y="29398"/>
                  </a:lnTo>
                  <a:lnTo>
                    <a:pt x="7742" y="29398"/>
                  </a:lnTo>
                  <a:lnTo>
                    <a:pt x="7784" y="29315"/>
                  </a:lnTo>
                  <a:lnTo>
                    <a:pt x="7784" y="29273"/>
                  </a:lnTo>
                  <a:lnTo>
                    <a:pt x="7826" y="29210"/>
                  </a:lnTo>
                  <a:lnTo>
                    <a:pt x="7826" y="29168"/>
                  </a:lnTo>
                  <a:lnTo>
                    <a:pt x="7805" y="29106"/>
                  </a:lnTo>
                  <a:lnTo>
                    <a:pt x="7826" y="29001"/>
                  </a:lnTo>
                  <a:lnTo>
                    <a:pt x="7826" y="28959"/>
                  </a:lnTo>
                  <a:lnTo>
                    <a:pt x="7742" y="28854"/>
                  </a:lnTo>
                  <a:lnTo>
                    <a:pt x="7617" y="28750"/>
                  </a:lnTo>
                  <a:lnTo>
                    <a:pt x="7512" y="28729"/>
                  </a:lnTo>
                  <a:lnTo>
                    <a:pt x="7470" y="28666"/>
                  </a:lnTo>
                  <a:lnTo>
                    <a:pt x="7470" y="28645"/>
                  </a:lnTo>
                  <a:lnTo>
                    <a:pt x="7533" y="28645"/>
                  </a:lnTo>
                  <a:lnTo>
                    <a:pt x="7596" y="28666"/>
                  </a:lnTo>
                  <a:lnTo>
                    <a:pt x="7722" y="28771"/>
                  </a:lnTo>
                  <a:lnTo>
                    <a:pt x="7805" y="28854"/>
                  </a:lnTo>
                  <a:lnTo>
                    <a:pt x="7889" y="28854"/>
                  </a:lnTo>
                  <a:lnTo>
                    <a:pt x="7910" y="28834"/>
                  </a:lnTo>
                  <a:lnTo>
                    <a:pt x="7889" y="28687"/>
                  </a:lnTo>
                  <a:lnTo>
                    <a:pt x="7826" y="28582"/>
                  </a:lnTo>
                  <a:lnTo>
                    <a:pt x="7701" y="28562"/>
                  </a:lnTo>
                  <a:lnTo>
                    <a:pt x="7533" y="28478"/>
                  </a:lnTo>
                  <a:lnTo>
                    <a:pt x="7491" y="28457"/>
                  </a:lnTo>
                  <a:lnTo>
                    <a:pt x="7491" y="28415"/>
                  </a:lnTo>
                  <a:lnTo>
                    <a:pt x="7533" y="28415"/>
                  </a:lnTo>
                  <a:lnTo>
                    <a:pt x="7596" y="28436"/>
                  </a:lnTo>
                  <a:lnTo>
                    <a:pt x="7638" y="28478"/>
                  </a:lnTo>
                  <a:lnTo>
                    <a:pt x="7742" y="28478"/>
                  </a:lnTo>
                  <a:lnTo>
                    <a:pt x="7805" y="28415"/>
                  </a:lnTo>
                  <a:lnTo>
                    <a:pt x="7826" y="28352"/>
                  </a:lnTo>
                  <a:lnTo>
                    <a:pt x="7826" y="28269"/>
                  </a:lnTo>
                  <a:lnTo>
                    <a:pt x="7847" y="28269"/>
                  </a:lnTo>
                  <a:lnTo>
                    <a:pt x="7910" y="28310"/>
                  </a:lnTo>
                  <a:lnTo>
                    <a:pt x="7910" y="28331"/>
                  </a:lnTo>
                  <a:lnTo>
                    <a:pt x="7910" y="28373"/>
                  </a:lnTo>
                  <a:lnTo>
                    <a:pt x="8014" y="28436"/>
                  </a:lnTo>
                  <a:lnTo>
                    <a:pt x="8056" y="28436"/>
                  </a:lnTo>
                  <a:lnTo>
                    <a:pt x="8119" y="28478"/>
                  </a:lnTo>
                  <a:lnTo>
                    <a:pt x="8161" y="28478"/>
                  </a:lnTo>
                  <a:lnTo>
                    <a:pt x="8203" y="28436"/>
                  </a:lnTo>
                  <a:lnTo>
                    <a:pt x="8245" y="28373"/>
                  </a:lnTo>
                  <a:lnTo>
                    <a:pt x="8266" y="28352"/>
                  </a:lnTo>
                  <a:lnTo>
                    <a:pt x="8245" y="28310"/>
                  </a:lnTo>
                  <a:lnTo>
                    <a:pt x="8161" y="28269"/>
                  </a:lnTo>
                  <a:lnTo>
                    <a:pt x="8014" y="28269"/>
                  </a:lnTo>
                  <a:lnTo>
                    <a:pt x="7994" y="28248"/>
                  </a:lnTo>
                  <a:lnTo>
                    <a:pt x="7994" y="28227"/>
                  </a:lnTo>
                  <a:lnTo>
                    <a:pt x="7994" y="28164"/>
                  </a:lnTo>
                  <a:lnTo>
                    <a:pt x="7931" y="28122"/>
                  </a:lnTo>
                  <a:lnTo>
                    <a:pt x="7931" y="28059"/>
                  </a:lnTo>
                  <a:lnTo>
                    <a:pt x="7994" y="28018"/>
                  </a:lnTo>
                  <a:lnTo>
                    <a:pt x="8014" y="28018"/>
                  </a:lnTo>
                  <a:lnTo>
                    <a:pt x="8056" y="28059"/>
                  </a:lnTo>
                  <a:lnTo>
                    <a:pt x="8056" y="28143"/>
                  </a:lnTo>
                  <a:lnTo>
                    <a:pt x="8119" y="28206"/>
                  </a:lnTo>
                  <a:lnTo>
                    <a:pt x="8245" y="28206"/>
                  </a:lnTo>
                  <a:lnTo>
                    <a:pt x="8307" y="28164"/>
                  </a:lnTo>
                  <a:lnTo>
                    <a:pt x="8307" y="28122"/>
                  </a:lnTo>
                  <a:lnTo>
                    <a:pt x="8266" y="28059"/>
                  </a:lnTo>
                  <a:lnTo>
                    <a:pt x="8161" y="28018"/>
                  </a:lnTo>
                  <a:lnTo>
                    <a:pt x="8098" y="27955"/>
                  </a:lnTo>
                  <a:lnTo>
                    <a:pt x="8056" y="27850"/>
                  </a:lnTo>
                  <a:lnTo>
                    <a:pt x="8098" y="27850"/>
                  </a:lnTo>
                  <a:lnTo>
                    <a:pt x="8140" y="27913"/>
                  </a:lnTo>
                  <a:lnTo>
                    <a:pt x="8245" y="27955"/>
                  </a:lnTo>
                  <a:lnTo>
                    <a:pt x="8307" y="27997"/>
                  </a:lnTo>
                  <a:lnTo>
                    <a:pt x="8370" y="28059"/>
                  </a:lnTo>
                  <a:lnTo>
                    <a:pt x="8412" y="28038"/>
                  </a:lnTo>
                  <a:lnTo>
                    <a:pt x="8412" y="27997"/>
                  </a:lnTo>
                  <a:lnTo>
                    <a:pt x="8370" y="27934"/>
                  </a:lnTo>
                  <a:lnTo>
                    <a:pt x="8266" y="27892"/>
                  </a:lnTo>
                  <a:lnTo>
                    <a:pt x="8203" y="27829"/>
                  </a:lnTo>
                  <a:lnTo>
                    <a:pt x="8203" y="27746"/>
                  </a:lnTo>
                  <a:lnTo>
                    <a:pt x="8245" y="27704"/>
                  </a:lnTo>
                  <a:lnTo>
                    <a:pt x="8266" y="27641"/>
                  </a:lnTo>
                  <a:lnTo>
                    <a:pt x="8328" y="27641"/>
                  </a:lnTo>
                  <a:lnTo>
                    <a:pt x="8349" y="27704"/>
                  </a:lnTo>
                  <a:lnTo>
                    <a:pt x="8475" y="27808"/>
                  </a:lnTo>
                  <a:lnTo>
                    <a:pt x="8558" y="27808"/>
                  </a:lnTo>
                  <a:lnTo>
                    <a:pt x="8621" y="27787"/>
                  </a:lnTo>
                  <a:lnTo>
                    <a:pt x="8684" y="27787"/>
                  </a:lnTo>
                  <a:lnTo>
                    <a:pt x="8768" y="27746"/>
                  </a:lnTo>
                  <a:lnTo>
                    <a:pt x="8789" y="27683"/>
                  </a:lnTo>
                  <a:lnTo>
                    <a:pt x="8768" y="27641"/>
                  </a:lnTo>
                  <a:lnTo>
                    <a:pt x="8684" y="27620"/>
                  </a:lnTo>
                  <a:lnTo>
                    <a:pt x="8621" y="27578"/>
                  </a:lnTo>
                  <a:lnTo>
                    <a:pt x="8517" y="27515"/>
                  </a:lnTo>
                  <a:lnTo>
                    <a:pt x="8454" y="27515"/>
                  </a:lnTo>
                  <a:lnTo>
                    <a:pt x="8370" y="27494"/>
                  </a:lnTo>
                  <a:lnTo>
                    <a:pt x="8412" y="27432"/>
                  </a:lnTo>
                  <a:lnTo>
                    <a:pt x="8433" y="27411"/>
                  </a:lnTo>
                  <a:lnTo>
                    <a:pt x="8517" y="27411"/>
                  </a:lnTo>
                  <a:lnTo>
                    <a:pt x="8579" y="27494"/>
                  </a:lnTo>
                  <a:lnTo>
                    <a:pt x="8642" y="27515"/>
                  </a:lnTo>
                  <a:lnTo>
                    <a:pt x="8684" y="27515"/>
                  </a:lnTo>
                  <a:lnTo>
                    <a:pt x="8768" y="27620"/>
                  </a:lnTo>
                  <a:lnTo>
                    <a:pt x="8851" y="27641"/>
                  </a:lnTo>
                  <a:lnTo>
                    <a:pt x="8893" y="27620"/>
                  </a:lnTo>
                  <a:lnTo>
                    <a:pt x="8935" y="27578"/>
                  </a:lnTo>
                  <a:lnTo>
                    <a:pt x="8935" y="27515"/>
                  </a:lnTo>
                  <a:lnTo>
                    <a:pt x="8935" y="27411"/>
                  </a:lnTo>
                  <a:lnTo>
                    <a:pt x="8893" y="27369"/>
                  </a:lnTo>
                  <a:lnTo>
                    <a:pt x="8851" y="27327"/>
                  </a:lnTo>
                  <a:lnTo>
                    <a:pt x="8851" y="27306"/>
                  </a:lnTo>
                  <a:lnTo>
                    <a:pt x="8956" y="27306"/>
                  </a:lnTo>
                  <a:lnTo>
                    <a:pt x="8977" y="27222"/>
                  </a:lnTo>
                  <a:lnTo>
                    <a:pt x="8977" y="27181"/>
                  </a:lnTo>
                  <a:lnTo>
                    <a:pt x="8935" y="27181"/>
                  </a:lnTo>
                  <a:lnTo>
                    <a:pt x="8872" y="27201"/>
                  </a:lnTo>
                  <a:lnTo>
                    <a:pt x="8830" y="27160"/>
                  </a:lnTo>
                  <a:lnTo>
                    <a:pt x="8768" y="27097"/>
                  </a:lnTo>
                  <a:lnTo>
                    <a:pt x="8684" y="27097"/>
                  </a:lnTo>
                  <a:lnTo>
                    <a:pt x="8558" y="27013"/>
                  </a:lnTo>
                  <a:lnTo>
                    <a:pt x="8538" y="26992"/>
                  </a:lnTo>
                  <a:lnTo>
                    <a:pt x="8579" y="26950"/>
                  </a:lnTo>
                  <a:lnTo>
                    <a:pt x="8684" y="26950"/>
                  </a:lnTo>
                  <a:lnTo>
                    <a:pt x="8789" y="26971"/>
                  </a:lnTo>
                  <a:lnTo>
                    <a:pt x="8872" y="26971"/>
                  </a:lnTo>
                  <a:lnTo>
                    <a:pt x="8893" y="26909"/>
                  </a:lnTo>
                  <a:lnTo>
                    <a:pt x="8956" y="26909"/>
                  </a:lnTo>
                  <a:lnTo>
                    <a:pt x="9040" y="26971"/>
                  </a:lnTo>
                  <a:lnTo>
                    <a:pt x="9061" y="26867"/>
                  </a:lnTo>
                  <a:lnTo>
                    <a:pt x="9040" y="26699"/>
                  </a:lnTo>
                  <a:lnTo>
                    <a:pt x="8998" y="26595"/>
                  </a:lnTo>
                  <a:lnTo>
                    <a:pt x="8956" y="26553"/>
                  </a:lnTo>
                  <a:lnTo>
                    <a:pt x="8935" y="26469"/>
                  </a:lnTo>
                  <a:lnTo>
                    <a:pt x="8935" y="26427"/>
                  </a:lnTo>
                  <a:lnTo>
                    <a:pt x="8977" y="26365"/>
                  </a:lnTo>
                  <a:lnTo>
                    <a:pt x="8956" y="26260"/>
                  </a:lnTo>
                  <a:lnTo>
                    <a:pt x="8956" y="26218"/>
                  </a:lnTo>
                  <a:lnTo>
                    <a:pt x="8977" y="26155"/>
                  </a:lnTo>
                  <a:lnTo>
                    <a:pt x="8998" y="26176"/>
                  </a:lnTo>
                  <a:lnTo>
                    <a:pt x="9040" y="26239"/>
                  </a:lnTo>
                  <a:lnTo>
                    <a:pt x="9102" y="26260"/>
                  </a:lnTo>
                  <a:lnTo>
                    <a:pt x="9102" y="26218"/>
                  </a:lnTo>
                  <a:lnTo>
                    <a:pt x="9165" y="26176"/>
                  </a:lnTo>
                  <a:lnTo>
                    <a:pt x="9207" y="26218"/>
                  </a:lnTo>
                  <a:lnTo>
                    <a:pt x="9249" y="26344"/>
                  </a:lnTo>
                  <a:lnTo>
                    <a:pt x="9291" y="26365"/>
                  </a:lnTo>
                  <a:lnTo>
                    <a:pt x="9374" y="26365"/>
                  </a:lnTo>
                  <a:lnTo>
                    <a:pt x="9479" y="26239"/>
                  </a:lnTo>
                  <a:lnTo>
                    <a:pt x="9521" y="26113"/>
                  </a:lnTo>
                  <a:lnTo>
                    <a:pt x="9521" y="26009"/>
                  </a:lnTo>
                  <a:lnTo>
                    <a:pt x="9500" y="25925"/>
                  </a:lnTo>
                  <a:lnTo>
                    <a:pt x="9500" y="25862"/>
                  </a:lnTo>
                  <a:lnTo>
                    <a:pt x="9563" y="25841"/>
                  </a:lnTo>
                  <a:lnTo>
                    <a:pt x="9605" y="25841"/>
                  </a:lnTo>
                  <a:lnTo>
                    <a:pt x="9626" y="25800"/>
                  </a:lnTo>
                  <a:lnTo>
                    <a:pt x="9667" y="25758"/>
                  </a:lnTo>
                  <a:lnTo>
                    <a:pt x="9688" y="25821"/>
                  </a:lnTo>
                  <a:lnTo>
                    <a:pt x="9730" y="25883"/>
                  </a:lnTo>
                  <a:lnTo>
                    <a:pt x="9814" y="25883"/>
                  </a:lnTo>
                  <a:lnTo>
                    <a:pt x="9877" y="25841"/>
                  </a:lnTo>
                  <a:lnTo>
                    <a:pt x="9877" y="25800"/>
                  </a:lnTo>
                  <a:lnTo>
                    <a:pt x="9877" y="25737"/>
                  </a:lnTo>
                  <a:lnTo>
                    <a:pt x="9898" y="25737"/>
                  </a:lnTo>
                  <a:lnTo>
                    <a:pt x="9918" y="25800"/>
                  </a:lnTo>
                  <a:lnTo>
                    <a:pt x="9939" y="25883"/>
                  </a:lnTo>
                  <a:lnTo>
                    <a:pt x="9981" y="25925"/>
                  </a:lnTo>
                  <a:lnTo>
                    <a:pt x="10044" y="25862"/>
                  </a:lnTo>
                  <a:lnTo>
                    <a:pt x="10107" y="25821"/>
                  </a:lnTo>
                  <a:lnTo>
                    <a:pt x="10149" y="25800"/>
                  </a:lnTo>
                  <a:lnTo>
                    <a:pt x="10211" y="25841"/>
                  </a:lnTo>
                  <a:lnTo>
                    <a:pt x="10295" y="25841"/>
                  </a:lnTo>
                  <a:lnTo>
                    <a:pt x="10358" y="25800"/>
                  </a:lnTo>
                  <a:lnTo>
                    <a:pt x="10400" y="25716"/>
                  </a:lnTo>
                  <a:lnTo>
                    <a:pt x="10421" y="25674"/>
                  </a:lnTo>
                  <a:lnTo>
                    <a:pt x="10421" y="25632"/>
                  </a:lnTo>
                  <a:lnTo>
                    <a:pt x="10358" y="25549"/>
                  </a:lnTo>
                  <a:lnTo>
                    <a:pt x="10316" y="25423"/>
                  </a:lnTo>
                  <a:lnTo>
                    <a:pt x="10295" y="25339"/>
                  </a:lnTo>
                  <a:lnTo>
                    <a:pt x="10337" y="25297"/>
                  </a:lnTo>
                  <a:lnTo>
                    <a:pt x="10358" y="25318"/>
                  </a:lnTo>
                  <a:lnTo>
                    <a:pt x="10400" y="25423"/>
                  </a:lnTo>
                  <a:lnTo>
                    <a:pt x="10442" y="25423"/>
                  </a:lnTo>
                  <a:lnTo>
                    <a:pt x="10525" y="25339"/>
                  </a:lnTo>
                  <a:lnTo>
                    <a:pt x="10546" y="25256"/>
                  </a:lnTo>
                  <a:lnTo>
                    <a:pt x="10609" y="25193"/>
                  </a:lnTo>
                  <a:lnTo>
                    <a:pt x="10630" y="25130"/>
                  </a:lnTo>
                  <a:lnTo>
                    <a:pt x="10546" y="25046"/>
                  </a:lnTo>
                  <a:lnTo>
                    <a:pt x="10546" y="25005"/>
                  </a:lnTo>
                  <a:lnTo>
                    <a:pt x="10609" y="24942"/>
                  </a:lnTo>
                  <a:lnTo>
                    <a:pt x="10651" y="24921"/>
                  </a:lnTo>
                  <a:lnTo>
                    <a:pt x="10672" y="24942"/>
                  </a:lnTo>
                  <a:lnTo>
                    <a:pt x="10672" y="24984"/>
                  </a:lnTo>
                  <a:lnTo>
                    <a:pt x="10735" y="25046"/>
                  </a:lnTo>
                  <a:lnTo>
                    <a:pt x="10839" y="25088"/>
                  </a:lnTo>
                  <a:lnTo>
                    <a:pt x="10881" y="25109"/>
                  </a:lnTo>
                  <a:lnTo>
                    <a:pt x="10839" y="25172"/>
                  </a:lnTo>
                  <a:lnTo>
                    <a:pt x="10755" y="25214"/>
                  </a:lnTo>
                  <a:lnTo>
                    <a:pt x="10714" y="25318"/>
                  </a:lnTo>
                  <a:lnTo>
                    <a:pt x="10714" y="25402"/>
                  </a:lnTo>
                  <a:lnTo>
                    <a:pt x="10839" y="25549"/>
                  </a:lnTo>
                  <a:lnTo>
                    <a:pt x="10881" y="25590"/>
                  </a:lnTo>
                  <a:lnTo>
                    <a:pt x="10923" y="25507"/>
                  </a:lnTo>
                  <a:lnTo>
                    <a:pt x="10923" y="25444"/>
                  </a:lnTo>
                  <a:lnTo>
                    <a:pt x="10944" y="25381"/>
                  </a:lnTo>
                  <a:lnTo>
                    <a:pt x="10965" y="25277"/>
                  </a:lnTo>
                  <a:lnTo>
                    <a:pt x="10986" y="25277"/>
                  </a:lnTo>
                  <a:lnTo>
                    <a:pt x="11027" y="25318"/>
                  </a:lnTo>
                  <a:lnTo>
                    <a:pt x="10986" y="25402"/>
                  </a:lnTo>
                  <a:lnTo>
                    <a:pt x="10986" y="25444"/>
                  </a:lnTo>
                  <a:lnTo>
                    <a:pt x="11048" y="25549"/>
                  </a:lnTo>
                  <a:lnTo>
                    <a:pt x="11132" y="25590"/>
                  </a:lnTo>
                  <a:lnTo>
                    <a:pt x="11195" y="25528"/>
                  </a:lnTo>
                  <a:lnTo>
                    <a:pt x="11279" y="25528"/>
                  </a:lnTo>
                  <a:lnTo>
                    <a:pt x="11299" y="25486"/>
                  </a:lnTo>
                  <a:lnTo>
                    <a:pt x="11299" y="25423"/>
                  </a:lnTo>
                  <a:lnTo>
                    <a:pt x="11341" y="25381"/>
                  </a:lnTo>
                  <a:lnTo>
                    <a:pt x="11362" y="25381"/>
                  </a:lnTo>
                  <a:lnTo>
                    <a:pt x="11383" y="25402"/>
                  </a:lnTo>
                  <a:lnTo>
                    <a:pt x="11362" y="25444"/>
                  </a:lnTo>
                  <a:lnTo>
                    <a:pt x="11362" y="25507"/>
                  </a:lnTo>
                  <a:lnTo>
                    <a:pt x="11404" y="25549"/>
                  </a:lnTo>
                  <a:lnTo>
                    <a:pt x="11488" y="25549"/>
                  </a:lnTo>
                  <a:lnTo>
                    <a:pt x="11571" y="25444"/>
                  </a:lnTo>
                  <a:lnTo>
                    <a:pt x="11718" y="25339"/>
                  </a:lnTo>
                  <a:lnTo>
                    <a:pt x="11781" y="25339"/>
                  </a:lnTo>
                  <a:lnTo>
                    <a:pt x="11823" y="25318"/>
                  </a:lnTo>
                  <a:lnTo>
                    <a:pt x="11823" y="25235"/>
                  </a:lnTo>
                  <a:lnTo>
                    <a:pt x="11781" y="25172"/>
                  </a:lnTo>
                  <a:lnTo>
                    <a:pt x="11718" y="25130"/>
                  </a:lnTo>
                  <a:lnTo>
                    <a:pt x="11676" y="25088"/>
                  </a:lnTo>
                  <a:lnTo>
                    <a:pt x="11697" y="25067"/>
                  </a:lnTo>
                  <a:lnTo>
                    <a:pt x="11760" y="25067"/>
                  </a:lnTo>
                  <a:lnTo>
                    <a:pt x="11781" y="25109"/>
                  </a:lnTo>
                  <a:lnTo>
                    <a:pt x="11885" y="25172"/>
                  </a:lnTo>
                  <a:lnTo>
                    <a:pt x="11927" y="25172"/>
                  </a:lnTo>
                  <a:lnTo>
                    <a:pt x="11927" y="25088"/>
                  </a:lnTo>
                  <a:lnTo>
                    <a:pt x="11990" y="25088"/>
                  </a:lnTo>
                  <a:lnTo>
                    <a:pt x="12011" y="25130"/>
                  </a:lnTo>
                  <a:lnTo>
                    <a:pt x="12011" y="25193"/>
                  </a:lnTo>
                  <a:lnTo>
                    <a:pt x="12032" y="25214"/>
                  </a:lnTo>
                  <a:lnTo>
                    <a:pt x="12095" y="25193"/>
                  </a:lnTo>
                  <a:lnTo>
                    <a:pt x="12220" y="25046"/>
                  </a:lnTo>
                  <a:lnTo>
                    <a:pt x="12241" y="25025"/>
                  </a:lnTo>
                  <a:lnTo>
                    <a:pt x="12241" y="25005"/>
                  </a:lnTo>
                  <a:lnTo>
                    <a:pt x="12283" y="24921"/>
                  </a:lnTo>
                  <a:lnTo>
                    <a:pt x="12304" y="24879"/>
                  </a:lnTo>
                  <a:lnTo>
                    <a:pt x="12346" y="24837"/>
                  </a:lnTo>
                  <a:lnTo>
                    <a:pt x="12346" y="24837"/>
                  </a:lnTo>
                  <a:lnTo>
                    <a:pt x="12325" y="24900"/>
                  </a:lnTo>
                  <a:lnTo>
                    <a:pt x="12346" y="24942"/>
                  </a:lnTo>
                  <a:lnTo>
                    <a:pt x="12387" y="24984"/>
                  </a:lnTo>
                  <a:lnTo>
                    <a:pt x="12429" y="24942"/>
                  </a:lnTo>
                  <a:lnTo>
                    <a:pt x="12513" y="24837"/>
                  </a:lnTo>
                  <a:lnTo>
                    <a:pt x="12534" y="24774"/>
                  </a:lnTo>
                  <a:lnTo>
                    <a:pt x="12513" y="24691"/>
                  </a:lnTo>
                  <a:lnTo>
                    <a:pt x="12513" y="24607"/>
                  </a:lnTo>
                  <a:lnTo>
                    <a:pt x="12639" y="24481"/>
                  </a:lnTo>
                  <a:lnTo>
                    <a:pt x="12722" y="24460"/>
                  </a:lnTo>
                  <a:lnTo>
                    <a:pt x="12764" y="24398"/>
                  </a:lnTo>
                  <a:lnTo>
                    <a:pt x="12743" y="24356"/>
                  </a:lnTo>
                  <a:lnTo>
                    <a:pt x="12722" y="24293"/>
                  </a:lnTo>
                  <a:lnTo>
                    <a:pt x="12722" y="24272"/>
                  </a:lnTo>
                  <a:lnTo>
                    <a:pt x="12764" y="24293"/>
                  </a:lnTo>
                  <a:lnTo>
                    <a:pt x="12827" y="24314"/>
                  </a:lnTo>
                  <a:lnTo>
                    <a:pt x="12869" y="24314"/>
                  </a:lnTo>
                  <a:lnTo>
                    <a:pt x="12911" y="24251"/>
                  </a:lnTo>
                  <a:lnTo>
                    <a:pt x="12869" y="24188"/>
                  </a:lnTo>
                  <a:lnTo>
                    <a:pt x="12827" y="24147"/>
                  </a:lnTo>
                  <a:lnTo>
                    <a:pt x="12869" y="24168"/>
                  </a:lnTo>
                  <a:lnTo>
                    <a:pt x="12931" y="24209"/>
                  </a:lnTo>
                  <a:lnTo>
                    <a:pt x="12931" y="24168"/>
                  </a:lnTo>
                  <a:lnTo>
                    <a:pt x="12952" y="24084"/>
                  </a:lnTo>
                  <a:lnTo>
                    <a:pt x="13036" y="24084"/>
                  </a:lnTo>
                  <a:lnTo>
                    <a:pt x="13120" y="24042"/>
                  </a:lnTo>
                  <a:lnTo>
                    <a:pt x="13120" y="23958"/>
                  </a:lnTo>
                  <a:lnTo>
                    <a:pt x="13120" y="23937"/>
                  </a:lnTo>
                  <a:lnTo>
                    <a:pt x="13141" y="23875"/>
                  </a:lnTo>
                  <a:lnTo>
                    <a:pt x="13224" y="23875"/>
                  </a:lnTo>
                  <a:lnTo>
                    <a:pt x="13266" y="23854"/>
                  </a:lnTo>
                  <a:lnTo>
                    <a:pt x="13350" y="23749"/>
                  </a:lnTo>
                  <a:lnTo>
                    <a:pt x="13434" y="23707"/>
                  </a:lnTo>
                  <a:lnTo>
                    <a:pt x="13476" y="23707"/>
                  </a:lnTo>
                  <a:lnTo>
                    <a:pt x="13496" y="23728"/>
                  </a:lnTo>
                  <a:lnTo>
                    <a:pt x="13580" y="23707"/>
                  </a:lnTo>
                  <a:lnTo>
                    <a:pt x="13643" y="23624"/>
                  </a:lnTo>
                  <a:lnTo>
                    <a:pt x="13664" y="23477"/>
                  </a:lnTo>
                  <a:lnTo>
                    <a:pt x="13643" y="23352"/>
                  </a:lnTo>
                  <a:lnTo>
                    <a:pt x="13580" y="23352"/>
                  </a:lnTo>
                  <a:lnTo>
                    <a:pt x="13559" y="23331"/>
                  </a:lnTo>
                  <a:lnTo>
                    <a:pt x="13580" y="23247"/>
                  </a:lnTo>
                  <a:lnTo>
                    <a:pt x="13580" y="23142"/>
                  </a:lnTo>
                  <a:lnTo>
                    <a:pt x="13559" y="23059"/>
                  </a:lnTo>
                  <a:lnTo>
                    <a:pt x="13496" y="23017"/>
                  </a:lnTo>
                  <a:lnTo>
                    <a:pt x="13476" y="22912"/>
                  </a:lnTo>
                  <a:lnTo>
                    <a:pt x="13455" y="22870"/>
                  </a:lnTo>
                  <a:lnTo>
                    <a:pt x="13455" y="22787"/>
                  </a:lnTo>
                  <a:lnTo>
                    <a:pt x="13496" y="22787"/>
                  </a:lnTo>
                  <a:lnTo>
                    <a:pt x="13559" y="22808"/>
                  </a:lnTo>
                  <a:lnTo>
                    <a:pt x="13580" y="22912"/>
                  </a:lnTo>
                  <a:lnTo>
                    <a:pt x="13643" y="22996"/>
                  </a:lnTo>
                  <a:lnTo>
                    <a:pt x="13643" y="23080"/>
                  </a:lnTo>
                  <a:lnTo>
                    <a:pt x="13685" y="23184"/>
                  </a:lnTo>
                  <a:lnTo>
                    <a:pt x="13748" y="23205"/>
                  </a:lnTo>
                  <a:lnTo>
                    <a:pt x="13789" y="23247"/>
                  </a:lnTo>
                  <a:lnTo>
                    <a:pt x="13768" y="23331"/>
                  </a:lnTo>
                  <a:lnTo>
                    <a:pt x="13789" y="23414"/>
                  </a:lnTo>
                  <a:lnTo>
                    <a:pt x="13873" y="23456"/>
                  </a:lnTo>
                  <a:lnTo>
                    <a:pt x="13915" y="23456"/>
                  </a:lnTo>
                  <a:lnTo>
                    <a:pt x="13915" y="23414"/>
                  </a:lnTo>
                  <a:lnTo>
                    <a:pt x="13957" y="23352"/>
                  </a:lnTo>
                  <a:lnTo>
                    <a:pt x="13999" y="23352"/>
                  </a:lnTo>
                  <a:lnTo>
                    <a:pt x="14061" y="23435"/>
                  </a:lnTo>
                  <a:lnTo>
                    <a:pt x="14229" y="23435"/>
                  </a:lnTo>
                  <a:lnTo>
                    <a:pt x="14292" y="23393"/>
                  </a:lnTo>
                  <a:lnTo>
                    <a:pt x="14312" y="23414"/>
                  </a:lnTo>
                  <a:lnTo>
                    <a:pt x="14375" y="23414"/>
                  </a:lnTo>
                  <a:lnTo>
                    <a:pt x="14438" y="23352"/>
                  </a:lnTo>
                  <a:lnTo>
                    <a:pt x="14480" y="23289"/>
                  </a:lnTo>
                  <a:lnTo>
                    <a:pt x="14522" y="23289"/>
                  </a:lnTo>
                  <a:lnTo>
                    <a:pt x="14522" y="23226"/>
                  </a:lnTo>
                  <a:lnTo>
                    <a:pt x="14584" y="23205"/>
                  </a:lnTo>
                  <a:lnTo>
                    <a:pt x="14626" y="23226"/>
                  </a:lnTo>
                  <a:lnTo>
                    <a:pt x="14731" y="23352"/>
                  </a:lnTo>
                  <a:lnTo>
                    <a:pt x="14752" y="23414"/>
                  </a:lnTo>
                  <a:lnTo>
                    <a:pt x="14815" y="23414"/>
                  </a:lnTo>
                  <a:lnTo>
                    <a:pt x="14856" y="23352"/>
                  </a:lnTo>
                  <a:lnTo>
                    <a:pt x="14919" y="23331"/>
                  </a:lnTo>
                  <a:lnTo>
                    <a:pt x="14919" y="23226"/>
                  </a:lnTo>
                  <a:lnTo>
                    <a:pt x="14940" y="23226"/>
                  </a:lnTo>
                  <a:lnTo>
                    <a:pt x="14961" y="23247"/>
                  </a:lnTo>
                  <a:lnTo>
                    <a:pt x="15024" y="23247"/>
                  </a:lnTo>
                  <a:lnTo>
                    <a:pt x="15024" y="23205"/>
                  </a:lnTo>
                  <a:lnTo>
                    <a:pt x="15066" y="23205"/>
                  </a:lnTo>
                  <a:lnTo>
                    <a:pt x="15108" y="23226"/>
                  </a:lnTo>
                  <a:lnTo>
                    <a:pt x="15170" y="23226"/>
                  </a:lnTo>
                  <a:lnTo>
                    <a:pt x="15212" y="23184"/>
                  </a:lnTo>
                  <a:lnTo>
                    <a:pt x="15212" y="23121"/>
                  </a:lnTo>
                  <a:lnTo>
                    <a:pt x="15254" y="23100"/>
                  </a:lnTo>
                  <a:lnTo>
                    <a:pt x="15338" y="23100"/>
                  </a:lnTo>
                  <a:lnTo>
                    <a:pt x="15359" y="23080"/>
                  </a:lnTo>
                  <a:lnTo>
                    <a:pt x="15359" y="23017"/>
                  </a:lnTo>
                  <a:lnTo>
                    <a:pt x="15380" y="23017"/>
                  </a:lnTo>
                  <a:lnTo>
                    <a:pt x="15380" y="23080"/>
                  </a:lnTo>
                  <a:lnTo>
                    <a:pt x="15442" y="23100"/>
                  </a:lnTo>
                  <a:lnTo>
                    <a:pt x="15484" y="23038"/>
                  </a:lnTo>
                  <a:lnTo>
                    <a:pt x="15526" y="22975"/>
                  </a:lnTo>
                  <a:lnTo>
                    <a:pt x="15547" y="22975"/>
                  </a:lnTo>
                  <a:lnTo>
                    <a:pt x="15589" y="23038"/>
                  </a:lnTo>
                  <a:lnTo>
                    <a:pt x="15652" y="23080"/>
                  </a:lnTo>
                  <a:lnTo>
                    <a:pt x="15693" y="22975"/>
                  </a:lnTo>
                  <a:lnTo>
                    <a:pt x="15735" y="22975"/>
                  </a:lnTo>
                  <a:lnTo>
                    <a:pt x="15756" y="23017"/>
                  </a:lnTo>
                  <a:lnTo>
                    <a:pt x="15798" y="23038"/>
                  </a:lnTo>
                  <a:lnTo>
                    <a:pt x="15861" y="23038"/>
                  </a:lnTo>
                  <a:lnTo>
                    <a:pt x="15882" y="22975"/>
                  </a:lnTo>
                  <a:lnTo>
                    <a:pt x="15944" y="22933"/>
                  </a:lnTo>
                  <a:lnTo>
                    <a:pt x="16007" y="22933"/>
                  </a:lnTo>
                  <a:lnTo>
                    <a:pt x="16112" y="22891"/>
                  </a:lnTo>
                  <a:lnTo>
                    <a:pt x="16175" y="22891"/>
                  </a:lnTo>
                  <a:lnTo>
                    <a:pt x="16196" y="22933"/>
                  </a:lnTo>
                  <a:lnTo>
                    <a:pt x="16258" y="22933"/>
                  </a:lnTo>
                  <a:lnTo>
                    <a:pt x="16279" y="22870"/>
                  </a:lnTo>
                  <a:lnTo>
                    <a:pt x="16321" y="22808"/>
                  </a:lnTo>
                  <a:lnTo>
                    <a:pt x="16426" y="22808"/>
                  </a:lnTo>
                  <a:lnTo>
                    <a:pt x="16468" y="22766"/>
                  </a:lnTo>
                  <a:lnTo>
                    <a:pt x="16572" y="22724"/>
                  </a:lnTo>
                  <a:lnTo>
                    <a:pt x="16614" y="22703"/>
                  </a:lnTo>
                  <a:lnTo>
                    <a:pt x="16614" y="22661"/>
                  </a:lnTo>
                  <a:lnTo>
                    <a:pt x="16572" y="22577"/>
                  </a:lnTo>
                  <a:lnTo>
                    <a:pt x="16572" y="22515"/>
                  </a:lnTo>
                  <a:lnTo>
                    <a:pt x="16719" y="22577"/>
                  </a:lnTo>
                  <a:lnTo>
                    <a:pt x="16802" y="22619"/>
                  </a:lnTo>
                  <a:lnTo>
                    <a:pt x="16823" y="22682"/>
                  </a:lnTo>
                  <a:lnTo>
                    <a:pt x="16886" y="22703"/>
                  </a:lnTo>
                  <a:lnTo>
                    <a:pt x="16991" y="22619"/>
                  </a:lnTo>
                  <a:lnTo>
                    <a:pt x="16991" y="22536"/>
                  </a:lnTo>
                  <a:lnTo>
                    <a:pt x="16928" y="22515"/>
                  </a:lnTo>
                  <a:lnTo>
                    <a:pt x="16928" y="22473"/>
                  </a:lnTo>
                  <a:lnTo>
                    <a:pt x="17012" y="22431"/>
                  </a:lnTo>
                  <a:lnTo>
                    <a:pt x="17033" y="22494"/>
                  </a:lnTo>
                  <a:lnTo>
                    <a:pt x="17116" y="22515"/>
                  </a:lnTo>
                  <a:lnTo>
                    <a:pt x="17158" y="22410"/>
                  </a:lnTo>
                  <a:lnTo>
                    <a:pt x="17137" y="22326"/>
                  </a:lnTo>
                  <a:lnTo>
                    <a:pt x="17137" y="22264"/>
                  </a:lnTo>
                  <a:lnTo>
                    <a:pt x="17200" y="22264"/>
                  </a:lnTo>
                  <a:lnTo>
                    <a:pt x="17221" y="22305"/>
                  </a:lnTo>
                  <a:lnTo>
                    <a:pt x="17305" y="22326"/>
                  </a:lnTo>
                  <a:lnTo>
                    <a:pt x="17346" y="22284"/>
                  </a:lnTo>
                  <a:lnTo>
                    <a:pt x="17409" y="22264"/>
                  </a:lnTo>
                  <a:lnTo>
                    <a:pt x="17451" y="22264"/>
                  </a:lnTo>
                  <a:lnTo>
                    <a:pt x="17451" y="22180"/>
                  </a:lnTo>
                  <a:lnTo>
                    <a:pt x="17430" y="22117"/>
                  </a:lnTo>
                  <a:lnTo>
                    <a:pt x="17451" y="22096"/>
                  </a:lnTo>
                  <a:lnTo>
                    <a:pt x="17514" y="22117"/>
                  </a:lnTo>
                  <a:lnTo>
                    <a:pt x="17556" y="22180"/>
                  </a:lnTo>
                  <a:lnTo>
                    <a:pt x="17639" y="22159"/>
                  </a:lnTo>
                  <a:lnTo>
                    <a:pt x="17681" y="22096"/>
                  </a:lnTo>
                  <a:lnTo>
                    <a:pt x="17681" y="22012"/>
                  </a:lnTo>
                  <a:lnTo>
                    <a:pt x="17660" y="21992"/>
                  </a:lnTo>
                  <a:lnTo>
                    <a:pt x="17660" y="21950"/>
                  </a:lnTo>
                  <a:lnTo>
                    <a:pt x="17681" y="21908"/>
                  </a:lnTo>
                  <a:lnTo>
                    <a:pt x="17786" y="21908"/>
                  </a:lnTo>
                  <a:lnTo>
                    <a:pt x="17849" y="21950"/>
                  </a:lnTo>
                  <a:lnTo>
                    <a:pt x="17869" y="21887"/>
                  </a:lnTo>
                  <a:lnTo>
                    <a:pt x="17890" y="21845"/>
                  </a:lnTo>
                  <a:lnTo>
                    <a:pt x="17953" y="21866"/>
                  </a:lnTo>
                  <a:lnTo>
                    <a:pt x="17995" y="21908"/>
                  </a:lnTo>
                  <a:lnTo>
                    <a:pt x="18058" y="21950"/>
                  </a:lnTo>
                  <a:lnTo>
                    <a:pt x="18079" y="21908"/>
                  </a:lnTo>
                  <a:lnTo>
                    <a:pt x="18079" y="21866"/>
                  </a:lnTo>
                  <a:lnTo>
                    <a:pt x="18037" y="21803"/>
                  </a:lnTo>
                  <a:lnTo>
                    <a:pt x="18037" y="21761"/>
                  </a:lnTo>
                  <a:lnTo>
                    <a:pt x="18100" y="21699"/>
                  </a:lnTo>
                  <a:lnTo>
                    <a:pt x="18162" y="21740"/>
                  </a:lnTo>
                  <a:lnTo>
                    <a:pt x="18288" y="21699"/>
                  </a:lnTo>
                  <a:lnTo>
                    <a:pt x="18393" y="21636"/>
                  </a:lnTo>
                  <a:lnTo>
                    <a:pt x="18455" y="21531"/>
                  </a:lnTo>
                  <a:lnTo>
                    <a:pt x="18455" y="21489"/>
                  </a:lnTo>
                  <a:lnTo>
                    <a:pt x="18309" y="21552"/>
                  </a:lnTo>
                  <a:lnTo>
                    <a:pt x="18183" y="21552"/>
                  </a:lnTo>
                  <a:lnTo>
                    <a:pt x="18141" y="21531"/>
                  </a:lnTo>
                  <a:lnTo>
                    <a:pt x="17890" y="21531"/>
                  </a:lnTo>
                  <a:lnTo>
                    <a:pt x="17765" y="21489"/>
                  </a:lnTo>
                  <a:lnTo>
                    <a:pt x="17639" y="21447"/>
                  </a:lnTo>
                  <a:lnTo>
                    <a:pt x="17472" y="21427"/>
                  </a:lnTo>
                  <a:lnTo>
                    <a:pt x="17325" y="21280"/>
                  </a:lnTo>
                  <a:lnTo>
                    <a:pt x="17263" y="21238"/>
                  </a:lnTo>
                  <a:lnTo>
                    <a:pt x="17221" y="21238"/>
                  </a:lnTo>
                  <a:lnTo>
                    <a:pt x="17095" y="21301"/>
                  </a:lnTo>
                  <a:lnTo>
                    <a:pt x="17053" y="21259"/>
                  </a:lnTo>
                  <a:lnTo>
                    <a:pt x="17095" y="21217"/>
                  </a:lnTo>
                  <a:lnTo>
                    <a:pt x="17095" y="21175"/>
                  </a:lnTo>
                  <a:lnTo>
                    <a:pt x="17033" y="21238"/>
                  </a:lnTo>
                  <a:lnTo>
                    <a:pt x="16886" y="21343"/>
                  </a:lnTo>
                  <a:lnTo>
                    <a:pt x="16802" y="21385"/>
                  </a:lnTo>
                  <a:lnTo>
                    <a:pt x="16635" y="21385"/>
                  </a:lnTo>
                  <a:lnTo>
                    <a:pt x="16593" y="21427"/>
                  </a:lnTo>
                  <a:lnTo>
                    <a:pt x="16530" y="21385"/>
                  </a:lnTo>
                  <a:lnTo>
                    <a:pt x="16489" y="21364"/>
                  </a:lnTo>
                  <a:cubicBezTo>
                    <a:pt x="16489" y="21364"/>
                    <a:pt x="16426" y="21385"/>
                    <a:pt x="16405" y="21385"/>
                  </a:cubicBezTo>
                  <a:lnTo>
                    <a:pt x="16321" y="21385"/>
                  </a:lnTo>
                  <a:lnTo>
                    <a:pt x="16196" y="21531"/>
                  </a:lnTo>
                  <a:lnTo>
                    <a:pt x="16154" y="21594"/>
                  </a:lnTo>
                  <a:lnTo>
                    <a:pt x="16091" y="21531"/>
                  </a:lnTo>
                  <a:lnTo>
                    <a:pt x="16049" y="21489"/>
                  </a:lnTo>
                  <a:lnTo>
                    <a:pt x="15861" y="21489"/>
                  </a:lnTo>
                  <a:lnTo>
                    <a:pt x="15777" y="21468"/>
                  </a:lnTo>
                  <a:lnTo>
                    <a:pt x="15735" y="21489"/>
                  </a:lnTo>
                  <a:lnTo>
                    <a:pt x="15672" y="21447"/>
                  </a:lnTo>
                  <a:lnTo>
                    <a:pt x="15735" y="21364"/>
                  </a:lnTo>
                  <a:lnTo>
                    <a:pt x="15840" y="21364"/>
                  </a:lnTo>
                  <a:lnTo>
                    <a:pt x="15882" y="21427"/>
                  </a:lnTo>
                  <a:lnTo>
                    <a:pt x="15965" y="21447"/>
                  </a:lnTo>
                  <a:lnTo>
                    <a:pt x="16049" y="21385"/>
                  </a:lnTo>
                  <a:lnTo>
                    <a:pt x="16175" y="21364"/>
                  </a:lnTo>
                  <a:lnTo>
                    <a:pt x="16258" y="21280"/>
                  </a:lnTo>
                  <a:lnTo>
                    <a:pt x="16321" y="21280"/>
                  </a:lnTo>
                  <a:lnTo>
                    <a:pt x="16426" y="21322"/>
                  </a:lnTo>
                  <a:lnTo>
                    <a:pt x="16530" y="21280"/>
                  </a:lnTo>
                  <a:lnTo>
                    <a:pt x="16572" y="21238"/>
                  </a:lnTo>
                  <a:lnTo>
                    <a:pt x="16530" y="21175"/>
                  </a:lnTo>
                  <a:lnTo>
                    <a:pt x="16489" y="21175"/>
                  </a:lnTo>
                  <a:lnTo>
                    <a:pt x="16468" y="21134"/>
                  </a:lnTo>
                  <a:lnTo>
                    <a:pt x="16405" y="21134"/>
                  </a:lnTo>
                  <a:lnTo>
                    <a:pt x="16300" y="21155"/>
                  </a:lnTo>
                  <a:lnTo>
                    <a:pt x="16216" y="21134"/>
                  </a:lnTo>
                  <a:lnTo>
                    <a:pt x="16049" y="21134"/>
                  </a:lnTo>
                  <a:lnTo>
                    <a:pt x="15944" y="21155"/>
                  </a:lnTo>
                  <a:lnTo>
                    <a:pt x="15840" y="21155"/>
                  </a:lnTo>
                  <a:lnTo>
                    <a:pt x="15693" y="21134"/>
                  </a:lnTo>
                  <a:lnTo>
                    <a:pt x="15672" y="21071"/>
                  </a:lnTo>
                  <a:lnTo>
                    <a:pt x="15631" y="21050"/>
                  </a:lnTo>
                  <a:lnTo>
                    <a:pt x="15526" y="21071"/>
                  </a:lnTo>
                  <a:lnTo>
                    <a:pt x="15380" y="21071"/>
                  </a:lnTo>
                  <a:lnTo>
                    <a:pt x="15212" y="21175"/>
                  </a:lnTo>
                  <a:lnTo>
                    <a:pt x="15170" y="21155"/>
                  </a:lnTo>
                  <a:lnTo>
                    <a:pt x="15212" y="21071"/>
                  </a:lnTo>
                  <a:lnTo>
                    <a:pt x="15275" y="21008"/>
                  </a:lnTo>
                  <a:lnTo>
                    <a:pt x="15463" y="21008"/>
                  </a:lnTo>
                  <a:lnTo>
                    <a:pt x="15672" y="20903"/>
                  </a:lnTo>
                  <a:lnTo>
                    <a:pt x="15756" y="20841"/>
                  </a:lnTo>
                  <a:lnTo>
                    <a:pt x="15756" y="20757"/>
                  </a:lnTo>
                  <a:lnTo>
                    <a:pt x="15777" y="20715"/>
                  </a:lnTo>
                  <a:lnTo>
                    <a:pt x="15861" y="20715"/>
                  </a:lnTo>
                  <a:lnTo>
                    <a:pt x="15903" y="20694"/>
                  </a:lnTo>
                  <a:lnTo>
                    <a:pt x="15965" y="20611"/>
                  </a:lnTo>
                  <a:lnTo>
                    <a:pt x="15944" y="20548"/>
                  </a:lnTo>
                  <a:lnTo>
                    <a:pt x="15882" y="20506"/>
                  </a:lnTo>
                  <a:lnTo>
                    <a:pt x="15798" y="20485"/>
                  </a:lnTo>
                  <a:lnTo>
                    <a:pt x="15777" y="20443"/>
                  </a:lnTo>
                  <a:lnTo>
                    <a:pt x="15861" y="20401"/>
                  </a:lnTo>
                  <a:lnTo>
                    <a:pt x="15903" y="20401"/>
                  </a:lnTo>
                  <a:lnTo>
                    <a:pt x="15903" y="20422"/>
                  </a:lnTo>
                  <a:lnTo>
                    <a:pt x="15986" y="20443"/>
                  </a:lnTo>
                  <a:lnTo>
                    <a:pt x="16007" y="20422"/>
                  </a:lnTo>
                  <a:lnTo>
                    <a:pt x="15986" y="20380"/>
                  </a:lnTo>
                  <a:lnTo>
                    <a:pt x="15965" y="20339"/>
                  </a:lnTo>
                  <a:lnTo>
                    <a:pt x="15965" y="20234"/>
                  </a:lnTo>
                  <a:lnTo>
                    <a:pt x="16007" y="20276"/>
                  </a:lnTo>
                  <a:lnTo>
                    <a:pt x="16049" y="20318"/>
                  </a:lnTo>
                  <a:lnTo>
                    <a:pt x="16049" y="20401"/>
                  </a:lnTo>
                  <a:lnTo>
                    <a:pt x="16091" y="20506"/>
                  </a:lnTo>
                  <a:lnTo>
                    <a:pt x="16175" y="20548"/>
                  </a:lnTo>
                  <a:lnTo>
                    <a:pt x="16279" y="20527"/>
                  </a:lnTo>
                  <a:lnTo>
                    <a:pt x="16405" y="20527"/>
                  </a:lnTo>
                  <a:lnTo>
                    <a:pt x="16698" y="20401"/>
                  </a:lnTo>
                  <a:lnTo>
                    <a:pt x="16781" y="20401"/>
                  </a:lnTo>
                  <a:lnTo>
                    <a:pt x="16844" y="20380"/>
                  </a:lnTo>
                  <a:lnTo>
                    <a:pt x="16907" y="20297"/>
                  </a:lnTo>
                  <a:lnTo>
                    <a:pt x="16991" y="20276"/>
                  </a:lnTo>
                  <a:lnTo>
                    <a:pt x="17033" y="20171"/>
                  </a:lnTo>
                  <a:lnTo>
                    <a:pt x="16991" y="20067"/>
                  </a:lnTo>
                  <a:lnTo>
                    <a:pt x="16949" y="19983"/>
                  </a:lnTo>
                  <a:lnTo>
                    <a:pt x="16907" y="19983"/>
                  </a:lnTo>
                  <a:lnTo>
                    <a:pt x="16802" y="19920"/>
                  </a:lnTo>
                  <a:lnTo>
                    <a:pt x="16530" y="19857"/>
                  </a:lnTo>
                  <a:lnTo>
                    <a:pt x="16489" y="19857"/>
                  </a:lnTo>
                  <a:lnTo>
                    <a:pt x="16384" y="19899"/>
                  </a:lnTo>
                  <a:lnTo>
                    <a:pt x="16321" y="19857"/>
                  </a:lnTo>
                  <a:lnTo>
                    <a:pt x="16321" y="19732"/>
                  </a:lnTo>
                  <a:lnTo>
                    <a:pt x="16300" y="19690"/>
                  </a:lnTo>
                  <a:lnTo>
                    <a:pt x="16196" y="19753"/>
                  </a:lnTo>
                  <a:lnTo>
                    <a:pt x="16112" y="19753"/>
                  </a:lnTo>
                  <a:lnTo>
                    <a:pt x="16007" y="19815"/>
                  </a:lnTo>
                  <a:lnTo>
                    <a:pt x="15944" y="19815"/>
                  </a:lnTo>
                  <a:lnTo>
                    <a:pt x="15861" y="19774"/>
                  </a:lnTo>
                  <a:lnTo>
                    <a:pt x="15861" y="19690"/>
                  </a:lnTo>
                  <a:lnTo>
                    <a:pt x="15944" y="19753"/>
                  </a:lnTo>
                  <a:lnTo>
                    <a:pt x="16007" y="19690"/>
                  </a:lnTo>
                  <a:lnTo>
                    <a:pt x="16070" y="19648"/>
                  </a:lnTo>
                  <a:lnTo>
                    <a:pt x="16196" y="19648"/>
                  </a:lnTo>
                  <a:lnTo>
                    <a:pt x="16216" y="19585"/>
                  </a:lnTo>
                  <a:lnTo>
                    <a:pt x="16175" y="19523"/>
                  </a:lnTo>
                  <a:lnTo>
                    <a:pt x="16091" y="19418"/>
                  </a:lnTo>
                  <a:lnTo>
                    <a:pt x="16049" y="19376"/>
                  </a:lnTo>
                  <a:lnTo>
                    <a:pt x="15944" y="19376"/>
                  </a:lnTo>
                  <a:lnTo>
                    <a:pt x="15965" y="19355"/>
                  </a:lnTo>
                  <a:lnTo>
                    <a:pt x="16070" y="19292"/>
                  </a:lnTo>
                  <a:lnTo>
                    <a:pt x="16070" y="19251"/>
                  </a:lnTo>
                  <a:lnTo>
                    <a:pt x="16070" y="19146"/>
                  </a:lnTo>
                  <a:lnTo>
                    <a:pt x="16091" y="19104"/>
                  </a:lnTo>
                  <a:lnTo>
                    <a:pt x="16154" y="19167"/>
                  </a:lnTo>
                  <a:lnTo>
                    <a:pt x="16175" y="19313"/>
                  </a:lnTo>
                  <a:lnTo>
                    <a:pt x="16216" y="19355"/>
                  </a:lnTo>
                  <a:lnTo>
                    <a:pt x="16216" y="19418"/>
                  </a:lnTo>
                  <a:lnTo>
                    <a:pt x="16363" y="19543"/>
                  </a:lnTo>
                  <a:lnTo>
                    <a:pt x="16363" y="19585"/>
                  </a:lnTo>
                  <a:lnTo>
                    <a:pt x="16426" y="19669"/>
                  </a:lnTo>
                  <a:lnTo>
                    <a:pt x="16489" y="19690"/>
                  </a:lnTo>
                  <a:lnTo>
                    <a:pt x="16572" y="19669"/>
                  </a:lnTo>
                  <a:lnTo>
                    <a:pt x="16614" y="19648"/>
                  </a:lnTo>
                  <a:lnTo>
                    <a:pt x="16698" y="19690"/>
                  </a:lnTo>
                  <a:lnTo>
                    <a:pt x="16802" y="19669"/>
                  </a:lnTo>
                  <a:lnTo>
                    <a:pt x="16886" y="19648"/>
                  </a:lnTo>
                  <a:lnTo>
                    <a:pt x="16928" y="19690"/>
                  </a:lnTo>
                  <a:lnTo>
                    <a:pt x="16928" y="19774"/>
                  </a:lnTo>
                  <a:lnTo>
                    <a:pt x="17116" y="20004"/>
                  </a:lnTo>
                  <a:lnTo>
                    <a:pt x="17200" y="20067"/>
                  </a:lnTo>
                  <a:lnTo>
                    <a:pt x="17221" y="20004"/>
                  </a:lnTo>
                  <a:lnTo>
                    <a:pt x="17325" y="19983"/>
                  </a:lnTo>
                  <a:lnTo>
                    <a:pt x="17346" y="19983"/>
                  </a:lnTo>
                  <a:lnTo>
                    <a:pt x="17367" y="20025"/>
                  </a:lnTo>
                  <a:lnTo>
                    <a:pt x="17346" y="20108"/>
                  </a:lnTo>
                  <a:lnTo>
                    <a:pt x="17325" y="20213"/>
                  </a:lnTo>
                  <a:lnTo>
                    <a:pt x="17346" y="20339"/>
                  </a:lnTo>
                  <a:lnTo>
                    <a:pt x="17409" y="20422"/>
                  </a:lnTo>
                  <a:lnTo>
                    <a:pt x="17451" y="20527"/>
                  </a:lnTo>
                  <a:lnTo>
                    <a:pt x="17472" y="20715"/>
                  </a:lnTo>
                  <a:lnTo>
                    <a:pt x="17535" y="20757"/>
                  </a:lnTo>
                  <a:lnTo>
                    <a:pt x="17618" y="20841"/>
                  </a:lnTo>
                  <a:lnTo>
                    <a:pt x="17681" y="21029"/>
                  </a:lnTo>
                  <a:lnTo>
                    <a:pt x="17828" y="21134"/>
                  </a:lnTo>
                  <a:lnTo>
                    <a:pt x="17869" y="21175"/>
                  </a:lnTo>
                  <a:lnTo>
                    <a:pt x="17953" y="21155"/>
                  </a:lnTo>
                  <a:lnTo>
                    <a:pt x="18037" y="21134"/>
                  </a:lnTo>
                  <a:lnTo>
                    <a:pt x="18100" y="21134"/>
                  </a:lnTo>
                  <a:lnTo>
                    <a:pt x="18141" y="21113"/>
                  </a:lnTo>
                  <a:lnTo>
                    <a:pt x="18141" y="21029"/>
                  </a:lnTo>
                  <a:lnTo>
                    <a:pt x="18141" y="20903"/>
                  </a:lnTo>
                  <a:lnTo>
                    <a:pt x="18141" y="20757"/>
                  </a:lnTo>
                  <a:lnTo>
                    <a:pt x="18162" y="20652"/>
                  </a:lnTo>
                  <a:lnTo>
                    <a:pt x="18183" y="20611"/>
                  </a:lnTo>
                  <a:lnTo>
                    <a:pt x="18204" y="20611"/>
                  </a:lnTo>
                  <a:lnTo>
                    <a:pt x="18246" y="20652"/>
                  </a:lnTo>
                  <a:lnTo>
                    <a:pt x="18204" y="20736"/>
                  </a:lnTo>
                  <a:lnTo>
                    <a:pt x="18204" y="20820"/>
                  </a:lnTo>
                  <a:lnTo>
                    <a:pt x="18267" y="20924"/>
                  </a:lnTo>
                  <a:lnTo>
                    <a:pt x="18204" y="21008"/>
                  </a:lnTo>
                  <a:lnTo>
                    <a:pt x="18204" y="21071"/>
                  </a:lnTo>
                  <a:lnTo>
                    <a:pt x="18267" y="21113"/>
                  </a:lnTo>
                  <a:lnTo>
                    <a:pt x="18309" y="21071"/>
                  </a:lnTo>
                  <a:lnTo>
                    <a:pt x="18393" y="21050"/>
                  </a:lnTo>
                  <a:lnTo>
                    <a:pt x="18455" y="21071"/>
                  </a:lnTo>
                  <a:lnTo>
                    <a:pt x="18476" y="21134"/>
                  </a:lnTo>
                  <a:lnTo>
                    <a:pt x="18455" y="21175"/>
                  </a:lnTo>
                  <a:lnTo>
                    <a:pt x="18476" y="21217"/>
                  </a:lnTo>
                  <a:lnTo>
                    <a:pt x="18581" y="21217"/>
                  </a:lnTo>
                  <a:lnTo>
                    <a:pt x="18623" y="21155"/>
                  </a:lnTo>
                  <a:lnTo>
                    <a:pt x="18623" y="21071"/>
                  </a:lnTo>
                  <a:lnTo>
                    <a:pt x="18602" y="21008"/>
                  </a:lnTo>
                  <a:lnTo>
                    <a:pt x="18602" y="20820"/>
                  </a:lnTo>
                  <a:lnTo>
                    <a:pt x="18623" y="20736"/>
                  </a:lnTo>
                  <a:lnTo>
                    <a:pt x="18623" y="20631"/>
                  </a:lnTo>
                  <a:lnTo>
                    <a:pt x="18665" y="20590"/>
                  </a:lnTo>
                  <a:lnTo>
                    <a:pt x="18623" y="20527"/>
                  </a:lnTo>
                  <a:lnTo>
                    <a:pt x="18581" y="20527"/>
                  </a:lnTo>
                  <a:lnTo>
                    <a:pt x="18602" y="20485"/>
                  </a:lnTo>
                  <a:lnTo>
                    <a:pt x="18623" y="20422"/>
                  </a:lnTo>
                  <a:lnTo>
                    <a:pt x="18602" y="20401"/>
                  </a:lnTo>
                  <a:lnTo>
                    <a:pt x="18497" y="20443"/>
                  </a:lnTo>
                  <a:lnTo>
                    <a:pt x="18497" y="20401"/>
                  </a:lnTo>
                  <a:lnTo>
                    <a:pt x="18518" y="20339"/>
                  </a:lnTo>
                  <a:lnTo>
                    <a:pt x="18623" y="20318"/>
                  </a:lnTo>
                  <a:lnTo>
                    <a:pt x="18685" y="20276"/>
                  </a:lnTo>
                  <a:lnTo>
                    <a:pt x="18685" y="20171"/>
                  </a:lnTo>
                  <a:lnTo>
                    <a:pt x="18665" y="20108"/>
                  </a:lnTo>
                  <a:lnTo>
                    <a:pt x="18602" y="20129"/>
                  </a:lnTo>
                  <a:lnTo>
                    <a:pt x="18581" y="20087"/>
                  </a:lnTo>
                  <a:lnTo>
                    <a:pt x="18623" y="20004"/>
                  </a:lnTo>
                  <a:lnTo>
                    <a:pt x="18685" y="19899"/>
                  </a:lnTo>
                  <a:lnTo>
                    <a:pt x="18685" y="19857"/>
                  </a:lnTo>
                  <a:lnTo>
                    <a:pt x="18623" y="19857"/>
                  </a:lnTo>
                  <a:lnTo>
                    <a:pt x="18560" y="19899"/>
                  </a:lnTo>
                  <a:lnTo>
                    <a:pt x="18476" y="20025"/>
                  </a:lnTo>
                  <a:lnTo>
                    <a:pt x="18455" y="20171"/>
                  </a:lnTo>
                  <a:lnTo>
                    <a:pt x="18393" y="20192"/>
                  </a:lnTo>
                  <a:lnTo>
                    <a:pt x="18393" y="20129"/>
                  </a:lnTo>
                  <a:lnTo>
                    <a:pt x="18413" y="20004"/>
                  </a:lnTo>
                  <a:lnTo>
                    <a:pt x="18413" y="19962"/>
                  </a:lnTo>
                  <a:lnTo>
                    <a:pt x="18393" y="19899"/>
                  </a:lnTo>
                  <a:lnTo>
                    <a:pt x="18393" y="19857"/>
                  </a:lnTo>
                  <a:lnTo>
                    <a:pt x="18413" y="19774"/>
                  </a:lnTo>
                  <a:lnTo>
                    <a:pt x="18497" y="19690"/>
                  </a:lnTo>
                  <a:lnTo>
                    <a:pt x="18581" y="19648"/>
                  </a:lnTo>
                  <a:lnTo>
                    <a:pt x="18602" y="19564"/>
                  </a:lnTo>
                  <a:lnTo>
                    <a:pt x="18560" y="19502"/>
                  </a:lnTo>
                  <a:lnTo>
                    <a:pt x="18476" y="19502"/>
                  </a:lnTo>
                  <a:lnTo>
                    <a:pt x="18413" y="19564"/>
                  </a:lnTo>
                  <a:lnTo>
                    <a:pt x="18393" y="19606"/>
                  </a:lnTo>
                  <a:lnTo>
                    <a:pt x="18372" y="19648"/>
                  </a:lnTo>
                  <a:lnTo>
                    <a:pt x="18393" y="19543"/>
                  </a:lnTo>
                  <a:lnTo>
                    <a:pt x="18413" y="19481"/>
                  </a:lnTo>
                  <a:lnTo>
                    <a:pt x="18393" y="19460"/>
                  </a:lnTo>
                  <a:lnTo>
                    <a:pt x="18351" y="19481"/>
                  </a:lnTo>
                  <a:lnTo>
                    <a:pt x="18246" y="19564"/>
                  </a:lnTo>
                  <a:lnTo>
                    <a:pt x="18162" y="19648"/>
                  </a:lnTo>
                  <a:lnTo>
                    <a:pt x="18162" y="19606"/>
                  </a:lnTo>
                  <a:lnTo>
                    <a:pt x="18183" y="19543"/>
                  </a:lnTo>
                  <a:lnTo>
                    <a:pt x="18246" y="19460"/>
                  </a:lnTo>
                  <a:lnTo>
                    <a:pt x="18288" y="19397"/>
                  </a:lnTo>
                  <a:lnTo>
                    <a:pt x="18351" y="19292"/>
                  </a:lnTo>
                  <a:lnTo>
                    <a:pt x="18351" y="19271"/>
                  </a:lnTo>
                  <a:lnTo>
                    <a:pt x="18288" y="19230"/>
                  </a:lnTo>
                  <a:lnTo>
                    <a:pt x="18267" y="19167"/>
                  </a:lnTo>
                  <a:lnTo>
                    <a:pt x="18204" y="19167"/>
                  </a:lnTo>
                  <a:lnTo>
                    <a:pt x="18162" y="19125"/>
                  </a:lnTo>
                  <a:lnTo>
                    <a:pt x="18141" y="19041"/>
                  </a:lnTo>
                  <a:lnTo>
                    <a:pt x="18079" y="19020"/>
                  </a:lnTo>
                  <a:lnTo>
                    <a:pt x="17995" y="18937"/>
                  </a:lnTo>
                  <a:lnTo>
                    <a:pt x="17953" y="18937"/>
                  </a:lnTo>
                  <a:lnTo>
                    <a:pt x="17932" y="18916"/>
                  </a:lnTo>
                  <a:lnTo>
                    <a:pt x="17869" y="18916"/>
                  </a:lnTo>
                  <a:lnTo>
                    <a:pt x="17869" y="18853"/>
                  </a:lnTo>
                  <a:lnTo>
                    <a:pt x="17849" y="18811"/>
                  </a:lnTo>
                  <a:lnTo>
                    <a:pt x="17660" y="18665"/>
                  </a:lnTo>
                  <a:lnTo>
                    <a:pt x="17639" y="18623"/>
                  </a:lnTo>
                  <a:lnTo>
                    <a:pt x="17535" y="18560"/>
                  </a:lnTo>
                  <a:lnTo>
                    <a:pt x="17430" y="18560"/>
                  </a:lnTo>
                  <a:lnTo>
                    <a:pt x="17325" y="18602"/>
                  </a:lnTo>
                  <a:lnTo>
                    <a:pt x="17242" y="18707"/>
                  </a:lnTo>
                  <a:lnTo>
                    <a:pt x="17242" y="18644"/>
                  </a:lnTo>
                  <a:lnTo>
                    <a:pt x="17221" y="18560"/>
                  </a:lnTo>
                  <a:lnTo>
                    <a:pt x="17053" y="18518"/>
                  </a:lnTo>
                  <a:lnTo>
                    <a:pt x="16949" y="18518"/>
                  </a:lnTo>
                  <a:lnTo>
                    <a:pt x="16844" y="18539"/>
                  </a:lnTo>
                  <a:lnTo>
                    <a:pt x="16823" y="18518"/>
                  </a:lnTo>
                  <a:lnTo>
                    <a:pt x="16907" y="18434"/>
                  </a:lnTo>
                  <a:lnTo>
                    <a:pt x="16949" y="18476"/>
                  </a:lnTo>
                  <a:lnTo>
                    <a:pt x="17137" y="18476"/>
                  </a:lnTo>
                  <a:lnTo>
                    <a:pt x="17221" y="18497"/>
                  </a:lnTo>
                  <a:lnTo>
                    <a:pt x="17325" y="18497"/>
                  </a:lnTo>
                  <a:lnTo>
                    <a:pt x="17430" y="18476"/>
                  </a:lnTo>
                  <a:lnTo>
                    <a:pt x="17472" y="18393"/>
                  </a:lnTo>
                  <a:lnTo>
                    <a:pt x="17514" y="18204"/>
                  </a:lnTo>
                  <a:lnTo>
                    <a:pt x="17472" y="18121"/>
                  </a:lnTo>
                  <a:lnTo>
                    <a:pt x="17451" y="18100"/>
                  </a:lnTo>
                  <a:lnTo>
                    <a:pt x="17409" y="18100"/>
                  </a:lnTo>
                  <a:lnTo>
                    <a:pt x="17263" y="17995"/>
                  </a:lnTo>
                  <a:lnTo>
                    <a:pt x="17221" y="17974"/>
                  </a:lnTo>
                  <a:lnTo>
                    <a:pt x="17158" y="17974"/>
                  </a:lnTo>
                  <a:lnTo>
                    <a:pt x="17053" y="18058"/>
                  </a:lnTo>
                  <a:lnTo>
                    <a:pt x="17012" y="18058"/>
                  </a:lnTo>
                  <a:lnTo>
                    <a:pt x="16928" y="18079"/>
                  </a:lnTo>
                  <a:lnTo>
                    <a:pt x="16886" y="18162"/>
                  </a:lnTo>
                  <a:lnTo>
                    <a:pt x="16844" y="18162"/>
                  </a:lnTo>
                  <a:lnTo>
                    <a:pt x="16844" y="18079"/>
                  </a:lnTo>
                  <a:lnTo>
                    <a:pt x="16823" y="18016"/>
                  </a:lnTo>
                  <a:lnTo>
                    <a:pt x="16781" y="18016"/>
                  </a:lnTo>
                  <a:lnTo>
                    <a:pt x="16635" y="18058"/>
                  </a:lnTo>
                  <a:lnTo>
                    <a:pt x="16593" y="18079"/>
                  </a:lnTo>
                  <a:lnTo>
                    <a:pt x="16530" y="18079"/>
                  </a:lnTo>
                  <a:lnTo>
                    <a:pt x="16572" y="18058"/>
                  </a:lnTo>
                  <a:lnTo>
                    <a:pt x="16677" y="17995"/>
                  </a:lnTo>
                  <a:lnTo>
                    <a:pt x="16781" y="17974"/>
                  </a:lnTo>
                  <a:lnTo>
                    <a:pt x="16802" y="17911"/>
                  </a:lnTo>
                  <a:lnTo>
                    <a:pt x="16781" y="17870"/>
                  </a:lnTo>
                  <a:lnTo>
                    <a:pt x="16719" y="17849"/>
                  </a:lnTo>
                  <a:lnTo>
                    <a:pt x="16677" y="17870"/>
                  </a:lnTo>
                  <a:lnTo>
                    <a:pt x="16719" y="17807"/>
                  </a:lnTo>
                  <a:lnTo>
                    <a:pt x="16781" y="17807"/>
                  </a:lnTo>
                  <a:lnTo>
                    <a:pt x="16823" y="17849"/>
                  </a:lnTo>
                  <a:lnTo>
                    <a:pt x="16928" y="17953"/>
                  </a:lnTo>
                  <a:lnTo>
                    <a:pt x="17012" y="17974"/>
                  </a:lnTo>
                  <a:lnTo>
                    <a:pt x="17095" y="17953"/>
                  </a:lnTo>
                  <a:lnTo>
                    <a:pt x="17200" y="17870"/>
                  </a:lnTo>
                  <a:lnTo>
                    <a:pt x="17367" y="17870"/>
                  </a:lnTo>
                  <a:lnTo>
                    <a:pt x="17430" y="17786"/>
                  </a:lnTo>
                  <a:lnTo>
                    <a:pt x="17472" y="17765"/>
                  </a:lnTo>
                  <a:lnTo>
                    <a:pt x="17514" y="17702"/>
                  </a:lnTo>
                  <a:lnTo>
                    <a:pt x="17472" y="17639"/>
                  </a:lnTo>
                  <a:lnTo>
                    <a:pt x="17409" y="17577"/>
                  </a:lnTo>
                  <a:lnTo>
                    <a:pt x="17263" y="17556"/>
                  </a:lnTo>
                  <a:lnTo>
                    <a:pt x="17200" y="17493"/>
                  </a:lnTo>
                  <a:lnTo>
                    <a:pt x="17137" y="17451"/>
                  </a:lnTo>
                  <a:lnTo>
                    <a:pt x="17033" y="17451"/>
                  </a:lnTo>
                  <a:lnTo>
                    <a:pt x="16928" y="17430"/>
                  </a:lnTo>
                  <a:lnTo>
                    <a:pt x="16844" y="17451"/>
                  </a:lnTo>
                  <a:lnTo>
                    <a:pt x="16823" y="17493"/>
                  </a:lnTo>
                  <a:lnTo>
                    <a:pt x="16740" y="17556"/>
                  </a:lnTo>
                  <a:lnTo>
                    <a:pt x="16677" y="17535"/>
                  </a:lnTo>
                  <a:lnTo>
                    <a:pt x="16593" y="17493"/>
                  </a:lnTo>
                  <a:lnTo>
                    <a:pt x="16489" y="17493"/>
                  </a:lnTo>
                  <a:lnTo>
                    <a:pt x="16468" y="17556"/>
                  </a:lnTo>
                  <a:lnTo>
                    <a:pt x="16426" y="17598"/>
                  </a:lnTo>
                  <a:lnTo>
                    <a:pt x="16384" y="17577"/>
                  </a:lnTo>
                  <a:lnTo>
                    <a:pt x="16321" y="17535"/>
                  </a:lnTo>
                  <a:lnTo>
                    <a:pt x="16300" y="17535"/>
                  </a:lnTo>
                  <a:lnTo>
                    <a:pt x="16279" y="17472"/>
                  </a:lnTo>
                  <a:lnTo>
                    <a:pt x="16321" y="17430"/>
                  </a:lnTo>
                  <a:lnTo>
                    <a:pt x="16426" y="17388"/>
                  </a:lnTo>
                  <a:lnTo>
                    <a:pt x="16572" y="17430"/>
                  </a:lnTo>
                  <a:lnTo>
                    <a:pt x="16740" y="17430"/>
                  </a:lnTo>
                  <a:lnTo>
                    <a:pt x="16802" y="17367"/>
                  </a:lnTo>
                  <a:lnTo>
                    <a:pt x="16802" y="17326"/>
                  </a:lnTo>
                  <a:lnTo>
                    <a:pt x="16740" y="17221"/>
                  </a:lnTo>
                  <a:lnTo>
                    <a:pt x="16635" y="17137"/>
                  </a:lnTo>
                  <a:lnTo>
                    <a:pt x="16530" y="17074"/>
                  </a:lnTo>
                  <a:lnTo>
                    <a:pt x="16489" y="17012"/>
                  </a:lnTo>
                  <a:lnTo>
                    <a:pt x="16489" y="16907"/>
                  </a:lnTo>
                  <a:lnTo>
                    <a:pt x="16509" y="16865"/>
                  </a:lnTo>
                  <a:lnTo>
                    <a:pt x="16572" y="16907"/>
                  </a:lnTo>
                  <a:lnTo>
                    <a:pt x="16593" y="16949"/>
                  </a:lnTo>
                  <a:lnTo>
                    <a:pt x="16593" y="17012"/>
                  </a:lnTo>
                  <a:lnTo>
                    <a:pt x="16677" y="17054"/>
                  </a:lnTo>
                  <a:lnTo>
                    <a:pt x="16802" y="17158"/>
                  </a:lnTo>
                  <a:lnTo>
                    <a:pt x="16823" y="17221"/>
                  </a:lnTo>
                  <a:lnTo>
                    <a:pt x="16886" y="17242"/>
                  </a:lnTo>
                  <a:lnTo>
                    <a:pt x="16928" y="17242"/>
                  </a:lnTo>
                  <a:lnTo>
                    <a:pt x="17012" y="17326"/>
                  </a:lnTo>
                  <a:lnTo>
                    <a:pt x="17095" y="17326"/>
                  </a:lnTo>
                  <a:lnTo>
                    <a:pt x="17200" y="17284"/>
                  </a:lnTo>
                  <a:lnTo>
                    <a:pt x="17263" y="17242"/>
                  </a:lnTo>
                  <a:lnTo>
                    <a:pt x="17346" y="17221"/>
                  </a:lnTo>
                  <a:lnTo>
                    <a:pt x="17409" y="17158"/>
                  </a:lnTo>
                  <a:lnTo>
                    <a:pt x="17472" y="17116"/>
                  </a:lnTo>
                  <a:lnTo>
                    <a:pt x="17556" y="17074"/>
                  </a:lnTo>
                  <a:lnTo>
                    <a:pt x="17606" y="17074"/>
                  </a:lnTo>
                  <a:lnTo>
                    <a:pt x="17618" y="17116"/>
                  </a:lnTo>
                  <a:lnTo>
                    <a:pt x="17618" y="17074"/>
                  </a:lnTo>
                  <a:lnTo>
                    <a:pt x="17618" y="17033"/>
                  </a:lnTo>
                  <a:lnTo>
                    <a:pt x="17577" y="16970"/>
                  </a:lnTo>
                  <a:lnTo>
                    <a:pt x="17588" y="17010"/>
                  </a:lnTo>
                  <a:lnTo>
                    <a:pt x="17472" y="16844"/>
                  </a:lnTo>
                  <a:lnTo>
                    <a:pt x="17409" y="16802"/>
                  </a:lnTo>
                  <a:lnTo>
                    <a:pt x="17409" y="16740"/>
                  </a:lnTo>
                  <a:lnTo>
                    <a:pt x="17430" y="16719"/>
                  </a:lnTo>
                  <a:lnTo>
                    <a:pt x="17472" y="16719"/>
                  </a:lnTo>
                  <a:lnTo>
                    <a:pt x="17535" y="16761"/>
                  </a:lnTo>
                  <a:lnTo>
                    <a:pt x="17535" y="16823"/>
                  </a:lnTo>
                  <a:lnTo>
                    <a:pt x="17577" y="16865"/>
                  </a:lnTo>
                  <a:lnTo>
                    <a:pt x="17681" y="17074"/>
                  </a:lnTo>
                  <a:lnTo>
                    <a:pt x="17869" y="17284"/>
                  </a:lnTo>
                  <a:lnTo>
                    <a:pt x="17890" y="17326"/>
                  </a:lnTo>
                  <a:lnTo>
                    <a:pt x="17932" y="17263"/>
                  </a:lnTo>
                  <a:lnTo>
                    <a:pt x="17932" y="17179"/>
                  </a:lnTo>
                  <a:lnTo>
                    <a:pt x="17953" y="17012"/>
                  </a:lnTo>
                  <a:lnTo>
                    <a:pt x="17953" y="16907"/>
                  </a:lnTo>
                  <a:lnTo>
                    <a:pt x="17995" y="16844"/>
                  </a:lnTo>
                  <a:lnTo>
                    <a:pt x="18058" y="16844"/>
                  </a:lnTo>
                  <a:lnTo>
                    <a:pt x="18100" y="16865"/>
                  </a:lnTo>
                  <a:lnTo>
                    <a:pt x="18100" y="16949"/>
                  </a:lnTo>
                  <a:lnTo>
                    <a:pt x="18141" y="17012"/>
                  </a:lnTo>
                  <a:lnTo>
                    <a:pt x="18183" y="17012"/>
                  </a:lnTo>
                  <a:lnTo>
                    <a:pt x="18372" y="17074"/>
                  </a:lnTo>
                  <a:lnTo>
                    <a:pt x="18518" y="17179"/>
                  </a:lnTo>
                  <a:lnTo>
                    <a:pt x="18602" y="17221"/>
                  </a:lnTo>
                  <a:lnTo>
                    <a:pt x="18665" y="17179"/>
                  </a:lnTo>
                  <a:lnTo>
                    <a:pt x="18706" y="17179"/>
                  </a:lnTo>
                  <a:lnTo>
                    <a:pt x="18769" y="17221"/>
                  </a:lnTo>
                  <a:lnTo>
                    <a:pt x="18769" y="17263"/>
                  </a:lnTo>
                  <a:lnTo>
                    <a:pt x="18602" y="17284"/>
                  </a:lnTo>
                  <a:lnTo>
                    <a:pt x="18581" y="17326"/>
                  </a:lnTo>
                  <a:lnTo>
                    <a:pt x="18476" y="17221"/>
                  </a:lnTo>
                  <a:lnTo>
                    <a:pt x="18288" y="17116"/>
                  </a:lnTo>
                  <a:lnTo>
                    <a:pt x="18246" y="17074"/>
                  </a:lnTo>
                  <a:lnTo>
                    <a:pt x="18204" y="17054"/>
                  </a:lnTo>
                  <a:lnTo>
                    <a:pt x="18162" y="17054"/>
                  </a:lnTo>
                  <a:lnTo>
                    <a:pt x="18121" y="17074"/>
                  </a:lnTo>
                  <a:lnTo>
                    <a:pt x="18121" y="17137"/>
                  </a:lnTo>
                  <a:lnTo>
                    <a:pt x="18183" y="17221"/>
                  </a:lnTo>
                  <a:lnTo>
                    <a:pt x="18413" y="17430"/>
                  </a:lnTo>
                  <a:lnTo>
                    <a:pt x="18518" y="17535"/>
                  </a:lnTo>
                  <a:lnTo>
                    <a:pt x="18685" y="17598"/>
                  </a:lnTo>
                  <a:lnTo>
                    <a:pt x="18790" y="17681"/>
                  </a:lnTo>
                  <a:lnTo>
                    <a:pt x="18832" y="17702"/>
                  </a:lnTo>
                  <a:lnTo>
                    <a:pt x="18916" y="17681"/>
                  </a:lnTo>
                  <a:lnTo>
                    <a:pt x="18937" y="17639"/>
                  </a:lnTo>
                  <a:lnTo>
                    <a:pt x="18999" y="17556"/>
                  </a:lnTo>
                  <a:lnTo>
                    <a:pt x="19125" y="17556"/>
                  </a:lnTo>
                  <a:lnTo>
                    <a:pt x="19167" y="17493"/>
                  </a:lnTo>
                  <a:lnTo>
                    <a:pt x="19167" y="17430"/>
                  </a:lnTo>
                  <a:lnTo>
                    <a:pt x="19250" y="17367"/>
                  </a:lnTo>
                  <a:lnTo>
                    <a:pt x="19313" y="17367"/>
                  </a:lnTo>
                  <a:lnTo>
                    <a:pt x="19376" y="17388"/>
                  </a:lnTo>
                  <a:lnTo>
                    <a:pt x="19460" y="17430"/>
                  </a:lnTo>
                  <a:lnTo>
                    <a:pt x="19564" y="17388"/>
                  </a:lnTo>
                  <a:lnTo>
                    <a:pt x="19669" y="17388"/>
                  </a:lnTo>
                  <a:lnTo>
                    <a:pt x="19690" y="17346"/>
                  </a:lnTo>
                  <a:lnTo>
                    <a:pt x="19732" y="17221"/>
                  </a:lnTo>
                  <a:lnTo>
                    <a:pt x="19732" y="17116"/>
                  </a:lnTo>
                  <a:lnTo>
                    <a:pt x="19774" y="17033"/>
                  </a:lnTo>
                  <a:lnTo>
                    <a:pt x="19857" y="16907"/>
                  </a:lnTo>
                  <a:lnTo>
                    <a:pt x="19857" y="16823"/>
                  </a:lnTo>
                  <a:lnTo>
                    <a:pt x="19836" y="16761"/>
                  </a:lnTo>
                  <a:lnTo>
                    <a:pt x="19753" y="16740"/>
                  </a:lnTo>
                  <a:lnTo>
                    <a:pt x="19648" y="16761"/>
                  </a:lnTo>
                  <a:lnTo>
                    <a:pt x="19627" y="16802"/>
                  </a:lnTo>
                  <a:lnTo>
                    <a:pt x="19585" y="16761"/>
                  </a:lnTo>
                  <a:lnTo>
                    <a:pt x="19543" y="16761"/>
                  </a:lnTo>
                  <a:lnTo>
                    <a:pt x="19522" y="16802"/>
                  </a:lnTo>
                  <a:lnTo>
                    <a:pt x="19439" y="16740"/>
                  </a:lnTo>
                  <a:lnTo>
                    <a:pt x="19376" y="16656"/>
                  </a:lnTo>
                  <a:lnTo>
                    <a:pt x="19334" y="16614"/>
                  </a:lnTo>
                  <a:lnTo>
                    <a:pt x="19313" y="16530"/>
                  </a:lnTo>
                  <a:lnTo>
                    <a:pt x="19271" y="16530"/>
                  </a:lnTo>
                  <a:lnTo>
                    <a:pt x="19250" y="16614"/>
                  </a:lnTo>
                  <a:lnTo>
                    <a:pt x="19250" y="16719"/>
                  </a:lnTo>
                  <a:lnTo>
                    <a:pt x="19313" y="16740"/>
                  </a:lnTo>
                  <a:lnTo>
                    <a:pt x="19313" y="16823"/>
                  </a:lnTo>
                  <a:lnTo>
                    <a:pt x="19250" y="16907"/>
                  </a:lnTo>
                  <a:lnTo>
                    <a:pt x="19229" y="17012"/>
                  </a:lnTo>
                  <a:lnTo>
                    <a:pt x="19209" y="16949"/>
                  </a:lnTo>
                  <a:lnTo>
                    <a:pt x="19229" y="16823"/>
                  </a:lnTo>
                  <a:lnTo>
                    <a:pt x="19209" y="16719"/>
                  </a:lnTo>
                  <a:lnTo>
                    <a:pt x="19146" y="16698"/>
                  </a:lnTo>
                  <a:lnTo>
                    <a:pt x="19125" y="16551"/>
                  </a:lnTo>
                  <a:lnTo>
                    <a:pt x="19062" y="16530"/>
                  </a:lnTo>
                  <a:lnTo>
                    <a:pt x="19041" y="16489"/>
                  </a:lnTo>
                  <a:lnTo>
                    <a:pt x="19041" y="16447"/>
                  </a:lnTo>
                  <a:lnTo>
                    <a:pt x="19104" y="16426"/>
                  </a:lnTo>
                  <a:lnTo>
                    <a:pt x="19161" y="16311"/>
                  </a:lnTo>
                  <a:lnTo>
                    <a:pt x="19146" y="16279"/>
                  </a:lnTo>
                  <a:lnTo>
                    <a:pt x="19104" y="16238"/>
                  </a:lnTo>
                  <a:lnTo>
                    <a:pt x="19146" y="16217"/>
                  </a:lnTo>
                  <a:lnTo>
                    <a:pt x="19229" y="16217"/>
                  </a:lnTo>
                  <a:lnTo>
                    <a:pt x="19271" y="16175"/>
                  </a:lnTo>
                  <a:lnTo>
                    <a:pt x="19313" y="16091"/>
                  </a:lnTo>
                  <a:lnTo>
                    <a:pt x="19313" y="15966"/>
                  </a:lnTo>
                  <a:lnTo>
                    <a:pt x="19271" y="15903"/>
                  </a:lnTo>
                  <a:lnTo>
                    <a:pt x="19271" y="15861"/>
                  </a:lnTo>
                  <a:lnTo>
                    <a:pt x="19334" y="15861"/>
                  </a:lnTo>
                  <a:lnTo>
                    <a:pt x="19376" y="15903"/>
                  </a:lnTo>
                  <a:lnTo>
                    <a:pt x="19439" y="15986"/>
                  </a:lnTo>
                  <a:lnTo>
                    <a:pt x="19481" y="16007"/>
                  </a:lnTo>
                  <a:lnTo>
                    <a:pt x="19564" y="16007"/>
                  </a:lnTo>
                  <a:lnTo>
                    <a:pt x="19648" y="15966"/>
                  </a:lnTo>
                  <a:lnTo>
                    <a:pt x="19732" y="15986"/>
                  </a:lnTo>
                  <a:lnTo>
                    <a:pt x="19794" y="16028"/>
                  </a:lnTo>
                  <a:lnTo>
                    <a:pt x="19899" y="16070"/>
                  </a:lnTo>
                  <a:lnTo>
                    <a:pt x="20046" y="16175"/>
                  </a:lnTo>
                  <a:lnTo>
                    <a:pt x="20046" y="16238"/>
                  </a:lnTo>
                  <a:lnTo>
                    <a:pt x="20066" y="16321"/>
                  </a:lnTo>
                  <a:lnTo>
                    <a:pt x="20108" y="16384"/>
                  </a:lnTo>
                  <a:lnTo>
                    <a:pt x="20150" y="16447"/>
                  </a:lnTo>
                  <a:lnTo>
                    <a:pt x="20192" y="16489"/>
                  </a:lnTo>
                  <a:lnTo>
                    <a:pt x="20318" y="16405"/>
                  </a:lnTo>
                  <a:lnTo>
                    <a:pt x="20422" y="16238"/>
                  </a:lnTo>
                  <a:lnTo>
                    <a:pt x="20485" y="16133"/>
                  </a:lnTo>
                  <a:lnTo>
                    <a:pt x="20422" y="16091"/>
                  </a:lnTo>
                  <a:lnTo>
                    <a:pt x="20401" y="15986"/>
                  </a:lnTo>
                  <a:lnTo>
                    <a:pt x="20464" y="15924"/>
                  </a:lnTo>
                  <a:lnTo>
                    <a:pt x="20464" y="15882"/>
                  </a:lnTo>
                  <a:lnTo>
                    <a:pt x="20359" y="15861"/>
                  </a:lnTo>
                  <a:lnTo>
                    <a:pt x="20276" y="15903"/>
                  </a:lnTo>
                  <a:lnTo>
                    <a:pt x="20255" y="15966"/>
                  </a:lnTo>
                  <a:lnTo>
                    <a:pt x="20108" y="15882"/>
                  </a:lnTo>
                  <a:lnTo>
                    <a:pt x="20046" y="15777"/>
                  </a:lnTo>
                  <a:lnTo>
                    <a:pt x="19899" y="15756"/>
                  </a:lnTo>
                  <a:lnTo>
                    <a:pt x="19857" y="15777"/>
                  </a:lnTo>
                  <a:lnTo>
                    <a:pt x="19794" y="15714"/>
                  </a:lnTo>
                  <a:lnTo>
                    <a:pt x="19794" y="15673"/>
                  </a:lnTo>
                  <a:lnTo>
                    <a:pt x="19857" y="15673"/>
                  </a:lnTo>
                  <a:lnTo>
                    <a:pt x="19899" y="15589"/>
                  </a:lnTo>
                  <a:lnTo>
                    <a:pt x="19941" y="15401"/>
                  </a:lnTo>
                  <a:lnTo>
                    <a:pt x="19962" y="15380"/>
                  </a:lnTo>
                  <a:lnTo>
                    <a:pt x="19962" y="15296"/>
                  </a:lnTo>
                  <a:lnTo>
                    <a:pt x="19836" y="15254"/>
                  </a:lnTo>
                  <a:lnTo>
                    <a:pt x="19774" y="15254"/>
                  </a:lnTo>
                  <a:lnTo>
                    <a:pt x="19669" y="15359"/>
                  </a:lnTo>
                  <a:lnTo>
                    <a:pt x="19564" y="15380"/>
                  </a:lnTo>
                  <a:lnTo>
                    <a:pt x="19460" y="15359"/>
                  </a:lnTo>
                  <a:lnTo>
                    <a:pt x="19439" y="15296"/>
                  </a:lnTo>
                  <a:lnTo>
                    <a:pt x="19418" y="15191"/>
                  </a:lnTo>
                  <a:lnTo>
                    <a:pt x="19376" y="15149"/>
                  </a:lnTo>
                  <a:lnTo>
                    <a:pt x="19376" y="15066"/>
                  </a:lnTo>
                  <a:lnTo>
                    <a:pt x="19460" y="15129"/>
                  </a:lnTo>
                  <a:lnTo>
                    <a:pt x="19481" y="15170"/>
                  </a:lnTo>
                  <a:lnTo>
                    <a:pt x="19460" y="15233"/>
                  </a:lnTo>
                  <a:lnTo>
                    <a:pt x="19481" y="15296"/>
                  </a:lnTo>
                  <a:lnTo>
                    <a:pt x="19564" y="15359"/>
                  </a:lnTo>
                  <a:lnTo>
                    <a:pt x="19648" y="15359"/>
                  </a:lnTo>
                  <a:lnTo>
                    <a:pt x="19753" y="15254"/>
                  </a:lnTo>
                  <a:lnTo>
                    <a:pt x="19836" y="15233"/>
                  </a:lnTo>
                  <a:lnTo>
                    <a:pt x="19941" y="15233"/>
                  </a:lnTo>
                  <a:lnTo>
                    <a:pt x="19983" y="15275"/>
                  </a:lnTo>
                  <a:lnTo>
                    <a:pt x="20046" y="15275"/>
                  </a:lnTo>
                  <a:lnTo>
                    <a:pt x="20066" y="15233"/>
                  </a:lnTo>
                  <a:lnTo>
                    <a:pt x="20046" y="15170"/>
                  </a:lnTo>
                  <a:lnTo>
                    <a:pt x="19836" y="14961"/>
                  </a:lnTo>
                  <a:lnTo>
                    <a:pt x="19669" y="14836"/>
                  </a:lnTo>
                  <a:lnTo>
                    <a:pt x="19522" y="14836"/>
                  </a:lnTo>
                  <a:lnTo>
                    <a:pt x="19355" y="14752"/>
                  </a:lnTo>
                  <a:lnTo>
                    <a:pt x="19271" y="14647"/>
                  </a:lnTo>
                  <a:lnTo>
                    <a:pt x="19271" y="14564"/>
                  </a:lnTo>
                  <a:lnTo>
                    <a:pt x="19271" y="14522"/>
                  </a:lnTo>
                  <a:lnTo>
                    <a:pt x="19334" y="14564"/>
                  </a:lnTo>
                  <a:lnTo>
                    <a:pt x="19376" y="14668"/>
                  </a:lnTo>
                  <a:lnTo>
                    <a:pt x="19460" y="14731"/>
                  </a:lnTo>
                  <a:lnTo>
                    <a:pt x="19585" y="14731"/>
                  </a:lnTo>
                  <a:lnTo>
                    <a:pt x="19627" y="14668"/>
                  </a:lnTo>
                  <a:lnTo>
                    <a:pt x="19627" y="14626"/>
                  </a:lnTo>
                  <a:lnTo>
                    <a:pt x="19522" y="14522"/>
                  </a:lnTo>
                  <a:lnTo>
                    <a:pt x="19481" y="14459"/>
                  </a:lnTo>
                  <a:lnTo>
                    <a:pt x="19481" y="14438"/>
                  </a:lnTo>
                  <a:lnTo>
                    <a:pt x="19522" y="14438"/>
                  </a:lnTo>
                  <a:lnTo>
                    <a:pt x="19564" y="14459"/>
                  </a:lnTo>
                  <a:lnTo>
                    <a:pt x="19690" y="14626"/>
                  </a:lnTo>
                  <a:lnTo>
                    <a:pt x="19753" y="14731"/>
                  </a:lnTo>
                  <a:lnTo>
                    <a:pt x="19753" y="14773"/>
                  </a:lnTo>
                  <a:lnTo>
                    <a:pt x="19857" y="14857"/>
                  </a:lnTo>
                  <a:lnTo>
                    <a:pt x="19962" y="14940"/>
                  </a:lnTo>
                  <a:lnTo>
                    <a:pt x="20087" y="15087"/>
                  </a:lnTo>
                  <a:lnTo>
                    <a:pt x="20171" y="15129"/>
                  </a:lnTo>
                  <a:lnTo>
                    <a:pt x="20213" y="15087"/>
                  </a:lnTo>
                  <a:lnTo>
                    <a:pt x="20276" y="15129"/>
                  </a:lnTo>
                  <a:lnTo>
                    <a:pt x="20297" y="15170"/>
                  </a:lnTo>
                  <a:lnTo>
                    <a:pt x="20213" y="15233"/>
                  </a:lnTo>
                  <a:lnTo>
                    <a:pt x="20276" y="15296"/>
                  </a:lnTo>
                  <a:lnTo>
                    <a:pt x="20318" y="15359"/>
                  </a:lnTo>
                  <a:lnTo>
                    <a:pt x="20380" y="15359"/>
                  </a:lnTo>
                  <a:lnTo>
                    <a:pt x="20422" y="15275"/>
                  </a:lnTo>
                  <a:lnTo>
                    <a:pt x="20485" y="15087"/>
                  </a:lnTo>
                  <a:lnTo>
                    <a:pt x="20506" y="15045"/>
                  </a:lnTo>
                  <a:lnTo>
                    <a:pt x="20527" y="14982"/>
                  </a:lnTo>
                  <a:lnTo>
                    <a:pt x="20506" y="14877"/>
                  </a:lnTo>
                  <a:lnTo>
                    <a:pt x="20506" y="14836"/>
                  </a:lnTo>
                  <a:lnTo>
                    <a:pt x="20506" y="14710"/>
                  </a:lnTo>
                  <a:lnTo>
                    <a:pt x="20464" y="14626"/>
                  </a:lnTo>
                  <a:lnTo>
                    <a:pt x="20464" y="14564"/>
                  </a:lnTo>
                  <a:lnTo>
                    <a:pt x="20464" y="14543"/>
                  </a:lnTo>
                  <a:lnTo>
                    <a:pt x="20506" y="14564"/>
                  </a:lnTo>
                  <a:lnTo>
                    <a:pt x="20590" y="14605"/>
                  </a:lnTo>
                  <a:lnTo>
                    <a:pt x="20610" y="14605"/>
                  </a:lnTo>
                  <a:lnTo>
                    <a:pt x="20590" y="14543"/>
                  </a:lnTo>
                  <a:lnTo>
                    <a:pt x="20506" y="14459"/>
                  </a:lnTo>
                  <a:lnTo>
                    <a:pt x="20464" y="14354"/>
                  </a:lnTo>
                  <a:lnTo>
                    <a:pt x="20401" y="14313"/>
                  </a:lnTo>
                  <a:lnTo>
                    <a:pt x="20318" y="14292"/>
                  </a:lnTo>
                  <a:lnTo>
                    <a:pt x="19962" y="14292"/>
                  </a:lnTo>
                  <a:lnTo>
                    <a:pt x="19920" y="14208"/>
                  </a:lnTo>
                  <a:lnTo>
                    <a:pt x="19836" y="14145"/>
                  </a:lnTo>
                  <a:lnTo>
                    <a:pt x="19648" y="14145"/>
                  </a:lnTo>
                  <a:lnTo>
                    <a:pt x="19564" y="14187"/>
                  </a:lnTo>
                  <a:lnTo>
                    <a:pt x="19502" y="14187"/>
                  </a:lnTo>
                  <a:lnTo>
                    <a:pt x="19460" y="14124"/>
                  </a:lnTo>
                  <a:lnTo>
                    <a:pt x="19439" y="14103"/>
                  </a:lnTo>
                  <a:lnTo>
                    <a:pt x="19460" y="14041"/>
                  </a:lnTo>
                  <a:lnTo>
                    <a:pt x="19502" y="14103"/>
                  </a:lnTo>
                  <a:lnTo>
                    <a:pt x="19543" y="14124"/>
                  </a:lnTo>
                  <a:lnTo>
                    <a:pt x="19669" y="14103"/>
                  </a:lnTo>
                  <a:lnTo>
                    <a:pt x="19836" y="14082"/>
                  </a:lnTo>
                  <a:lnTo>
                    <a:pt x="19878" y="14124"/>
                  </a:lnTo>
                  <a:lnTo>
                    <a:pt x="19941" y="14103"/>
                  </a:lnTo>
                  <a:lnTo>
                    <a:pt x="20025" y="14082"/>
                  </a:lnTo>
                  <a:lnTo>
                    <a:pt x="20087" y="14103"/>
                  </a:lnTo>
                  <a:lnTo>
                    <a:pt x="20150" y="14124"/>
                  </a:lnTo>
                  <a:lnTo>
                    <a:pt x="20192" y="14103"/>
                  </a:lnTo>
                  <a:lnTo>
                    <a:pt x="20234" y="14082"/>
                  </a:lnTo>
                  <a:lnTo>
                    <a:pt x="20234" y="14020"/>
                  </a:lnTo>
                  <a:lnTo>
                    <a:pt x="20234" y="13915"/>
                  </a:lnTo>
                  <a:lnTo>
                    <a:pt x="20234" y="13873"/>
                  </a:lnTo>
                  <a:lnTo>
                    <a:pt x="20171" y="13831"/>
                  </a:lnTo>
                  <a:lnTo>
                    <a:pt x="20129" y="13873"/>
                  </a:lnTo>
                  <a:lnTo>
                    <a:pt x="20066" y="13894"/>
                  </a:lnTo>
                  <a:lnTo>
                    <a:pt x="19983" y="13873"/>
                  </a:lnTo>
                  <a:lnTo>
                    <a:pt x="19857" y="13873"/>
                  </a:lnTo>
                  <a:lnTo>
                    <a:pt x="19815" y="13810"/>
                  </a:lnTo>
                  <a:lnTo>
                    <a:pt x="19711" y="13706"/>
                  </a:lnTo>
                  <a:lnTo>
                    <a:pt x="19606" y="13727"/>
                  </a:lnTo>
                  <a:lnTo>
                    <a:pt x="19564" y="13789"/>
                  </a:lnTo>
                  <a:lnTo>
                    <a:pt x="19543" y="13789"/>
                  </a:lnTo>
                  <a:lnTo>
                    <a:pt x="19543" y="13685"/>
                  </a:lnTo>
                  <a:lnTo>
                    <a:pt x="19543" y="13601"/>
                  </a:lnTo>
                  <a:lnTo>
                    <a:pt x="19522" y="13538"/>
                  </a:lnTo>
                  <a:lnTo>
                    <a:pt x="19313" y="13538"/>
                  </a:lnTo>
                  <a:lnTo>
                    <a:pt x="19229" y="13497"/>
                  </a:lnTo>
                  <a:lnTo>
                    <a:pt x="19250" y="13455"/>
                  </a:lnTo>
                  <a:lnTo>
                    <a:pt x="19313" y="13455"/>
                  </a:lnTo>
                  <a:lnTo>
                    <a:pt x="19418" y="13476"/>
                  </a:lnTo>
                  <a:lnTo>
                    <a:pt x="19460" y="13455"/>
                  </a:lnTo>
                  <a:lnTo>
                    <a:pt x="19460" y="13392"/>
                  </a:lnTo>
                  <a:lnTo>
                    <a:pt x="19439" y="13371"/>
                  </a:lnTo>
                  <a:lnTo>
                    <a:pt x="19481" y="13308"/>
                  </a:lnTo>
                  <a:lnTo>
                    <a:pt x="19460" y="13266"/>
                  </a:lnTo>
                  <a:lnTo>
                    <a:pt x="19439" y="13204"/>
                  </a:lnTo>
                  <a:lnTo>
                    <a:pt x="19481" y="13162"/>
                  </a:lnTo>
                  <a:lnTo>
                    <a:pt x="19460" y="13078"/>
                  </a:lnTo>
                  <a:lnTo>
                    <a:pt x="19460" y="12994"/>
                  </a:lnTo>
                  <a:lnTo>
                    <a:pt x="19522" y="12973"/>
                  </a:lnTo>
                  <a:lnTo>
                    <a:pt x="19543" y="12994"/>
                  </a:lnTo>
                  <a:lnTo>
                    <a:pt x="19543" y="13078"/>
                  </a:lnTo>
                  <a:lnTo>
                    <a:pt x="19585" y="13141"/>
                  </a:lnTo>
                  <a:lnTo>
                    <a:pt x="19648" y="13162"/>
                  </a:lnTo>
                  <a:lnTo>
                    <a:pt x="19732" y="13078"/>
                  </a:lnTo>
                  <a:lnTo>
                    <a:pt x="19857" y="12953"/>
                  </a:lnTo>
                  <a:lnTo>
                    <a:pt x="19941" y="12932"/>
                  </a:lnTo>
                  <a:lnTo>
                    <a:pt x="19941" y="12890"/>
                  </a:lnTo>
                  <a:lnTo>
                    <a:pt x="19899" y="12869"/>
                  </a:lnTo>
                  <a:lnTo>
                    <a:pt x="19794" y="12848"/>
                  </a:lnTo>
                  <a:lnTo>
                    <a:pt x="19732" y="12848"/>
                  </a:lnTo>
                  <a:lnTo>
                    <a:pt x="19690" y="12827"/>
                  </a:lnTo>
                  <a:lnTo>
                    <a:pt x="19774" y="12785"/>
                  </a:lnTo>
                  <a:lnTo>
                    <a:pt x="19878" y="12785"/>
                  </a:lnTo>
                  <a:lnTo>
                    <a:pt x="19941" y="12827"/>
                  </a:lnTo>
                  <a:lnTo>
                    <a:pt x="19983" y="12827"/>
                  </a:lnTo>
                  <a:lnTo>
                    <a:pt x="19983" y="12764"/>
                  </a:lnTo>
                  <a:lnTo>
                    <a:pt x="19962" y="12743"/>
                  </a:lnTo>
                  <a:lnTo>
                    <a:pt x="20046" y="12722"/>
                  </a:lnTo>
                  <a:lnTo>
                    <a:pt x="20150" y="12722"/>
                  </a:lnTo>
                  <a:lnTo>
                    <a:pt x="20213" y="12785"/>
                  </a:lnTo>
                  <a:lnTo>
                    <a:pt x="20276" y="12827"/>
                  </a:lnTo>
                  <a:lnTo>
                    <a:pt x="20318" y="12785"/>
                  </a:lnTo>
                  <a:lnTo>
                    <a:pt x="20380" y="12827"/>
                  </a:lnTo>
                  <a:lnTo>
                    <a:pt x="20422" y="12890"/>
                  </a:lnTo>
                  <a:lnTo>
                    <a:pt x="20401" y="12973"/>
                  </a:lnTo>
                  <a:lnTo>
                    <a:pt x="20422" y="13036"/>
                  </a:lnTo>
                  <a:lnTo>
                    <a:pt x="20506" y="13057"/>
                  </a:lnTo>
                  <a:lnTo>
                    <a:pt x="20527" y="13036"/>
                  </a:lnTo>
                  <a:lnTo>
                    <a:pt x="20590" y="13057"/>
                  </a:lnTo>
                  <a:lnTo>
                    <a:pt x="20631" y="13141"/>
                  </a:lnTo>
                  <a:lnTo>
                    <a:pt x="20778" y="13183"/>
                  </a:lnTo>
                  <a:lnTo>
                    <a:pt x="20820" y="13266"/>
                  </a:lnTo>
                  <a:lnTo>
                    <a:pt x="20841" y="13287"/>
                  </a:lnTo>
                  <a:lnTo>
                    <a:pt x="20882" y="13245"/>
                  </a:lnTo>
                  <a:lnTo>
                    <a:pt x="20903" y="13141"/>
                  </a:lnTo>
                  <a:lnTo>
                    <a:pt x="20945" y="13057"/>
                  </a:lnTo>
                  <a:lnTo>
                    <a:pt x="21008" y="12890"/>
                  </a:lnTo>
                  <a:lnTo>
                    <a:pt x="21008" y="12848"/>
                  </a:lnTo>
                  <a:lnTo>
                    <a:pt x="21029" y="12722"/>
                  </a:lnTo>
                  <a:lnTo>
                    <a:pt x="21050" y="12555"/>
                  </a:lnTo>
                  <a:lnTo>
                    <a:pt x="21092" y="12513"/>
                  </a:lnTo>
                  <a:lnTo>
                    <a:pt x="21092" y="12429"/>
                  </a:lnTo>
                  <a:lnTo>
                    <a:pt x="21050" y="12346"/>
                  </a:lnTo>
                  <a:lnTo>
                    <a:pt x="20987" y="12304"/>
                  </a:lnTo>
                  <a:lnTo>
                    <a:pt x="20924" y="12241"/>
                  </a:lnTo>
                  <a:lnTo>
                    <a:pt x="20882" y="12241"/>
                  </a:lnTo>
                  <a:lnTo>
                    <a:pt x="20841" y="12199"/>
                  </a:lnTo>
                  <a:lnTo>
                    <a:pt x="20841" y="12136"/>
                  </a:lnTo>
                  <a:lnTo>
                    <a:pt x="20757" y="12136"/>
                  </a:lnTo>
                  <a:lnTo>
                    <a:pt x="20694" y="12220"/>
                  </a:lnTo>
                  <a:lnTo>
                    <a:pt x="20590" y="12325"/>
                  </a:lnTo>
                  <a:lnTo>
                    <a:pt x="20506" y="12346"/>
                  </a:lnTo>
                  <a:lnTo>
                    <a:pt x="20464" y="12304"/>
                  </a:lnTo>
                  <a:lnTo>
                    <a:pt x="20485" y="12241"/>
                  </a:lnTo>
                  <a:lnTo>
                    <a:pt x="20485" y="12157"/>
                  </a:lnTo>
                  <a:lnTo>
                    <a:pt x="20485" y="12136"/>
                  </a:lnTo>
                  <a:lnTo>
                    <a:pt x="20380" y="12116"/>
                  </a:lnTo>
                  <a:lnTo>
                    <a:pt x="20297" y="12116"/>
                  </a:lnTo>
                  <a:lnTo>
                    <a:pt x="20276" y="12053"/>
                  </a:lnTo>
                  <a:lnTo>
                    <a:pt x="20338" y="12032"/>
                  </a:lnTo>
                  <a:lnTo>
                    <a:pt x="20338" y="12011"/>
                  </a:lnTo>
                  <a:lnTo>
                    <a:pt x="20255" y="11948"/>
                  </a:lnTo>
                  <a:lnTo>
                    <a:pt x="20213" y="11906"/>
                  </a:lnTo>
                  <a:lnTo>
                    <a:pt x="20255" y="11885"/>
                  </a:lnTo>
                  <a:lnTo>
                    <a:pt x="20276" y="11906"/>
                  </a:lnTo>
                  <a:lnTo>
                    <a:pt x="20359" y="11927"/>
                  </a:lnTo>
                  <a:lnTo>
                    <a:pt x="20359" y="11885"/>
                  </a:lnTo>
                  <a:lnTo>
                    <a:pt x="20297" y="11802"/>
                  </a:lnTo>
                  <a:lnTo>
                    <a:pt x="20276" y="11718"/>
                  </a:lnTo>
                  <a:lnTo>
                    <a:pt x="20297" y="11676"/>
                  </a:lnTo>
                  <a:lnTo>
                    <a:pt x="20359" y="11634"/>
                  </a:lnTo>
                  <a:lnTo>
                    <a:pt x="20380" y="11676"/>
                  </a:lnTo>
                  <a:lnTo>
                    <a:pt x="20443" y="11697"/>
                  </a:lnTo>
                  <a:lnTo>
                    <a:pt x="20464" y="11739"/>
                  </a:lnTo>
                  <a:lnTo>
                    <a:pt x="20590" y="11885"/>
                  </a:lnTo>
                  <a:lnTo>
                    <a:pt x="20673" y="11927"/>
                  </a:lnTo>
                  <a:lnTo>
                    <a:pt x="20757" y="11906"/>
                  </a:lnTo>
                  <a:lnTo>
                    <a:pt x="20799" y="11844"/>
                  </a:lnTo>
                  <a:lnTo>
                    <a:pt x="20757" y="11718"/>
                  </a:lnTo>
                  <a:lnTo>
                    <a:pt x="20652" y="11613"/>
                  </a:lnTo>
                  <a:lnTo>
                    <a:pt x="20569" y="11572"/>
                  </a:lnTo>
                  <a:lnTo>
                    <a:pt x="20464" y="11530"/>
                  </a:lnTo>
                  <a:lnTo>
                    <a:pt x="20443" y="11404"/>
                  </a:lnTo>
                  <a:lnTo>
                    <a:pt x="20380" y="11320"/>
                  </a:lnTo>
                  <a:lnTo>
                    <a:pt x="20338" y="11258"/>
                  </a:lnTo>
                  <a:lnTo>
                    <a:pt x="20255" y="11216"/>
                  </a:lnTo>
                  <a:lnTo>
                    <a:pt x="20171" y="11174"/>
                  </a:lnTo>
                  <a:lnTo>
                    <a:pt x="20171" y="11111"/>
                  </a:lnTo>
                  <a:lnTo>
                    <a:pt x="20234" y="11069"/>
                  </a:lnTo>
                  <a:lnTo>
                    <a:pt x="20234" y="11007"/>
                  </a:lnTo>
                  <a:lnTo>
                    <a:pt x="20192" y="10986"/>
                  </a:lnTo>
                  <a:lnTo>
                    <a:pt x="20192" y="10944"/>
                  </a:lnTo>
                  <a:lnTo>
                    <a:pt x="20255" y="10881"/>
                  </a:lnTo>
                  <a:lnTo>
                    <a:pt x="20297" y="10881"/>
                  </a:lnTo>
                  <a:lnTo>
                    <a:pt x="20359" y="10860"/>
                  </a:lnTo>
                  <a:lnTo>
                    <a:pt x="20443" y="10881"/>
                  </a:lnTo>
                  <a:lnTo>
                    <a:pt x="20485" y="10944"/>
                  </a:lnTo>
                  <a:lnTo>
                    <a:pt x="20401" y="10986"/>
                  </a:lnTo>
                  <a:lnTo>
                    <a:pt x="20464" y="10986"/>
                  </a:lnTo>
                  <a:lnTo>
                    <a:pt x="20548" y="11048"/>
                  </a:lnTo>
                  <a:lnTo>
                    <a:pt x="20548" y="11090"/>
                  </a:lnTo>
                  <a:lnTo>
                    <a:pt x="20569" y="11174"/>
                  </a:lnTo>
                  <a:lnTo>
                    <a:pt x="20652" y="11195"/>
                  </a:lnTo>
                  <a:lnTo>
                    <a:pt x="20757" y="11111"/>
                  </a:lnTo>
                  <a:lnTo>
                    <a:pt x="20799" y="10986"/>
                  </a:lnTo>
                  <a:lnTo>
                    <a:pt x="20820" y="10860"/>
                  </a:lnTo>
                  <a:lnTo>
                    <a:pt x="20882" y="10776"/>
                  </a:lnTo>
                  <a:lnTo>
                    <a:pt x="20903" y="10735"/>
                  </a:lnTo>
                  <a:lnTo>
                    <a:pt x="20882" y="10588"/>
                  </a:lnTo>
                  <a:lnTo>
                    <a:pt x="20966" y="10525"/>
                  </a:lnTo>
                  <a:lnTo>
                    <a:pt x="21029" y="10463"/>
                  </a:lnTo>
                  <a:lnTo>
                    <a:pt x="21071" y="10316"/>
                  </a:lnTo>
                  <a:lnTo>
                    <a:pt x="21029" y="10212"/>
                  </a:lnTo>
                  <a:lnTo>
                    <a:pt x="20987" y="10128"/>
                  </a:lnTo>
                  <a:lnTo>
                    <a:pt x="21029" y="9919"/>
                  </a:lnTo>
                  <a:lnTo>
                    <a:pt x="21092" y="9751"/>
                  </a:lnTo>
                  <a:lnTo>
                    <a:pt x="21092" y="9605"/>
                  </a:lnTo>
                  <a:lnTo>
                    <a:pt x="21175" y="9521"/>
                  </a:lnTo>
                  <a:lnTo>
                    <a:pt x="21175" y="9437"/>
                  </a:lnTo>
                  <a:lnTo>
                    <a:pt x="21196" y="9312"/>
                  </a:lnTo>
                  <a:lnTo>
                    <a:pt x="21196" y="9165"/>
                  </a:lnTo>
                  <a:lnTo>
                    <a:pt x="21280" y="9082"/>
                  </a:lnTo>
                  <a:lnTo>
                    <a:pt x="21343" y="8956"/>
                  </a:lnTo>
                  <a:lnTo>
                    <a:pt x="21531" y="8684"/>
                  </a:lnTo>
                  <a:lnTo>
                    <a:pt x="21615" y="8538"/>
                  </a:lnTo>
                  <a:lnTo>
                    <a:pt x="21761" y="8391"/>
                  </a:lnTo>
                  <a:lnTo>
                    <a:pt x="21824" y="8287"/>
                  </a:lnTo>
                  <a:lnTo>
                    <a:pt x="21908" y="8224"/>
                  </a:lnTo>
                  <a:lnTo>
                    <a:pt x="21950" y="8077"/>
                  </a:lnTo>
                  <a:lnTo>
                    <a:pt x="22075" y="7973"/>
                  </a:lnTo>
                  <a:lnTo>
                    <a:pt x="22117" y="7952"/>
                  </a:lnTo>
                  <a:lnTo>
                    <a:pt x="22075" y="7910"/>
                  </a:lnTo>
                  <a:lnTo>
                    <a:pt x="22012" y="7847"/>
                  </a:lnTo>
                  <a:lnTo>
                    <a:pt x="21908" y="7826"/>
                  </a:lnTo>
                  <a:lnTo>
                    <a:pt x="21845" y="7763"/>
                  </a:lnTo>
                  <a:lnTo>
                    <a:pt x="21803" y="7722"/>
                  </a:lnTo>
                  <a:lnTo>
                    <a:pt x="21719" y="7743"/>
                  </a:lnTo>
                  <a:lnTo>
                    <a:pt x="21552" y="7805"/>
                  </a:lnTo>
                  <a:lnTo>
                    <a:pt x="21406" y="7847"/>
                  </a:lnTo>
                  <a:lnTo>
                    <a:pt x="21280" y="7910"/>
                  </a:lnTo>
                  <a:lnTo>
                    <a:pt x="21196" y="8015"/>
                  </a:lnTo>
                  <a:lnTo>
                    <a:pt x="21092" y="8056"/>
                  </a:lnTo>
                  <a:lnTo>
                    <a:pt x="21071" y="8119"/>
                  </a:lnTo>
                  <a:lnTo>
                    <a:pt x="21008" y="8140"/>
                  </a:lnTo>
                  <a:lnTo>
                    <a:pt x="20903" y="8077"/>
                  </a:lnTo>
                  <a:lnTo>
                    <a:pt x="20862" y="8035"/>
                  </a:lnTo>
                  <a:lnTo>
                    <a:pt x="20862" y="7973"/>
                  </a:lnTo>
                  <a:lnTo>
                    <a:pt x="20924" y="7973"/>
                  </a:lnTo>
                  <a:lnTo>
                    <a:pt x="20987" y="7952"/>
                  </a:lnTo>
                  <a:lnTo>
                    <a:pt x="20987" y="7847"/>
                  </a:lnTo>
                  <a:lnTo>
                    <a:pt x="20966" y="7805"/>
                  </a:lnTo>
                  <a:lnTo>
                    <a:pt x="20882" y="7805"/>
                  </a:lnTo>
                  <a:lnTo>
                    <a:pt x="20820" y="7763"/>
                  </a:lnTo>
                  <a:lnTo>
                    <a:pt x="20903" y="7743"/>
                  </a:lnTo>
                  <a:lnTo>
                    <a:pt x="20966" y="7701"/>
                  </a:lnTo>
                  <a:lnTo>
                    <a:pt x="21071" y="7617"/>
                  </a:lnTo>
                  <a:lnTo>
                    <a:pt x="21134" y="7491"/>
                  </a:lnTo>
                  <a:lnTo>
                    <a:pt x="21238" y="7408"/>
                  </a:lnTo>
                  <a:lnTo>
                    <a:pt x="21322" y="7408"/>
                  </a:lnTo>
                  <a:lnTo>
                    <a:pt x="21447" y="7429"/>
                  </a:lnTo>
                  <a:lnTo>
                    <a:pt x="21698" y="7617"/>
                  </a:lnTo>
                  <a:lnTo>
                    <a:pt x="21761" y="7659"/>
                  </a:lnTo>
                  <a:lnTo>
                    <a:pt x="21970" y="7659"/>
                  </a:lnTo>
                  <a:lnTo>
                    <a:pt x="22075" y="7638"/>
                  </a:lnTo>
                  <a:lnTo>
                    <a:pt x="22180" y="7659"/>
                  </a:lnTo>
                  <a:lnTo>
                    <a:pt x="22389" y="7617"/>
                  </a:lnTo>
                  <a:lnTo>
                    <a:pt x="22494" y="7554"/>
                  </a:lnTo>
                  <a:lnTo>
                    <a:pt x="22494" y="7491"/>
                  </a:lnTo>
                  <a:lnTo>
                    <a:pt x="22473" y="7429"/>
                  </a:lnTo>
                  <a:lnTo>
                    <a:pt x="22515" y="7429"/>
                  </a:lnTo>
                  <a:lnTo>
                    <a:pt x="22598" y="7408"/>
                  </a:lnTo>
                  <a:lnTo>
                    <a:pt x="22682" y="7324"/>
                  </a:lnTo>
                  <a:lnTo>
                    <a:pt x="22682" y="7240"/>
                  </a:lnTo>
                  <a:lnTo>
                    <a:pt x="22640" y="7178"/>
                  </a:lnTo>
                  <a:lnTo>
                    <a:pt x="22535" y="7136"/>
                  </a:lnTo>
                  <a:lnTo>
                    <a:pt x="22473" y="7094"/>
                  </a:lnTo>
                  <a:lnTo>
                    <a:pt x="22431" y="7073"/>
                  </a:lnTo>
                  <a:lnTo>
                    <a:pt x="22347" y="7073"/>
                  </a:lnTo>
                  <a:lnTo>
                    <a:pt x="22263" y="7136"/>
                  </a:lnTo>
                  <a:lnTo>
                    <a:pt x="22222" y="7136"/>
                  </a:lnTo>
                  <a:lnTo>
                    <a:pt x="22138" y="7073"/>
                  </a:lnTo>
                  <a:lnTo>
                    <a:pt x="21908" y="7073"/>
                  </a:lnTo>
                  <a:lnTo>
                    <a:pt x="21761" y="7031"/>
                  </a:lnTo>
                  <a:lnTo>
                    <a:pt x="21657" y="6989"/>
                  </a:lnTo>
                  <a:lnTo>
                    <a:pt x="21594" y="6989"/>
                  </a:lnTo>
                  <a:lnTo>
                    <a:pt x="21510" y="7010"/>
                  </a:lnTo>
                  <a:lnTo>
                    <a:pt x="21196" y="7010"/>
                  </a:lnTo>
                  <a:lnTo>
                    <a:pt x="21092" y="6968"/>
                  </a:lnTo>
                  <a:lnTo>
                    <a:pt x="21196" y="6968"/>
                  </a:lnTo>
                  <a:lnTo>
                    <a:pt x="21301" y="6989"/>
                  </a:lnTo>
                  <a:lnTo>
                    <a:pt x="21406" y="6927"/>
                  </a:lnTo>
                  <a:lnTo>
                    <a:pt x="21531" y="6906"/>
                  </a:lnTo>
                  <a:lnTo>
                    <a:pt x="21636" y="6927"/>
                  </a:lnTo>
                  <a:lnTo>
                    <a:pt x="21740" y="6968"/>
                  </a:lnTo>
                  <a:lnTo>
                    <a:pt x="21782" y="6927"/>
                  </a:lnTo>
                  <a:lnTo>
                    <a:pt x="21845" y="6885"/>
                  </a:lnTo>
                  <a:lnTo>
                    <a:pt x="21950" y="6885"/>
                  </a:lnTo>
                  <a:lnTo>
                    <a:pt x="21991" y="6822"/>
                  </a:lnTo>
                  <a:lnTo>
                    <a:pt x="22054" y="6801"/>
                  </a:lnTo>
                  <a:lnTo>
                    <a:pt x="22138" y="6822"/>
                  </a:lnTo>
                  <a:lnTo>
                    <a:pt x="22180" y="6822"/>
                  </a:lnTo>
                  <a:lnTo>
                    <a:pt x="22201" y="6780"/>
                  </a:lnTo>
                  <a:lnTo>
                    <a:pt x="22242" y="6759"/>
                  </a:lnTo>
                  <a:lnTo>
                    <a:pt x="22284" y="6759"/>
                  </a:lnTo>
                  <a:lnTo>
                    <a:pt x="22305" y="6780"/>
                  </a:lnTo>
                  <a:lnTo>
                    <a:pt x="22368" y="6801"/>
                  </a:lnTo>
                  <a:lnTo>
                    <a:pt x="22410" y="6822"/>
                  </a:lnTo>
                  <a:lnTo>
                    <a:pt x="22515" y="6822"/>
                  </a:lnTo>
                  <a:lnTo>
                    <a:pt x="22619" y="6864"/>
                  </a:lnTo>
                  <a:lnTo>
                    <a:pt x="22703" y="6906"/>
                  </a:lnTo>
                  <a:lnTo>
                    <a:pt x="22891" y="6906"/>
                  </a:lnTo>
                  <a:lnTo>
                    <a:pt x="22996" y="6822"/>
                  </a:lnTo>
                  <a:lnTo>
                    <a:pt x="23184" y="6759"/>
                  </a:lnTo>
                  <a:lnTo>
                    <a:pt x="23331" y="6759"/>
                  </a:lnTo>
                  <a:lnTo>
                    <a:pt x="23351" y="6675"/>
                  </a:lnTo>
                  <a:lnTo>
                    <a:pt x="23351" y="6592"/>
                  </a:lnTo>
                  <a:lnTo>
                    <a:pt x="23310" y="6571"/>
                  </a:lnTo>
                  <a:lnTo>
                    <a:pt x="23247" y="6487"/>
                  </a:lnTo>
                  <a:lnTo>
                    <a:pt x="23247" y="6445"/>
                  </a:lnTo>
                  <a:lnTo>
                    <a:pt x="23226" y="6403"/>
                  </a:lnTo>
                  <a:lnTo>
                    <a:pt x="23226" y="6362"/>
                  </a:lnTo>
                  <a:lnTo>
                    <a:pt x="23289" y="6257"/>
                  </a:lnTo>
                  <a:lnTo>
                    <a:pt x="23351" y="6194"/>
                  </a:lnTo>
                  <a:lnTo>
                    <a:pt x="23414" y="6194"/>
                  </a:lnTo>
                  <a:lnTo>
                    <a:pt x="23561" y="6299"/>
                  </a:lnTo>
                  <a:lnTo>
                    <a:pt x="23644" y="6341"/>
                  </a:lnTo>
                  <a:lnTo>
                    <a:pt x="23707" y="6299"/>
                  </a:lnTo>
                  <a:lnTo>
                    <a:pt x="23749" y="6236"/>
                  </a:lnTo>
                  <a:lnTo>
                    <a:pt x="23854" y="6069"/>
                  </a:lnTo>
                  <a:lnTo>
                    <a:pt x="23958" y="5985"/>
                  </a:lnTo>
                  <a:lnTo>
                    <a:pt x="24042" y="5964"/>
                  </a:lnTo>
                  <a:lnTo>
                    <a:pt x="24063" y="5922"/>
                  </a:lnTo>
                  <a:lnTo>
                    <a:pt x="24167" y="5838"/>
                  </a:lnTo>
                  <a:lnTo>
                    <a:pt x="24272" y="5776"/>
                  </a:lnTo>
                  <a:lnTo>
                    <a:pt x="24335" y="5713"/>
                  </a:lnTo>
                  <a:lnTo>
                    <a:pt x="24335" y="5566"/>
                  </a:lnTo>
                  <a:lnTo>
                    <a:pt x="24272" y="5420"/>
                  </a:lnTo>
                  <a:lnTo>
                    <a:pt x="24188" y="5336"/>
                  </a:lnTo>
                  <a:lnTo>
                    <a:pt x="24167" y="5253"/>
                  </a:lnTo>
                  <a:lnTo>
                    <a:pt x="24021" y="5127"/>
                  </a:lnTo>
                  <a:lnTo>
                    <a:pt x="24021" y="5085"/>
                  </a:lnTo>
                  <a:lnTo>
                    <a:pt x="23958" y="5002"/>
                  </a:lnTo>
                  <a:lnTo>
                    <a:pt x="23854" y="4939"/>
                  </a:lnTo>
                  <a:lnTo>
                    <a:pt x="23812" y="4939"/>
                  </a:lnTo>
                  <a:lnTo>
                    <a:pt x="23728" y="4876"/>
                  </a:lnTo>
                  <a:lnTo>
                    <a:pt x="23623" y="4813"/>
                  </a:lnTo>
                  <a:lnTo>
                    <a:pt x="23498" y="4813"/>
                  </a:lnTo>
                  <a:lnTo>
                    <a:pt x="23331" y="4771"/>
                  </a:lnTo>
                  <a:lnTo>
                    <a:pt x="23184" y="4688"/>
                  </a:lnTo>
                  <a:lnTo>
                    <a:pt x="23038" y="4667"/>
                  </a:lnTo>
                  <a:lnTo>
                    <a:pt x="22975" y="4688"/>
                  </a:lnTo>
                  <a:lnTo>
                    <a:pt x="22828" y="4688"/>
                  </a:lnTo>
                  <a:lnTo>
                    <a:pt x="22682" y="4730"/>
                  </a:lnTo>
                  <a:lnTo>
                    <a:pt x="22619" y="4792"/>
                  </a:lnTo>
                  <a:lnTo>
                    <a:pt x="22515" y="4834"/>
                  </a:lnTo>
                  <a:lnTo>
                    <a:pt x="22410" y="4792"/>
                  </a:lnTo>
                  <a:lnTo>
                    <a:pt x="22389" y="4730"/>
                  </a:lnTo>
                  <a:lnTo>
                    <a:pt x="22347" y="4771"/>
                  </a:lnTo>
                  <a:lnTo>
                    <a:pt x="22305" y="4834"/>
                  </a:lnTo>
                  <a:lnTo>
                    <a:pt x="22347" y="4918"/>
                  </a:lnTo>
                  <a:lnTo>
                    <a:pt x="22347" y="5022"/>
                  </a:lnTo>
                  <a:lnTo>
                    <a:pt x="22284" y="5106"/>
                  </a:lnTo>
                  <a:lnTo>
                    <a:pt x="22242" y="5106"/>
                  </a:lnTo>
                  <a:lnTo>
                    <a:pt x="22242" y="5148"/>
                  </a:lnTo>
                  <a:lnTo>
                    <a:pt x="22263" y="5211"/>
                  </a:lnTo>
                  <a:lnTo>
                    <a:pt x="22242" y="5294"/>
                  </a:lnTo>
                  <a:lnTo>
                    <a:pt x="22138" y="5336"/>
                  </a:lnTo>
                  <a:lnTo>
                    <a:pt x="22033" y="5336"/>
                  </a:lnTo>
                  <a:lnTo>
                    <a:pt x="21970" y="5253"/>
                  </a:lnTo>
                  <a:lnTo>
                    <a:pt x="21970" y="5190"/>
                  </a:lnTo>
                  <a:lnTo>
                    <a:pt x="21929" y="5148"/>
                  </a:lnTo>
                  <a:lnTo>
                    <a:pt x="21866" y="5211"/>
                  </a:lnTo>
                  <a:lnTo>
                    <a:pt x="21866" y="5315"/>
                  </a:lnTo>
                  <a:lnTo>
                    <a:pt x="21887" y="5336"/>
                  </a:lnTo>
                  <a:lnTo>
                    <a:pt x="21845" y="5420"/>
                  </a:lnTo>
                  <a:lnTo>
                    <a:pt x="21824" y="5525"/>
                  </a:lnTo>
                  <a:lnTo>
                    <a:pt x="21782" y="5566"/>
                  </a:lnTo>
                  <a:lnTo>
                    <a:pt x="21782" y="5504"/>
                  </a:lnTo>
                  <a:lnTo>
                    <a:pt x="21824" y="5441"/>
                  </a:lnTo>
                  <a:lnTo>
                    <a:pt x="21782" y="5315"/>
                  </a:lnTo>
                  <a:lnTo>
                    <a:pt x="21740" y="5232"/>
                  </a:lnTo>
                  <a:lnTo>
                    <a:pt x="21761" y="5148"/>
                  </a:lnTo>
                  <a:lnTo>
                    <a:pt x="21761" y="5064"/>
                  </a:lnTo>
                  <a:lnTo>
                    <a:pt x="21719" y="5002"/>
                  </a:lnTo>
                  <a:lnTo>
                    <a:pt x="21719" y="4918"/>
                  </a:lnTo>
                  <a:lnTo>
                    <a:pt x="21657" y="4939"/>
                  </a:lnTo>
                  <a:lnTo>
                    <a:pt x="21636" y="5002"/>
                  </a:lnTo>
                  <a:lnTo>
                    <a:pt x="21552" y="5064"/>
                  </a:lnTo>
                  <a:lnTo>
                    <a:pt x="21552" y="5148"/>
                  </a:lnTo>
                  <a:lnTo>
                    <a:pt x="21531" y="5253"/>
                  </a:lnTo>
                  <a:lnTo>
                    <a:pt x="21364" y="5420"/>
                  </a:lnTo>
                  <a:lnTo>
                    <a:pt x="21301" y="5483"/>
                  </a:lnTo>
                  <a:lnTo>
                    <a:pt x="21217" y="5483"/>
                  </a:lnTo>
                  <a:lnTo>
                    <a:pt x="21154" y="5546"/>
                  </a:lnTo>
                  <a:lnTo>
                    <a:pt x="21050" y="5629"/>
                  </a:lnTo>
                  <a:lnTo>
                    <a:pt x="20945" y="5629"/>
                  </a:lnTo>
                  <a:lnTo>
                    <a:pt x="20841" y="5734"/>
                  </a:lnTo>
                  <a:lnTo>
                    <a:pt x="20694" y="5818"/>
                  </a:lnTo>
                  <a:lnTo>
                    <a:pt x="20422" y="5818"/>
                  </a:lnTo>
                  <a:lnTo>
                    <a:pt x="20422" y="5859"/>
                  </a:lnTo>
                  <a:lnTo>
                    <a:pt x="20359" y="5901"/>
                  </a:lnTo>
                  <a:lnTo>
                    <a:pt x="20255" y="5901"/>
                  </a:lnTo>
                  <a:lnTo>
                    <a:pt x="20171" y="5880"/>
                  </a:lnTo>
                  <a:lnTo>
                    <a:pt x="20087" y="5943"/>
                  </a:lnTo>
                  <a:lnTo>
                    <a:pt x="19711" y="6131"/>
                  </a:lnTo>
                  <a:lnTo>
                    <a:pt x="19522" y="6278"/>
                  </a:lnTo>
                  <a:lnTo>
                    <a:pt x="19502" y="6382"/>
                  </a:lnTo>
                  <a:lnTo>
                    <a:pt x="19439" y="6403"/>
                  </a:lnTo>
                  <a:lnTo>
                    <a:pt x="19229" y="6571"/>
                  </a:lnTo>
                  <a:lnTo>
                    <a:pt x="19125" y="6675"/>
                  </a:lnTo>
                  <a:lnTo>
                    <a:pt x="19104" y="6613"/>
                  </a:lnTo>
                  <a:lnTo>
                    <a:pt x="19083" y="6613"/>
                  </a:lnTo>
                  <a:lnTo>
                    <a:pt x="18978" y="6696"/>
                  </a:lnTo>
                  <a:lnTo>
                    <a:pt x="18895" y="6822"/>
                  </a:lnTo>
                  <a:lnTo>
                    <a:pt x="18790" y="6968"/>
                  </a:lnTo>
                  <a:lnTo>
                    <a:pt x="18769" y="7031"/>
                  </a:lnTo>
                  <a:lnTo>
                    <a:pt x="18727" y="7094"/>
                  </a:lnTo>
                  <a:lnTo>
                    <a:pt x="18706" y="7031"/>
                  </a:lnTo>
                  <a:lnTo>
                    <a:pt x="18748" y="6906"/>
                  </a:lnTo>
                  <a:lnTo>
                    <a:pt x="18748" y="6801"/>
                  </a:lnTo>
                  <a:lnTo>
                    <a:pt x="18748" y="6696"/>
                  </a:lnTo>
                  <a:lnTo>
                    <a:pt x="18853" y="6696"/>
                  </a:lnTo>
                  <a:lnTo>
                    <a:pt x="18895" y="6654"/>
                  </a:lnTo>
                  <a:lnTo>
                    <a:pt x="19020" y="6550"/>
                  </a:lnTo>
                  <a:lnTo>
                    <a:pt x="19104" y="6508"/>
                  </a:lnTo>
                  <a:lnTo>
                    <a:pt x="19209" y="6403"/>
                  </a:lnTo>
                  <a:lnTo>
                    <a:pt x="19355" y="6278"/>
                  </a:lnTo>
                  <a:lnTo>
                    <a:pt x="19418" y="6194"/>
                  </a:lnTo>
                  <a:lnTo>
                    <a:pt x="19522" y="6152"/>
                  </a:lnTo>
                  <a:lnTo>
                    <a:pt x="19627" y="5985"/>
                  </a:lnTo>
                  <a:lnTo>
                    <a:pt x="19669" y="5922"/>
                  </a:lnTo>
                  <a:lnTo>
                    <a:pt x="19648" y="5838"/>
                  </a:lnTo>
                  <a:lnTo>
                    <a:pt x="19669" y="5776"/>
                  </a:lnTo>
                  <a:lnTo>
                    <a:pt x="19690" y="5818"/>
                  </a:lnTo>
                  <a:lnTo>
                    <a:pt x="19753" y="5838"/>
                  </a:lnTo>
                  <a:lnTo>
                    <a:pt x="19836" y="5755"/>
                  </a:lnTo>
                  <a:lnTo>
                    <a:pt x="19941" y="5713"/>
                  </a:lnTo>
                  <a:lnTo>
                    <a:pt x="19941" y="5629"/>
                  </a:lnTo>
                  <a:lnTo>
                    <a:pt x="20004" y="5504"/>
                  </a:lnTo>
                  <a:lnTo>
                    <a:pt x="20066" y="5462"/>
                  </a:lnTo>
                  <a:lnTo>
                    <a:pt x="20150" y="5504"/>
                  </a:lnTo>
                  <a:lnTo>
                    <a:pt x="20213" y="5420"/>
                  </a:lnTo>
                  <a:lnTo>
                    <a:pt x="20297" y="5399"/>
                  </a:lnTo>
                  <a:lnTo>
                    <a:pt x="20318" y="5420"/>
                  </a:lnTo>
                  <a:lnTo>
                    <a:pt x="20401" y="5420"/>
                  </a:lnTo>
                  <a:lnTo>
                    <a:pt x="20715" y="5127"/>
                  </a:lnTo>
                  <a:lnTo>
                    <a:pt x="20778" y="5022"/>
                  </a:lnTo>
                  <a:lnTo>
                    <a:pt x="20799" y="4897"/>
                  </a:lnTo>
                  <a:lnTo>
                    <a:pt x="20882" y="4709"/>
                  </a:lnTo>
                  <a:lnTo>
                    <a:pt x="20987" y="4583"/>
                  </a:lnTo>
                  <a:lnTo>
                    <a:pt x="20987" y="4458"/>
                  </a:lnTo>
                  <a:lnTo>
                    <a:pt x="20987" y="4269"/>
                  </a:lnTo>
                  <a:lnTo>
                    <a:pt x="20945" y="4165"/>
                  </a:lnTo>
                  <a:lnTo>
                    <a:pt x="20882" y="4144"/>
                  </a:lnTo>
                  <a:lnTo>
                    <a:pt x="20736" y="4165"/>
                  </a:lnTo>
                  <a:lnTo>
                    <a:pt x="20590" y="4165"/>
                  </a:lnTo>
                  <a:lnTo>
                    <a:pt x="20464" y="4102"/>
                  </a:lnTo>
                  <a:lnTo>
                    <a:pt x="20318" y="4102"/>
                  </a:lnTo>
                  <a:lnTo>
                    <a:pt x="20255" y="4165"/>
                  </a:lnTo>
                  <a:lnTo>
                    <a:pt x="20213" y="4248"/>
                  </a:lnTo>
                  <a:lnTo>
                    <a:pt x="20255" y="4290"/>
                  </a:lnTo>
                  <a:lnTo>
                    <a:pt x="20213" y="4353"/>
                  </a:lnTo>
                  <a:lnTo>
                    <a:pt x="20213" y="4499"/>
                  </a:lnTo>
                  <a:lnTo>
                    <a:pt x="20171" y="4646"/>
                  </a:lnTo>
                  <a:lnTo>
                    <a:pt x="20066" y="4792"/>
                  </a:lnTo>
                  <a:lnTo>
                    <a:pt x="20004" y="4730"/>
                  </a:lnTo>
                  <a:lnTo>
                    <a:pt x="19941" y="4709"/>
                  </a:lnTo>
                  <a:lnTo>
                    <a:pt x="19899" y="4709"/>
                  </a:lnTo>
                  <a:lnTo>
                    <a:pt x="19857" y="4771"/>
                  </a:lnTo>
                  <a:lnTo>
                    <a:pt x="19794" y="4792"/>
                  </a:lnTo>
                  <a:lnTo>
                    <a:pt x="19732" y="4730"/>
                  </a:lnTo>
                  <a:lnTo>
                    <a:pt x="19669" y="4730"/>
                  </a:lnTo>
                  <a:cubicBezTo>
                    <a:pt x="19669" y="4730"/>
                    <a:pt x="19481" y="4688"/>
                    <a:pt x="19481" y="4646"/>
                  </a:cubicBezTo>
                  <a:lnTo>
                    <a:pt x="19271" y="4646"/>
                  </a:lnTo>
                  <a:lnTo>
                    <a:pt x="19167" y="4709"/>
                  </a:lnTo>
                  <a:lnTo>
                    <a:pt x="19020" y="4730"/>
                  </a:lnTo>
                  <a:lnTo>
                    <a:pt x="18895" y="4792"/>
                  </a:lnTo>
                  <a:lnTo>
                    <a:pt x="18832" y="4750"/>
                  </a:lnTo>
                  <a:lnTo>
                    <a:pt x="18832" y="4709"/>
                  </a:lnTo>
                  <a:lnTo>
                    <a:pt x="18853" y="4625"/>
                  </a:lnTo>
                  <a:lnTo>
                    <a:pt x="18853" y="4541"/>
                  </a:lnTo>
                  <a:lnTo>
                    <a:pt x="18895" y="4478"/>
                  </a:lnTo>
                  <a:lnTo>
                    <a:pt x="18916" y="4478"/>
                  </a:lnTo>
                  <a:lnTo>
                    <a:pt x="18957" y="4499"/>
                  </a:lnTo>
                  <a:lnTo>
                    <a:pt x="19020" y="4499"/>
                  </a:lnTo>
                  <a:lnTo>
                    <a:pt x="19146" y="4437"/>
                  </a:lnTo>
                  <a:lnTo>
                    <a:pt x="19439" y="4416"/>
                  </a:lnTo>
                  <a:lnTo>
                    <a:pt x="19481" y="4395"/>
                  </a:lnTo>
                  <a:lnTo>
                    <a:pt x="19543" y="4290"/>
                  </a:lnTo>
                  <a:lnTo>
                    <a:pt x="19564" y="4206"/>
                  </a:lnTo>
                  <a:lnTo>
                    <a:pt x="19648" y="4165"/>
                  </a:lnTo>
                  <a:lnTo>
                    <a:pt x="19669" y="4102"/>
                  </a:lnTo>
                  <a:lnTo>
                    <a:pt x="19627" y="4060"/>
                  </a:lnTo>
                  <a:lnTo>
                    <a:pt x="19627" y="3997"/>
                  </a:lnTo>
                  <a:lnTo>
                    <a:pt x="19313" y="3997"/>
                  </a:lnTo>
                  <a:lnTo>
                    <a:pt x="19125" y="3955"/>
                  </a:lnTo>
                  <a:lnTo>
                    <a:pt x="19020" y="3893"/>
                  </a:lnTo>
                  <a:lnTo>
                    <a:pt x="18937" y="3872"/>
                  </a:lnTo>
                  <a:lnTo>
                    <a:pt x="18685" y="3893"/>
                  </a:lnTo>
                  <a:lnTo>
                    <a:pt x="18560" y="3872"/>
                  </a:lnTo>
                  <a:lnTo>
                    <a:pt x="18455" y="3830"/>
                  </a:lnTo>
                  <a:lnTo>
                    <a:pt x="18288" y="3830"/>
                  </a:lnTo>
                  <a:lnTo>
                    <a:pt x="18162" y="3851"/>
                  </a:lnTo>
                  <a:lnTo>
                    <a:pt x="18100" y="3830"/>
                  </a:lnTo>
                  <a:lnTo>
                    <a:pt x="17995" y="3788"/>
                  </a:lnTo>
                  <a:lnTo>
                    <a:pt x="17932" y="3788"/>
                  </a:lnTo>
                  <a:lnTo>
                    <a:pt x="17849" y="3893"/>
                  </a:lnTo>
                  <a:lnTo>
                    <a:pt x="17849" y="3976"/>
                  </a:lnTo>
                  <a:lnTo>
                    <a:pt x="17765" y="4039"/>
                  </a:lnTo>
                  <a:lnTo>
                    <a:pt x="17744" y="4039"/>
                  </a:lnTo>
                  <a:lnTo>
                    <a:pt x="17765" y="3955"/>
                  </a:lnTo>
                  <a:lnTo>
                    <a:pt x="17765" y="3934"/>
                  </a:lnTo>
                  <a:lnTo>
                    <a:pt x="17681" y="3934"/>
                  </a:lnTo>
                  <a:lnTo>
                    <a:pt x="17451" y="3997"/>
                  </a:lnTo>
                  <a:lnTo>
                    <a:pt x="17305" y="4060"/>
                  </a:lnTo>
                  <a:lnTo>
                    <a:pt x="17221" y="4144"/>
                  </a:lnTo>
                  <a:lnTo>
                    <a:pt x="17158" y="4186"/>
                  </a:lnTo>
                  <a:lnTo>
                    <a:pt x="17053" y="4186"/>
                  </a:lnTo>
                  <a:lnTo>
                    <a:pt x="16949" y="4206"/>
                  </a:lnTo>
                  <a:lnTo>
                    <a:pt x="16886" y="4269"/>
                  </a:lnTo>
                  <a:lnTo>
                    <a:pt x="16781" y="4290"/>
                  </a:lnTo>
                  <a:lnTo>
                    <a:pt x="16698" y="4374"/>
                  </a:lnTo>
                  <a:lnTo>
                    <a:pt x="16698" y="4458"/>
                  </a:lnTo>
                  <a:lnTo>
                    <a:pt x="16635" y="4520"/>
                  </a:lnTo>
                  <a:lnTo>
                    <a:pt x="16593" y="4520"/>
                  </a:lnTo>
                  <a:lnTo>
                    <a:pt x="16530" y="4458"/>
                  </a:lnTo>
                  <a:lnTo>
                    <a:pt x="16530" y="4374"/>
                  </a:lnTo>
                  <a:lnTo>
                    <a:pt x="16509" y="4290"/>
                  </a:lnTo>
                  <a:lnTo>
                    <a:pt x="16468" y="4248"/>
                  </a:lnTo>
                  <a:lnTo>
                    <a:pt x="16468" y="4165"/>
                  </a:lnTo>
                  <a:lnTo>
                    <a:pt x="16509" y="4081"/>
                  </a:lnTo>
                  <a:lnTo>
                    <a:pt x="16593" y="4081"/>
                  </a:lnTo>
                  <a:lnTo>
                    <a:pt x="16698" y="4039"/>
                  </a:lnTo>
                  <a:lnTo>
                    <a:pt x="16802" y="4039"/>
                  </a:lnTo>
                  <a:lnTo>
                    <a:pt x="16886" y="3997"/>
                  </a:lnTo>
                  <a:lnTo>
                    <a:pt x="16928" y="3955"/>
                  </a:lnTo>
                  <a:lnTo>
                    <a:pt x="17012" y="3934"/>
                  </a:lnTo>
                  <a:lnTo>
                    <a:pt x="17158" y="3893"/>
                  </a:lnTo>
                  <a:lnTo>
                    <a:pt x="17263" y="3851"/>
                  </a:lnTo>
                  <a:lnTo>
                    <a:pt x="17346" y="3788"/>
                  </a:lnTo>
                  <a:lnTo>
                    <a:pt x="17472" y="3788"/>
                  </a:lnTo>
                  <a:lnTo>
                    <a:pt x="17556" y="3746"/>
                  </a:lnTo>
                  <a:lnTo>
                    <a:pt x="17577" y="3662"/>
                  </a:lnTo>
                  <a:lnTo>
                    <a:pt x="17556" y="3621"/>
                  </a:lnTo>
                  <a:lnTo>
                    <a:pt x="17514" y="3558"/>
                  </a:lnTo>
                  <a:lnTo>
                    <a:pt x="17346" y="3558"/>
                  </a:lnTo>
                  <a:lnTo>
                    <a:pt x="17346" y="3516"/>
                  </a:lnTo>
                  <a:lnTo>
                    <a:pt x="17430" y="3516"/>
                  </a:lnTo>
                  <a:lnTo>
                    <a:pt x="17451" y="3537"/>
                  </a:lnTo>
                  <a:lnTo>
                    <a:pt x="17535" y="3537"/>
                  </a:lnTo>
                  <a:lnTo>
                    <a:pt x="17577" y="3558"/>
                  </a:lnTo>
                  <a:lnTo>
                    <a:pt x="17618" y="3662"/>
                  </a:lnTo>
                  <a:lnTo>
                    <a:pt x="17639" y="3662"/>
                  </a:lnTo>
                  <a:lnTo>
                    <a:pt x="17660" y="3641"/>
                  </a:lnTo>
                  <a:lnTo>
                    <a:pt x="17765" y="3579"/>
                  </a:lnTo>
                  <a:lnTo>
                    <a:pt x="17890" y="3621"/>
                  </a:lnTo>
                  <a:lnTo>
                    <a:pt x="17974" y="3579"/>
                  </a:lnTo>
                  <a:lnTo>
                    <a:pt x="18058" y="3537"/>
                  </a:lnTo>
                  <a:lnTo>
                    <a:pt x="18141" y="3516"/>
                  </a:lnTo>
                  <a:lnTo>
                    <a:pt x="18246" y="3537"/>
                  </a:lnTo>
                  <a:lnTo>
                    <a:pt x="18351" y="3537"/>
                  </a:lnTo>
                  <a:lnTo>
                    <a:pt x="18455" y="3516"/>
                  </a:lnTo>
                  <a:lnTo>
                    <a:pt x="18518" y="3537"/>
                  </a:lnTo>
                  <a:lnTo>
                    <a:pt x="18602" y="3579"/>
                  </a:lnTo>
                  <a:lnTo>
                    <a:pt x="18769" y="3579"/>
                  </a:lnTo>
                  <a:lnTo>
                    <a:pt x="18790" y="3621"/>
                  </a:lnTo>
                  <a:lnTo>
                    <a:pt x="18832" y="3621"/>
                  </a:lnTo>
                  <a:lnTo>
                    <a:pt x="18978" y="3725"/>
                  </a:lnTo>
                  <a:lnTo>
                    <a:pt x="19041" y="3746"/>
                  </a:lnTo>
                  <a:lnTo>
                    <a:pt x="19146" y="3725"/>
                  </a:lnTo>
                  <a:lnTo>
                    <a:pt x="19209" y="3662"/>
                  </a:lnTo>
                  <a:lnTo>
                    <a:pt x="19292" y="3662"/>
                  </a:lnTo>
                  <a:lnTo>
                    <a:pt x="19355" y="3683"/>
                  </a:lnTo>
                  <a:lnTo>
                    <a:pt x="19439" y="3683"/>
                  </a:lnTo>
                  <a:lnTo>
                    <a:pt x="19502" y="3725"/>
                  </a:lnTo>
                  <a:lnTo>
                    <a:pt x="19564" y="3725"/>
                  </a:lnTo>
                  <a:lnTo>
                    <a:pt x="19732" y="3662"/>
                  </a:lnTo>
                  <a:lnTo>
                    <a:pt x="19815" y="3621"/>
                  </a:lnTo>
                  <a:lnTo>
                    <a:pt x="19920" y="3621"/>
                  </a:lnTo>
                  <a:lnTo>
                    <a:pt x="19983" y="3662"/>
                  </a:lnTo>
                  <a:lnTo>
                    <a:pt x="20046" y="3662"/>
                  </a:lnTo>
                  <a:lnTo>
                    <a:pt x="20129" y="3621"/>
                  </a:lnTo>
                  <a:lnTo>
                    <a:pt x="20234" y="3641"/>
                  </a:lnTo>
                  <a:lnTo>
                    <a:pt x="20338" y="3641"/>
                  </a:lnTo>
                  <a:lnTo>
                    <a:pt x="20338" y="3579"/>
                  </a:lnTo>
                  <a:lnTo>
                    <a:pt x="20276" y="3558"/>
                  </a:lnTo>
                  <a:lnTo>
                    <a:pt x="20276" y="3516"/>
                  </a:lnTo>
                  <a:lnTo>
                    <a:pt x="20297" y="3474"/>
                  </a:lnTo>
                  <a:lnTo>
                    <a:pt x="20359" y="3537"/>
                  </a:lnTo>
                  <a:lnTo>
                    <a:pt x="20401" y="3579"/>
                  </a:lnTo>
                  <a:lnTo>
                    <a:pt x="20485" y="3579"/>
                  </a:lnTo>
                  <a:lnTo>
                    <a:pt x="20548" y="3558"/>
                  </a:lnTo>
                  <a:lnTo>
                    <a:pt x="20694" y="3558"/>
                  </a:lnTo>
                  <a:lnTo>
                    <a:pt x="20903" y="3474"/>
                  </a:lnTo>
                  <a:lnTo>
                    <a:pt x="21008" y="3432"/>
                  </a:lnTo>
                  <a:lnTo>
                    <a:pt x="21029" y="3369"/>
                  </a:lnTo>
                  <a:lnTo>
                    <a:pt x="21029" y="3328"/>
                  </a:lnTo>
                  <a:lnTo>
                    <a:pt x="21092" y="3307"/>
                  </a:lnTo>
                  <a:lnTo>
                    <a:pt x="21134" y="3328"/>
                  </a:lnTo>
                  <a:lnTo>
                    <a:pt x="21217" y="3307"/>
                  </a:lnTo>
                  <a:lnTo>
                    <a:pt x="21322" y="3223"/>
                  </a:lnTo>
                  <a:lnTo>
                    <a:pt x="21406" y="3202"/>
                  </a:lnTo>
                  <a:lnTo>
                    <a:pt x="21406" y="3118"/>
                  </a:lnTo>
                  <a:lnTo>
                    <a:pt x="21426" y="3056"/>
                  </a:lnTo>
                  <a:lnTo>
                    <a:pt x="21489" y="3035"/>
                  </a:lnTo>
                  <a:lnTo>
                    <a:pt x="21489" y="2930"/>
                  </a:lnTo>
                  <a:lnTo>
                    <a:pt x="21447" y="2888"/>
                  </a:lnTo>
                  <a:lnTo>
                    <a:pt x="21343" y="2805"/>
                  </a:lnTo>
                  <a:lnTo>
                    <a:pt x="21217" y="2742"/>
                  </a:lnTo>
                  <a:lnTo>
                    <a:pt x="21113" y="2637"/>
                  </a:lnTo>
                  <a:lnTo>
                    <a:pt x="21092" y="2574"/>
                  </a:lnTo>
                  <a:lnTo>
                    <a:pt x="21029" y="2512"/>
                  </a:lnTo>
                  <a:lnTo>
                    <a:pt x="20882" y="2491"/>
                  </a:lnTo>
                  <a:lnTo>
                    <a:pt x="20799" y="2407"/>
                  </a:lnTo>
                  <a:lnTo>
                    <a:pt x="20778" y="2323"/>
                  </a:lnTo>
                  <a:lnTo>
                    <a:pt x="20715" y="2302"/>
                  </a:lnTo>
                  <a:lnTo>
                    <a:pt x="20694" y="2323"/>
                  </a:lnTo>
                  <a:lnTo>
                    <a:pt x="20610" y="2365"/>
                  </a:lnTo>
                  <a:lnTo>
                    <a:pt x="20569" y="2323"/>
                  </a:lnTo>
                  <a:lnTo>
                    <a:pt x="20548" y="2261"/>
                  </a:lnTo>
                  <a:lnTo>
                    <a:pt x="20485" y="2198"/>
                  </a:lnTo>
                  <a:lnTo>
                    <a:pt x="20255" y="2198"/>
                  </a:lnTo>
                  <a:lnTo>
                    <a:pt x="20171" y="2219"/>
                  </a:lnTo>
                  <a:lnTo>
                    <a:pt x="20171" y="2302"/>
                  </a:lnTo>
                  <a:lnTo>
                    <a:pt x="20171" y="2365"/>
                  </a:lnTo>
                  <a:lnTo>
                    <a:pt x="20129" y="2302"/>
                  </a:lnTo>
                  <a:lnTo>
                    <a:pt x="20066" y="2302"/>
                  </a:lnTo>
                  <a:lnTo>
                    <a:pt x="19920" y="2386"/>
                  </a:lnTo>
                  <a:lnTo>
                    <a:pt x="19836" y="2407"/>
                  </a:lnTo>
                  <a:lnTo>
                    <a:pt x="19711" y="2365"/>
                  </a:lnTo>
                  <a:lnTo>
                    <a:pt x="19606" y="2365"/>
                  </a:lnTo>
                  <a:lnTo>
                    <a:pt x="19522" y="2323"/>
                  </a:lnTo>
                  <a:lnTo>
                    <a:pt x="19460" y="2261"/>
                  </a:lnTo>
                  <a:lnTo>
                    <a:pt x="19460" y="2177"/>
                  </a:lnTo>
                  <a:lnTo>
                    <a:pt x="19522" y="2177"/>
                  </a:lnTo>
                  <a:lnTo>
                    <a:pt x="19564" y="2219"/>
                  </a:lnTo>
                  <a:lnTo>
                    <a:pt x="19669" y="2261"/>
                  </a:lnTo>
                  <a:lnTo>
                    <a:pt x="19711" y="2219"/>
                  </a:lnTo>
                  <a:lnTo>
                    <a:pt x="19711" y="2177"/>
                  </a:lnTo>
                  <a:lnTo>
                    <a:pt x="19606" y="2093"/>
                  </a:lnTo>
                  <a:lnTo>
                    <a:pt x="19606" y="2009"/>
                  </a:lnTo>
                  <a:lnTo>
                    <a:pt x="19627" y="1989"/>
                  </a:lnTo>
                  <a:lnTo>
                    <a:pt x="19669" y="2072"/>
                  </a:lnTo>
                  <a:lnTo>
                    <a:pt x="19774" y="2114"/>
                  </a:lnTo>
                  <a:lnTo>
                    <a:pt x="19857" y="2156"/>
                  </a:lnTo>
                  <a:lnTo>
                    <a:pt x="20025" y="2093"/>
                  </a:lnTo>
                  <a:lnTo>
                    <a:pt x="20171" y="1968"/>
                  </a:lnTo>
                  <a:lnTo>
                    <a:pt x="20171" y="1884"/>
                  </a:lnTo>
                  <a:lnTo>
                    <a:pt x="20150" y="1842"/>
                  </a:lnTo>
                  <a:lnTo>
                    <a:pt x="20087" y="1800"/>
                  </a:lnTo>
                  <a:lnTo>
                    <a:pt x="20087" y="1758"/>
                  </a:lnTo>
                  <a:lnTo>
                    <a:pt x="20150" y="1696"/>
                  </a:lnTo>
                  <a:lnTo>
                    <a:pt x="20150" y="1675"/>
                  </a:lnTo>
                  <a:lnTo>
                    <a:pt x="20046" y="1591"/>
                  </a:lnTo>
                  <a:lnTo>
                    <a:pt x="19962" y="1486"/>
                  </a:lnTo>
                  <a:lnTo>
                    <a:pt x="19920" y="1465"/>
                  </a:lnTo>
                  <a:lnTo>
                    <a:pt x="19857" y="1486"/>
                  </a:lnTo>
                  <a:lnTo>
                    <a:pt x="19774" y="1570"/>
                  </a:lnTo>
                  <a:lnTo>
                    <a:pt x="19627" y="1654"/>
                  </a:lnTo>
                  <a:lnTo>
                    <a:pt x="19439" y="1654"/>
                  </a:lnTo>
                  <a:lnTo>
                    <a:pt x="19334" y="1737"/>
                  </a:lnTo>
                  <a:lnTo>
                    <a:pt x="19292" y="1737"/>
                  </a:lnTo>
                  <a:lnTo>
                    <a:pt x="19229" y="1675"/>
                  </a:lnTo>
                  <a:lnTo>
                    <a:pt x="19188" y="1654"/>
                  </a:lnTo>
                  <a:lnTo>
                    <a:pt x="19104" y="1675"/>
                  </a:lnTo>
                  <a:lnTo>
                    <a:pt x="19020" y="1696"/>
                  </a:lnTo>
                  <a:lnTo>
                    <a:pt x="18937" y="1675"/>
                  </a:lnTo>
                  <a:lnTo>
                    <a:pt x="18874" y="1633"/>
                  </a:lnTo>
                  <a:lnTo>
                    <a:pt x="18769" y="1591"/>
                  </a:lnTo>
                  <a:lnTo>
                    <a:pt x="18685" y="1549"/>
                  </a:lnTo>
                  <a:lnTo>
                    <a:pt x="18581" y="1528"/>
                  </a:lnTo>
                  <a:lnTo>
                    <a:pt x="18476" y="1445"/>
                  </a:lnTo>
                  <a:lnTo>
                    <a:pt x="18309" y="1424"/>
                  </a:lnTo>
                  <a:lnTo>
                    <a:pt x="18100" y="1445"/>
                  </a:lnTo>
                  <a:lnTo>
                    <a:pt x="17995" y="1465"/>
                  </a:lnTo>
                  <a:lnTo>
                    <a:pt x="17849" y="1528"/>
                  </a:lnTo>
                  <a:lnTo>
                    <a:pt x="17723" y="1549"/>
                  </a:lnTo>
                  <a:lnTo>
                    <a:pt x="17577" y="1570"/>
                  </a:lnTo>
                  <a:lnTo>
                    <a:pt x="17472" y="1549"/>
                  </a:lnTo>
                  <a:lnTo>
                    <a:pt x="17346" y="1570"/>
                  </a:lnTo>
                  <a:lnTo>
                    <a:pt x="17325" y="1591"/>
                  </a:lnTo>
                  <a:lnTo>
                    <a:pt x="17346" y="1737"/>
                  </a:lnTo>
                  <a:lnTo>
                    <a:pt x="17346" y="1800"/>
                  </a:lnTo>
                  <a:lnTo>
                    <a:pt x="17305" y="1800"/>
                  </a:lnTo>
                  <a:lnTo>
                    <a:pt x="17242" y="1779"/>
                  </a:lnTo>
                  <a:lnTo>
                    <a:pt x="17158" y="1654"/>
                  </a:lnTo>
                  <a:lnTo>
                    <a:pt x="17137" y="1570"/>
                  </a:lnTo>
                  <a:lnTo>
                    <a:pt x="17095" y="1549"/>
                  </a:lnTo>
                  <a:lnTo>
                    <a:pt x="17012" y="1570"/>
                  </a:lnTo>
                  <a:lnTo>
                    <a:pt x="16698" y="1570"/>
                  </a:lnTo>
                  <a:cubicBezTo>
                    <a:pt x="16698" y="1570"/>
                    <a:pt x="16593" y="1633"/>
                    <a:pt x="16572" y="1633"/>
                  </a:cubicBezTo>
                  <a:lnTo>
                    <a:pt x="16489" y="1737"/>
                  </a:lnTo>
                  <a:lnTo>
                    <a:pt x="16426" y="1884"/>
                  </a:lnTo>
                  <a:lnTo>
                    <a:pt x="16384" y="1968"/>
                  </a:lnTo>
                  <a:lnTo>
                    <a:pt x="16363" y="1968"/>
                  </a:lnTo>
                  <a:lnTo>
                    <a:pt x="16363" y="1905"/>
                  </a:lnTo>
                  <a:lnTo>
                    <a:pt x="16405" y="1800"/>
                  </a:lnTo>
                  <a:lnTo>
                    <a:pt x="16426" y="1737"/>
                  </a:lnTo>
                  <a:lnTo>
                    <a:pt x="16405" y="1696"/>
                  </a:lnTo>
                  <a:lnTo>
                    <a:pt x="16321" y="1737"/>
                  </a:lnTo>
                  <a:lnTo>
                    <a:pt x="16196" y="1737"/>
                  </a:lnTo>
                  <a:lnTo>
                    <a:pt x="16154" y="1779"/>
                  </a:lnTo>
                  <a:lnTo>
                    <a:pt x="16154" y="1842"/>
                  </a:lnTo>
                  <a:lnTo>
                    <a:pt x="16112" y="1884"/>
                  </a:lnTo>
                  <a:lnTo>
                    <a:pt x="16112" y="1989"/>
                  </a:lnTo>
                  <a:lnTo>
                    <a:pt x="16049" y="2009"/>
                  </a:lnTo>
                  <a:lnTo>
                    <a:pt x="16007" y="1968"/>
                  </a:lnTo>
                  <a:lnTo>
                    <a:pt x="16007" y="1905"/>
                  </a:lnTo>
                  <a:lnTo>
                    <a:pt x="16070" y="1842"/>
                  </a:lnTo>
                  <a:lnTo>
                    <a:pt x="16070" y="1675"/>
                  </a:lnTo>
                  <a:lnTo>
                    <a:pt x="16091" y="1591"/>
                  </a:lnTo>
                  <a:lnTo>
                    <a:pt x="16300" y="1465"/>
                  </a:lnTo>
                  <a:lnTo>
                    <a:pt x="16426" y="1382"/>
                  </a:lnTo>
                  <a:lnTo>
                    <a:pt x="16593" y="1382"/>
                  </a:lnTo>
                  <a:lnTo>
                    <a:pt x="16719" y="1424"/>
                  </a:lnTo>
                  <a:lnTo>
                    <a:pt x="16823" y="1424"/>
                  </a:lnTo>
                  <a:lnTo>
                    <a:pt x="16844" y="1382"/>
                  </a:lnTo>
                  <a:lnTo>
                    <a:pt x="17116" y="1382"/>
                  </a:lnTo>
                  <a:lnTo>
                    <a:pt x="17200" y="1340"/>
                  </a:lnTo>
                  <a:lnTo>
                    <a:pt x="17221" y="1256"/>
                  </a:lnTo>
                  <a:lnTo>
                    <a:pt x="17158" y="1256"/>
                  </a:lnTo>
                  <a:lnTo>
                    <a:pt x="17095" y="1173"/>
                  </a:lnTo>
                  <a:lnTo>
                    <a:pt x="17095" y="1068"/>
                  </a:lnTo>
                  <a:lnTo>
                    <a:pt x="17200" y="1005"/>
                  </a:lnTo>
                  <a:lnTo>
                    <a:pt x="17263" y="963"/>
                  </a:lnTo>
                  <a:lnTo>
                    <a:pt x="17346" y="963"/>
                  </a:lnTo>
                  <a:lnTo>
                    <a:pt x="17367" y="1026"/>
                  </a:lnTo>
                  <a:lnTo>
                    <a:pt x="17346" y="1068"/>
                  </a:lnTo>
                  <a:lnTo>
                    <a:pt x="17305" y="1068"/>
                  </a:lnTo>
                  <a:lnTo>
                    <a:pt x="17346" y="1152"/>
                  </a:lnTo>
                  <a:lnTo>
                    <a:pt x="17346" y="1256"/>
                  </a:lnTo>
                  <a:lnTo>
                    <a:pt x="17409" y="1340"/>
                  </a:lnTo>
                  <a:lnTo>
                    <a:pt x="17556" y="1340"/>
                  </a:lnTo>
                  <a:lnTo>
                    <a:pt x="17681" y="1277"/>
                  </a:lnTo>
                  <a:lnTo>
                    <a:pt x="17765" y="1277"/>
                  </a:lnTo>
                  <a:lnTo>
                    <a:pt x="17869" y="1319"/>
                  </a:lnTo>
                  <a:lnTo>
                    <a:pt x="17953" y="1277"/>
                  </a:lnTo>
                  <a:lnTo>
                    <a:pt x="18141" y="1214"/>
                  </a:lnTo>
                  <a:lnTo>
                    <a:pt x="18267" y="1214"/>
                  </a:lnTo>
                  <a:lnTo>
                    <a:pt x="18309" y="1256"/>
                  </a:lnTo>
                  <a:lnTo>
                    <a:pt x="18393" y="1256"/>
                  </a:lnTo>
                  <a:lnTo>
                    <a:pt x="18455" y="1214"/>
                  </a:lnTo>
                  <a:lnTo>
                    <a:pt x="18581" y="1214"/>
                  </a:lnTo>
                  <a:lnTo>
                    <a:pt x="18685" y="1256"/>
                  </a:lnTo>
                  <a:lnTo>
                    <a:pt x="18769" y="1256"/>
                  </a:lnTo>
                  <a:lnTo>
                    <a:pt x="18853" y="1277"/>
                  </a:lnTo>
                  <a:lnTo>
                    <a:pt x="19083" y="1382"/>
                  </a:lnTo>
                  <a:lnTo>
                    <a:pt x="19209" y="1382"/>
                  </a:lnTo>
                  <a:lnTo>
                    <a:pt x="19313" y="1361"/>
                  </a:lnTo>
                  <a:lnTo>
                    <a:pt x="19439" y="1361"/>
                  </a:lnTo>
                  <a:lnTo>
                    <a:pt x="19481" y="1277"/>
                  </a:lnTo>
                  <a:lnTo>
                    <a:pt x="19564" y="1235"/>
                  </a:lnTo>
                  <a:lnTo>
                    <a:pt x="19669" y="1256"/>
                  </a:lnTo>
                  <a:lnTo>
                    <a:pt x="19774" y="1256"/>
                  </a:lnTo>
                  <a:lnTo>
                    <a:pt x="19836" y="1173"/>
                  </a:lnTo>
                  <a:lnTo>
                    <a:pt x="19836" y="1131"/>
                  </a:lnTo>
                  <a:lnTo>
                    <a:pt x="19669" y="1026"/>
                  </a:lnTo>
                  <a:lnTo>
                    <a:pt x="19585" y="963"/>
                  </a:lnTo>
                  <a:lnTo>
                    <a:pt x="19543" y="859"/>
                  </a:lnTo>
                  <a:lnTo>
                    <a:pt x="19439" y="796"/>
                  </a:lnTo>
                  <a:lnTo>
                    <a:pt x="19250" y="733"/>
                  </a:lnTo>
                  <a:lnTo>
                    <a:pt x="19167" y="649"/>
                  </a:lnTo>
                  <a:lnTo>
                    <a:pt x="19062" y="628"/>
                  </a:lnTo>
                  <a:lnTo>
                    <a:pt x="18957" y="649"/>
                  </a:lnTo>
                  <a:lnTo>
                    <a:pt x="18916" y="608"/>
                  </a:lnTo>
                  <a:lnTo>
                    <a:pt x="18853" y="545"/>
                  </a:lnTo>
                  <a:lnTo>
                    <a:pt x="18727" y="587"/>
                  </a:lnTo>
                  <a:lnTo>
                    <a:pt x="18685" y="524"/>
                  </a:lnTo>
                  <a:lnTo>
                    <a:pt x="18455" y="503"/>
                  </a:lnTo>
                  <a:lnTo>
                    <a:pt x="18309" y="398"/>
                  </a:lnTo>
                  <a:lnTo>
                    <a:pt x="18246" y="398"/>
                  </a:lnTo>
                  <a:lnTo>
                    <a:pt x="18058" y="294"/>
                  </a:lnTo>
                  <a:lnTo>
                    <a:pt x="17995" y="294"/>
                  </a:lnTo>
                  <a:lnTo>
                    <a:pt x="17995" y="315"/>
                  </a:lnTo>
                  <a:lnTo>
                    <a:pt x="17932" y="336"/>
                  </a:lnTo>
                  <a:lnTo>
                    <a:pt x="17765" y="231"/>
                  </a:lnTo>
                  <a:lnTo>
                    <a:pt x="17744" y="168"/>
                  </a:lnTo>
                  <a:lnTo>
                    <a:pt x="17681" y="105"/>
                  </a:lnTo>
                  <a:lnTo>
                    <a:pt x="17597" y="126"/>
                  </a:lnTo>
                  <a:lnTo>
                    <a:pt x="17535" y="126"/>
                  </a:lnTo>
                  <a:lnTo>
                    <a:pt x="17472" y="84"/>
                  </a:lnTo>
                  <a:lnTo>
                    <a:pt x="17263" y="84"/>
                  </a:lnTo>
                  <a:lnTo>
                    <a:pt x="17158" y="22"/>
                  </a:lnTo>
                  <a:lnTo>
                    <a:pt x="17074" y="84"/>
                  </a:lnTo>
                  <a:lnTo>
                    <a:pt x="17033" y="84"/>
                  </a:lnTo>
                  <a:lnTo>
                    <a:pt x="17012" y="64"/>
                  </a:lnTo>
                  <a:lnTo>
                    <a:pt x="16928" y="1"/>
                  </a:lnTo>
                  <a:lnTo>
                    <a:pt x="16740" y="22"/>
                  </a:lnTo>
                  <a:lnTo>
                    <a:pt x="166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6B65"/>
                </a:solidFill>
              </a:endParaRPr>
            </a:p>
          </p:txBody>
        </p:sp>
        <p:grpSp>
          <p:nvGrpSpPr>
            <p:cNvPr id="2179" name="Google Shape;2179;p45"/>
            <p:cNvGrpSpPr/>
            <p:nvPr/>
          </p:nvGrpSpPr>
          <p:grpSpPr>
            <a:xfrm>
              <a:off x="2905224" y="2311071"/>
              <a:ext cx="596721" cy="528992"/>
              <a:chOff x="1922950" y="1410350"/>
              <a:chExt cx="1252825" cy="1162875"/>
            </a:xfrm>
          </p:grpSpPr>
          <p:sp>
            <p:nvSpPr>
              <p:cNvPr id="2180" name="Google Shape;2180;p45"/>
              <p:cNvSpPr/>
              <p:nvPr/>
            </p:nvSpPr>
            <p:spPr>
              <a:xfrm>
                <a:off x="1988325" y="2333100"/>
                <a:ext cx="52325" cy="65925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2637" extrusionOk="0">
                    <a:moveTo>
                      <a:pt x="210" y="0"/>
                    </a:moveTo>
                    <a:lnTo>
                      <a:pt x="189" y="63"/>
                    </a:lnTo>
                    <a:lnTo>
                      <a:pt x="1" y="21"/>
                    </a:lnTo>
                    <a:lnTo>
                      <a:pt x="63" y="188"/>
                    </a:lnTo>
                    <a:lnTo>
                      <a:pt x="105" y="209"/>
                    </a:lnTo>
                    <a:lnTo>
                      <a:pt x="168" y="335"/>
                    </a:lnTo>
                    <a:lnTo>
                      <a:pt x="440" y="377"/>
                    </a:lnTo>
                    <a:lnTo>
                      <a:pt x="314" y="439"/>
                    </a:lnTo>
                    <a:lnTo>
                      <a:pt x="189" y="439"/>
                    </a:lnTo>
                    <a:lnTo>
                      <a:pt x="105" y="544"/>
                    </a:lnTo>
                    <a:lnTo>
                      <a:pt x="168" y="607"/>
                    </a:lnTo>
                    <a:lnTo>
                      <a:pt x="105" y="732"/>
                    </a:lnTo>
                    <a:lnTo>
                      <a:pt x="126" y="774"/>
                    </a:lnTo>
                    <a:lnTo>
                      <a:pt x="273" y="732"/>
                    </a:lnTo>
                    <a:lnTo>
                      <a:pt x="293" y="837"/>
                    </a:lnTo>
                    <a:lnTo>
                      <a:pt x="419" y="837"/>
                    </a:lnTo>
                    <a:lnTo>
                      <a:pt x="419" y="942"/>
                    </a:lnTo>
                    <a:lnTo>
                      <a:pt x="524" y="1025"/>
                    </a:lnTo>
                    <a:lnTo>
                      <a:pt x="649" y="963"/>
                    </a:lnTo>
                    <a:lnTo>
                      <a:pt x="503" y="1130"/>
                    </a:lnTo>
                    <a:lnTo>
                      <a:pt x="545" y="1276"/>
                    </a:lnTo>
                    <a:lnTo>
                      <a:pt x="649" y="1255"/>
                    </a:lnTo>
                    <a:lnTo>
                      <a:pt x="649" y="1151"/>
                    </a:lnTo>
                    <a:lnTo>
                      <a:pt x="817" y="1109"/>
                    </a:lnTo>
                    <a:lnTo>
                      <a:pt x="817" y="1109"/>
                    </a:lnTo>
                    <a:lnTo>
                      <a:pt x="754" y="1235"/>
                    </a:lnTo>
                    <a:lnTo>
                      <a:pt x="691" y="1339"/>
                    </a:lnTo>
                    <a:lnTo>
                      <a:pt x="691" y="1423"/>
                    </a:lnTo>
                    <a:lnTo>
                      <a:pt x="733" y="1423"/>
                    </a:lnTo>
                    <a:lnTo>
                      <a:pt x="796" y="1548"/>
                    </a:lnTo>
                    <a:lnTo>
                      <a:pt x="963" y="1528"/>
                    </a:lnTo>
                    <a:lnTo>
                      <a:pt x="963" y="1632"/>
                    </a:lnTo>
                    <a:lnTo>
                      <a:pt x="1047" y="1632"/>
                    </a:lnTo>
                    <a:lnTo>
                      <a:pt x="1068" y="1737"/>
                    </a:lnTo>
                    <a:lnTo>
                      <a:pt x="1047" y="1820"/>
                    </a:lnTo>
                    <a:lnTo>
                      <a:pt x="1172" y="1967"/>
                    </a:lnTo>
                    <a:lnTo>
                      <a:pt x="1256" y="1883"/>
                    </a:lnTo>
                    <a:lnTo>
                      <a:pt x="1319" y="1946"/>
                    </a:lnTo>
                    <a:lnTo>
                      <a:pt x="1423" y="1946"/>
                    </a:lnTo>
                    <a:lnTo>
                      <a:pt x="1256" y="2113"/>
                    </a:lnTo>
                    <a:lnTo>
                      <a:pt x="1465" y="2323"/>
                    </a:lnTo>
                    <a:lnTo>
                      <a:pt x="1549" y="2364"/>
                    </a:lnTo>
                    <a:lnTo>
                      <a:pt x="1591" y="2427"/>
                    </a:lnTo>
                    <a:lnTo>
                      <a:pt x="1946" y="2636"/>
                    </a:lnTo>
                    <a:lnTo>
                      <a:pt x="1988" y="2595"/>
                    </a:lnTo>
                    <a:lnTo>
                      <a:pt x="2093" y="2616"/>
                    </a:lnTo>
                    <a:lnTo>
                      <a:pt x="2009" y="2302"/>
                    </a:lnTo>
                    <a:lnTo>
                      <a:pt x="2051" y="2176"/>
                    </a:lnTo>
                    <a:lnTo>
                      <a:pt x="2009" y="2072"/>
                    </a:lnTo>
                    <a:lnTo>
                      <a:pt x="2009" y="1820"/>
                    </a:lnTo>
                    <a:lnTo>
                      <a:pt x="1946" y="1695"/>
                    </a:lnTo>
                    <a:lnTo>
                      <a:pt x="1674" y="1548"/>
                    </a:lnTo>
                    <a:lnTo>
                      <a:pt x="1653" y="1214"/>
                    </a:lnTo>
                    <a:lnTo>
                      <a:pt x="1528" y="1004"/>
                    </a:lnTo>
                    <a:lnTo>
                      <a:pt x="1486" y="774"/>
                    </a:lnTo>
                    <a:lnTo>
                      <a:pt x="1444" y="732"/>
                    </a:lnTo>
                    <a:lnTo>
                      <a:pt x="1319" y="711"/>
                    </a:lnTo>
                    <a:lnTo>
                      <a:pt x="1130" y="607"/>
                    </a:lnTo>
                    <a:lnTo>
                      <a:pt x="1005" y="607"/>
                    </a:lnTo>
                    <a:lnTo>
                      <a:pt x="858" y="544"/>
                    </a:lnTo>
                    <a:lnTo>
                      <a:pt x="817" y="439"/>
                    </a:lnTo>
                    <a:lnTo>
                      <a:pt x="628" y="377"/>
                    </a:lnTo>
                    <a:lnTo>
                      <a:pt x="545" y="251"/>
                    </a:lnTo>
                    <a:lnTo>
                      <a:pt x="524" y="167"/>
                    </a:lnTo>
                    <a:lnTo>
                      <a:pt x="398" y="167"/>
                    </a:lnTo>
                    <a:lnTo>
                      <a:pt x="314" y="21"/>
                    </a:lnTo>
                    <a:lnTo>
                      <a:pt x="2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Google Shape;2181;p45"/>
              <p:cNvSpPr/>
              <p:nvPr/>
            </p:nvSpPr>
            <p:spPr>
              <a:xfrm>
                <a:off x="1953800" y="2242075"/>
                <a:ext cx="23050" cy="54425"/>
              </a:xfrm>
              <a:custGeom>
                <a:avLst/>
                <a:gdLst/>
                <a:ahLst/>
                <a:cxnLst/>
                <a:rect l="l" t="t" r="r" b="b"/>
                <a:pathLst>
                  <a:path w="922" h="2177" extrusionOk="0">
                    <a:moveTo>
                      <a:pt x="210" y="0"/>
                    </a:moveTo>
                    <a:lnTo>
                      <a:pt x="21" y="314"/>
                    </a:lnTo>
                    <a:lnTo>
                      <a:pt x="42" y="523"/>
                    </a:lnTo>
                    <a:lnTo>
                      <a:pt x="1" y="628"/>
                    </a:lnTo>
                    <a:lnTo>
                      <a:pt x="1" y="733"/>
                    </a:lnTo>
                    <a:lnTo>
                      <a:pt x="105" y="754"/>
                    </a:lnTo>
                    <a:lnTo>
                      <a:pt x="189" y="837"/>
                    </a:lnTo>
                    <a:lnTo>
                      <a:pt x="189" y="942"/>
                    </a:lnTo>
                    <a:lnTo>
                      <a:pt x="126" y="921"/>
                    </a:lnTo>
                    <a:lnTo>
                      <a:pt x="21" y="900"/>
                    </a:lnTo>
                    <a:lnTo>
                      <a:pt x="21" y="984"/>
                    </a:lnTo>
                    <a:lnTo>
                      <a:pt x="105" y="1047"/>
                    </a:lnTo>
                    <a:lnTo>
                      <a:pt x="21" y="1193"/>
                    </a:lnTo>
                    <a:lnTo>
                      <a:pt x="105" y="1214"/>
                    </a:lnTo>
                    <a:lnTo>
                      <a:pt x="210" y="1339"/>
                    </a:lnTo>
                    <a:lnTo>
                      <a:pt x="84" y="1319"/>
                    </a:lnTo>
                    <a:lnTo>
                      <a:pt x="21" y="1402"/>
                    </a:lnTo>
                    <a:lnTo>
                      <a:pt x="42" y="1507"/>
                    </a:lnTo>
                    <a:lnTo>
                      <a:pt x="210" y="1528"/>
                    </a:lnTo>
                    <a:lnTo>
                      <a:pt x="147" y="1611"/>
                    </a:lnTo>
                    <a:lnTo>
                      <a:pt x="189" y="1758"/>
                    </a:lnTo>
                    <a:lnTo>
                      <a:pt x="356" y="2135"/>
                    </a:lnTo>
                    <a:lnTo>
                      <a:pt x="503" y="2176"/>
                    </a:lnTo>
                    <a:lnTo>
                      <a:pt x="565" y="2072"/>
                    </a:lnTo>
                    <a:lnTo>
                      <a:pt x="524" y="1988"/>
                    </a:lnTo>
                    <a:lnTo>
                      <a:pt x="440" y="1988"/>
                    </a:lnTo>
                    <a:lnTo>
                      <a:pt x="398" y="1863"/>
                    </a:lnTo>
                    <a:lnTo>
                      <a:pt x="335" y="1653"/>
                    </a:lnTo>
                    <a:lnTo>
                      <a:pt x="356" y="1507"/>
                    </a:lnTo>
                    <a:lnTo>
                      <a:pt x="314" y="1402"/>
                    </a:lnTo>
                    <a:lnTo>
                      <a:pt x="398" y="1235"/>
                    </a:lnTo>
                    <a:lnTo>
                      <a:pt x="545" y="1235"/>
                    </a:lnTo>
                    <a:lnTo>
                      <a:pt x="524" y="1109"/>
                    </a:lnTo>
                    <a:lnTo>
                      <a:pt x="419" y="1109"/>
                    </a:lnTo>
                    <a:lnTo>
                      <a:pt x="335" y="1130"/>
                    </a:lnTo>
                    <a:lnTo>
                      <a:pt x="231" y="1130"/>
                    </a:lnTo>
                    <a:lnTo>
                      <a:pt x="314" y="1026"/>
                    </a:lnTo>
                    <a:lnTo>
                      <a:pt x="419" y="1026"/>
                    </a:lnTo>
                    <a:lnTo>
                      <a:pt x="545" y="921"/>
                    </a:lnTo>
                    <a:lnTo>
                      <a:pt x="565" y="733"/>
                    </a:lnTo>
                    <a:lnTo>
                      <a:pt x="670" y="607"/>
                    </a:lnTo>
                    <a:lnTo>
                      <a:pt x="712" y="419"/>
                    </a:lnTo>
                    <a:lnTo>
                      <a:pt x="921" y="210"/>
                    </a:lnTo>
                    <a:lnTo>
                      <a:pt x="858" y="189"/>
                    </a:lnTo>
                    <a:lnTo>
                      <a:pt x="670" y="272"/>
                    </a:lnTo>
                    <a:lnTo>
                      <a:pt x="545" y="461"/>
                    </a:lnTo>
                    <a:lnTo>
                      <a:pt x="461" y="628"/>
                    </a:lnTo>
                    <a:lnTo>
                      <a:pt x="335" y="670"/>
                    </a:lnTo>
                    <a:lnTo>
                      <a:pt x="335" y="586"/>
                    </a:lnTo>
                    <a:lnTo>
                      <a:pt x="252" y="523"/>
                    </a:lnTo>
                    <a:lnTo>
                      <a:pt x="461" y="461"/>
                    </a:lnTo>
                    <a:lnTo>
                      <a:pt x="565" y="377"/>
                    </a:lnTo>
                    <a:lnTo>
                      <a:pt x="607" y="231"/>
                    </a:lnTo>
                    <a:lnTo>
                      <a:pt x="607" y="168"/>
                    </a:lnTo>
                    <a:lnTo>
                      <a:pt x="503" y="105"/>
                    </a:lnTo>
                    <a:lnTo>
                      <a:pt x="440" y="189"/>
                    </a:lnTo>
                    <a:lnTo>
                      <a:pt x="356" y="210"/>
                    </a:lnTo>
                    <a:lnTo>
                      <a:pt x="398" y="63"/>
                    </a:lnTo>
                    <a:lnTo>
                      <a:pt x="2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Google Shape;2182;p45"/>
              <p:cNvSpPr/>
              <p:nvPr/>
            </p:nvSpPr>
            <p:spPr>
              <a:xfrm>
                <a:off x="2552225" y="1885325"/>
                <a:ext cx="48150" cy="486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947" extrusionOk="0">
                    <a:moveTo>
                      <a:pt x="1402" y="0"/>
                    </a:moveTo>
                    <a:lnTo>
                      <a:pt x="1256" y="21"/>
                    </a:lnTo>
                    <a:lnTo>
                      <a:pt x="1067" y="189"/>
                    </a:lnTo>
                    <a:lnTo>
                      <a:pt x="984" y="356"/>
                    </a:lnTo>
                    <a:lnTo>
                      <a:pt x="1046" y="544"/>
                    </a:lnTo>
                    <a:lnTo>
                      <a:pt x="942" y="524"/>
                    </a:lnTo>
                    <a:lnTo>
                      <a:pt x="900" y="356"/>
                    </a:lnTo>
                    <a:lnTo>
                      <a:pt x="858" y="356"/>
                    </a:lnTo>
                    <a:lnTo>
                      <a:pt x="837" y="503"/>
                    </a:lnTo>
                    <a:lnTo>
                      <a:pt x="753" y="503"/>
                    </a:lnTo>
                    <a:lnTo>
                      <a:pt x="795" y="607"/>
                    </a:lnTo>
                    <a:lnTo>
                      <a:pt x="753" y="712"/>
                    </a:lnTo>
                    <a:lnTo>
                      <a:pt x="649" y="712"/>
                    </a:lnTo>
                    <a:lnTo>
                      <a:pt x="586" y="816"/>
                    </a:lnTo>
                    <a:lnTo>
                      <a:pt x="419" y="775"/>
                    </a:lnTo>
                    <a:lnTo>
                      <a:pt x="335" y="837"/>
                    </a:lnTo>
                    <a:lnTo>
                      <a:pt x="251" y="816"/>
                    </a:lnTo>
                    <a:lnTo>
                      <a:pt x="0" y="963"/>
                    </a:lnTo>
                    <a:lnTo>
                      <a:pt x="21" y="1088"/>
                    </a:lnTo>
                    <a:lnTo>
                      <a:pt x="147" y="1235"/>
                    </a:lnTo>
                    <a:lnTo>
                      <a:pt x="230" y="1172"/>
                    </a:lnTo>
                    <a:lnTo>
                      <a:pt x="209" y="1088"/>
                    </a:lnTo>
                    <a:lnTo>
                      <a:pt x="251" y="1026"/>
                    </a:lnTo>
                    <a:lnTo>
                      <a:pt x="356" y="1130"/>
                    </a:lnTo>
                    <a:lnTo>
                      <a:pt x="314" y="1277"/>
                    </a:lnTo>
                    <a:lnTo>
                      <a:pt x="440" y="1381"/>
                    </a:lnTo>
                    <a:lnTo>
                      <a:pt x="523" y="1256"/>
                    </a:lnTo>
                    <a:lnTo>
                      <a:pt x="544" y="1340"/>
                    </a:lnTo>
                    <a:lnTo>
                      <a:pt x="523" y="1423"/>
                    </a:lnTo>
                    <a:lnTo>
                      <a:pt x="649" y="1591"/>
                    </a:lnTo>
                    <a:lnTo>
                      <a:pt x="753" y="1612"/>
                    </a:lnTo>
                    <a:lnTo>
                      <a:pt x="795" y="1779"/>
                    </a:lnTo>
                    <a:lnTo>
                      <a:pt x="879" y="1863"/>
                    </a:lnTo>
                    <a:lnTo>
                      <a:pt x="963" y="1716"/>
                    </a:lnTo>
                    <a:lnTo>
                      <a:pt x="984" y="1821"/>
                    </a:lnTo>
                    <a:lnTo>
                      <a:pt x="1109" y="1946"/>
                    </a:lnTo>
                    <a:lnTo>
                      <a:pt x="1214" y="1925"/>
                    </a:lnTo>
                    <a:lnTo>
                      <a:pt x="1318" y="1925"/>
                    </a:lnTo>
                    <a:lnTo>
                      <a:pt x="1423" y="1821"/>
                    </a:lnTo>
                    <a:lnTo>
                      <a:pt x="1507" y="1800"/>
                    </a:lnTo>
                    <a:lnTo>
                      <a:pt x="1632" y="1695"/>
                    </a:lnTo>
                    <a:lnTo>
                      <a:pt x="1695" y="1800"/>
                    </a:lnTo>
                    <a:lnTo>
                      <a:pt x="1737" y="1758"/>
                    </a:lnTo>
                    <a:lnTo>
                      <a:pt x="1925" y="1653"/>
                    </a:lnTo>
                    <a:lnTo>
                      <a:pt x="1925" y="1549"/>
                    </a:lnTo>
                    <a:lnTo>
                      <a:pt x="1800" y="1591"/>
                    </a:lnTo>
                    <a:lnTo>
                      <a:pt x="1716" y="1507"/>
                    </a:lnTo>
                    <a:lnTo>
                      <a:pt x="1841" y="1277"/>
                    </a:lnTo>
                    <a:lnTo>
                      <a:pt x="1883" y="1151"/>
                    </a:lnTo>
                    <a:lnTo>
                      <a:pt x="1737" y="1235"/>
                    </a:lnTo>
                    <a:lnTo>
                      <a:pt x="1674" y="1402"/>
                    </a:lnTo>
                    <a:lnTo>
                      <a:pt x="1674" y="1277"/>
                    </a:lnTo>
                    <a:lnTo>
                      <a:pt x="1737" y="1026"/>
                    </a:lnTo>
                    <a:lnTo>
                      <a:pt x="1695" y="649"/>
                    </a:lnTo>
                    <a:lnTo>
                      <a:pt x="1528" y="544"/>
                    </a:lnTo>
                    <a:lnTo>
                      <a:pt x="1528" y="419"/>
                    </a:lnTo>
                    <a:lnTo>
                      <a:pt x="1423" y="419"/>
                    </a:lnTo>
                    <a:lnTo>
                      <a:pt x="1360" y="524"/>
                    </a:lnTo>
                    <a:lnTo>
                      <a:pt x="1360" y="398"/>
                    </a:lnTo>
                    <a:lnTo>
                      <a:pt x="1423" y="314"/>
                    </a:lnTo>
                    <a:lnTo>
                      <a:pt x="1381" y="210"/>
                    </a:lnTo>
                    <a:lnTo>
                      <a:pt x="1402" y="105"/>
                    </a:lnTo>
                    <a:lnTo>
                      <a:pt x="140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Google Shape;2183;p45"/>
              <p:cNvSpPr/>
              <p:nvPr/>
            </p:nvSpPr>
            <p:spPr>
              <a:xfrm>
                <a:off x="2722750" y="1634775"/>
                <a:ext cx="145950" cy="133925"/>
              </a:xfrm>
              <a:custGeom>
                <a:avLst/>
                <a:gdLst/>
                <a:ahLst/>
                <a:cxnLst/>
                <a:rect l="l" t="t" r="r" b="b"/>
                <a:pathLst>
                  <a:path w="5838" h="5357" extrusionOk="0">
                    <a:moveTo>
                      <a:pt x="502" y="0"/>
                    </a:moveTo>
                    <a:lnTo>
                      <a:pt x="440" y="84"/>
                    </a:lnTo>
                    <a:lnTo>
                      <a:pt x="230" y="105"/>
                    </a:lnTo>
                    <a:lnTo>
                      <a:pt x="210" y="126"/>
                    </a:lnTo>
                    <a:lnTo>
                      <a:pt x="147" y="126"/>
                    </a:lnTo>
                    <a:lnTo>
                      <a:pt x="105" y="230"/>
                    </a:lnTo>
                    <a:lnTo>
                      <a:pt x="189" y="335"/>
                    </a:lnTo>
                    <a:lnTo>
                      <a:pt x="230" y="439"/>
                    </a:lnTo>
                    <a:lnTo>
                      <a:pt x="147" y="439"/>
                    </a:lnTo>
                    <a:lnTo>
                      <a:pt x="21" y="272"/>
                    </a:lnTo>
                    <a:lnTo>
                      <a:pt x="0" y="398"/>
                    </a:lnTo>
                    <a:lnTo>
                      <a:pt x="21" y="502"/>
                    </a:lnTo>
                    <a:lnTo>
                      <a:pt x="147" y="544"/>
                    </a:lnTo>
                    <a:lnTo>
                      <a:pt x="251" y="732"/>
                    </a:lnTo>
                    <a:lnTo>
                      <a:pt x="356" y="732"/>
                    </a:lnTo>
                    <a:lnTo>
                      <a:pt x="293" y="816"/>
                    </a:lnTo>
                    <a:lnTo>
                      <a:pt x="210" y="816"/>
                    </a:lnTo>
                    <a:lnTo>
                      <a:pt x="189" y="921"/>
                    </a:lnTo>
                    <a:lnTo>
                      <a:pt x="314" y="1109"/>
                    </a:lnTo>
                    <a:lnTo>
                      <a:pt x="440" y="1151"/>
                    </a:lnTo>
                    <a:lnTo>
                      <a:pt x="419" y="1235"/>
                    </a:lnTo>
                    <a:lnTo>
                      <a:pt x="398" y="1172"/>
                    </a:lnTo>
                    <a:lnTo>
                      <a:pt x="210" y="1151"/>
                    </a:lnTo>
                    <a:lnTo>
                      <a:pt x="210" y="1235"/>
                    </a:lnTo>
                    <a:lnTo>
                      <a:pt x="147" y="1255"/>
                    </a:lnTo>
                    <a:lnTo>
                      <a:pt x="105" y="1360"/>
                    </a:lnTo>
                    <a:lnTo>
                      <a:pt x="251" y="1276"/>
                    </a:lnTo>
                    <a:lnTo>
                      <a:pt x="335" y="1360"/>
                    </a:lnTo>
                    <a:lnTo>
                      <a:pt x="523" y="1276"/>
                    </a:lnTo>
                    <a:lnTo>
                      <a:pt x="544" y="1360"/>
                    </a:lnTo>
                    <a:lnTo>
                      <a:pt x="649" y="1381"/>
                    </a:lnTo>
                    <a:lnTo>
                      <a:pt x="670" y="1465"/>
                    </a:lnTo>
                    <a:lnTo>
                      <a:pt x="837" y="1590"/>
                    </a:lnTo>
                    <a:lnTo>
                      <a:pt x="879" y="1590"/>
                    </a:lnTo>
                    <a:lnTo>
                      <a:pt x="879" y="1527"/>
                    </a:lnTo>
                    <a:lnTo>
                      <a:pt x="942" y="1548"/>
                    </a:lnTo>
                    <a:lnTo>
                      <a:pt x="1046" y="1486"/>
                    </a:lnTo>
                    <a:lnTo>
                      <a:pt x="1130" y="1527"/>
                    </a:lnTo>
                    <a:lnTo>
                      <a:pt x="1151" y="1590"/>
                    </a:lnTo>
                    <a:lnTo>
                      <a:pt x="1130" y="1674"/>
                    </a:lnTo>
                    <a:lnTo>
                      <a:pt x="1130" y="1883"/>
                    </a:lnTo>
                    <a:lnTo>
                      <a:pt x="1067" y="2051"/>
                    </a:lnTo>
                    <a:lnTo>
                      <a:pt x="1067" y="2113"/>
                    </a:lnTo>
                    <a:lnTo>
                      <a:pt x="1151" y="2260"/>
                    </a:lnTo>
                    <a:lnTo>
                      <a:pt x="1088" y="2385"/>
                    </a:lnTo>
                    <a:lnTo>
                      <a:pt x="1088" y="2469"/>
                    </a:lnTo>
                    <a:lnTo>
                      <a:pt x="1067" y="2595"/>
                    </a:lnTo>
                    <a:lnTo>
                      <a:pt x="879" y="2699"/>
                    </a:lnTo>
                    <a:lnTo>
                      <a:pt x="754" y="2741"/>
                    </a:lnTo>
                    <a:lnTo>
                      <a:pt x="733" y="2825"/>
                    </a:lnTo>
                    <a:lnTo>
                      <a:pt x="628" y="2992"/>
                    </a:lnTo>
                    <a:lnTo>
                      <a:pt x="628" y="3055"/>
                    </a:lnTo>
                    <a:lnTo>
                      <a:pt x="523" y="3118"/>
                    </a:lnTo>
                    <a:lnTo>
                      <a:pt x="461" y="3222"/>
                    </a:lnTo>
                    <a:lnTo>
                      <a:pt x="461" y="3348"/>
                    </a:lnTo>
                    <a:lnTo>
                      <a:pt x="544" y="3369"/>
                    </a:lnTo>
                    <a:lnTo>
                      <a:pt x="544" y="3452"/>
                    </a:lnTo>
                    <a:lnTo>
                      <a:pt x="440" y="3473"/>
                    </a:lnTo>
                    <a:lnTo>
                      <a:pt x="419" y="3578"/>
                    </a:lnTo>
                    <a:lnTo>
                      <a:pt x="461" y="3641"/>
                    </a:lnTo>
                    <a:lnTo>
                      <a:pt x="398" y="3745"/>
                    </a:lnTo>
                    <a:lnTo>
                      <a:pt x="356" y="3850"/>
                    </a:lnTo>
                    <a:lnTo>
                      <a:pt x="419" y="3955"/>
                    </a:lnTo>
                    <a:lnTo>
                      <a:pt x="502" y="3976"/>
                    </a:lnTo>
                    <a:lnTo>
                      <a:pt x="502" y="4059"/>
                    </a:lnTo>
                    <a:lnTo>
                      <a:pt x="565" y="4143"/>
                    </a:lnTo>
                    <a:lnTo>
                      <a:pt x="628" y="4143"/>
                    </a:lnTo>
                    <a:lnTo>
                      <a:pt x="649" y="4038"/>
                    </a:lnTo>
                    <a:lnTo>
                      <a:pt x="670" y="3955"/>
                    </a:lnTo>
                    <a:lnTo>
                      <a:pt x="733" y="3996"/>
                    </a:lnTo>
                    <a:lnTo>
                      <a:pt x="774" y="3996"/>
                    </a:lnTo>
                    <a:lnTo>
                      <a:pt x="879" y="3871"/>
                    </a:lnTo>
                    <a:lnTo>
                      <a:pt x="942" y="3892"/>
                    </a:lnTo>
                    <a:lnTo>
                      <a:pt x="879" y="4059"/>
                    </a:lnTo>
                    <a:lnTo>
                      <a:pt x="774" y="4080"/>
                    </a:lnTo>
                    <a:lnTo>
                      <a:pt x="754" y="4143"/>
                    </a:lnTo>
                    <a:lnTo>
                      <a:pt x="816" y="4185"/>
                    </a:lnTo>
                    <a:lnTo>
                      <a:pt x="816" y="4268"/>
                    </a:lnTo>
                    <a:lnTo>
                      <a:pt x="921" y="4394"/>
                    </a:lnTo>
                    <a:lnTo>
                      <a:pt x="1026" y="4352"/>
                    </a:lnTo>
                    <a:lnTo>
                      <a:pt x="1067" y="4394"/>
                    </a:lnTo>
                    <a:lnTo>
                      <a:pt x="1193" y="4415"/>
                    </a:lnTo>
                    <a:lnTo>
                      <a:pt x="1256" y="4352"/>
                    </a:lnTo>
                    <a:lnTo>
                      <a:pt x="1402" y="4310"/>
                    </a:lnTo>
                    <a:lnTo>
                      <a:pt x="1381" y="4164"/>
                    </a:lnTo>
                    <a:lnTo>
                      <a:pt x="1465" y="4164"/>
                    </a:lnTo>
                    <a:lnTo>
                      <a:pt x="1507" y="4101"/>
                    </a:lnTo>
                    <a:lnTo>
                      <a:pt x="1507" y="4185"/>
                    </a:lnTo>
                    <a:lnTo>
                      <a:pt x="1486" y="4206"/>
                    </a:lnTo>
                    <a:lnTo>
                      <a:pt x="1507" y="4310"/>
                    </a:lnTo>
                    <a:lnTo>
                      <a:pt x="1570" y="4289"/>
                    </a:lnTo>
                    <a:lnTo>
                      <a:pt x="1653" y="4143"/>
                    </a:lnTo>
                    <a:lnTo>
                      <a:pt x="1695" y="4080"/>
                    </a:lnTo>
                    <a:lnTo>
                      <a:pt x="1716" y="4143"/>
                    </a:lnTo>
                    <a:lnTo>
                      <a:pt x="1695" y="4268"/>
                    </a:lnTo>
                    <a:lnTo>
                      <a:pt x="1570" y="4478"/>
                    </a:lnTo>
                    <a:lnTo>
                      <a:pt x="1486" y="4520"/>
                    </a:lnTo>
                    <a:lnTo>
                      <a:pt x="1486" y="4624"/>
                    </a:lnTo>
                    <a:lnTo>
                      <a:pt x="1611" y="4666"/>
                    </a:lnTo>
                    <a:lnTo>
                      <a:pt x="1695" y="4729"/>
                    </a:lnTo>
                    <a:lnTo>
                      <a:pt x="1800" y="4729"/>
                    </a:lnTo>
                    <a:lnTo>
                      <a:pt x="1821" y="4771"/>
                    </a:lnTo>
                    <a:lnTo>
                      <a:pt x="1967" y="4792"/>
                    </a:lnTo>
                    <a:lnTo>
                      <a:pt x="1988" y="4708"/>
                    </a:lnTo>
                    <a:lnTo>
                      <a:pt x="2114" y="4708"/>
                    </a:lnTo>
                    <a:lnTo>
                      <a:pt x="2072" y="4771"/>
                    </a:lnTo>
                    <a:lnTo>
                      <a:pt x="2093" y="4833"/>
                    </a:lnTo>
                    <a:lnTo>
                      <a:pt x="2176" y="4833"/>
                    </a:lnTo>
                    <a:lnTo>
                      <a:pt x="2239" y="4917"/>
                    </a:lnTo>
                    <a:lnTo>
                      <a:pt x="2323" y="4875"/>
                    </a:lnTo>
                    <a:lnTo>
                      <a:pt x="2302" y="4792"/>
                    </a:lnTo>
                    <a:lnTo>
                      <a:pt x="2281" y="4708"/>
                    </a:lnTo>
                    <a:lnTo>
                      <a:pt x="2344" y="4603"/>
                    </a:lnTo>
                    <a:lnTo>
                      <a:pt x="2386" y="4687"/>
                    </a:lnTo>
                    <a:lnTo>
                      <a:pt x="2344" y="4792"/>
                    </a:lnTo>
                    <a:lnTo>
                      <a:pt x="2386" y="4917"/>
                    </a:lnTo>
                    <a:lnTo>
                      <a:pt x="2448" y="4917"/>
                    </a:lnTo>
                    <a:lnTo>
                      <a:pt x="2490" y="4792"/>
                    </a:lnTo>
                    <a:lnTo>
                      <a:pt x="2532" y="4729"/>
                    </a:lnTo>
                    <a:lnTo>
                      <a:pt x="2616" y="4708"/>
                    </a:lnTo>
                    <a:lnTo>
                      <a:pt x="2616" y="4792"/>
                    </a:lnTo>
                    <a:lnTo>
                      <a:pt x="2553" y="4833"/>
                    </a:lnTo>
                    <a:lnTo>
                      <a:pt x="2553" y="4917"/>
                    </a:lnTo>
                    <a:lnTo>
                      <a:pt x="2720" y="4917"/>
                    </a:lnTo>
                    <a:lnTo>
                      <a:pt x="2804" y="4875"/>
                    </a:lnTo>
                    <a:lnTo>
                      <a:pt x="2867" y="4687"/>
                    </a:lnTo>
                    <a:lnTo>
                      <a:pt x="2909" y="4792"/>
                    </a:lnTo>
                    <a:lnTo>
                      <a:pt x="2846" y="4833"/>
                    </a:lnTo>
                    <a:lnTo>
                      <a:pt x="2846" y="4938"/>
                    </a:lnTo>
                    <a:lnTo>
                      <a:pt x="2971" y="4917"/>
                    </a:lnTo>
                    <a:lnTo>
                      <a:pt x="3013" y="4771"/>
                    </a:lnTo>
                    <a:lnTo>
                      <a:pt x="3055" y="4687"/>
                    </a:lnTo>
                    <a:lnTo>
                      <a:pt x="3055" y="4687"/>
                    </a:lnTo>
                    <a:lnTo>
                      <a:pt x="3034" y="4917"/>
                    </a:lnTo>
                    <a:lnTo>
                      <a:pt x="3055" y="5001"/>
                    </a:lnTo>
                    <a:lnTo>
                      <a:pt x="3160" y="5001"/>
                    </a:lnTo>
                    <a:lnTo>
                      <a:pt x="3327" y="5105"/>
                    </a:lnTo>
                    <a:lnTo>
                      <a:pt x="3432" y="5043"/>
                    </a:lnTo>
                    <a:lnTo>
                      <a:pt x="3495" y="5022"/>
                    </a:lnTo>
                    <a:lnTo>
                      <a:pt x="3536" y="5105"/>
                    </a:lnTo>
                    <a:lnTo>
                      <a:pt x="3662" y="5084"/>
                    </a:lnTo>
                    <a:lnTo>
                      <a:pt x="3746" y="5022"/>
                    </a:lnTo>
                    <a:lnTo>
                      <a:pt x="3746" y="4896"/>
                    </a:lnTo>
                    <a:lnTo>
                      <a:pt x="3850" y="4792"/>
                    </a:lnTo>
                    <a:lnTo>
                      <a:pt x="3892" y="4729"/>
                    </a:lnTo>
                    <a:lnTo>
                      <a:pt x="3850" y="4603"/>
                    </a:lnTo>
                    <a:lnTo>
                      <a:pt x="3871" y="4520"/>
                    </a:lnTo>
                    <a:lnTo>
                      <a:pt x="3913" y="4520"/>
                    </a:lnTo>
                    <a:lnTo>
                      <a:pt x="3955" y="4666"/>
                    </a:lnTo>
                    <a:lnTo>
                      <a:pt x="3997" y="4687"/>
                    </a:lnTo>
                    <a:lnTo>
                      <a:pt x="3997" y="4729"/>
                    </a:lnTo>
                    <a:lnTo>
                      <a:pt x="3913" y="4812"/>
                    </a:lnTo>
                    <a:lnTo>
                      <a:pt x="3871" y="4980"/>
                    </a:lnTo>
                    <a:lnTo>
                      <a:pt x="3892" y="5210"/>
                    </a:lnTo>
                    <a:lnTo>
                      <a:pt x="3997" y="5252"/>
                    </a:lnTo>
                    <a:lnTo>
                      <a:pt x="4101" y="5210"/>
                    </a:lnTo>
                    <a:lnTo>
                      <a:pt x="4122" y="5315"/>
                    </a:lnTo>
                    <a:lnTo>
                      <a:pt x="4227" y="5315"/>
                    </a:lnTo>
                    <a:lnTo>
                      <a:pt x="4269" y="5357"/>
                    </a:lnTo>
                    <a:lnTo>
                      <a:pt x="4373" y="5357"/>
                    </a:lnTo>
                    <a:lnTo>
                      <a:pt x="4583" y="5231"/>
                    </a:lnTo>
                    <a:lnTo>
                      <a:pt x="4687" y="5210"/>
                    </a:lnTo>
                    <a:lnTo>
                      <a:pt x="4855" y="5315"/>
                    </a:lnTo>
                    <a:lnTo>
                      <a:pt x="4938" y="5294"/>
                    </a:lnTo>
                    <a:lnTo>
                      <a:pt x="5022" y="5336"/>
                    </a:lnTo>
                    <a:lnTo>
                      <a:pt x="5064" y="5252"/>
                    </a:lnTo>
                    <a:lnTo>
                      <a:pt x="5064" y="5210"/>
                    </a:lnTo>
                    <a:lnTo>
                      <a:pt x="5147" y="5084"/>
                    </a:lnTo>
                    <a:lnTo>
                      <a:pt x="5231" y="5043"/>
                    </a:lnTo>
                    <a:lnTo>
                      <a:pt x="5231" y="5001"/>
                    </a:lnTo>
                    <a:lnTo>
                      <a:pt x="5168" y="4875"/>
                    </a:lnTo>
                    <a:lnTo>
                      <a:pt x="5168" y="4729"/>
                    </a:lnTo>
                    <a:lnTo>
                      <a:pt x="5231" y="4812"/>
                    </a:lnTo>
                    <a:lnTo>
                      <a:pt x="5231" y="4896"/>
                    </a:lnTo>
                    <a:lnTo>
                      <a:pt x="5336" y="5022"/>
                    </a:lnTo>
                    <a:lnTo>
                      <a:pt x="5378" y="4938"/>
                    </a:lnTo>
                    <a:lnTo>
                      <a:pt x="5524" y="4938"/>
                    </a:lnTo>
                    <a:lnTo>
                      <a:pt x="5566" y="4980"/>
                    </a:lnTo>
                    <a:lnTo>
                      <a:pt x="5587" y="4896"/>
                    </a:lnTo>
                    <a:lnTo>
                      <a:pt x="5566" y="4792"/>
                    </a:lnTo>
                    <a:lnTo>
                      <a:pt x="5566" y="4708"/>
                    </a:lnTo>
                    <a:lnTo>
                      <a:pt x="5524" y="4666"/>
                    </a:lnTo>
                    <a:lnTo>
                      <a:pt x="5378" y="4687"/>
                    </a:lnTo>
                    <a:lnTo>
                      <a:pt x="5252" y="4708"/>
                    </a:lnTo>
                    <a:lnTo>
                      <a:pt x="5231" y="4603"/>
                    </a:lnTo>
                    <a:lnTo>
                      <a:pt x="5273" y="4582"/>
                    </a:lnTo>
                    <a:lnTo>
                      <a:pt x="5336" y="4603"/>
                    </a:lnTo>
                    <a:lnTo>
                      <a:pt x="5461" y="4561"/>
                    </a:lnTo>
                    <a:lnTo>
                      <a:pt x="5545" y="4457"/>
                    </a:lnTo>
                    <a:lnTo>
                      <a:pt x="5587" y="4520"/>
                    </a:lnTo>
                    <a:lnTo>
                      <a:pt x="5671" y="4499"/>
                    </a:lnTo>
                    <a:lnTo>
                      <a:pt x="5733" y="4394"/>
                    </a:lnTo>
                    <a:lnTo>
                      <a:pt x="5691" y="4310"/>
                    </a:lnTo>
                    <a:lnTo>
                      <a:pt x="5775" y="4206"/>
                    </a:lnTo>
                    <a:lnTo>
                      <a:pt x="5754" y="4143"/>
                    </a:lnTo>
                    <a:lnTo>
                      <a:pt x="5796" y="4143"/>
                    </a:lnTo>
                    <a:lnTo>
                      <a:pt x="5838" y="4080"/>
                    </a:lnTo>
                    <a:lnTo>
                      <a:pt x="5691" y="4038"/>
                    </a:lnTo>
                    <a:lnTo>
                      <a:pt x="5566" y="4059"/>
                    </a:lnTo>
                    <a:lnTo>
                      <a:pt x="5629" y="3976"/>
                    </a:lnTo>
                    <a:lnTo>
                      <a:pt x="5691" y="3955"/>
                    </a:lnTo>
                    <a:lnTo>
                      <a:pt x="5691" y="3850"/>
                    </a:lnTo>
                    <a:lnTo>
                      <a:pt x="5587" y="3766"/>
                    </a:lnTo>
                    <a:lnTo>
                      <a:pt x="5357" y="3766"/>
                    </a:lnTo>
                    <a:lnTo>
                      <a:pt x="5336" y="3724"/>
                    </a:lnTo>
                    <a:lnTo>
                      <a:pt x="5336" y="3641"/>
                    </a:lnTo>
                    <a:lnTo>
                      <a:pt x="5378" y="3620"/>
                    </a:lnTo>
                    <a:lnTo>
                      <a:pt x="5357" y="3515"/>
                    </a:lnTo>
                    <a:lnTo>
                      <a:pt x="5168" y="3348"/>
                    </a:lnTo>
                    <a:lnTo>
                      <a:pt x="5106" y="3348"/>
                    </a:lnTo>
                    <a:lnTo>
                      <a:pt x="5001" y="3432"/>
                    </a:lnTo>
                    <a:lnTo>
                      <a:pt x="4834" y="3432"/>
                    </a:lnTo>
                    <a:lnTo>
                      <a:pt x="4687" y="3452"/>
                    </a:lnTo>
                    <a:lnTo>
                      <a:pt x="4478" y="3327"/>
                    </a:lnTo>
                    <a:lnTo>
                      <a:pt x="4436" y="3243"/>
                    </a:lnTo>
                    <a:lnTo>
                      <a:pt x="4394" y="3222"/>
                    </a:lnTo>
                    <a:lnTo>
                      <a:pt x="4290" y="3264"/>
                    </a:lnTo>
                    <a:lnTo>
                      <a:pt x="4206" y="3264"/>
                    </a:lnTo>
                    <a:lnTo>
                      <a:pt x="4122" y="3306"/>
                    </a:lnTo>
                    <a:lnTo>
                      <a:pt x="4018" y="3306"/>
                    </a:lnTo>
                    <a:lnTo>
                      <a:pt x="3976" y="3411"/>
                    </a:lnTo>
                    <a:lnTo>
                      <a:pt x="3913" y="3348"/>
                    </a:lnTo>
                    <a:lnTo>
                      <a:pt x="3808" y="3264"/>
                    </a:lnTo>
                    <a:lnTo>
                      <a:pt x="3704" y="3327"/>
                    </a:lnTo>
                    <a:lnTo>
                      <a:pt x="3578" y="3348"/>
                    </a:lnTo>
                    <a:lnTo>
                      <a:pt x="3578" y="3411"/>
                    </a:lnTo>
                    <a:lnTo>
                      <a:pt x="3536" y="3452"/>
                    </a:lnTo>
                    <a:lnTo>
                      <a:pt x="3536" y="3369"/>
                    </a:lnTo>
                    <a:lnTo>
                      <a:pt x="3474" y="3327"/>
                    </a:lnTo>
                    <a:lnTo>
                      <a:pt x="3369" y="3348"/>
                    </a:lnTo>
                    <a:lnTo>
                      <a:pt x="3139" y="3327"/>
                    </a:lnTo>
                    <a:lnTo>
                      <a:pt x="3076" y="3348"/>
                    </a:lnTo>
                    <a:lnTo>
                      <a:pt x="3160" y="3432"/>
                    </a:lnTo>
                    <a:lnTo>
                      <a:pt x="3160" y="3536"/>
                    </a:lnTo>
                    <a:lnTo>
                      <a:pt x="3264" y="3620"/>
                    </a:lnTo>
                    <a:lnTo>
                      <a:pt x="3139" y="3578"/>
                    </a:lnTo>
                    <a:lnTo>
                      <a:pt x="3076" y="3515"/>
                    </a:lnTo>
                    <a:lnTo>
                      <a:pt x="3013" y="3473"/>
                    </a:lnTo>
                    <a:lnTo>
                      <a:pt x="2867" y="3536"/>
                    </a:lnTo>
                    <a:lnTo>
                      <a:pt x="2804" y="3473"/>
                    </a:lnTo>
                    <a:lnTo>
                      <a:pt x="2930" y="3432"/>
                    </a:lnTo>
                    <a:lnTo>
                      <a:pt x="2930" y="3348"/>
                    </a:lnTo>
                    <a:lnTo>
                      <a:pt x="2804" y="3222"/>
                    </a:lnTo>
                    <a:lnTo>
                      <a:pt x="2825" y="3139"/>
                    </a:lnTo>
                    <a:lnTo>
                      <a:pt x="2762" y="3097"/>
                    </a:lnTo>
                    <a:lnTo>
                      <a:pt x="2637" y="3160"/>
                    </a:lnTo>
                    <a:lnTo>
                      <a:pt x="2658" y="3243"/>
                    </a:lnTo>
                    <a:lnTo>
                      <a:pt x="2637" y="3306"/>
                    </a:lnTo>
                    <a:lnTo>
                      <a:pt x="2532" y="3264"/>
                    </a:lnTo>
                    <a:lnTo>
                      <a:pt x="2595" y="3201"/>
                    </a:lnTo>
                    <a:lnTo>
                      <a:pt x="2553" y="3139"/>
                    </a:lnTo>
                    <a:lnTo>
                      <a:pt x="2448" y="3097"/>
                    </a:lnTo>
                    <a:lnTo>
                      <a:pt x="2406" y="3139"/>
                    </a:lnTo>
                    <a:lnTo>
                      <a:pt x="2323" y="3139"/>
                    </a:lnTo>
                    <a:lnTo>
                      <a:pt x="2344" y="3034"/>
                    </a:lnTo>
                    <a:lnTo>
                      <a:pt x="2344" y="2992"/>
                    </a:lnTo>
                    <a:lnTo>
                      <a:pt x="2323" y="2888"/>
                    </a:lnTo>
                    <a:lnTo>
                      <a:pt x="2218" y="2908"/>
                    </a:lnTo>
                    <a:lnTo>
                      <a:pt x="2093" y="3034"/>
                    </a:lnTo>
                    <a:lnTo>
                      <a:pt x="2114" y="3160"/>
                    </a:lnTo>
                    <a:lnTo>
                      <a:pt x="2030" y="3160"/>
                    </a:lnTo>
                    <a:lnTo>
                      <a:pt x="1988" y="3055"/>
                    </a:lnTo>
                    <a:lnTo>
                      <a:pt x="2030" y="2992"/>
                    </a:lnTo>
                    <a:lnTo>
                      <a:pt x="2030" y="2908"/>
                    </a:lnTo>
                    <a:lnTo>
                      <a:pt x="2093" y="2720"/>
                    </a:lnTo>
                    <a:lnTo>
                      <a:pt x="2009" y="2636"/>
                    </a:lnTo>
                    <a:lnTo>
                      <a:pt x="1883" y="2699"/>
                    </a:lnTo>
                    <a:lnTo>
                      <a:pt x="1883" y="2636"/>
                    </a:lnTo>
                    <a:lnTo>
                      <a:pt x="1988" y="2616"/>
                    </a:lnTo>
                    <a:lnTo>
                      <a:pt x="2030" y="2490"/>
                    </a:lnTo>
                    <a:lnTo>
                      <a:pt x="2009" y="2385"/>
                    </a:lnTo>
                    <a:lnTo>
                      <a:pt x="1925" y="2427"/>
                    </a:lnTo>
                    <a:lnTo>
                      <a:pt x="1862" y="2385"/>
                    </a:lnTo>
                    <a:lnTo>
                      <a:pt x="1800" y="2427"/>
                    </a:lnTo>
                    <a:lnTo>
                      <a:pt x="1695" y="2427"/>
                    </a:lnTo>
                    <a:lnTo>
                      <a:pt x="1758" y="2385"/>
                    </a:lnTo>
                    <a:lnTo>
                      <a:pt x="1758" y="2323"/>
                    </a:lnTo>
                    <a:lnTo>
                      <a:pt x="1653" y="2323"/>
                    </a:lnTo>
                    <a:lnTo>
                      <a:pt x="1590" y="2406"/>
                    </a:lnTo>
                    <a:lnTo>
                      <a:pt x="1444" y="2427"/>
                    </a:lnTo>
                    <a:lnTo>
                      <a:pt x="1444" y="2364"/>
                    </a:lnTo>
                    <a:lnTo>
                      <a:pt x="1507" y="2323"/>
                    </a:lnTo>
                    <a:lnTo>
                      <a:pt x="1570" y="2218"/>
                    </a:lnTo>
                    <a:lnTo>
                      <a:pt x="1590" y="2155"/>
                    </a:lnTo>
                    <a:lnTo>
                      <a:pt x="1674" y="2155"/>
                    </a:lnTo>
                    <a:lnTo>
                      <a:pt x="1779" y="2260"/>
                    </a:lnTo>
                    <a:lnTo>
                      <a:pt x="1925" y="2260"/>
                    </a:lnTo>
                    <a:lnTo>
                      <a:pt x="1904" y="2197"/>
                    </a:lnTo>
                    <a:lnTo>
                      <a:pt x="1800" y="2071"/>
                    </a:lnTo>
                    <a:lnTo>
                      <a:pt x="1695" y="2071"/>
                    </a:lnTo>
                    <a:lnTo>
                      <a:pt x="1758" y="2009"/>
                    </a:lnTo>
                    <a:lnTo>
                      <a:pt x="1611" y="1883"/>
                    </a:lnTo>
                    <a:lnTo>
                      <a:pt x="1507" y="1841"/>
                    </a:lnTo>
                    <a:lnTo>
                      <a:pt x="1570" y="1799"/>
                    </a:lnTo>
                    <a:lnTo>
                      <a:pt x="1590" y="1737"/>
                    </a:lnTo>
                    <a:lnTo>
                      <a:pt x="1653" y="1737"/>
                    </a:lnTo>
                    <a:lnTo>
                      <a:pt x="1695" y="1841"/>
                    </a:lnTo>
                    <a:lnTo>
                      <a:pt x="1800" y="1967"/>
                    </a:lnTo>
                    <a:lnTo>
                      <a:pt x="1967" y="1988"/>
                    </a:lnTo>
                    <a:lnTo>
                      <a:pt x="2030" y="2092"/>
                    </a:lnTo>
                    <a:lnTo>
                      <a:pt x="2114" y="2009"/>
                    </a:lnTo>
                    <a:lnTo>
                      <a:pt x="2176" y="2092"/>
                    </a:lnTo>
                    <a:lnTo>
                      <a:pt x="2344" y="2155"/>
                    </a:lnTo>
                    <a:lnTo>
                      <a:pt x="2448" y="2155"/>
                    </a:lnTo>
                    <a:lnTo>
                      <a:pt x="2511" y="2051"/>
                    </a:lnTo>
                    <a:lnTo>
                      <a:pt x="2490" y="1904"/>
                    </a:lnTo>
                    <a:lnTo>
                      <a:pt x="2239" y="1758"/>
                    </a:lnTo>
                    <a:lnTo>
                      <a:pt x="2134" y="1653"/>
                    </a:lnTo>
                    <a:lnTo>
                      <a:pt x="2072" y="1653"/>
                    </a:lnTo>
                    <a:lnTo>
                      <a:pt x="2030" y="1548"/>
                    </a:lnTo>
                    <a:lnTo>
                      <a:pt x="1925" y="1444"/>
                    </a:lnTo>
                    <a:lnTo>
                      <a:pt x="1883" y="1444"/>
                    </a:lnTo>
                    <a:lnTo>
                      <a:pt x="1821" y="1381"/>
                    </a:lnTo>
                    <a:lnTo>
                      <a:pt x="1883" y="1318"/>
                    </a:lnTo>
                    <a:lnTo>
                      <a:pt x="1967" y="1339"/>
                    </a:lnTo>
                    <a:lnTo>
                      <a:pt x="2030" y="1444"/>
                    </a:lnTo>
                    <a:lnTo>
                      <a:pt x="2114" y="1444"/>
                    </a:lnTo>
                    <a:lnTo>
                      <a:pt x="2134" y="1548"/>
                    </a:lnTo>
                    <a:lnTo>
                      <a:pt x="2197" y="1548"/>
                    </a:lnTo>
                    <a:lnTo>
                      <a:pt x="2239" y="1465"/>
                    </a:lnTo>
                    <a:lnTo>
                      <a:pt x="2197" y="1276"/>
                    </a:lnTo>
                    <a:lnTo>
                      <a:pt x="2072" y="1130"/>
                    </a:lnTo>
                    <a:lnTo>
                      <a:pt x="1988" y="1130"/>
                    </a:lnTo>
                    <a:lnTo>
                      <a:pt x="1967" y="1109"/>
                    </a:lnTo>
                    <a:lnTo>
                      <a:pt x="1821" y="1109"/>
                    </a:lnTo>
                    <a:lnTo>
                      <a:pt x="1695" y="1172"/>
                    </a:lnTo>
                    <a:lnTo>
                      <a:pt x="1590" y="1172"/>
                    </a:lnTo>
                    <a:lnTo>
                      <a:pt x="1486" y="1109"/>
                    </a:lnTo>
                    <a:lnTo>
                      <a:pt x="1402" y="1130"/>
                    </a:lnTo>
                    <a:lnTo>
                      <a:pt x="1360" y="1025"/>
                    </a:lnTo>
                    <a:lnTo>
                      <a:pt x="1235" y="1214"/>
                    </a:lnTo>
                    <a:lnTo>
                      <a:pt x="1067" y="1276"/>
                    </a:lnTo>
                    <a:lnTo>
                      <a:pt x="1046" y="1381"/>
                    </a:lnTo>
                    <a:lnTo>
                      <a:pt x="963" y="1423"/>
                    </a:lnTo>
                    <a:lnTo>
                      <a:pt x="963" y="1339"/>
                    </a:lnTo>
                    <a:lnTo>
                      <a:pt x="1046" y="1235"/>
                    </a:lnTo>
                    <a:lnTo>
                      <a:pt x="1088" y="1235"/>
                    </a:lnTo>
                    <a:lnTo>
                      <a:pt x="1339" y="1004"/>
                    </a:lnTo>
                    <a:lnTo>
                      <a:pt x="1360" y="921"/>
                    </a:lnTo>
                    <a:lnTo>
                      <a:pt x="1298" y="816"/>
                    </a:lnTo>
                    <a:lnTo>
                      <a:pt x="1298" y="544"/>
                    </a:lnTo>
                    <a:lnTo>
                      <a:pt x="1339" y="523"/>
                    </a:lnTo>
                    <a:lnTo>
                      <a:pt x="1256" y="419"/>
                    </a:lnTo>
                    <a:lnTo>
                      <a:pt x="1193" y="481"/>
                    </a:lnTo>
                    <a:lnTo>
                      <a:pt x="1088" y="481"/>
                    </a:lnTo>
                    <a:lnTo>
                      <a:pt x="1026" y="419"/>
                    </a:lnTo>
                    <a:lnTo>
                      <a:pt x="1026" y="314"/>
                    </a:lnTo>
                    <a:lnTo>
                      <a:pt x="1026" y="230"/>
                    </a:lnTo>
                    <a:lnTo>
                      <a:pt x="816" y="188"/>
                    </a:lnTo>
                    <a:lnTo>
                      <a:pt x="733" y="84"/>
                    </a:lnTo>
                    <a:lnTo>
                      <a:pt x="628" y="84"/>
                    </a:lnTo>
                    <a:lnTo>
                      <a:pt x="50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Google Shape;2184;p45"/>
              <p:cNvSpPr/>
              <p:nvPr/>
            </p:nvSpPr>
            <p:spPr>
              <a:xfrm>
                <a:off x="2687175" y="1694400"/>
                <a:ext cx="33500" cy="37675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1507" extrusionOk="0">
                    <a:moveTo>
                      <a:pt x="796" y="0"/>
                    </a:moveTo>
                    <a:lnTo>
                      <a:pt x="670" y="21"/>
                    </a:lnTo>
                    <a:lnTo>
                      <a:pt x="607" y="84"/>
                    </a:lnTo>
                    <a:lnTo>
                      <a:pt x="691" y="147"/>
                    </a:lnTo>
                    <a:lnTo>
                      <a:pt x="691" y="231"/>
                    </a:lnTo>
                    <a:lnTo>
                      <a:pt x="628" y="210"/>
                    </a:lnTo>
                    <a:lnTo>
                      <a:pt x="565" y="147"/>
                    </a:lnTo>
                    <a:lnTo>
                      <a:pt x="461" y="126"/>
                    </a:lnTo>
                    <a:lnTo>
                      <a:pt x="419" y="210"/>
                    </a:lnTo>
                    <a:lnTo>
                      <a:pt x="524" y="210"/>
                    </a:lnTo>
                    <a:lnTo>
                      <a:pt x="565" y="251"/>
                    </a:lnTo>
                    <a:lnTo>
                      <a:pt x="524" y="293"/>
                    </a:lnTo>
                    <a:lnTo>
                      <a:pt x="398" y="314"/>
                    </a:lnTo>
                    <a:lnTo>
                      <a:pt x="356" y="335"/>
                    </a:lnTo>
                    <a:lnTo>
                      <a:pt x="398" y="440"/>
                    </a:lnTo>
                    <a:lnTo>
                      <a:pt x="419" y="461"/>
                    </a:lnTo>
                    <a:lnTo>
                      <a:pt x="419" y="523"/>
                    </a:lnTo>
                    <a:lnTo>
                      <a:pt x="293" y="461"/>
                    </a:lnTo>
                    <a:lnTo>
                      <a:pt x="168" y="503"/>
                    </a:lnTo>
                    <a:lnTo>
                      <a:pt x="84" y="565"/>
                    </a:lnTo>
                    <a:lnTo>
                      <a:pt x="42" y="712"/>
                    </a:lnTo>
                    <a:lnTo>
                      <a:pt x="0" y="733"/>
                    </a:lnTo>
                    <a:lnTo>
                      <a:pt x="0" y="754"/>
                    </a:lnTo>
                    <a:lnTo>
                      <a:pt x="63" y="754"/>
                    </a:lnTo>
                    <a:lnTo>
                      <a:pt x="42" y="837"/>
                    </a:lnTo>
                    <a:lnTo>
                      <a:pt x="42" y="879"/>
                    </a:lnTo>
                    <a:lnTo>
                      <a:pt x="63" y="921"/>
                    </a:lnTo>
                    <a:lnTo>
                      <a:pt x="147" y="816"/>
                    </a:lnTo>
                    <a:lnTo>
                      <a:pt x="168" y="837"/>
                    </a:lnTo>
                    <a:lnTo>
                      <a:pt x="105" y="963"/>
                    </a:lnTo>
                    <a:lnTo>
                      <a:pt x="147" y="1026"/>
                    </a:lnTo>
                    <a:lnTo>
                      <a:pt x="210" y="1067"/>
                    </a:lnTo>
                    <a:lnTo>
                      <a:pt x="272" y="1047"/>
                    </a:lnTo>
                    <a:lnTo>
                      <a:pt x="293" y="1067"/>
                    </a:lnTo>
                    <a:lnTo>
                      <a:pt x="314" y="1151"/>
                    </a:lnTo>
                    <a:lnTo>
                      <a:pt x="356" y="1151"/>
                    </a:lnTo>
                    <a:lnTo>
                      <a:pt x="398" y="1088"/>
                    </a:lnTo>
                    <a:lnTo>
                      <a:pt x="461" y="1130"/>
                    </a:lnTo>
                    <a:lnTo>
                      <a:pt x="461" y="1256"/>
                    </a:lnTo>
                    <a:lnTo>
                      <a:pt x="482" y="1298"/>
                    </a:lnTo>
                    <a:lnTo>
                      <a:pt x="586" y="1277"/>
                    </a:lnTo>
                    <a:lnTo>
                      <a:pt x="607" y="1402"/>
                    </a:lnTo>
                    <a:lnTo>
                      <a:pt x="712" y="1402"/>
                    </a:lnTo>
                    <a:lnTo>
                      <a:pt x="837" y="1486"/>
                    </a:lnTo>
                    <a:lnTo>
                      <a:pt x="942" y="1486"/>
                    </a:lnTo>
                    <a:lnTo>
                      <a:pt x="1005" y="1507"/>
                    </a:lnTo>
                    <a:lnTo>
                      <a:pt x="1026" y="1486"/>
                    </a:lnTo>
                    <a:lnTo>
                      <a:pt x="1005" y="1402"/>
                    </a:lnTo>
                    <a:lnTo>
                      <a:pt x="1088" y="1381"/>
                    </a:lnTo>
                    <a:lnTo>
                      <a:pt x="1151" y="1235"/>
                    </a:lnTo>
                    <a:lnTo>
                      <a:pt x="1130" y="1088"/>
                    </a:lnTo>
                    <a:lnTo>
                      <a:pt x="1214" y="942"/>
                    </a:lnTo>
                    <a:lnTo>
                      <a:pt x="1235" y="921"/>
                    </a:lnTo>
                    <a:lnTo>
                      <a:pt x="1319" y="712"/>
                    </a:lnTo>
                    <a:lnTo>
                      <a:pt x="1319" y="565"/>
                    </a:lnTo>
                    <a:lnTo>
                      <a:pt x="1340" y="523"/>
                    </a:lnTo>
                    <a:lnTo>
                      <a:pt x="1319" y="419"/>
                    </a:lnTo>
                    <a:lnTo>
                      <a:pt x="1235" y="335"/>
                    </a:lnTo>
                    <a:lnTo>
                      <a:pt x="1235" y="210"/>
                    </a:lnTo>
                    <a:lnTo>
                      <a:pt x="1193" y="147"/>
                    </a:lnTo>
                    <a:lnTo>
                      <a:pt x="1151" y="42"/>
                    </a:lnTo>
                    <a:lnTo>
                      <a:pt x="1005" y="0"/>
                    </a:lnTo>
                    <a:lnTo>
                      <a:pt x="900" y="42"/>
                    </a:lnTo>
                    <a:lnTo>
                      <a:pt x="79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Google Shape;2185;p45"/>
              <p:cNvSpPr/>
              <p:nvPr/>
            </p:nvSpPr>
            <p:spPr>
              <a:xfrm>
                <a:off x="2605050" y="1520200"/>
                <a:ext cx="42400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1696" h="1047" extrusionOk="0">
                    <a:moveTo>
                      <a:pt x="1570" y="1"/>
                    </a:moveTo>
                    <a:lnTo>
                      <a:pt x="1486" y="64"/>
                    </a:lnTo>
                    <a:lnTo>
                      <a:pt x="1256" y="64"/>
                    </a:lnTo>
                    <a:lnTo>
                      <a:pt x="1130" y="168"/>
                    </a:lnTo>
                    <a:lnTo>
                      <a:pt x="963" y="168"/>
                    </a:lnTo>
                    <a:lnTo>
                      <a:pt x="921" y="189"/>
                    </a:lnTo>
                    <a:lnTo>
                      <a:pt x="816" y="105"/>
                    </a:lnTo>
                    <a:lnTo>
                      <a:pt x="712" y="84"/>
                    </a:lnTo>
                    <a:lnTo>
                      <a:pt x="356" y="189"/>
                    </a:lnTo>
                    <a:lnTo>
                      <a:pt x="126" y="189"/>
                    </a:lnTo>
                    <a:lnTo>
                      <a:pt x="105" y="273"/>
                    </a:lnTo>
                    <a:lnTo>
                      <a:pt x="0" y="377"/>
                    </a:lnTo>
                    <a:lnTo>
                      <a:pt x="0" y="482"/>
                    </a:lnTo>
                    <a:lnTo>
                      <a:pt x="105" y="461"/>
                    </a:lnTo>
                    <a:lnTo>
                      <a:pt x="231" y="461"/>
                    </a:lnTo>
                    <a:lnTo>
                      <a:pt x="314" y="419"/>
                    </a:lnTo>
                    <a:lnTo>
                      <a:pt x="398" y="461"/>
                    </a:lnTo>
                    <a:lnTo>
                      <a:pt x="503" y="461"/>
                    </a:lnTo>
                    <a:lnTo>
                      <a:pt x="565" y="503"/>
                    </a:lnTo>
                    <a:lnTo>
                      <a:pt x="503" y="587"/>
                    </a:lnTo>
                    <a:lnTo>
                      <a:pt x="544" y="712"/>
                    </a:lnTo>
                    <a:lnTo>
                      <a:pt x="628" y="817"/>
                    </a:lnTo>
                    <a:lnTo>
                      <a:pt x="712" y="712"/>
                    </a:lnTo>
                    <a:lnTo>
                      <a:pt x="712" y="628"/>
                    </a:lnTo>
                    <a:lnTo>
                      <a:pt x="754" y="587"/>
                    </a:lnTo>
                    <a:lnTo>
                      <a:pt x="858" y="712"/>
                    </a:lnTo>
                    <a:lnTo>
                      <a:pt x="837" y="838"/>
                    </a:lnTo>
                    <a:lnTo>
                      <a:pt x="984" y="1005"/>
                    </a:lnTo>
                    <a:lnTo>
                      <a:pt x="1088" y="984"/>
                    </a:lnTo>
                    <a:lnTo>
                      <a:pt x="1151" y="1047"/>
                    </a:lnTo>
                    <a:lnTo>
                      <a:pt x="1360" y="1047"/>
                    </a:lnTo>
                    <a:lnTo>
                      <a:pt x="1465" y="942"/>
                    </a:lnTo>
                    <a:lnTo>
                      <a:pt x="1591" y="900"/>
                    </a:lnTo>
                    <a:lnTo>
                      <a:pt x="1674" y="670"/>
                    </a:lnTo>
                    <a:lnTo>
                      <a:pt x="1591" y="503"/>
                    </a:lnTo>
                    <a:lnTo>
                      <a:pt x="1695" y="356"/>
                    </a:lnTo>
                    <a:lnTo>
                      <a:pt x="1695" y="273"/>
                    </a:lnTo>
                    <a:lnTo>
                      <a:pt x="1612" y="147"/>
                    </a:lnTo>
                    <a:lnTo>
                      <a:pt x="1653" y="64"/>
                    </a:lnTo>
                    <a:lnTo>
                      <a:pt x="157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Google Shape;2186;p45"/>
              <p:cNvSpPr/>
              <p:nvPr/>
            </p:nvSpPr>
            <p:spPr>
              <a:xfrm>
                <a:off x="2443425" y="1547400"/>
                <a:ext cx="1098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2428" extrusionOk="0">
                    <a:moveTo>
                      <a:pt x="4268" y="1"/>
                    </a:moveTo>
                    <a:lnTo>
                      <a:pt x="4185" y="43"/>
                    </a:lnTo>
                    <a:lnTo>
                      <a:pt x="4059" y="105"/>
                    </a:lnTo>
                    <a:lnTo>
                      <a:pt x="4059" y="252"/>
                    </a:lnTo>
                    <a:lnTo>
                      <a:pt x="4038" y="336"/>
                    </a:lnTo>
                    <a:lnTo>
                      <a:pt x="4059" y="377"/>
                    </a:lnTo>
                    <a:lnTo>
                      <a:pt x="3955" y="419"/>
                    </a:lnTo>
                    <a:lnTo>
                      <a:pt x="3934" y="315"/>
                    </a:lnTo>
                    <a:lnTo>
                      <a:pt x="3892" y="315"/>
                    </a:lnTo>
                    <a:lnTo>
                      <a:pt x="3871" y="377"/>
                    </a:lnTo>
                    <a:lnTo>
                      <a:pt x="3829" y="440"/>
                    </a:lnTo>
                    <a:lnTo>
                      <a:pt x="3766" y="357"/>
                    </a:lnTo>
                    <a:lnTo>
                      <a:pt x="3745" y="168"/>
                    </a:lnTo>
                    <a:lnTo>
                      <a:pt x="3641" y="64"/>
                    </a:lnTo>
                    <a:lnTo>
                      <a:pt x="3578" y="64"/>
                    </a:lnTo>
                    <a:lnTo>
                      <a:pt x="3557" y="126"/>
                    </a:lnTo>
                    <a:lnTo>
                      <a:pt x="3432" y="126"/>
                    </a:lnTo>
                    <a:lnTo>
                      <a:pt x="3306" y="64"/>
                    </a:lnTo>
                    <a:lnTo>
                      <a:pt x="3222" y="64"/>
                    </a:lnTo>
                    <a:lnTo>
                      <a:pt x="2992" y="43"/>
                    </a:lnTo>
                    <a:lnTo>
                      <a:pt x="2846" y="126"/>
                    </a:lnTo>
                    <a:lnTo>
                      <a:pt x="2804" y="231"/>
                    </a:lnTo>
                    <a:lnTo>
                      <a:pt x="2741" y="315"/>
                    </a:lnTo>
                    <a:lnTo>
                      <a:pt x="2699" y="273"/>
                    </a:lnTo>
                    <a:lnTo>
                      <a:pt x="2636" y="273"/>
                    </a:lnTo>
                    <a:lnTo>
                      <a:pt x="2364" y="482"/>
                    </a:lnTo>
                    <a:lnTo>
                      <a:pt x="2281" y="566"/>
                    </a:lnTo>
                    <a:lnTo>
                      <a:pt x="2197" y="566"/>
                    </a:lnTo>
                    <a:lnTo>
                      <a:pt x="2051" y="670"/>
                    </a:lnTo>
                    <a:lnTo>
                      <a:pt x="1946" y="691"/>
                    </a:lnTo>
                    <a:lnTo>
                      <a:pt x="1862" y="775"/>
                    </a:lnTo>
                    <a:lnTo>
                      <a:pt x="1841" y="859"/>
                    </a:lnTo>
                    <a:lnTo>
                      <a:pt x="1653" y="859"/>
                    </a:lnTo>
                    <a:lnTo>
                      <a:pt x="1590" y="880"/>
                    </a:lnTo>
                    <a:lnTo>
                      <a:pt x="1465" y="859"/>
                    </a:lnTo>
                    <a:lnTo>
                      <a:pt x="1423" y="901"/>
                    </a:lnTo>
                    <a:lnTo>
                      <a:pt x="1339" y="901"/>
                    </a:lnTo>
                    <a:lnTo>
                      <a:pt x="1151" y="1068"/>
                    </a:lnTo>
                    <a:lnTo>
                      <a:pt x="1025" y="1152"/>
                    </a:lnTo>
                    <a:lnTo>
                      <a:pt x="900" y="1089"/>
                    </a:lnTo>
                    <a:lnTo>
                      <a:pt x="795" y="1152"/>
                    </a:lnTo>
                    <a:lnTo>
                      <a:pt x="523" y="1193"/>
                    </a:lnTo>
                    <a:lnTo>
                      <a:pt x="398" y="1382"/>
                    </a:lnTo>
                    <a:lnTo>
                      <a:pt x="314" y="1382"/>
                    </a:lnTo>
                    <a:lnTo>
                      <a:pt x="167" y="1403"/>
                    </a:lnTo>
                    <a:lnTo>
                      <a:pt x="105" y="1528"/>
                    </a:lnTo>
                    <a:lnTo>
                      <a:pt x="209" y="1528"/>
                    </a:lnTo>
                    <a:lnTo>
                      <a:pt x="272" y="1591"/>
                    </a:lnTo>
                    <a:lnTo>
                      <a:pt x="167" y="1591"/>
                    </a:lnTo>
                    <a:lnTo>
                      <a:pt x="126" y="1633"/>
                    </a:lnTo>
                    <a:lnTo>
                      <a:pt x="209" y="1717"/>
                    </a:lnTo>
                    <a:lnTo>
                      <a:pt x="188" y="1779"/>
                    </a:lnTo>
                    <a:lnTo>
                      <a:pt x="0" y="1842"/>
                    </a:lnTo>
                    <a:lnTo>
                      <a:pt x="0" y="1905"/>
                    </a:lnTo>
                    <a:lnTo>
                      <a:pt x="126" y="1926"/>
                    </a:lnTo>
                    <a:lnTo>
                      <a:pt x="230" y="1905"/>
                    </a:lnTo>
                    <a:lnTo>
                      <a:pt x="293" y="1821"/>
                    </a:lnTo>
                    <a:lnTo>
                      <a:pt x="377" y="1800"/>
                    </a:lnTo>
                    <a:lnTo>
                      <a:pt x="481" y="1842"/>
                    </a:lnTo>
                    <a:lnTo>
                      <a:pt x="586" y="1989"/>
                    </a:lnTo>
                    <a:lnTo>
                      <a:pt x="586" y="2114"/>
                    </a:lnTo>
                    <a:lnTo>
                      <a:pt x="691" y="2156"/>
                    </a:lnTo>
                    <a:lnTo>
                      <a:pt x="732" y="2114"/>
                    </a:lnTo>
                    <a:lnTo>
                      <a:pt x="732" y="2009"/>
                    </a:lnTo>
                    <a:lnTo>
                      <a:pt x="753" y="1989"/>
                    </a:lnTo>
                    <a:lnTo>
                      <a:pt x="816" y="1821"/>
                    </a:lnTo>
                    <a:lnTo>
                      <a:pt x="858" y="1821"/>
                    </a:lnTo>
                    <a:lnTo>
                      <a:pt x="1004" y="1779"/>
                    </a:lnTo>
                    <a:lnTo>
                      <a:pt x="1067" y="1800"/>
                    </a:lnTo>
                    <a:lnTo>
                      <a:pt x="1046" y="1884"/>
                    </a:lnTo>
                    <a:lnTo>
                      <a:pt x="942" y="1926"/>
                    </a:lnTo>
                    <a:lnTo>
                      <a:pt x="900" y="2093"/>
                    </a:lnTo>
                    <a:lnTo>
                      <a:pt x="942" y="2156"/>
                    </a:lnTo>
                    <a:lnTo>
                      <a:pt x="858" y="2240"/>
                    </a:lnTo>
                    <a:lnTo>
                      <a:pt x="816" y="2323"/>
                    </a:lnTo>
                    <a:lnTo>
                      <a:pt x="858" y="2407"/>
                    </a:lnTo>
                    <a:lnTo>
                      <a:pt x="921" y="2323"/>
                    </a:lnTo>
                    <a:lnTo>
                      <a:pt x="1004" y="2344"/>
                    </a:lnTo>
                    <a:lnTo>
                      <a:pt x="1004" y="2428"/>
                    </a:lnTo>
                    <a:lnTo>
                      <a:pt x="1046" y="2428"/>
                    </a:lnTo>
                    <a:lnTo>
                      <a:pt x="1235" y="2323"/>
                    </a:lnTo>
                    <a:lnTo>
                      <a:pt x="1318" y="2219"/>
                    </a:lnTo>
                    <a:lnTo>
                      <a:pt x="1381" y="2240"/>
                    </a:lnTo>
                    <a:lnTo>
                      <a:pt x="1444" y="2135"/>
                    </a:lnTo>
                    <a:lnTo>
                      <a:pt x="1444" y="2009"/>
                    </a:lnTo>
                    <a:lnTo>
                      <a:pt x="1527" y="2009"/>
                    </a:lnTo>
                    <a:lnTo>
                      <a:pt x="1590" y="1905"/>
                    </a:lnTo>
                    <a:lnTo>
                      <a:pt x="1590" y="1779"/>
                    </a:lnTo>
                    <a:lnTo>
                      <a:pt x="1653" y="1717"/>
                    </a:lnTo>
                    <a:lnTo>
                      <a:pt x="1674" y="1779"/>
                    </a:lnTo>
                    <a:lnTo>
                      <a:pt x="1653" y="1842"/>
                    </a:lnTo>
                    <a:lnTo>
                      <a:pt x="1674" y="1926"/>
                    </a:lnTo>
                    <a:lnTo>
                      <a:pt x="1653" y="2051"/>
                    </a:lnTo>
                    <a:lnTo>
                      <a:pt x="1674" y="2198"/>
                    </a:lnTo>
                    <a:lnTo>
                      <a:pt x="1737" y="2198"/>
                    </a:lnTo>
                    <a:lnTo>
                      <a:pt x="1841" y="2051"/>
                    </a:lnTo>
                    <a:lnTo>
                      <a:pt x="1862" y="1926"/>
                    </a:lnTo>
                    <a:lnTo>
                      <a:pt x="1883" y="1884"/>
                    </a:lnTo>
                    <a:lnTo>
                      <a:pt x="1967" y="1842"/>
                    </a:lnTo>
                    <a:lnTo>
                      <a:pt x="2092" y="1696"/>
                    </a:lnTo>
                    <a:lnTo>
                      <a:pt x="2113" y="1570"/>
                    </a:lnTo>
                    <a:lnTo>
                      <a:pt x="2092" y="1465"/>
                    </a:lnTo>
                    <a:lnTo>
                      <a:pt x="2155" y="1361"/>
                    </a:lnTo>
                    <a:lnTo>
                      <a:pt x="2197" y="1486"/>
                    </a:lnTo>
                    <a:lnTo>
                      <a:pt x="2406" y="1361"/>
                    </a:lnTo>
                    <a:lnTo>
                      <a:pt x="2469" y="1193"/>
                    </a:lnTo>
                    <a:lnTo>
                      <a:pt x="2490" y="1089"/>
                    </a:lnTo>
                    <a:lnTo>
                      <a:pt x="2595" y="1068"/>
                    </a:lnTo>
                    <a:lnTo>
                      <a:pt x="2636" y="1047"/>
                    </a:lnTo>
                    <a:lnTo>
                      <a:pt x="2720" y="1089"/>
                    </a:lnTo>
                    <a:lnTo>
                      <a:pt x="2825" y="984"/>
                    </a:lnTo>
                    <a:lnTo>
                      <a:pt x="2888" y="1047"/>
                    </a:lnTo>
                    <a:lnTo>
                      <a:pt x="2825" y="1256"/>
                    </a:lnTo>
                    <a:lnTo>
                      <a:pt x="2678" y="1403"/>
                    </a:lnTo>
                    <a:lnTo>
                      <a:pt x="2636" y="1507"/>
                    </a:lnTo>
                    <a:lnTo>
                      <a:pt x="2574" y="1591"/>
                    </a:lnTo>
                    <a:lnTo>
                      <a:pt x="2574" y="1633"/>
                    </a:lnTo>
                    <a:lnTo>
                      <a:pt x="2469" y="1696"/>
                    </a:lnTo>
                    <a:lnTo>
                      <a:pt x="2323" y="1926"/>
                    </a:lnTo>
                    <a:lnTo>
                      <a:pt x="2323" y="1989"/>
                    </a:lnTo>
                    <a:lnTo>
                      <a:pt x="2385" y="2093"/>
                    </a:lnTo>
                    <a:lnTo>
                      <a:pt x="2364" y="2198"/>
                    </a:lnTo>
                    <a:lnTo>
                      <a:pt x="2427" y="2219"/>
                    </a:lnTo>
                    <a:lnTo>
                      <a:pt x="2532" y="2261"/>
                    </a:lnTo>
                    <a:lnTo>
                      <a:pt x="2616" y="2198"/>
                    </a:lnTo>
                    <a:lnTo>
                      <a:pt x="2720" y="2135"/>
                    </a:lnTo>
                    <a:lnTo>
                      <a:pt x="2741" y="2030"/>
                    </a:lnTo>
                    <a:lnTo>
                      <a:pt x="2741" y="1926"/>
                    </a:lnTo>
                    <a:lnTo>
                      <a:pt x="2825" y="1842"/>
                    </a:lnTo>
                    <a:lnTo>
                      <a:pt x="2888" y="1737"/>
                    </a:lnTo>
                    <a:lnTo>
                      <a:pt x="2950" y="1737"/>
                    </a:lnTo>
                    <a:lnTo>
                      <a:pt x="3013" y="1717"/>
                    </a:lnTo>
                    <a:lnTo>
                      <a:pt x="3097" y="1779"/>
                    </a:lnTo>
                    <a:lnTo>
                      <a:pt x="3201" y="1779"/>
                    </a:lnTo>
                    <a:lnTo>
                      <a:pt x="3243" y="1717"/>
                    </a:lnTo>
                    <a:lnTo>
                      <a:pt x="3432" y="1717"/>
                    </a:lnTo>
                    <a:lnTo>
                      <a:pt x="3515" y="1612"/>
                    </a:lnTo>
                    <a:lnTo>
                      <a:pt x="3557" y="1403"/>
                    </a:lnTo>
                    <a:lnTo>
                      <a:pt x="3662" y="1256"/>
                    </a:lnTo>
                    <a:lnTo>
                      <a:pt x="3662" y="1152"/>
                    </a:lnTo>
                    <a:lnTo>
                      <a:pt x="3683" y="1089"/>
                    </a:lnTo>
                    <a:lnTo>
                      <a:pt x="3766" y="1214"/>
                    </a:lnTo>
                    <a:lnTo>
                      <a:pt x="3871" y="1256"/>
                    </a:lnTo>
                    <a:lnTo>
                      <a:pt x="3892" y="1193"/>
                    </a:lnTo>
                    <a:lnTo>
                      <a:pt x="3892" y="1110"/>
                    </a:lnTo>
                    <a:lnTo>
                      <a:pt x="3787" y="963"/>
                    </a:lnTo>
                    <a:lnTo>
                      <a:pt x="3787" y="880"/>
                    </a:lnTo>
                    <a:lnTo>
                      <a:pt x="3934" y="775"/>
                    </a:lnTo>
                    <a:lnTo>
                      <a:pt x="4038" y="754"/>
                    </a:lnTo>
                    <a:lnTo>
                      <a:pt x="4143" y="691"/>
                    </a:lnTo>
                    <a:lnTo>
                      <a:pt x="4206" y="733"/>
                    </a:lnTo>
                    <a:lnTo>
                      <a:pt x="4289" y="733"/>
                    </a:lnTo>
                    <a:lnTo>
                      <a:pt x="4394" y="587"/>
                    </a:lnTo>
                    <a:lnTo>
                      <a:pt x="4373" y="524"/>
                    </a:lnTo>
                    <a:lnTo>
                      <a:pt x="4352" y="273"/>
                    </a:lnTo>
                    <a:lnTo>
                      <a:pt x="4373" y="231"/>
                    </a:lnTo>
                    <a:lnTo>
                      <a:pt x="4352" y="168"/>
                    </a:lnTo>
                    <a:lnTo>
                      <a:pt x="4352" y="22"/>
                    </a:lnTo>
                    <a:lnTo>
                      <a:pt x="426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Google Shape;2187;p45"/>
              <p:cNvSpPr/>
              <p:nvPr/>
            </p:nvSpPr>
            <p:spPr>
              <a:xfrm>
                <a:off x="2580975" y="1547400"/>
                <a:ext cx="48150" cy="324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299" extrusionOk="0">
                    <a:moveTo>
                      <a:pt x="796" y="1"/>
                    </a:moveTo>
                    <a:lnTo>
                      <a:pt x="524" y="43"/>
                    </a:lnTo>
                    <a:lnTo>
                      <a:pt x="440" y="43"/>
                    </a:lnTo>
                    <a:lnTo>
                      <a:pt x="336" y="126"/>
                    </a:lnTo>
                    <a:lnTo>
                      <a:pt x="231" y="168"/>
                    </a:lnTo>
                    <a:lnTo>
                      <a:pt x="210" y="315"/>
                    </a:lnTo>
                    <a:lnTo>
                      <a:pt x="64" y="419"/>
                    </a:lnTo>
                    <a:lnTo>
                      <a:pt x="64" y="524"/>
                    </a:lnTo>
                    <a:lnTo>
                      <a:pt x="1" y="629"/>
                    </a:lnTo>
                    <a:lnTo>
                      <a:pt x="22" y="754"/>
                    </a:lnTo>
                    <a:lnTo>
                      <a:pt x="22" y="880"/>
                    </a:lnTo>
                    <a:lnTo>
                      <a:pt x="106" y="880"/>
                    </a:lnTo>
                    <a:lnTo>
                      <a:pt x="231" y="963"/>
                    </a:lnTo>
                    <a:lnTo>
                      <a:pt x="315" y="1110"/>
                    </a:lnTo>
                    <a:lnTo>
                      <a:pt x="231" y="1193"/>
                    </a:lnTo>
                    <a:lnTo>
                      <a:pt x="252" y="1214"/>
                    </a:lnTo>
                    <a:lnTo>
                      <a:pt x="378" y="1214"/>
                    </a:lnTo>
                    <a:lnTo>
                      <a:pt x="524" y="1256"/>
                    </a:lnTo>
                    <a:lnTo>
                      <a:pt x="566" y="1214"/>
                    </a:lnTo>
                    <a:lnTo>
                      <a:pt x="691" y="1298"/>
                    </a:lnTo>
                    <a:lnTo>
                      <a:pt x="838" y="1298"/>
                    </a:lnTo>
                    <a:lnTo>
                      <a:pt x="943" y="1256"/>
                    </a:lnTo>
                    <a:lnTo>
                      <a:pt x="1068" y="1256"/>
                    </a:lnTo>
                    <a:lnTo>
                      <a:pt x="1110" y="1152"/>
                    </a:lnTo>
                    <a:lnTo>
                      <a:pt x="1110" y="1089"/>
                    </a:lnTo>
                    <a:lnTo>
                      <a:pt x="1215" y="1068"/>
                    </a:lnTo>
                    <a:lnTo>
                      <a:pt x="1256" y="984"/>
                    </a:lnTo>
                    <a:lnTo>
                      <a:pt x="1403" y="796"/>
                    </a:lnTo>
                    <a:lnTo>
                      <a:pt x="1382" y="733"/>
                    </a:lnTo>
                    <a:lnTo>
                      <a:pt x="1319" y="754"/>
                    </a:lnTo>
                    <a:lnTo>
                      <a:pt x="1215" y="733"/>
                    </a:lnTo>
                    <a:lnTo>
                      <a:pt x="1215" y="670"/>
                    </a:lnTo>
                    <a:lnTo>
                      <a:pt x="1361" y="545"/>
                    </a:lnTo>
                    <a:lnTo>
                      <a:pt x="1466" y="545"/>
                    </a:lnTo>
                    <a:lnTo>
                      <a:pt x="1738" y="440"/>
                    </a:lnTo>
                    <a:lnTo>
                      <a:pt x="1821" y="461"/>
                    </a:lnTo>
                    <a:lnTo>
                      <a:pt x="1926" y="273"/>
                    </a:lnTo>
                    <a:lnTo>
                      <a:pt x="1905" y="231"/>
                    </a:lnTo>
                    <a:lnTo>
                      <a:pt x="1779" y="210"/>
                    </a:lnTo>
                    <a:lnTo>
                      <a:pt x="1717" y="147"/>
                    </a:lnTo>
                    <a:lnTo>
                      <a:pt x="1591" y="126"/>
                    </a:lnTo>
                    <a:lnTo>
                      <a:pt x="1424" y="126"/>
                    </a:lnTo>
                    <a:lnTo>
                      <a:pt x="1403" y="105"/>
                    </a:lnTo>
                    <a:lnTo>
                      <a:pt x="1256" y="43"/>
                    </a:lnTo>
                    <a:lnTo>
                      <a:pt x="1173" y="64"/>
                    </a:lnTo>
                    <a:lnTo>
                      <a:pt x="1047" y="64"/>
                    </a:lnTo>
                    <a:lnTo>
                      <a:pt x="963" y="43"/>
                    </a:lnTo>
                    <a:lnTo>
                      <a:pt x="859" y="43"/>
                    </a:lnTo>
                    <a:lnTo>
                      <a:pt x="79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Google Shape;2188;p45"/>
              <p:cNvSpPr/>
              <p:nvPr/>
            </p:nvSpPr>
            <p:spPr>
              <a:xfrm>
                <a:off x="2474800" y="1600250"/>
                <a:ext cx="142825" cy="8842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3537" extrusionOk="0">
                    <a:moveTo>
                      <a:pt x="2177" y="0"/>
                    </a:moveTo>
                    <a:lnTo>
                      <a:pt x="1863" y="84"/>
                    </a:lnTo>
                    <a:lnTo>
                      <a:pt x="1800" y="126"/>
                    </a:lnTo>
                    <a:lnTo>
                      <a:pt x="1863" y="188"/>
                    </a:lnTo>
                    <a:lnTo>
                      <a:pt x="1863" y="293"/>
                    </a:lnTo>
                    <a:lnTo>
                      <a:pt x="1988" y="356"/>
                    </a:lnTo>
                    <a:lnTo>
                      <a:pt x="2051" y="460"/>
                    </a:lnTo>
                    <a:lnTo>
                      <a:pt x="1967" y="439"/>
                    </a:lnTo>
                    <a:lnTo>
                      <a:pt x="1842" y="335"/>
                    </a:lnTo>
                    <a:lnTo>
                      <a:pt x="1758" y="335"/>
                    </a:lnTo>
                    <a:lnTo>
                      <a:pt x="1695" y="293"/>
                    </a:lnTo>
                    <a:lnTo>
                      <a:pt x="1591" y="293"/>
                    </a:lnTo>
                    <a:lnTo>
                      <a:pt x="1465" y="335"/>
                    </a:lnTo>
                    <a:lnTo>
                      <a:pt x="1381" y="335"/>
                    </a:lnTo>
                    <a:lnTo>
                      <a:pt x="1319" y="398"/>
                    </a:lnTo>
                    <a:lnTo>
                      <a:pt x="1256" y="502"/>
                    </a:lnTo>
                    <a:lnTo>
                      <a:pt x="1130" y="607"/>
                    </a:lnTo>
                    <a:lnTo>
                      <a:pt x="1214" y="711"/>
                    </a:lnTo>
                    <a:lnTo>
                      <a:pt x="1444" y="753"/>
                    </a:lnTo>
                    <a:lnTo>
                      <a:pt x="1549" y="753"/>
                    </a:lnTo>
                    <a:lnTo>
                      <a:pt x="1653" y="837"/>
                    </a:lnTo>
                    <a:lnTo>
                      <a:pt x="1737" y="837"/>
                    </a:lnTo>
                    <a:lnTo>
                      <a:pt x="1758" y="879"/>
                    </a:lnTo>
                    <a:lnTo>
                      <a:pt x="1695" y="921"/>
                    </a:lnTo>
                    <a:lnTo>
                      <a:pt x="1570" y="879"/>
                    </a:lnTo>
                    <a:lnTo>
                      <a:pt x="1319" y="858"/>
                    </a:lnTo>
                    <a:lnTo>
                      <a:pt x="1109" y="879"/>
                    </a:lnTo>
                    <a:lnTo>
                      <a:pt x="1026" y="858"/>
                    </a:lnTo>
                    <a:lnTo>
                      <a:pt x="921" y="879"/>
                    </a:lnTo>
                    <a:lnTo>
                      <a:pt x="754" y="1046"/>
                    </a:lnTo>
                    <a:lnTo>
                      <a:pt x="607" y="1193"/>
                    </a:lnTo>
                    <a:lnTo>
                      <a:pt x="628" y="1256"/>
                    </a:lnTo>
                    <a:lnTo>
                      <a:pt x="754" y="1256"/>
                    </a:lnTo>
                    <a:lnTo>
                      <a:pt x="942" y="1297"/>
                    </a:lnTo>
                    <a:lnTo>
                      <a:pt x="1068" y="1276"/>
                    </a:lnTo>
                    <a:lnTo>
                      <a:pt x="1214" y="1276"/>
                    </a:lnTo>
                    <a:lnTo>
                      <a:pt x="1256" y="1339"/>
                    </a:lnTo>
                    <a:lnTo>
                      <a:pt x="1340" y="1381"/>
                    </a:lnTo>
                    <a:lnTo>
                      <a:pt x="1214" y="1486"/>
                    </a:lnTo>
                    <a:lnTo>
                      <a:pt x="1068" y="1486"/>
                    </a:lnTo>
                    <a:lnTo>
                      <a:pt x="963" y="1569"/>
                    </a:lnTo>
                    <a:lnTo>
                      <a:pt x="837" y="1548"/>
                    </a:lnTo>
                    <a:lnTo>
                      <a:pt x="712" y="1465"/>
                    </a:lnTo>
                    <a:lnTo>
                      <a:pt x="503" y="1465"/>
                    </a:lnTo>
                    <a:lnTo>
                      <a:pt x="419" y="1444"/>
                    </a:lnTo>
                    <a:lnTo>
                      <a:pt x="314" y="1465"/>
                    </a:lnTo>
                    <a:lnTo>
                      <a:pt x="84" y="1611"/>
                    </a:lnTo>
                    <a:lnTo>
                      <a:pt x="126" y="1674"/>
                    </a:lnTo>
                    <a:lnTo>
                      <a:pt x="126" y="1800"/>
                    </a:lnTo>
                    <a:lnTo>
                      <a:pt x="0" y="1800"/>
                    </a:lnTo>
                    <a:lnTo>
                      <a:pt x="0" y="1862"/>
                    </a:lnTo>
                    <a:lnTo>
                      <a:pt x="189" y="1988"/>
                    </a:lnTo>
                    <a:lnTo>
                      <a:pt x="314" y="2134"/>
                    </a:lnTo>
                    <a:lnTo>
                      <a:pt x="377" y="2134"/>
                    </a:lnTo>
                    <a:lnTo>
                      <a:pt x="398" y="2030"/>
                    </a:lnTo>
                    <a:lnTo>
                      <a:pt x="482" y="2072"/>
                    </a:lnTo>
                    <a:lnTo>
                      <a:pt x="419" y="2134"/>
                    </a:lnTo>
                    <a:lnTo>
                      <a:pt x="544" y="2239"/>
                    </a:lnTo>
                    <a:lnTo>
                      <a:pt x="544" y="2385"/>
                    </a:lnTo>
                    <a:lnTo>
                      <a:pt x="649" y="2427"/>
                    </a:lnTo>
                    <a:lnTo>
                      <a:pt x="733" y="2344"/>
                    </a:lnTo>
                    <a:lnTo>
                      <a:pt x="733" y="2218"/>
                    </a:lnTo>
                    <a:lnTo>
                      <a:pt x="796" y="2239"/>
                    </a:lnTo>
                    <a:lnTo>
                      <a:pt x="900" y="2239"/>
                    </a:lnTo>
                    <a:lnTo>
                      <a:pt x="837" y="2323"/>
                    </a:lnTo>
                    <a:lnTo>
                      <a:pt x="837" y="2427"/>
                    </a:lnTo>
                    <a:lnTo>
                      <a:pt x="963" y="2511"/>
                    </a:lnTo>
                    <a:lnTo>
                      <a:pt x="1068" y="2490"/>
                    </a:lnTo>
                    <a:lnTo>
                      <a:pt x="1109" y="2406"/>
                    </a:lnTo>
                    <a:lnTo>
                      <a:pt x="1277" y="2323"/>
                    </a:lnTo>
                    <a:lnTo>
                      <a:pt x="1319" y="2197"/>
                    </a:lnTo>
                    <a:lnTo>
                      <a:pt x="1340" y="2176"/>
                    </a:lnTo>
                    <a:lnTo>
                      <a:pt x="1423" y="2281"/>
                    </a:lnTo>
                    <a:lnTo>
                      <a:pt x="1465" y="2197"/>
                    </a:lnTo>
                    <a:lnTo>
                      <a:pt x="1591" y="2176"/>
                    </a:lnTo>
                    <a:lnTo>
                      <a:pt x="1674" y="2176"/>
                    </a:lnTo>
                    <a:lnTo>
                      <a:pt x="1549" y="2281"/>
                    </a:lnTo>
                    <a:lnTo>
                      <a:pt x="1423" y="2344"/>
                    </a:lnTo>
                    <a:lnTo>
                      <a:pt x="1423" y="2448"/>
                    </a:lnTo>
                    <a:lnTo>
                      <a:pt x="1570" y="2511"/>
                    </a:lnTo>
                    <a:lnTo>
                      <a:pt x="1674" y="2490"/>
                    </a:lnTo>
                    <a:lnTo>
                      <a:pt x="1737" y="2532"/>
                    </a:lnTo>
                    <a:lnTo>
                      <a:pt x="1842" y="2511"/>
                    </a:lnTo>
                    <a:lnTo>
                      <a:pt x="1946" y="2490"/>
                    </a:lnTo>
                    <a:lnTo>
                      <a:pt x="2009" y="2406"/>
                    </a:lnTo>
                    <a:lnTo>
                      <a:pt x="2093" y="2490"/>
                    </a:lnTo>
                    <a:lnTo>
                      <a:pt x="2093" y="2553"/>
                    </a:lnTo>
                    <a:lnTo>
                      <a:pt x="2260" y="2553"/>
                    </a:lnTo>
                    <a:lnTo>
                      <a:pt x="2407" y="2490"/>
                    </a:lnTo>
                    <a:lnTo>
                      <a:pt x="2407" y="2553"/>
                    </a:lnTo>
                    <a:lnTo>
                      <a:pt x="2574" y="2553"/>
                    </a:lnTo>
                    <a:lnTo>
                      <a:pt x="2637" y="2490"/>
                    </a:lnTo>
                    <a:lnTo>
                      <a:pt x="2700" y="2532"/>
                    </a:lnTo>
                    <a:lnTo>
                      <a:pt x="2616" y="2595"/>
                    </a:lnTo>
                    <a:lnTo>
                      <a:pt x="2595" y="2657"/>
                    </a:lnTo>
                    <a:lnTo>
                      <a:pt x="2323" y="2657"/>
                    </a:lnTo>
                    <a:lnTo>
                      <a:pt x="2218" y="2741"/>
                    </a:lnTo>
                    <a:lnTo>
                      <a:pt x="2156" y="2720"/>
                    </a:lnTo>
                    <a:lnTo>
                      <a:pt x="2009" y="2720"/>
                    </a:lnTo>
                    <a:lnTo>
                      <a:pt x="1842" y="2657"/>
                    </a:lnTo>
                    <a:lnTo>
                      <a:pt x="1653" y="2657"/>
                    </a:lnTo>
                    <a:lnTo>
                      <a:pt x="1486" y="2741"/>
                    </a:lnTo>
                    <a:lnTo>
                      <a:pt x="1381" y="2741"/>
                    </a:lnTo>
                    <a:lnTo>
                      <a:pt x="1256" y="2720"/>
                    </a:lnTo>
                    <a:lnTo>
                      <a:pt x="1172" y="2762"/>
                    </a:lnTo>
                    <a:lnTo>
                      <a:pt x="1005" y="2720"/>
                    </a:lnTo>
                    <a:lnTo>
                      <a:pt x="837" y="2762"/>
                    </a:lnTo>
                    <a:lnTo>
                      <a:pt x="816" y="2950"/>
                    </a:lnTo>
                    <a:lnTo>
                      <a:pt x="837" y="3034"/>
                    </a:lnTo>
                    <a:lnTo>
                      <a:pt x="796" y="3160"/>
                    </a:lnTo>
                    <a:lnTo>
                      <a:pt x="921" y="3285"/>
                    </a:lnTo>
                    <a:lnTo>
                      <a:pt x="963" y="3390"/>
                    </a:lnTo>
                    <a:lnTo>
                      <a:pt x="1130" y="3432"/>
                    </a:lnTo>
                    <a:lnTo>
                      <a:pt x="1319" y="3494"/>
                    </a:lnTo>
                    <a:lnTo>
                      <a:pt x="1465" y="3494"/>
                    </a:lnTo>
                    <a:lnTo>
                      <a:pt x="1633" y="3452"/>
                    </a:lnTo>
                    <a:lnTo>
                      <a:pt x="1779" y="3452"/>
                    </a:lnTo>
                    <a:lnTo>
                      <a:pt x="1800" y="3536"/>
                    </a:lnTo>
                    <a:lnTo>
                      <a:pt x="1946" y="3536"/>
                    </a:lnTo>
                    <a:lnTo>
                      <a:pt x="2072" y="3473"/>
                    </a:lnTo>
                    <a:lnTo>
                      <a:pt x="2093" y="3473"/>
                    </a:lnTo>
                    <a:lnTo>
                      <a:pt x="2218" y="3452"/>
                    </a:lnTo>
                    <a:lnTo>
                      <a:pt x="2260" y="3369"/>
                    </a:lnTo>
                    <a:lnTo>
                      <a:pt x="2386" y="3369"/>
                    </a:lnTo>
                    <a:lnTo>
                      <a:pt x="2428" y="3348"/>
                    </a:lnTo>
                    <a:lnTo>
                      <a:pt x="2469" y="3243"/>
                    </a:lnTo>
                    <a:lnTo>
                      <a:pt x="2532" y="3222"/>
                    </a:lnTo>
                    <a:lnTo>
                      <a:pt x="2616" y="3222"/>
                    </a:lnTo>
                    <a:lnTo>
                      <a:pt x="2679" y="3139"/>
                    </a:lnTo>
                    <a:lnTo>
                      <a:pt x="2741" y="3180"/>
                    </a:lnTo>
                    <a:lnTo>
                      <a:pt x="2909" y="3180"/>
                    </a:lnTo>
                    <a:lnTo>
                      <a:pt x="2930" y="3222"/>
                    </a:lnTo>
                    <a:lnTo>
                      <a:pt x="3055" y="3222"/>
                    </a:lnTo>
                    <a:lnTo>
                      <a:pt x="3118" y="3160"/>
                    </a:lnTo>
                    <a:lnTo>
                      <a:pt x="3306" y="3076"/>
                    </a:lnTo>
                    <a:lnTo>
                      <a:pt x="3369" y="3076"/>
                    </a:lnTo>
                    <a:lnTo>
                      <a:pt x="3453" y="3055"/>
                    </a:lnTo>
                    <a:lnTo>
                      <a:pt x="3453" y="2971"/>
                    </a:lnTo>
                    <a:lnTo>
                      <a:pt x="3537" y="3013"/>
                    </a:lnTo>
                    <a:lnTo>
                      <a:pt x="3557" y="3076"/>
                    </a:lnTo>
                    <a:lnTo>
                      <a:pt x="3516" y="3160"/>
                    </a:lnTo>
                    <a:lnTo>
                      <a:pt x="3516" y="3222"/>
                    </a:lnTo>
                    <a:lnTo>
                      <a:pt x="3662" y="3264"/>
                    </a:lnTo>
                    <a:lnTo>
                      <a:pt x="3746" y="3243"/>
                    </a:lnTo>
                    <a:lnTo>
                      <a:pt x="3767" y="3160"/>
                    </a:lnTo>
                    <a:lnTo>
                      <a:pt x="3892" y="3118"/>
                    </a:lnTo>
                    <a:lnTo>
                      <a:pt x="3934" y="3118"/>
                    </a:lnTo>
                    <a:lnTo>
                      <a:pt x="3955" y="3180"/>
                    </a:lnTo>
                    <a:lnTo>
                      <a:pt x="3871" y="3264"/>
                    </a:lnTo>
                    <a:lnTo>
                      <a:pt x="3892" y="3348"/>
                    </a:lnTo>
                    <a:lnTo>
                      <a:pt x="4039" y="3390"/>
                    </a:lnTo>
                    <a:lnTo>
                      <a:pt x="4206" y="3369"/>
                    </a:lnTo>
                    <a:lnTo>
                      <a:pt x="4394" y="3285"/>
                    </a:lnTo>
                    <a:lnTo>
                      <a:pt x="4478" y="3285"/>
                    </a:lnTo>
                    <a:lnTo>
                      <a:pt x="4583" y="3264"/>
                    </a:lnTo>
                    <a:lnTo>
                      <a:pt x="4666" y="3327"/>
                    </a:lnTo>
                    <a:lnTo>
                      <a:pt x="4708" y="3285"/>
                    </a:lnTo>
                    <a:lnTo>
                      <a:pt x="4708" y="3243"/>
                    </a:lnTo>
                    <a:lnTo>
                      <a:pt x="4771" y="3222"/>
                    </a:lnTo>
                    <a:lnTo>
                      <a:pt x="4834" y="3222"/>
                    </a:lnTo>
                    <a:lnTo>
                      <a:pt x="4876" y="3139"/>
                    </a:lnTo>
                    <a:lnTo>
                      <a:pt x="4876" y="3055"/>
                    </a:lnTo>
                    <a:lnTo>
                      <a:pt x="4980" y="2971"/>
                    </a:lnTo>
                    <a:lnTo>
                      <a:pt x="5085" y="2971"/>
                    </a:lnTo>
                    <a:lnTo>
                      <a:pt x="5190" y="2804"/>
                    </a:lnTo>
                    <a:lnTo>
                      <a:pt x="5190" y="2720"/>
                    </a:lnTo>
                    <a:lnTo>
                      <a:pt x="5210" y="2657"/>
                    </a:lnTo>
                    <a:lnTo>
                      <a:pt x="5294" y="2657"/>
                    </a:lnTo>
                    <a:lnTo>
                      <a:pt x="5399" y="2616"/>
                    </a:lnTo>
                    <a:lnTo>
                      <a:pt x="5524" y="2490"/>
                    </a:lnTo>
                    <a:lnTo>
                      <a:pt x="5650" y="2218"/>
                    </a:lnTo>
                    <a:lnTo>
                      <a:pt x="5713" y="2072"/>
                    </a:lnTo>
                    <a:lnTo>
                      <a:pt x="5650" y="1967"/>
                    </a:lnTo>
                    <a:lnTo>
                      <a:pt x="5566" y="1779"/>
                    </a:lnTo>
                    <a:lnTo>
                      <a:pt x="5441" y="1695"/>
                    </a:lnTo>
                    <a:lnTo>
                      <a:pt x="5357" y="1695"/>
                    </a:lnTo>
                    <a:lnTo>
                      <a:pt x="5190" y="1820"/>
                    </a:lnTo>
                    <a:lnTo>
                      <a:pt x="5190" y="1925"/>
                    </a:lnTo>
                    <a:lnTo>
                      <a:pt x="5106" y="2072"/>
                    </a:lnTo>
                    <a:lnTo>
                      <a:pt x="5127" y="2092"/>
                    </a:lnTo>
                    <a:lnTo>
                      <a:pt x="5106" y="2134"/>
                    </a:lnTo>
                    <a:lnTo>
                      <a:pt x="5022" y="2134"/>
                    </a:lnTo>
                    <a:lnTo>
                      <a:pt x="4918" y="2239"/>
                    </a:lnTo>
                    <a:lnTo>
                      <a:pt x="4897" y="2197"/>
                    </a:lnTo>
                    <a:lnTo>
                      <a:pt x="4980" y="2009"/>
                    </a:lnTo>
                    <a:lnTo>
                      <a:pt x="5001" y="1883"/>
                    </a:lnTo>
                    <a:lnTo>
                      <a:pt x="4834" y="1800"/>
                    </a:lnTo>
                    <a:lnTo>
                      <a:pt x="4771" y="1820"/>
                    </a:lnTo>
                    <a:lnTo>
                      <a:pt x="4687" y="1904"/>
                    </a:lnTo>
                    <a:lnTo>
                      <a:pt x="4499" y="2009"/>
                    </a:lnTo>
                    <a:lnTo>
                      <a:pt x="4457" y="2113"/>
                    </a:lnTo>
                    <a:lnTo>
                      <a:pt x="4394" y="2030"/>
                    </a:lnTo>
                    <a:lnTo>
                      <a:pt x="4415" y="1925"/>
                    </a:lnTo>
                    <a:lnTo>
                      <a:pt x="4583" y="1800"/>
                    </a:lnTo>
                    <a:lnTo>
                      <a:pt x="4771" y="1695"/>
                    </a:lnTo>
                    <a:lnTo>
                      <a:pt x="4834" y="1569"/>
                    </a:lnTo>
                    <a:lnTo>
                      <a:pt x="4813" y="1507"/>
                    </a:lnTo>
                    <a:lnTo>
                      <a:pt x="4666" y="1507"/>
                    </a:lnTo>
                    <a:lnTo>
                      <a:pt x="4562" y="1548"/>
                    </a:lnTo>
                    <a:lnTo>
                      <a:pt x="4499" y="1548"/>
                    </a:lnTo>
                    <a:lnTo>
                      <a:pt x="4499" y="1486"/>
                    </a:lnTo>
                    <a:lnTo>
                      <a:pt x="4583" y="1402"/>
                    </a:lnTo>
                    <a:lnTo>
                      <a:pt x="4771" y="1276"/>
                    </a:lnTo>
                    <a:lnTo>
                      <a:pt x="4813" y="1276"/>
                    </a:lnTo>
                    <a:lnTo>
                      <a:pt x="4876" y="1235"/>
                    </a:lnTo>
                    <a:lnTo>
                      <a:pt x="4876" y="942"/>
                    </a:lnTo>
                    <a:lnTo>
                      <a:pt x="4834" y="921"/>
                    </a:lnTo>
                    <a:lnTo>
                      <a:pt x="4834" y="753"/>
                    </a:lnTo>
                    <a:lnTo>
                      <a:pt x="4876" y="649"/>
                    </a:lnTo>
                    <a:lnTo>
                      <a:pt x="4876" y="565"/>
                    </a:lnTo>
                    <a:lnTo>
                      <a:pt x="4938" y="502"/>
                    </a:lnTo>
                    <a:lnTo>
                      <a:pt x="5022" y="502"/>
                    </a:lnTo>
                    <a:lnTo>
                      <a:pt x="5085" y="419"/>
                    </a:lnTo>
                    <a:lnTo>
                      <a:pt x="5022" y="335"/>
                    </a:lnTo>
                    <a:lnTo>
                      <a:pt x="5043" y="251"/>
                    </a:lnTo>
                    <a:lnTo>
                      <a:pt x="4897" y="188"/>
                    </a:lnTo>
                    <a:lnTo>
                      <a:pt x="4813" y="188"/>
                    </a:lnTo>
                    <a:lnTo>
                      <a:pt x="4562" y="419"/>
                    </a:lnTo>
                    <a:lnTo>
                      <a:pt x="4415" y="460"/>
                    </a:lnTo>
                    <a:lnTo>
                      <a:pt x="4374" y="565"/>
                    </a:lnTo>
                    <a:lnTo>
                      <a:pt x="4394" y="628"/>
                    </a:lnTo>
                    <a:lnTo>
                      <a:pt x="4290" y="628"/>
                    </a:lnTo>
                    <a:lnTo>
                      <a:pt x="4248" y="607"/>
                    </a:lnTo>
                    <a:lnTo>
                      <a:pt x="4143" y="649"/>
                    </a:lnTo>
                    <a:lnTo>
                      <a:pt x="4039" y="816"/>
                    </a:lnTo>
                    <a:lnTo>
                      <a:pt x="4081" y="942"/>
                    </a:lnTo>
                    <a:lnTo>
                      <a:pt x="4081" y="1067"/>
                    </a:lnTo>
                    <a:lnTo>
                      <a:pt x="4143" y="1130"/>
                    </a:lnTo>
                    <a:lnTo>
                      <a:pt x="4206" y="1297"/>
                    </a:lnTo>
                    <a:lnTo>
                      <a:pt x="4143" y="1465"/>
                    </a:lnTo>
                    <a:lnTo>
                      <a:pt x="4039" y="1465"/>
                    </a:lnTo>
                    <a:lnTo>
                      <a:pt x="3871" y="1507"/>
                    </a:lnTo>
                    <a:lnTo>
                      <a:pt x="3788" y="1507"/>
                    </a:lnTo>
                    <a:lnTo>
                      <a:pt x="3746" y="1569"/>
                    </a:lnTo>
                    <a:lnTo>
                      <a:pt x="3788" y="1674"/>
                    </a:lnTo>
                    <a:lnTo>
                      <a:pt x="3788" y="1758"/>
                    </a:lnTo>
                    <a:lnTo>
                      <a:pt x="3892" y="1883"/>
                    </a:lnTo>
                    <a:lnTo>
                      <a:pt x="3955" y="2072"/>
                    </a:lnTo>
                    <a:lnTo>
                      <a:pt x="3767" y="2134"/>
                    </a:lnTo>
                    <a:lnTo>
                      <a:pt x="3788" y="2197"/>
                    </a:lnTo>
                    <a:lnTo>
                      <a:pt x="3829" y="2239"/>
                    </a:lnTo>
                    <a:lnTo>
                      <a:pt x="3746" y="2281"/>
                    </a:lnTo>
                    <a:lnTo>
                      <a:pt x="3662" y="2134"/>
                    </a:lnTo>
                    <a:lnTo>
                      <a:pt x="3453" y="2092"/>
                    </a:lnTo>
                    <a:lnTo>
                      <a:pt x="3411" y="2113"/>
                    </a:lnTo>
                    <a:lnTo>
                      <a:pt x="3265" y="2092"/>
                    </a:lnTo>
                    <a:lnTo>
                      <a:pt x="3244" y="2009"/>
                    </a:lnTo>
                    <a:lnTo>
                      <a:pt x="3202" y="1967"/>
                    </a:lnTo>
                    <a:lnTo>
                      <a:pt x="3118" y="2030"/>
                    </a:lnTo>
                    <a:lnTo>
                      <a:pt x="2993" y="2092"/>
                    </a:lnTo>
                    <a:lnTo>
                      <a:pt x="2930" y="2030"/>
                    </a:lnTo>
                    <a:lnTo>
                      <a:pt x="2930" y="1820"/>
                    </a:lnTo>
                    <a:lnTo>
                      <a:pt x="3034" y="1758"/>
                    </a:lnTo>
                    <a:lnTo>
                      <a:pt x="3118" y="1507"/>
                    </a:lnTo>
                    <a:lnTo>
                      <a:pt x="3034" y="1507"/>
                    </a:lnTo>
                    <a:lnTo>
                      <a:pt x="2909" y="1465"/>
                    </a:lnTo>
                    <a:lnTo>
                      <a:pt x="2804" y="1486"/>
                    </a:lnTo>
                    <a:lnTo>
                      <a:pt x="2783" y="1402"/>
                    </a:lnTo>
                    <a:lnTo>
                      <a:pt x="2888" y="1381"/>
                    </a:lnTo>
                    <a:lnTo>
                      <a:pt x="2993" y="1402"/>
                    </a:lnTo>
                    <a:lnTo>
                      <a:pt x="3034" y="1339"/>
                    </a:lnTo>
                    <a:lnTo>
                      <a:pt x="3013" y="1088"/>
                    </a:lnTo>
                    <a:lnTo>
                      <a:pt x="2909" y="963"/>
                    </a:lnTo>
                    <a:lnTo>
                      <a:pt x="2951" y="879"/>
                    </a:lnTo>
                    <a:lnTo>
                      <a:pt x="3013" y="858"/>
                    </a:lnTo>
                    <a:lnTo>
                      <a:pt x="3034" y="774"/>
                    </a:lnTo>
                    <a:lnTo>
                      <a:pt x="2951" y="711"/>
                    </a:lnTo>
                    <a:lnTo>
                      <a:pt x="2951" y="649"/>
                    </a:lnTo>
                    <a:lnTo>
                      <a:pt x="2909" y="565"/>
                    </a:lnTo>
                    <a:lnTo>
                      <a:pt x="2825" y="565"/>
                    </a:lnTo>
                    <a:lnTo>
                      <a:pt x="2783" y="523"/>
                    </a:lnTo>
                    <a:lnTo>
                      <a:pt x="2700" y="565"/>
                    </a:lnTo>
                    <a:lnTo>
                      <a:pt x="2490" y="565"/>
                    </a:lnTo>
                    <a:lnTo>
                      <a:pt x="2428" y="502"/>
                    </a:lnTo>
                    <a:lnTo>
                      <a:pt x="2532" y="335"/>
                    </a:lnTo>
                    <a:lnTo>
                      <a:pt x="2616" y="293"/>
                    </a:lnTo>
                    <a:lnTo>
                      <a:pt x="2574" y="126"/>
                    </a:lnTo>
                    <a:lnTo>
                      <a:pt x="2469" y="21"/>
                    </a:lnTo>
                    <a:lnTo>
                      <a:pt x="2281" y="21"/>
                    </a:lnTo>
                    <a:lnTo>
                      <a:pt x="217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Google Shape;2189;p45"/>
              <p:cNvSpPr/>
              <p:nvPr/>
            </p:nvSpPr>
            <p:spPr>
              <a:xfrm>
                <a:off x="2638000" y="1637900"/>
                <a:ext cx="69075" cy="67500"/>
              </a:xfrm>
              <a:custGeom>
                <a:avLst/>
                <a:gdLst/>
                <a:ahLst/>
                <a:cxnLst/>
                <a:rect l="l" t="t" r="r" b="b"/>
                <a:pathLst>
                  <a:path w="2763" h="2700" extrusionOk="0">
                    <a:moveTo>
                      <a:pt x="1884" y="1"/>
                    </a:moveTo>
                    <a:lnTo>
                      <a:pt x="1758" y="84"/>
                    </a:lnTo>
                    <a:lnTo>
                      <a:pt x="1654" y="84"/>
                    </a:lnTo>
                    <a:lnTo>
                      <a:pt x="1612" y="126"/>
                    </a:lnTo>
                    <a:lnTo>
                      <a:pt x="1507" y="126"/>
                    </a:lnTo>
                    <a:lnTo>
                      <a:pt x="1423" y="189"/>
                    </a:lnTo>
                    <a:lnTo>
                      <a:pt x="1423" y="335"/>
                    </a:lnTo>
                    <a:lnTo>
                      <a:pt x="1403" y="398"/>
                    </a:lnTo>
                    <a:lnTo>
                      <a:pt x="1423" y="545"/>
                    </a:lnTo>
                    <a:lnTo>
                      <a:pt x="1528" y="649"/>
                    </a:lnTo>
                    <a:lnTo>
                      <a:pt x="1549" y="733"/>
                    </a:lnTo>
                    <a:lnTo>
                      <a:pt x="1549" y="733"/>
                    </a:lnTo>
                    <a:lnTo>
                      <a:pt x="1444" y="691"/>
                    </a:lnTo>
                    <a:lnTo>
                      <a:pt x="1361" y="691"/>
                    </a:lnTo>
                    <a:lnTo>
                      <a:pt x="1340" y="733"/>
                    </a:lnTo>
                    <a:lnTo>
                      <a:pt x="1528" y="858"/>
                    </a:lnTo>
                    <a:lnTo>
                      <a:pt x="1528" y="963"/>
                    </a:lnTo>
                    <a:lnTo>
                      <a:pt x="1423" y="1005"/>
                    </a:lnTo>
                    <a:lnTo>
                      <a:pt x="1403" y="1151"/>
                    </a:lnTo>
                    <a:lnTo>
                      <a:pt x="1444" y="1235"/>
                    </a:lnTo>
                    <a:lnTo>
                      <a:pt x="1340" y="1319"/>
                    </a:lnTo>
                    <a:lnTo>
                      <a:pt x="1235" y="1256"/>
                    </a:lnTo>
                    <a:lnTo>
                      <a:pt x="1235" y="1214"/>
                    </a:lnTo>
                    <a:lnTo>
                      <a:pt x="1256" y="1110"/>
                    </a:lnTo>
                    <a:lnTo>
                      <a:pt x="1235" y="796"/>
                    </a:lnTo>
                    <a:lnTo>
                      <a:pt x="1151" y="712"/>
                    </a:lnTo>
                    <a:lnTo>
                      <a:pt x="1131" y="628"/>
                    </a:lnTo>
                    <a:lnTo>
                      <a:pt x="1151" y="586"/>
                    </a:lnTo>
                    <a:lnTo>
                      <a:pt x="1151" y="482"/>
                    </a:lnTo>
                    <a:lnTo>
                      <a:pt x="1110" y="419"/>
                    </a:lnTo>
                    <a:lnTo>
                      <a:pt x="1089" y="314"/>
                    </a:lnTo>
                    <a:lnTo>
                      <a:pt x="1026" y="273"/>
                    </a:lnTo>
                    <a:lnTo>
                      <a:pt x="900" y="314"/>
                    </a:lnTo>
                    <a:lnTo>
                      <a:pt x="879" y="377"/>
                    </a:lnTo>
                    <a:lnTo>
                      <a:pt x="775" y="461"/>
                    </a:lnTo>
                    <a:lnTo>
                      <a:pt x="733" y="524"/>
                    </a:lnTo>
                    <a:lnTo>
                      <a:pt x="796" y="566"/>
                    </a:lnTo>
                    <a:lnTo>
                      <a:pt x="838" y="566"/>
                    </a:lnTo>
                    <a:lnTo>
                      <a:pt x="900" y="628"/>
                    </a:lnTo>
                    <a:lnTo>
                      <a:pt x="796" y="670"/>
                    </a:lnTo>
                    <a:lnTo>
                      <a:pt x="775" y="733"/>
                    </a:lnTo>
                    <a:lnTo>
                      <a:pt x="670" y="796"/>
                    </a:lnTo>
                    <a:lnTo>
                      <a:pt x="628" y="942"/>
                    </a:lnTo>
                    <a:lnTo>
                      <a:pt x="733" y="984"/>
                    </a:lnTo>
                    <a:lnTo>
                      <a:pt x="733" y="1026"/>
                    </a:lnTo>
                    <a:lnTo>
                      <a:pt x="607" y="1068"/>
                    </a:lnTo>
                    <a:lnTo>
                      <a:pt x="587" y="1172"/>
                    </a:lnTo>
                    <a:lnTo>
                      <a:pt x="628" y="1256"/>
                    </a:lnTo>
                    <a:lnTo>
                      <a:pt x="670" y="1361"/>
                    </a:lnTo>
                    <a:lnTo>
                      <a:pt x="607" y="1423"/>
                    </a:lnTo>
                    <a:lnTo>
                      <a:pt x="566" y="1382"/>
                    </a:lnTo>
                    <a:lnTo>
                      <a:pt x="566" y="1235"/>
                    </a:lnTo>
                    <a:lnTo>
                      <a:pt x="503" y="1214"/>
                    </a:lnTo>
                    <a:lnTo>
                      <a:pt x="503" y="1110"/>
                    </a:lnTo>
                    <a:lnTo>
                      <a:pt x="461" y="1130"/>
                    </a:lnTo>
                    <a:lnTo>
                      <a:pt x="294" y="1130"/>
                    </a:lnTo>
                    <a:lnTo>
                      <a:pt x="273" y="1214"/>
                    </a:lnTo>
                    <a:lnTo>
                      <a:pt x="335" y="1256"/>
                    </a:lnTo>
                    <a:lnTo>
                      <a:pt x="252" y="1298"/>
                    </a:lnTo>
                    <a:lnTo>
                      <a:pt x="168" y="1235"/>
                    </a:lnTo>
                    <a:lnTo>
                      <a:pt x="84" y="1298"/>
                    </a:lnTo>
                    <a:lnTo>
                      <a:pt x="1" y="1256"/>
                    </a:lnTo>
                    <a:lnTo>
                      <a:pt x="1" y="1402"/>
                    </a:lnTo>
                    <a:lnTo>
                      <a:pt x="63" y="1444"/>
                    </a:lnTo>
                    <a:lnTo>
                      <a:pt x="147" y="1444"/>
                    </a:lnTo>
                    <a:lnTo>
                      <a:pt x="189" y="1465"/>
                    </a:lnTo>
                    <a:lnTo>
                      <a:pt x="252" y="1444"/>
                    </a:lnTo>
                    <a:lnTo>
                      <a:pt x="356" y="1444"/>
                    </a:lnTo>
                    <a:lnTo>
                      <a:pt x="419" y="1465"/>
                    </a:lnTo>
                    <a:lnTo>
                      <a:pt x="503" y="1444"/>
                    </a:lnTo>
                    <a:lnTo>
                      <a:pt x="628" y="1507"/>
                    </a:lnTo>
                    <a:lnTo>
                      <a:pt x="796" y="1465"/>
                    </a:lnTo>
                    <a:lnTo>
                      <a:pt x="879" y="1528"/>
                    </a:lnTo>
                    <a:lnTo>
                      <a:pt x="984" y="1528"/>
                    </a:lnTo>
                    <a:lnTo>
                      <a:pt x="1444" y="1612"/>
                    </a:lnTo>
                    <a:lnTo>
                      <a:pt x="1507" y="1654"/>
                    </a:lnTo>
                    <a:lnTo>
                      <a:pt x="1423" y="1695"/>
                    </a:lnTo>
                    <a:lnTo>
                      <a:pt x="1298" y="1674"/>
                    </a:lnTo>
                    <a:lnTo>
                      <a:pt x="1151" y="1674"/>
                    </a:lnTo>
                    <a:lnTo>
                      <a:pt x="1047" y="1737"/>
                    </a:lnTo>
                    <a:lnTo>
                      <a:pt x="879" y="1758"/>
                    </a:lnTo>
                    <a:lnTo>
                      <a:pt x="921" y="1758"/>
                    </a:lnTo>
                    <a:lnTo>
                      <a:pt x="984" y="1800"/>
                    </a:lnTo>
                    <a:lnTo>
                      <a:pt x="921" y="1842"/>
                    </a:lnTo>
                    <a:lnTo>
                      <a:pt x="754" y="1779"/>
                    </a:lnTo>
                    <a:lnTo>
                      <a:pt x="670" y="1758"/>
                    </a:lnTo>
                    <a:lnTo>
                      <a:pt x="587" y="1800"/>
                    </a:lnTo>
                    <a:lnTo>
                      <a:pt x="607" y="1863"/>
                    </a:lnTo>
                    <a:lnTo>
                      <a:pt x="587" y="1905"/>
                    </a:lnTo>
                    <a:lnTo>
                      <a:pt x="524" y="1863"/>
                    </a:lnTo>
                    <a:lnTo>
                      <a:pt x="482" y="1863"/>
                    </a:lnTo>
                    <a:lnTo>
                      <a:pt x="503" y="1905"/>
                    </a:lnTo>
                    <a:lnTo>
                      <a:pt x="503" y="1967"/>
                    </a:lnTo>
                    <a:lnTo>
                      <a:pt x="566" y="2009"/>
                    </a:lnTo>
                    <a:lnTo>
                      <a:pt x="649" y="2051"/>
                    </a:lnTo>
                    <a:lnTo>
                      <a:pt x="607" y="2114"/>
                    </a:lnTo>
                    <a:lnTo>
                      <a:pt x="670" y="2198"/>
                    </a:lnTo>
                    <a:lnTo>
                      <a:pt x="607" y="2198"/>
                    </a:lnTo>
                    <a:lnTo>
                      <a:pt x="566" y="2114"/>
                    </a:lnTo>
                    <a:lnTo>
                      <a:pt x="503" y="2114"/>
                    </a:lnTo>
                    <a:lnTo>
                      <a:pt x="461" y="2218"/>
                    </a:lnTo>
                    <a:lnTo>
                      <a:pt x="461" y="2281"/>
                    </a:lnTo>
                    <a:lnTo>
                      <a:pt x="440" y="2323"/>
                    </a:lnTo>
                    <a:lnTo>
                      <a:pt x="440" y="2428"/>
                    </a:lnTo>
                    <a:lnTo>
                      <a:pt x="503" y="2491"/>
                    </a:lnTo>
                    <a:lnTo>
                      <a:pt x="607" y="2491"/>
                    </a:lnTo>
                    <a:lnTo>
                      <a:pt x="670" y="2532"/>
                    </a:lnTo>
                    <a:lnTo>
                      <a:pt x="712" y="2532"/>
                    </a:lnTo>
                    <a:lnTo>
                      <a:pt x="775" y="2470"/>
                    </a:lnTo>
                    <a:lnTo>
                      <a:pt x="900" y="2407"/>
                    </a:lnTo>
                    <a:lnTo>
                      <a:pt x="817" y="2511"/>
                    </a:lnTo>
                    <a:lnTo>
                      <a:pt x="859" y="2595"/>
                    </a:lnTo>
                    <a:lnTo>
                      <a:pt x="921" y="2595"/>
                    </a:lnTo>
                    <a:lnTo>
                      <a:pt x="1005" y="2511"/>
                    </a:lnTo>
                    <a:lnTo>
                      <a:pt x="1026" y="2574"/>
                    </a:lnTo>
                    <a:lnTo>
                      <a:pt x="1068" y="2679"/>
                    </a:lnTo>
                    <a:lnTo>
                      <a:pt x="1382" y="2700"/>
                    </a:lnTo>
                    <a:lnTo>
                      <a:pt x="1444" y="2595"/>
                    </a:lnTo>
                    <a:lnTo>
                      <a:pt x="1423" y="2511"/>
                    </a:lnTo>
                    <a:lnTo>
                      <a:pt x="1444" y="2407"/>
                    </a:lnTo>
                    <a:lnTo>
                      <a:pt x="1507" y="2365"/>
                    </a:lnTo>
                    <a:lnTo>
                      <a:pt x="1528" y="2407"/>
                    </a:lnTo>
                    <a:lnTo>
                      <a:pt x="1528" y="2511"/>
                    </a:lnTo>
                    <a:lnTo>
                      <a:pt x="1570" y="2616"/>
                    </a:lnTo>
                    <a:lnTo>
                      <a:pt x="1612" y="2574"/>
                    </a:lnTo>
                    <a:lnTo>
                      <a:pt x="1612" y="2470"/>
                    </a:lnTo>
                    <a:lnTo>
                      <a:pt x="1612" y="2407"/>
                    </a:lnTo>
                    <a:lnTo>
                      <a:pt x="1654" y="2323"/>
                    </a:lnTo>
                    <a:lnTo>
                      <a:pt x="1675" y="2281"/>
                    </a:lnTo>
                    <a:lnTo>
                      <a:pt x="1570" y="2302"/>
                    </a:lnTo>
                    <a:lnTo>
                      <a:pt x="1486" y="2344"/>
                    </a:lnTo>
                    <a:lnTo>
                      <a:pt x="1528" y="2239"/>
                    </a:lnTo>
                    <a:lnTo>
                      <a:pt x="1633" y="2198"/>
                    </a:lnTo>
                    <a:lnTo>
                      <a:pt x="1695" y="2135"/>
                    </a:lnTo>
                    <a:lnTo>
                      <a:pt x="1758" y="2072"/>
                    </a:lnTo>
                    <a:lnTo>
                      <a:pt x="1758" y="1988"/>
                    </a:lnTo>
                    <a:lnTo>
                      <a:pt x="1821" y="1967"/>
                    </a:lnTo>
                    <a:lnTo>
                      <a:pt x="1905" y="1988"/>
                    </a:lnTo>
                    <a:lnTo>
                      <a:pt x="1905" y="2072"/>
                    </a:lnTo>
                    <a:lnTo>
                      <a:pt x="1905" y="2156"/>
                    </a:lnTo>
                    <a:lnTo>
                      <a:pt x="1947" y="2093"/>
                    </a:lnTo>
                    <a:lnTo>
                      <a:pt x="2072" y="1926"/>
                    </a:lnTo>
                    <a:lnTo>
                      <a:pt x="2072" y="1863"/>
                    </a:lnTo>
                    <a:lnTo>
                      <a:pt x="1947" y="1779"/>
                    </a:lnTo>
                    <a:lnTo>
                      <a:pt x="1947" y="1737"/>
                    </a:lnTo>
                    <a:lnTo>
                      <a:pt x="1988" y="1674"/>
                    </a:lnTo>
                    <a:lnTo>
                      <a:pt x="2051" y="1716"/>
                    </a:lnTo>
                    <a:lnTo>
                      <a:pt x="2135" y="1716"/>
                    </a:lnTo>
                    <a:lnTo>
                      <a:pt x="2156" y="1612"/>
                    </a:lnTo>
                    <a:lnTo>
                      <a:pt x="2156" y="1549"/>
                    </a:lnTo>
                    <a:lnTo>
                      <a:pt x="2260" y="1423"/>
                    </a:lnTo>
                    <a:lnTo>
                      <a:pt x="2281" y="1340"/>
                    </a:lnTo>
                    <a:lnTo>
                      <a:pt x="2407" y="1214"/>
                    </a:lnTo>
                    <a:lnTo>
                      <a:pt x="2511" y="1151"/>
                    </a:lnTo>
                    <a:lnTo>
                      <a:pt x="2553" y="1089"/>
                    </a:lnTo>
                    <a:lnTo>
                      <a:pt x="2511" y="942"/>
                    </a:lnTo>
                    <a:lnTo>
                      <a:pt x="2616" y="775"/>
                    </a:lnTo>
                    <a:lnTo>
                      <a:pt x="2742" y="691"/>
                    </a:lnTo>
                    <a:lnTo>
                      <a:pt x="2763" y="586"/>
                    </a:lnTo>
                    <a:lnTo>
                      <a:pt x="2700" y="482"/>
                    </a:lnTo>
                    <a:lnTo>
                      <a:pt x="2595" y="461"/>
                    </a:lnTo>
                    <a:lnTo>
                      <a:pt x="2553" y="356"/>
                    </a:lnTo>
                    <a:lnTo>
                      <a:pt x="2595" y="356"/>
                    </a:lnTo>
                    <a:lnTo>
                      <a:pt x="2616" y="294"/>
                    </a:lnTo>
                    <a:lnTo>
                      <a:pt x="2595" y="252"/>
                    </a:lnTo>
                    <a:lnTo>
                      <a:pt x="2616" y="168"/>
                    </a:lnTo>
                    <a:lnTo>
                      <a:pt x="2595" y="84"/>
                    </a:lnTo>
                    <a:lnTo>
                      <a:pt x="2511" y="84"/>
                    </a:lnTo>
                    <a:lnTo>
                      <a:pt x="2553" y="147"/>
                    </a:lnTo>
                    <a:lnTo>
                      <a:pt x="2553" y="252"/>
                    </a:lnTo>
                    <a:lnTo>
                      <a:pt x="2470" y="273"/>
                    </a:lnTo>
                    <a:lnTo>
                      <a:pt x="2386" y="189"/>
                    </a:lnTo>
                    <a:lnTo>
                      <a:pt x="2302" y="273"/>
                    </a:lnTo>
                    <a:lnTo>
                      <a:pt x="2302" y="461"/>
                    </a:lnTo>
                    <a:lnTo>
                      <a:pt x="2260" y="503"/>
                    </a:lnTo>
                    <a:lnTo>
                      <a:pt x="2198" y="503"/>
                    </a:lnTo>
                    <a:lnTo>
                      <a:pt x="2156" y="566"/>
                    </a:lnTo>
                    <a:lnTo>
                      <a:pt x="2093" y="566"/>
                    </a:lnTo>
                    <a:lnTo>
                      <a:pt x="2093" y="482"/>
                    </a:lnTo>
                    <a:lnTo>
                      <a:pt x="2177" y="398"/>
                    </a:lnTo>
                    <a:lnTo>
                      <a:pt x="2219" y="168"/>
                    </a:lnTo>
                    <a:lnTo>
                      <a:pt x="2156" y="105"/>
                    </a:lnTo>
                    <a:lnTo>
                      <a:pt x="2072" y="126"/>
                    </a:lnTo>
                    <a:lnTo>
                      <a:pt x="1988" y="84"/>
                    </a:lnTo>
                    <a:lnTo>
                      <a:pt x="196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Google Shape;2190;p45"/>
              <p:cNvSpPr/>
              <p:nvPr/>
            </p:nvSpPr>
            <p:spPr>
              <a:xfrm>
                <a:off x="2686125" y="1510800"/>
                <a:ext cx="62275" cy="87900"/>
              </a:xfrm>
              <a:custGeom>
                <a:avLst/>
                <a:gdLst/>
                <a:ahLst/>
                <a:cxnLst/>
                <a:rect l="l" t="t" r="r" b="b"/>
                <a:pathLst>
                  <a:path w="2491" h="3516" extrusionOk="0">
                    <a:moveTo>
                      <a:pt x="1026" y="0"/>
                    </a:moveTo>
                    <a:lnTo>
                      <a:pt x="921" y="63"/>
                    </a:lnTo>
                    <a:lnTo>
                      <a:pt x="879" y="147"/>
                    </a:lnTo>
                    <a:lnTo>
                      <a:pt x="754" y="230"/>
                    </a:lnTo>
                    <a:lnTo>
                      <a:pt x="733" y="335"/>
                    </a:lnTo>
                    <a:lnTo>
                      <a:pt x="607" y="481"/>
                    </a:lnTo>
                    <a:lnTo>
                      <a:pt x="607" y="586"/>
                    </a:lnTo>
                    <a:lnTo>
                      <a:pt x="712" y="649"/>
                    </a:lnTo>
                    <a:lnTo>
                      <a:pt x="754" y="586"/>
                    </a:lnTo>
                    <a:lnTo>
                      <a:pt x="879" y="565"/>
                    </a:lnTo>
                    <a:lnTo>
                      <a:pt x="921" y="628"/>
                    </a:lnTo>
                    <a:lnTo>
                      <a:pt x="775" y="753"/>
                    </a:lnTo>
                    <a:lnTo>
                      <a:pt x="649" y="837"/>
                    </a:lnTo>
                    <a:lnTo>
                      <a:pt x="545" y="984"/>
                    </a:lnTo>
                    <a:lnTo>
                      <a:pt x="545" y="1046"/>
                    </a:lnTo>
                    <a:lnTo>
                      <a:pt x="712" y="963"/>
                    </a:lnTo>
                    <a:lnTo>
                      <a:pt x="858" y="837"/>
                    </a:lnTo>
                    <a:lnTo>
                      <a:pt x="942" y="837"/>
                    </a:lnTo>
                    <a:lnTo>
                      <a:pt x="1026" y="774"/>
                    </a:lnTo>
                    <a:lnTo>
                      <a:pt x="1068" y="858"/>
                    </a:lnTo>
                    <a:lnTo>
                      <a:pt x="1047" y="984"/>
                    </a:lnTo>
                    <a:lnTo>
                      <a:pt x="963" y="984"/>
                    </a:lnTo>
                    <a:lnTo>
                      <a:pt x="838" y="1109"/>
                    </a:lnTo>
                    <a:lnTo>
                      <a:pt x="775" y="1193"/>
                    </a:lnTo>
                    <a:lnTo>
                      <a:pt x="838" y="1276"/>
                    </a:lnTo>
                    <a:lnTo>
                      <a:pt x="984" y="1256"/>
                    </a:lnTo>
                    <a:lnTo>
                      <a:pt x="1089" y="1297"/>
                    </a:lnTo>
                    <a:lnTo>
                      <a:pt x="963" y="1381"/>
                    </a:lnTo>
                    <a:lnTo>
                      <a:pt x="817" y="1465"/>
                    </a:lnTo>
                    <a:lnTo>
                      <a:pt x="712" y="1402"/>
                    </a:lnTo>
                    <a:lnTo>
                      <a:pt x="712" y="1486"/>
                    </a:lnTo>
                    <a:lnTo>
                      <a:pt x="838" y="1528"/>
                    </a:lnTo>
                    <a:lnTo>
                      <a:pt x="838" y="1590"/>
                    </a:lnTo>
                    <a:lnTo>
                      <a:pt x="649" y="1779"/>
                    </a:lnTo>
                    <a:lnTo>
                      <a:pt x="607" y="1779"/>
                    </a:lnTo>
                    <a:lnTo>
                      <a:pt x="545" y="1611"/>
                    </a:lnTo>
                    <a:lnTo>
                      <a:pt x="440" y="1569"/>
                    </a:lnTo>
                    <a:lnTo>
                      <a:pt x="335" y="1423"/>
                    </a:lnTo>
                    <a:lnTo>
                      <a:pt x="126" y="1528"/>
                    </a:lnTo>
                    <a:lnTo>
                      <a:pt x="126" y="1590"/>
                    </a:lnTo>
                    <a:lnTo>
                      <a:pt x="1" y="1800"/>
                    </a:lnTo>
                    <a:lnTo>
                      <a:pt x="105" y="1925"/>
                    </a:lnTo>
                    <a:lnTo>
                      <a:pt x="105" y="2051"/>
                    </a:lnTo>
                    <a:lnTo>
                      <a:pt x="189" y="2093"/>
                    </a:lnTo>
                    <a:lnTo>
                      <a:pt x="294" y="2009"/>
                    </a:lnTo>
                    <a:lnTo>
                      <a:pt x="356" y="2009"/>
                    </a:lnTo>
                    <a:lnTo>
                      <a:pt x="545" y="2051"/>
                    </a:lnTo>
                    <a:lnTo>
                      <a:pt x="733" y="2051"/>
                    </a:lnTo>
                    <a:lnTo>
                      <a:pt x="754" y="2113"/>
                    </a:lnTo>
                    <a:lnTo>
                      <a:pt x="942" y="2051"/>
                    </a:lnTo>
                    <a:lnTo>
                      <a:pt x="942" y="2134"/>
                    </a:lnTo>
                    <a:lnTo>
                      <a:pt x="838" y="2155"/>
                    </a:lnTo>
                    <a:lnTo>
                      <a:pt x="775" y="2239"/>
                    </a:lnTo>
                    <a:lnTo>
                      <a:pt x="817" y="2344"/>
                    </a:lnTo>
                    <a:lnTo>
                      <a:pt x="963" y="2323"/>
                    </a:lnTo>
                    <a:lnTo>
                      <a:pt x="1089" y="2427"/>
                    </a:lnTo>
                    <a:lnTo>
                      <a:pt x="1172" y="2616"/>
                    </a:lnTo>
                    <a:lnTo>
                      <a:pt x="1256" y="2616"/>
                    </a:lnTo>
                    <a:lnTo>
                      <a:pt x="1298" y="2657"/>
                    </a:lnTo>
                    <a:lnTo>
                      <a:pt x="1256" y="2741"/>
                    </a:lnTo>
                    <a:lnTo>
                      <a:pt x="1256" y="2867"/>
                    </a:lnTo>
                    <a:lnTo>
                      <a:pt x="1068" y="3201"/>
                    </a:lnTo>
                    <a:lnTo>
                      <a:pt x="1130" y="3390"/>
                    </a:lnTo>
                    <a:lnTo>
                      <a:pt x="1172" y="3494"/>
                    </a:lnTo>
                    <a:lnTo>
                      <a:pt x="1256" y="3494"/>
                    </a:lnTo>
                    <a:lnTo>
                      <a:pt x="1361" y="3473"/>
                    </a:lnTo>
                    <a:lnTo>
                      <a:pt x="1403" y="3515"/>
                    </a:lnTo>
                    <a:lnTo>
                      <a:pt x="1486" y="3515"/>
                    </a:lnTo>
                    <a:lnTo>
                      <a:pt x="1654" y="3411"/>
                    </a:lnTo>
                    <a:lnTo>
                      <a:pt x="1654" y="3348"/>
                    </a:lnTo>
                    <a:lnTo>
                      <a:pt x="1758" y="3285"/>
                    </a:lnTo>
                    <a:lnTo>
                      <a:pt x="1821" y="3160"/>
                    </a:lnTo>
                    <a:lnTo>
                      <a:pt x="1863" y="3034"/>
                    </a:lnTo>
                    <a:lnTo>
                      <a:pt x="1884" y="2846"/>
                    </a:lnTo>
                    <a:lnTo>
                      <a:pt x="1988" y="2678"/>
                    </a:lnTo>
                    <a:lnTo>
                      <a:pt x="1905" y="2657"/>
                    </a:lnTo>
                    <a:lnTo>
                      <a:pt x="1905" y="2574"/>
                    </a:lnTo>
                    <a:lnTo>
                      <a:pt x="1988" y="2532"/>
                    </a:lnTo>
                    <a:lnTo>
                      <a:pt x="2072" y="2365"/>
                    </a:lnTo>
                    <a:lnTo>
                      <a:pt x="2135" y="2365"/>
                    </a:lnTo>
                    <a:lnTo>
                      <a:pt x="2219" y="2260"/>
                    </a:lnTo>
                    <a:lnTo>
                      <a:pt x="2344" y="2197"/>
                    </a:lnTo>
                    <a:lnTo>
                      <a:pt x="2386" y="2030"/>
                    </a:lnTo>
                    <a:lnTo>
                      <a:pt x="2386" y="1925"/>
                    </a:lnTo>
                    <a:lnTo>
                      <a:pt x="2491" y="1841"/>
                    </a:lnTo>
                    <a:lnTo>
                      <a:pt x="2491" y="1800"/>
                    </a:lnTo>
                    <a:lnTo>
                      <a:pt x="2428" y="1695"/>
                    </a:lnTo>
                    <a:lnTo>
                      <a:pt x="2407" y="1569"/>
                    </a:lnTo>
                    <a:lnTo>
                      <a:pt x="2344" y="1569"/>
                    </a:lnTo>
                    <a:lnTo>
                      <a:pt x="2239" y="1507"/>
                    </a:lnTo>
                    <a:lnTo>
                      <a:pt x="2114" y="1507"/>
                    </a:lnTo>
                    <a:lnTo>
                      <a:pt x="2093" y="1465"/>
                    </a:lnTo>
                    <a:lnTo>
                      <a:pt x="2135" y="1360"/>
                    </a:lnTo>
                    <a:lnTo>
                      <a:pt x="2302" y="1276"/>
                    </a:lnTo>
                    <a:lnTo>
                      <a:pt x="2302" y="1193"/>
                    </a:lnTo>
                    <a:lnTo>
                      <a:pt x="2239" y="1109"/>
                    </a:lnTo>
                    <a:lnTo>
                      <a:pt x="2239" y="984"/>
                    </a:lnTo>
                    <a:lnTo>
                      <a:pt x="2281" y="879"/>
                    </a:lnTo>
                    <a:lnTo>
                      <a:pt x="2177" y="774"/>
                    </a:lnTo>
                    <a:lnTo>
                      <a:pt x="2093" y="774"/>
                    </a:lnTo>
                    <a:lnTo>
                      <a:pt x="1967" y="858"/>
                    </a:lnTo>
                    <a:lnTo>
                      <a:pt x="1779" y="900"/>
                    </a:lnTo>
                    <a:lnTo>
                      <a:pt x="1758" y="984"/>
                    </a:lnTo>
                    <a:lnTo>
                      <a:pt x="1675" y="1088"/>
                    </a:lnTo>
                    <a:lnTo>
                      <a:pt x="1591" y="1067"/>
                    </a:lnTo>
                    <a:lnTo>
                      <a:pt x="1570" y="963"/>
                    </a:lnTo>
                    <a:lnTo>
                      <a:pt x="1695" y="900"/>
                    </a:lnTo>
                    <a:lnTo>
                      <a:pt x="1758" y="837"/>
                    </a:lnTo>
                    <a:lnTo>
                      <a:pt x="1758" y="670"/>
                    </a:lnTo>
                    <a:lnTo>
                      <a:pt x="1800" y="460"/>
                    </a:lnTo>
                    <a:lnTo>
                      <a:pt x="1758" y="356"/>
                    </a:lnTo>
                    <a:lnTo>
                      <a:pt x="1695" y="272"/>
                    </a:lnTo>
                    <a:lnTo>
                      <a:pt x="1654" y="168"/>
                    </a:lnTo>
                    <a:lnTo>
                      <a:pt x="1507" y="105"/>
                    </a:lnTo>
                    <a:lnTo>
                      <a:pt x="1403" y="147"/>
                    </a:lnTo>
                    <a:lnTo>
                      <a:pt x="1277" y="105"/>
                    </a:lnTo>
                    <a:lnTo>
                      <a:pt x="1130" y="230"/>
                    </a:lnTo>
                    <a:lnTo>
                      <a:pt x="1047" y="209"/>
                    </a:lnTo>
                    <a:lnTo>
                      <a:pt x="1047" y="21"/>
                    </a:lnTo>
                    <a:lnTo>
                      <a:pt x="102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Google Shape;2191;p45"/>
              <p:cNvSpPr/>
              <p:nvPr/>
            </p:nvSpPr>
            <p:spPr>
              <a:xfrm>
                <a:off x="2799125" y="1455875"/>
                <a:ext cx="96775" cy="158525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6341" extrusionOk="0">
                    <a:moveTo>
                      <a:pt x="2385" y="0"/>
                    </a:moveTo>
                    <a:lnTo>
                      <a:pt x="2385" y="126"/>
                    </a:lnTo>
                    <a:lnTo>
                      <a:pt x="2302" y="272"/>
                    </a:lnTo>
                    <a:lnTo>
                      <a:pt x="2385" y="356"/>
                    </a:lnTo>
                    <a:lnTo>
                      <a:pt x="2490" y="356"/>
                    </a:lnTo>
                    <a:lnTo>
                      <a:pt x="2595" y="314"/>
                    </a:lnTo>
                    <a:lnTo>
                      <a:pt x="2741" y="377"/>
                    </a:lnTo>
                    <a:lnTo>
                      <a:pt x="2783" y="460"/>
                    </a:lnTo>
                    <a:lnTo>
                      <a:pt x="2888" y="481"/>
                    </a:lnTo>
                    <a:lnTo>
                      <a:pt x="2888" y="565"/>
                    </a:lnTo>
                    <a:lnTo>
                      <a:pt x="2699" y="733"/>
                    </a:lnTo>
                    <a:lnTo>
                      <a:pt x="2616" y="733"/>
                    </a:lnTo>
                    <a:lnTo>
                      <a:pt x="2490" y="649"/>
                    </a:lnTo>
                    <a:lnTo>
                      <a:pt x="2385" y="649"/>
                    </a:lnTo>
                    <a:lnTo>
                      <a:pt x="2281" y="628"/>
                    </a:lnTo>
                    <a:lnTo>
                      <a:pt x="2281" y="628"/>
                    </a:lnTo>
                    <a:lnTo>
                      <a:pt x="2323" y="733"/>
                    </a:lnTo>
                    <a:lnTo>
                      <a:pt x="2406" y="753"/>
                    </a:lnTo>
                    <a:lnTo>
                      <a:pt x="2323" y="837"/>
                    </a:lnTo>
                    <a:lnTo>
                      <a:pt x="2218" y="858"/>
                    </a:lnTo>
                    <a:lnTo>
                      <a:pt x="2072" y="691"/>
                    </a:lnTo>
                    <a:lnTo>
                      <a:pt x="1904" y="774"/>
                    </a:lnTo>
                    <a:lnTo>
                      <a:pt x="1862" y="942"/>
                    </a:lnTo>
                    <a:lnTo>
                      <a:pt x="1779" y="1005"/>
                    </a:lnTo>
                    <a:lnTo>
                      <a:pt x="1779" y="1088"/>
                    </a:lnTo>
                    <a:lnTo>
                      <a:pt x="1883" y="1109"/>
                    </a:lnTo>
                    <a:lnTo>
                      <a:pt x="1904" y="1256"/>
                    </a:lnTo>
                    <a:lnTo>
                      <a:pt x="2051" y="1318"/>
                    </a:lnTo>
                    <a:lnTo>
                      <a:pt x="2051" y="1381"/>
                    </a:lnTo>
                    <a:lnTo>
                      <a:pt x="1946" y="1381"/>
                    </a:lnTo>
                    <a:lnTo>
                      <a:pt x="1946" y="1465"/>
                    </a:lnTo>
                    <a:lnTo>
                      <a:pt x="1988" y="1528"/>
                    </a:lnTo>
                    <a:lnTo>
                      <a:pt x="1988" y="1611"/>
                    </a:lnTo>
                    <a:lnTo>
                      <a:pt x="1904" y="1590"/>
                    </a:lnTo>
                    <a:lnTo>
                      <a:pt x="1841" y="1528"/>
                    </a:lnTo>
                    <a:lnTo>
                      <a:pt x="1695" y="1507"/>
                    </a:lnTo>
                    <a:lnTo>
                      <a:pt x="1590" y="1423"/>
                    </a:lnTo>
                    <a:lnTo>
                      <a:pt x="1528" y="1402"/>
                    </a:lnTo>
                    <a:lnTo>
                      <a:pt x="1423" y="1486"/>
                    </a:lnTo>
                    <a:lnTo>
                      <a:pt x="1381" y="1569"/>
                    </a:lnTo>
                    <a:lnTo>
                      <a:pt x="1465" y="1674"/>
                    </a:lnTo>
                    <a:lnTo>
                      <a:pt x="1423" y="1779"/>
                    </a:lnTo>
                    <a:lnTo>
                      <a:pt x="1360" y="1737"/>
                    </a:lnTo>
                    <a:lnTo>
                      <a:pt x="1360" y="1674"/>
                    </a:lnTo>
                    <a:lnTo>
                      <a:pt x="1276" y="1611"/>
                    </a:lnTo>
                    <a:lnTo>
                      <a:pt x="1151" y="1569"/>
                    </a:lnTo>
                    <a:lnTo>
                      <a:pt x="1109" y="1569"/>
                    </a:lnTo>
                    <a:lnTo>
                      <a:pt x="1025" y="1486"/>
                    </a:lnTo>
                    <a:lnTo>
                      <a:pt x="942" y="1465"/>
                    </a:lnTo>
                    <a:lnTo>
                      <a:pt x="921" y="1528"/>
                    </a:lnTo>
                    <a:lnTo>
                      <a:pt x="963" y="1674"/>
                    </a:lnTo>
                    <a:lnTo>
                      <a:pt x="963" y="1800"/>
                    </a:lnTo>
                    <a:lnTo>
                      <a:pt x="1004" y="1946"/>
                    </a:lnTo>
                    <a:lnTo>
                      <a:pt x="1109" y="2009"/>
                    </a:lnTo>
                    <a:lnTo>
                      <a:pt x="1235" y="2030"/>
                    </a:lnTo>
                    <a:lnTo>
                      <a:pt x="1276" y="2093"/>
                    </a:lnTo>
                    <a:lnTo>
                      <a:pt x="1256" y="2113"/>
                    </a:lnTo>
                    <a:lnTo>
                      <a:pt x="1130" y="2113"/>
                    </a:lnTo>
                    <a:lnTo>
                      <a:pt x="1256" y="2197"/>
                    </a:lnTo>
                    <a:lnTo>
                      <a:pt x="1318" y="2260"/>
                    </a:lnTo>
                    <a:lnTo>
                      <a:pt x="1423" y="2344"/>
                    </a:lnTo>
                    <a:lnTo>
                      <a:pt x="1548" y="2344"/>
                    </a:lnTo>
                    <a:lnTo>
                      <a:pt x="1632" y="2260"/>
                    </a:lnTo>
                    <a:lnTo>
                      <a:pt x="1674" y="2260"/>
                    </a:lnTo>
                    <a:lnTo>
                      <a:pt x="1674" y="2344"/>
                    </a:lnTo>
                    <a:lnTo>
                      <a:pt x="1590" y="2427"/>
                    </a:lnTo>
                    <a:lnTo>
                      <a:pt x="1548" y="2616"/>
                    </a:lnTo>
                    <a:lnTo>
                      <a:pt x="1486" y="2616"/>
                    </a:lnTo>
                    <a:lnTo>
                      <a:pt x="1339" y="2469"/>
                    </a:lnTo>
                    <a:lnTo>
                      <a:pt x="1025" y="2427"/>
                    </a:lnTo>
                    <a:lnTo>
                      <a:pt x="921" y="2260"/>
                    </a:lnTo>
                    <a:lnTo>
                      <a:pt x="837" y="2239"/>
                    </a:lnTo>
                    <a:lnTo>
                      <a:pt x="795" y="2155"/>
                    </a:lnTo>
                    <a:lnTo>
                      <a:pt x="753" y="2155"/>
                    </a:lnTo>
                    <a:lnTo>
                      <a:pt x="712" y="2302"/>
                    </a:lnTo>
                    <a:lnTo>
                      <a:pt x="712" y="2344"/>
                    </a:lnTo>
                    <a:lnTo>
                      <a:pt x="649" y="2406"/>
                    </a:lnTo>
                    <a:lnTo>
                      <a:pt x="712" y="2574"/>
                    </a:lnTo>
                    <a:lnTo>
                      <a:pt x="628" y="2637"/>
                    </a:lnTo>
                    <a:lnTo>
                      <a:pt x="544" y="2616"/>
                    </a:lnTo>
                    <a:lnTo>
                      <a:pt x="544" y="2762"/>
                    </a:lnTo>
                    <a:lnTo>
                      <a:pt x="502" y="2783"/>
                    </a:lnTo>
                    <a:lnTo>
                      <a:pt x="502" y="3034"/>
                    </a:lnTo>
                    <a:lnTo>
                      <a:pt x="586" y="3097"/>
                    </a:lnTo>
                    <a:lnTo>
                      <a:pt x="732" y="3097"/>
                    </a:lnTo>
                    <a:lnTo>
                      <a:pt x="837" y="3160"/>
                    </a:lnTo>
                    <a:lnTo>
                      <a:pt x="942" y="3139"/>
                    </a:lnTo>
                    <a:lnTo>
                      <a:pt x="942" y="3181"/>
                    </a:lnTo>
                    <a:lnTo>
                      <a:pt x="858" y="3243"/>
                    </a:lnTo>
                    <a:lnTo>
                      <a:pt x="753" y="3181"/>
                    </a:lnTo>
                    <a:lnTo>
                      <a:pt x="586" y="3181"/>
                    </a:lnTo>
                    <a:lnTo>
                      <a:pt x="523" y="3160"/>
                    </a:lnTo>
                    <a:lnTo>
                      <a:pt x="419" y="3181"/>
                    </a:lnTo>
                    <a:lnTo>
                      <a:pt x="272" y="3369"/>
                    </a:lnTo>
                    <a:lnTo>
                      <a:pt x="230" y="3473"/>
                    </a:lnTo>
                    <a:lnTo>
                      <a:pt x="314" y="3557"/>
                    </a:lnTo>
                    <a:lnTo>
                      <a:pt x="293" y="3599"/>
                    </a:lnTo>
                    <a:lnTo>
                      <a:pt x="209" y="3620"/>
                    </a:lnTo>
                    <a:lnTo>
                      <a:pt x="209" y="3725"/>
                    </a:lnTo>
                    <a:lnTo>
                      <a:pt x="293" y="3787"/>
                    </a:lnTo>
                    <a:lnTo>
                      <a:pt x="335" y="3725"/>
                    </a:lnTo>
                    <a:lnTo>
                      <a:pt x="502" y="3725"/>
                    </a:lnTo>
                    <a:lnTo>
                      <a:pt x="586" y="3662"/>
                    </a:lnTo>
                    <a:lnTo>
                      <a:pt x="628" y="3704"/>
                    </a:lnTo>
                    <a:lnTo>
                      <a:pt x="628" y="3787"/>
                    </a:lnTo>
                    <a:lnTo>
                      <a:pt x="523" y="3808"/>
                    </a:lnTo>
                    <a:lnTo>
                      <a:pt x="440" y="3913"/>
                    </a:lnTo>
                    <a:lnTo>
                      <a:pt x="502" y="3976"/>
                    </a:lnTo>
                    <a:lnTo>
                      <a:pt x="586" y="3976"/>
                    </a:lnTo>
                    <a:lnTo>
                      <a:pt x="691" y="3892"/>
                    </a:lnTo>
                    <a:lnTo>
                      <a:pt x="753" y="3892"/>
                    </a:lnTo>
                    <a:lnTo>
                      <a:pt x="858" y="3808"/>
                    </a:lnTo>
                    <a:lnTo>
                      <a:pt x="858" y="3871"/>
                    </a:lnTo>
                    <a:lnTo>
                      <a:pt x="816" y="3934"/>
                    </a:lnTo>
                    <a:lnTo>
                      <a:pt x="858" y="3976"/>
                    </a:lnTo>
                    <a:lnTo>
                      <a:pt x="1046" y="3976"/>
                    </a:lnTo>
                    <a:lnTo>
                      <a:pt x="1067" y="4018"/>
                    </a:lnTo>
                    <a:lnTo>
                      <a:pt x="963" y="4038"/>
                    </a:lnTo>
                    <a:lnTo>
                      <a:pt x="963" y="4122"/>
                    </a:lnTo>
                    <a:lnTo>
                      <a:pt x="1067" y="4143"/>
                    </a:lnTo>
                    <a:lnTo>
                      <a:pt x="1172" y="4122"/>
                    </a:lnTo>
                    <a:lnTo>
                      <a:pt x="1318" y="4206"/>
                    </a:lnTo>
                    <a:lnTo>
                      <a:pt x="1590" y="4290"/>
                    </a:lnTo>
                    <a:lnTo>
                      <a:pt x="1632" y="4331"/>
                    </a:lnTo>
                    <a:lnTo>
                      <a:pt x="1381" y="4310"/>
                    </a:lnTo>
                    <a:lnTo>
                      <a:pt x="1276" y="4331"/>
                    </a:lnTo>
                    <a:lnTo>
                      <a:pt x="1130" y="4227"/>
                    </a:lnTo>
                    <a:lnTo>
                      <a:pt x="963" y="4290"/>
                    </a:lnTo>
                    <a:lnTo>
                      <a:pt x="963" y="4352"/>
                    </a:lnTo>
                    <a:lnTo>
                      <a:pt x="1130" y="4415"/>
                    </a:lnTo>
                    <a:lnTo>
                      <a:pt x="1339" y="4436"/>
                    </a:lnTo>
                    <a:lnTo>
                      <a:pt x="1569" y="4436"/>
                    </a:lnTo>
                    <a:lnTo>
                      <a:pt x="1653" y="4499"/>
                    </a:lnTo>
                    <a:lnTo>
                      <a:pt x="1423" y="4541"/>
                    </a:lnTo>
                    <a:lnTo>
                      <a:pt x="1339" y="4520"/>
                    </a:lnTo>
                    <a:lnTo>
                      <a:pt x="1109" y="4499"/>
                    </a:lnTo>
                    <a:lnTo>
                      <a:pt x="942" y="4457"/>
                    </a:lnTo>
                    <a:lnTo>
                      <a:pt x="900" y="4394"/>
                    </a:lnTo>
                    <a:lnTo>
                      <a:pt x="753" y="4352"/>
                    </a:lnTo>
                    <a:lnTo>
                      <a:pt x="607" y="4206"/>
                    </a:lnTo>
                    <a:lnTo>
                      <a:pt x="544" y="4248"/>
                    </a:lnTo>
                    <a:lnTo>
                      <a:pt x="481" y="4331"/>
                    </a:lnTo>
                    <a:lnTo>
                      <a:pt x="293" y="4352"/>
                    </a:lnTo>
                    <a:lnTo>
                      <a:pt x="209" y="4415"/>
                    </a:lnTo>
                    <a:lnTo>
                      <a:pt x="188" y="4624"/>
                    </a:lnTo>
                    <a:lnTo>
                      <a:pt x="314" y="4729"/>
                    </a:lnTo>
                    <a:lnTo>
                      <a:pt x="314" y="4854"/>
                    </a:lnTo>
                    <a:lnTo>
                      <a:pt x="272" y="4917"/>
                    </a:lnTo>
                    <a:lnTo>
                      <a:pt x="188" y="4729"/>
                    </a:lnTo>
                    <a:lnTo>
                      <a:pt x="126" y="4729"/>
                    </a:lnTo>
                    <a:lnTo>
                      <a:pt x="63" y="4980"/>
                    </a:lnTo>
                    <a:lnTo>
                      <a:pt x="84" y="5126"/>
                    </a:lnTo>
                    <a:lnTo>
                      <a:pt x="168" y="5147"/>
                    </a:lnTo>
                    <a:lnTo>
                      <a:pt x="188" y="5126"/>
                    </a:lnTo>
                    <a:lnTo>
                      <a:pt x="272" y="5126"/>
                    </a:lnTo>
                    <a:lnTo>
                      <a:pt x="335" y="5252"/>
                    </a:lnTo>
                    <a:lnTo>
                      <a:pt x="419" y="5273"/>
                    </a:lnTo>
                    <a:lnTo>
                      <a:pt x="335" y="5294"/>
                    </a:lnTo>
                    <a:lnTo>
                      <a:pt x="272" y="5336"/>
                    </a:lnTo>
                    <a:lnTo>
                      <a:pt x="188" y="5231"/>
                    </a:lnTo>
                    <a:lnTo>
                      <a:pt x="21" y="5252"/>
                    </a:lnTo>
                    <a:lnTo>
                      <a:pt x="0" y="5461"/>
                    </a:lnTo>
                    <a:lnTo>
                      <a:pt x="63" y="5503"/>
                    </a:lnTo>
                    <a:lnTo>
                      <a:pt x="126" y="5482"/>
                    </a:lnTo>
                    <a:lnTo>
                      <a:pt x="84" y="5566"/>
                    </a:lnTo>
                    <a:lnTo>
                      <a:pt x="84" y="5817"/>
                    </a:lnTo>
                    <a:lnTo>
                      <a:pt x="168" y="5754"/>
                    </a:lnTo>
                    <a:lnTo>
                      <a:pt x="230" y="5775"/>
                    </a:lnTo>
                    <a:lnTo>
                      <a:pt x="230" y="5963"/>
                    </a:lnTo>
                    <a:lnTo>
                      <a:pt x="398" y="6005"/>
                    </a:lnTo>
                    <a:lnTo>
                      <a:pt x="628" y="6173"/>
                    </a:lnTo>
                    <a:lnTo>
                      <a:pt x="732" y="6110"/>
                    </a:lnTo>
                    <a:lnTo>
                      <a:pt x="795" y="6005"/>
                    </a:lnTo>
                    <a:lnTo>
                      <a:pt x="753" y="5922"/>
                    </a:lnTo>
                    <a:lnTo>
                      <a:pt x="921" y="5922"/>
                    </a:lnTo>
                    <a:lnTo>
                      <a:pt x="942" y="6026"/>
                    </a:lnTo>
                    <a:lnTo>
                      <a:pt x="921" y="6131"/>
                    </a:lnTo>
                    <a:lnTo>
                      <a:pt x="942" y="6235"/>
                    </a:lnTo>
                    <a:lnTo>
                      <a:pt x="1004" y="6214"/>
                    </a:lnTo>
                    <a:lnTo>
                      <a:pt x="1067" y="5963"/>
                    </a:lnTo>
                    <a:lnTo>
                      <a:pt x="1067" y="5712"/>
                    </a:lnTo>
                    <a:lnTo>
                      <a:pt x="1130" y="5566"/>
                    </a:lnTo>
                    <a:lnTo>
                      <a:pt x="1256" y="5440"/>
                    </a:lnTo>
                    <a:lnTo>
                      <a:pt x="1318" y="5294"/>
                    </a:lnTo>
                    <a:lnTo>
                      <a:pt x="1318" y="5461"/>
                    </a:lnTo>
                    <a:lnTo>
                      <a:pt x="1172" y="5670"/>
                    </a:lnTo>
                    <a:lnTo>
                      <a:pt x="1151" y="5817"/>
                    </a:lnTo>
                    <a:lnTo>
                      <a:pt x="1172" y="5922"/>
                    </a:lnTo>
                    <a:lnTo>
                      <a:pt x="1130" y="6131"/>
                    </a:lnTo>
                    <a:lnTo>
                      <a:pt x="1172" y="6235"/>
                    </a:lnTo>
                    <a:lnTo>
                      <a:pt x="1151" y="6319"/>
                    </a:lnTo>
                    <a:lnTo>
                      <a:pt x="1214" y="6340"/>
                    </a:lnTo>
                    <a:lnTo>
                      <a:pt x="1256" y="6298"/>
                    </a:lnTo>
                    <a:lnTo>
                      <a:pt x="1339" y="6173"/>
                    </a:lnTo>
                    <a:lnTo>
                      <a:pt x="1528" y="5984"/>
                    </a:lnTo>
                    <a:lnTo>
                      <a:pt x="1590" y="5691"/>
                    </a:lnTo>
                    <a:lnTo>
                      <a:pt x="1674" y="5650"/>
                    </a:lnTo>
                    <a:lnTo>
                      <a:pt x="1674" y="5754"/>
                    </a:lnTo>
                    <a:lnTo>
                      <a:pt x="1632" y="5880"/>
                    </a:lnTo>
                    <a:lnTo>
                      <a:pt x="1632" y="5963"/>
                    </a:lnTo>
                    <a:lnTo>
                      <a:pt x="1737" y="5984"/>
                    </a:lnTo>
                    <a:lnTo>
                      <a:pt x="1862" y="5859"/>
                    </a:lnTo>
                    <a:lnTo>
                      <a:pt x="1946" y="5775"/>
                    </a:lnTo>
                    <a:lnTo>
                      <a:pt x="1946" y="5670"/>
                    </a:lnTo>
                    <a:lnTo>
                      <a:pt x="1841" y="5650"/>
                    </a:lnTo>
                    <a:lnTo>
                      <a:pt x="1841" y="5608"/>
                    </a:lnTo>
                    <a:lnTo>
                      <a:pt x="1946" y="5566"/>
                    </a:lnTo>
                    <a:lnTo>
                      <a:pt x="1946" y="5398"/>
                    </a:lnTo>
                    <a:lnTo>
                      <a:pt x="1904" y="5336"/>
                    </a:lnTo>
                    <a:lnTo>
                      <a:pt x="1904" y="5231"/>
                    </a:lnTo>
                    <a:lnTo>
                      <a:pt x="2072" y="5126"/>
                    </a:lnTo>
                    <a:lnTo>
                      <a:pt x="2113" y="4938"/>
                    </a:lnTo>
                    <a:lnTo>
                      <a:pt x="2218" y="4875"/>
                    </a:lnTo>
                    <a:lnTo>
                      <a:pt x="2281" y="4813"/>
                    </a:lnTo>
                    <a:lnTo>
                      <a:pt x="2281" y="4917"/>
                    </a:lnTo>
                    <a:lnTo>
                      <a:pt x="2281" y="4959"/>
                    </a:lnTo>
                    <a:lnTo>
                      <a:pt x="2197" y="4980"/>
                    </a:lnTo>
                    <a:lnTo>
                      <a:pt x="2113" y="5168"/>
                    </a:lnTo>
                    <a:lnTo>
                      <a:pt x="2051" y="5294"/>
                    </a:lnTo>
                    <a:lnTo>
                      <a:pt x="2009" y="5461"/>
                    </a:lnTo>
                    <a:lnTo>
                      <a:pt x="2072" y="5566"/>
                    </a:lnTo>
                    <a:lnTo>
                      <a:pt x="2092" y="5691"/>
                    </a:lnTo>
                    <a:lnTo>
                      <a:pt x="2155" y="5650"/>
                    </a:lnTo>
                    <a:lnTo>
                      <a:pt x="2260" y="5461"/>
                    </a:lnTo>
                    <a:lnTo>
                      <a:pt x="2469" y="5273"/>
                    </a:lnTo>
                    <a:lnTo>
                      <a:pt x="2532" y="5147"/>
                    </a:lnTo>
                    <a:lnTo>
                      <a:pt x="2532" y="4980"/>
                    </a:lnTo>
                    <a:lnTo>
                      <a:pt x="2616" y="4875"/>
                    </a:lnTo>
                    <a:lnTo>
                      <a:pt x="2699" y="4854"/>
                    </a:lnTo>
                    <a:lnTo>
                      <a:pt x="2699" y="4917"/>
                    </a:lnTo>
                    <a:lnTo>
                      <a:pt x="2678" y="4959"/>
                    </a:lnTo>
                    <a:lnTo>
                      <a:pt x="2678" y="5085"/>
                    </a:lnTo>
                    <a:lnTo>
                      <a:pt x="2741" y="5064"/>
                    </a:lnTo>
                    <a:lnTo>
                      <a:pt x="2888" y="4875"/>
                    </a:lnTo>
                    <a:lnTo>
                      <a:pt x="2971" y="4875"/>
                    </a:lnTo>
                    <a:lnTo>
                      <a:pt x="3139" y="4917"/>
                    </a:lnTo>
                    <a:lnTo>
                      <a:pt x="3327" y="4854"/>
                    </a:lnTo>
                    <a:lnTo>
                      <a:pt x="3432" y="4834"/>
                    </a:lnTo>
                    <a:lnTo>
                      <a:pt x="3494" y="4750"/>
                    </a:lnTo>
                    <a:lnTo>
                      <a:pt x="3620" y="4729"/>
                    </a:lnTo>
                    <a:lnTo>
                      <a:pt x="3662" y="4624"/>
                    </a:lnTo>
                    <a:lnTo>
                      <a:pt x="3662" y="4541"/>
                    </a:lnTo>
                    <a:lnTo>
                      <a:pt x="3683" y="4457"/>
                    </a:lnTo>
                    <a:lnTo>
                      <a:pt x="3620" y="4394"/>
                    </a:lnTo>
                    <a:lnTo>
                      <a:pt x="3662" y="4227"/>
                    </a:lnTo>
                    <a:lnTo>
                      <a:pt x="3662" y="3976"/>
                    </a:lnTo>
                    <a:lnTo>
                      <a:pt x="3620" y="3976"/>
                    </a:lnTo>
                    <a:lnTo>
                      <a:pt x="3536" y="4122"/>
                    </a:lnTo>
                    <a:lnTo>
                      <a:pt x="3411" y="4290"/>
                    </a:lnTo>
                    <a:lnTo>
                      <a:pt x="3348" y="4290"/>
                    </a:lnTo>
                    <a:lnTo>
                      <a:pt x="3348" y="4206"/>
                    </a:lnTo>
                    <a:lnTo>
                      <a:pt x="3432" y="4101"/>
                    </a:lnTo>
                    <a:lnTo>
                      <a:pt x="3536" y="4018"/>
                    </a:lnTo>
                    <a:lnTo>
                      <a:pt x="3557" y="3934"/>
                    </a:lnTo>
                    <a:lnTo>
                      <a:pt x="3432" y="3829"/>
                    </a:lnTo>
                    <a:lnTo>
                      <a:pt x="3411" y="3725"/>
                    </a:lnTo>
                    <a:lnTo>
                      <a:pt x="3348" y="3725"/>
                    </a:lnTo>
                    <a:lnTo>
                      <a:pt x="3306" y="3766"/>
                    </a:lnTo>
                    <a:lnTo>
                      <a:pt x="3264" y="3829"/>
                    </a:lnTo>
                    <a:lnTo>
                      <a:pt x="3201" y="3787"/>
                    </a:lnTo>
                    <a:lnTo>
                      <a:pt x="3097" y="3808"/>
                    </a:lnTo>
                    <a:lnTo>
                      <a:pt x="3013" y="3871"/>
                    </a:lnTo>
                    <a:lnTo>
                      <a:pt x="2909" y="3829"/>
                    </a:lnTo>
                    <a:lnTo>
                      <a:pt x="2950" y="3787"/>
                    </a:lnTo>
                    <a:lnTo>
                      <a:pt x="3222" y="3683"/>
                    </a:lnTo>
                    <a:lnTo>
                      <a:pt x="3327" y="3662"/>
                    </a:lnTo>
                    <a:lnTo>
                      <a:pt x="3536" y="3453"/>
                    </a:lnTo>
                    <a:lnTo>
                      <a:pt x="3578" y="3390"/>
                    </a:lnTo>
                    <a:lnTo>
                      <a:pt x="3725" y="3160"/>
                    </a:lnTo>
                    <a:lnTo>
                      <a:pt x="3766" y="2971"/>
                    </a:lnTo>
                    <a:lnTo>
                      <a:pt x="3725" y="2950"/>
                    </a:lnTo>
                    <a:lnTo>
                      <a:pt x="3641" y="2971"/>
                    </a:lnTo>
                    <a:lnTo>
                      <a:pt x="3578" y="3034"/>
                    </a:lnTo>
                    <a:lnTo>
                      <a:pt x="3536" y="2950"/>
                    </a:lnTo>
                    <a:lnTo>
                      <a:pt x="3578" y="2888"/>
                    </a:lnTo>
                    <a:lnTo>
                      <a:pt x="3641" y="2846"/>
                    </a:lnTo>
                    <a:lnTo>
                      <a:pt x="3725" y="2867"/>
                    </a:lnTo>
                    <a:lnTo>
                      <a:pt x="3766" y="2783"/>
                    </a:lnTo>
                    <a:lnTo>
                      <a:pt x="3766" y="2657"/>
                    </a:lnTo>
                    <a:lnTo>
                      <a:pt x="3871" y="2553"/>
                    </a:lnTo>
                    <a:lnTo>
                      <a:pt x="3871" y="2427"/>
                    </a:lnTo>
                    <a:lnTo>
                      <a:pt x="3850" y="2365"/>
                    </a:lnTo>
                    <a:lnTo>
                      <a:pt x="3850" y="2302"/>
                    </a:lnTo>
                    <a:lnTo>
                      <a:pt x="3745" y="2260"/>
                    </a:lnTo>
                    <a:lnTo>
                      <a:pt x="3641" y="2302"/>
                    </a:lnTo>
                    <a:lnTo>
                      <a:pt x="3494" y="2553"/>
                    </a:lnTo>
                    <a:lnTo>
                      <a:pt x="3494" y="2678"/>
                    </a:lnTo>
                    <a:lnTo>
                      <a:pt x="3557" y="2762"/>
                    </a:lnTo>
                    <a:lnTo>
                      <a:pt x="3473" y="2846"/>
                    </a:lnTo>
                    <a:lnTo>
                      <a:pt x="3432" y="2888"/>
                    </a:lnTo>
                    <a:lnTo>
                      <a:pt x="3369" y="2867"/>
                    </a:lnTo>
                    <a:lnTo>
                      <a:pt x="3411" y="2825"/>
                    </a:lnTo>
                    <a:lnTo>
                      <a:pt x="3348" y="2762"/>
                    </a:lnTo>
                    <a:lnTo>
                      <a:pt x="3348" y="2657"/>
                    </a:lnTo>
                    <a:lnTo>
                      <a:pt x="3453" y="2448"/>
                    </a:lnTo>
                    <a:lnTo>
                      <a:pt x="3432" y="2344"/>
                    </a:lnTo>
                    <a:lnTo>
                      <a:pt x="3453" y="2302"/>
                    </a:lnTo>
                    <a:lnTo>
                      <a:pt x="3473" y="2323"/>
                    </a:lnTo>
                    <a:lnTo>
                      <a:pt x="3557" y="2302"/>
                    </a:lnTo>
                    <a:lnTo>
                      <a:pt x="3536" y="2134"/>
                    </a:lnTo>
                    <a:lnTo>
                      <a:pt x="3453" y="2030"/>
                    </a:lnTo>
                    <a:lnTo>
                      <a:pt x="3348" y="2030"/>
                    </a:lnTo>
                    <a:lnTo>
                      <a:pt x="3222" y="2051"/>
                    </a:lnTo>
                    <a:lnTo>
                      <a:pt x="3160" y="2155"/>
                    </a:lnTo>
                    <a:lnTo>
                      <a:pt x="3139" y="2113"/>
                    </a:lnTo>
                    <a:lnTo>
                      <a:pt x="3118" y="2051"/>
                    </a:lnTo>
                    <a:lnTo>
                      <a:pt x="3139" y="1904"/>
                    </a:lnTo>
                    <a:lnTo>
                      <a:pt x="3055" y="1737"/>
                    </a:lnTo>
                    <a:lnTo>
                      <a:pt x="3097" y="1507"/>
                    </a:lnTo>
                    <a:lnTo>
                      <a:pt x="3097" y="1318"/>
                    </a:lnTo>
                    <a:lnTo>
                      <a:pt x="3139" y="1193"/>
                    </a:lnTo>
                    <a:lnTo>
                      <a:pt x="3160" y="1005"/>
                    </a:lnTo>
                    <a:lnTo>
                      <a:pt x="3139" y="858"/>
                    </a:lnTo>
                    <a:lnTo>
                      <a:pt x="3243" y="670"/>
                    </a:lnTo>
                    <a:lnTo>
                      <a:pt x="3243" y="523"/>
                    </a:lnTo>
                    <a:lnTo>
                      <a:pt x="3139" y="419"/>
                    </a:lnTo>
                    <a:lnTo>
                      <a:pt x="3118" y="272"/>
                    </a:lnTo>
                    <a:lnTo>
                      <a:pt x="2950" y="147"/>
                    </a:lnTo>
                    <a:lnTo>
                      <a:pt x="2909" y="63"/>
                    </a:lnTo>
                    <a:lnTo>
                      <a:pt x="2741" y="0"/>
                    </a:lnTo>
                    <a:lnTo>
                      <a:pt x="2699" y="21"/>
                    </a:lnTo>
                    <a:lnTo>
                      <a:pt x="2699" y="105"/>
                    </a:lnTo>
                    <a:lnTo>
                      <a:pt x="2678" y="126"/>
                    </a:lnTo>
                    <a:lnTo>
                      <a:pt x="251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Google Shape;2192;p45"/>
              <p:cNvSpPr/>
              <p:nvPr/>
            </p:nvSpPr>
            <p:spPr>
              <a:xfrm>
                <a:off x="2744725" y="1557875"/>
                <a:ext cx="36625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926" extrusionOk="0">
                    <a:moveTo>
                      <a:pt x="711" y="0"/>
                    </a:moveTo>
                    <a:lnTo>
                      <a:pt x="586" y="105"/>
                    </a:lnTo>
                    <a:lnTo>
                      <a:pt x="502" y="168"/>
                    </a:lnTo>
                    <a:lnTo>
                      <a:pt x="502" y="356"/>
                    </a:lnTo>
                    <a:lnTo>
                      <a:pt x="419" y="419"/>
                    </a:lnTo>
                    <a:lnTo>
                      <a:pt x="356" y="377"/>
                    </a:lnTo>
                    <a:lnTo>
                      <a:pt x="272" y="544"/>
                    </a:lnTo>
                    <a:lnTo>
                      <a:pt x="272" y="733"/>
                    </a:lnTo>
                    <a:lnTo>
                      <a:pt x="188" y="837"/>
                    </a:lnTo>
                    <a:lnTo>
                      <a:pt x="272" y="963"/>
                    </a:lnTo>
                    <a:lnTo>
                      <a:pt x="147" y="963"/>
                    </a:lnTo>
                    <a:lnTo>
                      <a:pt x="167" y="1005"/>
                    </a:lnTo>
                    <a:lnTo>
                      <a:pt x="272" y="1088"/>
                    </a:lnTo>
                    <a:lnTo>
                      <a:pt x="398" y="1256"/>
                    </a:lnTo>
                    <a:lnTo>
                      <a:pt x="377" y="1360"/>
                    </a:lnTo>
                    <a:lnTo>
                      <a:pt x="356" y="1360"/>
                    </a:lnTo>
                    <a:lnTo>
                      <a:pt x="209" y="1256"/>
                    </a:lnTo>
                    <a:lnTo>
                      <a:pt x="84" y="1256"/>
                    </a:lnTo>
                    <a:lnTo>
                      <a:pt x="63" y="1318"/>
                    </a:lnTo>
                    <a:lnTo>
                      <a:pt x="0" y="1402"/>
                    </a:lnTo>
                    <a:lnTo>
                      <a:pt x="105" y="1465"/>
                    </a:lnTo>
                    <a:lnTo>
                      <a:pt x="147" y="1590"/>
                    </a:lnTo>
                    <a:lnTo>
                      <a:pt x="188" y="1632"/>
                    </a:lnTo>
                    <a:lnTo>
                      <a:pt x="105" y="1737"/>
                    </a:lnTo>
                    <a:lnTo>
                      <a:pt x="105" y="1883"/>
                    </a:lnTo>
                    <a:lnTo>
                      <a:pt x="251" y="1821"/>
                    </a:lnTo>
                    <a:lnTo>
                      <a:pt x="272" y="1737"/>
                    </a:lnTo>
                    <a:lnTo>
                      <a:pt x="356" y="1737"/>
                    </a:lnTo>
                    <a:lnTo>
                      <a:pt x="377" y="1883"/>
                    </a:lnTo>
                    <a:lnTo>
                      <a:pt x="460" y="1883"/>
                    </a:lnTo>
                    <a:lnTo>
                      <a:pt x="607" y="1842"/>
                    </a:lnTo>
                    <a:lnTo>
                      <a:pt x="711" y="1883"/>
                    </a:lnTo>
                    <a:lnTo>
                      <a:pt x="837" y="1779"/>
                    </a:lnTo>
                    <a:lnTo>
                      <a:pt x="900" y="1821"/>
                    </a:lnTo>
                    <a:lnTo>
                      <a:pt x="900" y="1925"/>
                    </a:lnTo>
                    <a:lnTo>
                      <a:pt x="983" y="1925"/>
                    </a:lnTo>
                    <a:lnTo>
                      <a:pt x="1025" y="1883"/>
                    </a:lnTo>
                    <a:lnTo>
                      <a:pt x="1235" y="1737"/>
                    </a:lnTo>
                    <a:lnTo>
                      <a:pt x="1235" y="1632"/>
                    </a:lnTo>
                    <a:lnTo>
                      <a:pt x="1214" y="1465"/>
                    </a:lnTo>
                    <a:lnTo>
                      <a:pt x="1151" y="1465"/>
                    </a:lnTo>
                    <a:lnTo>
                      <a:pt x="1109" y="1402"/>
                    </a:lnTo>
                    <a:lnTo>
                      <a:pt x="1193" y="1360"/>
                    </a:lnTo>
                    <a:lnTo>
                      <a:pt x="1297" y="1381"/>
                    </a:lnTo>
                    <a:lnTo>
                      <a:pt x="1339" y="1298"/>
                    </a:lnTo>
                    <a:lnTo>
                      <a:pt x="1465" y="1214"/>
                    </a:lnTo>
                    <a:lnTo>
                      <a:pt x="1423" y="984"/>
                    </a:lnTo>
                    <a:lnTo>
                      <a:pt x="1360" y="900"/>
                    </a:lnTo>
                    <a:lnTo>
                      <a:pt x="1360" y="837"/>
                    </a:lnTo>
                    <a:lnTo>
                      <a:pt x="1235" y="837"/>
                    </a:lnTo>
                    <a:lnTo>
                      <a:pt x="1193" y="691"/>
                    </a:lnTo>
                    <a:lnTo>
                      <a:pt x="1193" y="649"/>
                    </a:lnTo>
                    <a:lnTo>
                      <a:pt x="1130" y="586"/>
                    </a:lnTo>
                    <a:lnTo>
                      <a:pt x="1109" y="482"/>
                    </a:lnTo>
                    <a:lnTo>
                      <a:pt x="1046" y="461"/>
                    </a:lnTo>
                    <a:lnTo>
                      <a:pt x="1004" y="377"/>
                    </a:lnTo>
                    <a:lnTo>
                      <a:pt x="1025" y="272"/>
                    </a:lnTo>
                    <a:lnTo>
                      <a:pt x="983" y="168"/>
                    </a:lnTo>
                    <a:lnTo>
                      <a:pt x="8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Google Shape;2193;p45"/>
              <p:cNvSpPr/>
              <p:nvPr/>
            </p:nvSpPr>
            <p:spPr>
              <a:xfrm>
                <a:off x="2789175" y="1410350"/>
                <a:ext cx="386600" cy="302375"/>
              </a:xfrm>
              <a:custGeom>
                <a:avLst/>
                <a:gdLst/>
                <a:ahLst/>
                <a:cxnLst/>
                <a:rect l="l" t="t" r="r" b="b"/>
                <a:pathLst>
                  <a:path w="15464" h="12095" extrusionOk="0">
                    <a:moveTo>
                      <a:pt x="9625" y="1"/>
                    </a:moveTo>
                    <a:lnTo>
                      <a:pt x="9521" y="105"/>
                    </a:lnTo>
                    <a:lnTo>
                      <a:pt x="9416" y="105"/>
                    </a:lnTo>
                    <a:lnTo>
                      <a:pt x="9353" y="168"/>
                    </a:lnTo>
                    <a:lnTo>
                      <a:pt x="9416" y="252"/>
                    </a:lnTo>
                    <a:lnTo>
                      <a:pt x="9521" y="273"/>
                    </a:lnTo>
                    <a:lnTo>
                      <a:pt x="9584" y="315"/>
                    </a:lnTo>
                    <a:lnTo>
                      <a:pt x="9458" y="315"/>
                    </a:lnTo>
                    <a:lnTo>
                      <a:pt x="9395" y="377"/>
                    </a:lnTo>
                    <a:lnTo>
                      <a:pt x="9458" y="461"/>
                    </a:lnTo>
                    <a:lnTo>
                      <a:pt x="9584" y="566"/>
                    </a:lnTo>
                    <a:lnTo>
                      <a:pt x="9563" y="629"/>
                    </a:lnTo>
                    <a:lnTo>
                      <a:pt x="9521" y="691"/>
                    </a:lnTo>
                    <a:lnTo>
                      <a:pt x="9625" y="796"/>
                    </a:lnTo>
                    <a:lnTo>
                      <a:pt x="9709" y="817"/>
                    </a:lnTo>
                    <a:lnTo>
                      <a:pt x="9709" y="880"/>
                    </a:lnTo>
                    <a:lnTo>
                      <a:pt x="9605" y="901"/>
                    </a:lnTo>
                    <a:lnTo>
                      <a:pt x="9605" y="942"/>
                    </a:lnTo>
                    <a:lnTo>
                      <a:pt x="9395" y="712"/>
                    </a:lnTo>
                    <a:lnTo>
                      <a:pt x="9353" y="712"/>
                    </a:lnTo>
                    <a:lnTo>
                      <a:pt x="9312" y="796"/>
                    </a:lnTo>
                    <a:lnTo>
                      <a:pt x="9312" y="901"/>
                    </a:lnTo>
                    <a:lnTo>
                      <a:pt x="9270" y="880"/>
                    </a:lnTo>
                    <a:lnTo>
                      <a:pt x="9249" y="691"/>
                    </a:lnTo>
                    <a:lnTo>
                      <a:pt x="9270" y="566"/>
                    </a:lnTo>
                    <a:lnTo>
                      <a:pt x="9186" y="419"/>
                    </a:lnTo>
                    <a:lnTo>
                      <a:pt x="9186" y="273"/>
                    </a:lnTo>
                    <a:lnTo>
                      <a:pt x="9123" y="210"/>
                    </a:lnTo>
                    <a:lnTo>
                      <a:pt x="9081" y="252"/>
                    </a:lnTo>
                    <a:lnTo>
                      <a:pt x="8956" y="147"/>
                    </a:lnTo>
                    <a:lnTo>
                      <a:pt x="8872" y="105"/>
                    </a:lnTo>
                    <a:lnTo>
                      <a:pt x="8851" y="252"/>
                    </a:lnTo>
                    <a:lnTo>
                      <a:pt x="8872" y="461"/>
                    </a:lnTo>
                    <a:lnTo>
                      <a:pt x="8851" y="670"/>
                    </a:lnTo>
                    <a:lnTo>
                      <a:pt x="8893" y="817"/>
                    </a:lnTo>
                    <a:lnTo>
                      <a:pt x="8935" y="984"/>
                    </a:lnTo>
                    <a:lnTo>
                      <a:pt x="8935" y="1047"/>
                    </a:lnTo>
                    <a:lnTo>
                      <a:pt x="8935" y="1193"/>
                    </a:lnTo>
                    <a:lnTo>
                      <a:pt x="8872" y="1235"/>
                    </a:lnTo>
                    <a:lnTo>
                      <a:pt x="8830" y="1131"/>
                    </a:lnTo>
                    <a:lnTo>
                      <a:pt x="8788" y="984"/>
                    </a:lnTo>
                    <a:lnTo>
                      <a:pt x="8747" y="901"/>
                    </a:lnTo>
                    <a:lnTo>
                      <a:pt x="8747" y="775"/>
                    </a:lnTo>
                    <a:lnTo>
                      <a:pt x="8726" y="629"/>
                    </a:lnTo>
                    <a:lnTo>
                      <a:pt x="8684" y="482"/>
                    </a:lnTo>
                    <a:lnTo>
                      <a:pt x="8475" y="357"/>
                    </a:lnTo>
                    <a:lnTo>
                      <a:pt x="8412" y="357"/>
                    </a:lnTo>
                    <a:lnTo>
                      <a:pt x="8370" y="482"/>
                    </a:lnTo>
                    <a:lnTo>
                      <a:pt x="8349" y="524"/>
                    </a:lnTo>
                    <a:lnTo>
                      <a:pt x="8370" y="691"/>
                    </a:lnTo>
                    <a:lnTo>
                      <a:pt x="8558" y="817"/>
                    </a:lnTo>
                    <a:lnTo>
                      <a:pt x="8558" y="901"/>
                    </a:lnTo>
                    <a:lnTo>
                      <a:pt x="8370" y="880"/>
                    </a:lnTo>
                    <a:lnTo>
                      <a:pt x="8328" y="838"/>
                    </a:lnTo>
                    <a:lnTo>
                      <a:pt x="8244" y="838"/>
                    </a:lnTo>
                    <a:lnTo>
                      <a:pt x="8161" y="921"/>
                    </a:lnTo>
                    <a:lnTo>
                      <a:pt x="8244" y="1131"/>
                    </a:lnTo>
                    <a:lnTo>
                      <a:pt x="8224" y="1193"/>
                    </a:lnTo>
                    <a:lnTo>
                      <a:pt x="8077" y="1235"/>
                    </a:lnTo>
                    <a:lnTo>
                      <a:pt x="8035" y="1340"/>
                    </a:lnTo>
                    <a:lnTo>
                      <a:pt x="7952" y="1403"/>
                    </a:lnTo>
                    <a:lnTo>
                      <a:pt x="7910" y="1319"/>
                    </a:lnTo>
                    <a:lnTo>
                      <a:pt x="7910" y="1214"/>
                    </a:lnTo>
                    <a:lnTo>
                      <a:pt x="7847" y="1214"/>
                    </a:lnTo>
                    <a:lnTo>
                      <a:pt x="7784" y="1361"/>
                    </a:lnTo>
                    <a:lnTo>
                      <a:pt x="7700" y="1403"/>
                    </a:lnTo>
                    <a:lnTo>
                      <a:pt x="7680" y="1131"/>
                    </a:lnTo>
                    <a:lnTo>
                      <a:pt x="7700" y="984"/>
                    </a:lnTo>
                    <a:lnTo>
                      <a:pt x="7700" y="921"/>
                    </a:lnTo>
                    <a:lnTo>
                      <a:pt x="7491" y="838"/>
                    </a:lnTo>
                    <a:lnTo>
                      <a:pt x="7470" y="775"/>
                    </a:lnTo>
                    <a:lnTo>
                      <a:pt x="7533" y="691"/>
                    </a:lnTo>
                    <a:lnTo>
                      <a:pt x="7554" y="608"/>
                    </a:lnTo>
                    <a:lnTo>
                      <a:pt x="7470" y="566"/>
                    </a:lnTo>
                    <a:lnTo>
                      <a:pt x="7261" y="524"/>
                    </a:lnTo>
                    <a:lnTo>
                      <a:pt x="7219" y="482"/>
                    </a:lnTo>
                    <a:lnTo>
                      <a:pt x="7073" y="524"/>
                    </a:lnTo>
                    <a:lnTo>
                      <a:pt x="7031" y="629"/>
                    </a:lnTo>
                    <a:lnTo>
                      <a:pt x="7115" y="712"/>
                    </a:lnTo>
                    <a:lnTo>
                      <a:pt x="7115" y="921"/>
                    </a:lnTo>
                    <a:lnTo>
                      <a:pt x="7073" y="984"/>
                    </a:lnTo>
                    <a:lnTo>
                      <a:pt x="6968" y="942"/>
                    </a:lnTo>
                    <a:lnTo>
                      <a:pt x="6864" y="984"/>
                    </a:lnTo>
                    <a:lnTo>
                      <a:pt x="6780" y="901"/>
                    </a:lnTo>
                    <a:lnTo>
                      <a:pt x="6654" y="901"/>
                    </a:lnTo>
                    <a:lnTo>
                      <a:pt x="6633" y="1026"/>
                    </a:lnTo>
                    <a:lnTo>
                      <a:pt x="6675" y="1089"/>
                    </a:lnTo>
                    <a:lnTo>
                      <a:pt x="6738" y="1193"/>
                    </a:lnTo>
                    <a:lnTo>
                      <a:pt x="6801" y="1256"/>
                    </a:lnTo>
                    <a:lnTo>
                      <a:pt x="6801" y="1403"/>
                    </a:lnTo>
                    <a:lnTo>
                      <a:pt x="6864" y="1465"/>
                    </a:lnTo>
                    <a:lnTo>
                      <a:pt x="6905" y="1465"/>
                    </a:lnTo>
                    <a:lnTo>
                      <a:pt x="7010" y="1633"/>
                    </a:lnTo>
                    <a:lnTo>
                      <a:pt x="7010" y="1779"/>
                    </a:lnTo>
                    <a:lnTo>
                      <a:pt x="6968" y="1842"/>
                    </a:lnTo>
                    <a:lnTo>
                      <a:pt x="6989" y="1717"/>
                    </a:lnTo>
                    <a:lnTo>
                      <a:pt x="6947" y="1717"/>
                    </a:lnTo>
                    <a:lnTo>
                      <a:pt x="6843" y="1842"/>
                    </a:lnTo>
                    <a:lnTo>
                      <a:pt x="6780" y="1758"/>
                    </a:lnTo>
                    <a:lnTo>
                      <a:pt x="6780" y="1654"/>
                    </a:lnTo>
                    <a:lnTo>
                      <a:pt x="6801" y="1633"/>
                    </a:lnTo>
                    <a:lnTo>
                      <a:pt x="6780" y="1549"/>
                    </a:lnTo>
                    <a:lnTo>
                      <a:pt x="6738" y="1612"/>
                    </a:lnTo>
                    <a:lnTo>
                      <a:pt x="6654" y="1612"/>
                    </a:lnTo>
                    <a:lnTo>
                      <a:pt x="6654" y="1758"/>
                    </a:lnTo>
                    <a:lnTo>
                      <a:pt x="6592" y="1842"/>
                    </a:lnTo>
                    <a:lnTo>
                      <a:pt x="6571" y="1758"/>
                    </a:lnTo>
                    <a:lnTo>
                      <a:pt x="6508" y="1675"/>
                    </a:lnTo>
                    <a:lnTo>
                      <a:pt x="6550" y="1570"/>
                    </a:lnTo>
                    <a:lnTo>
                      <a:pt x="6550" y="1424"/>
                    </a:lnTo>
                    <a:lnTo>
                      <a:pt x="6445" y="1298"/>
                    </a:lnTo>
                    <a:lnTo>
                      <a:pt x="6382" y="1298"/>
                    </a:lnTo>
                    <a:lnTo>
                      <a:pt x="6257" y="1465"/>
                    </a:lnTo>
                    <a:lnTo>
                      <a:pt x="6215" y="1507"/>
                    </a:lnTo>
                    <a:lnTo>
                      <a:pt x="6215" y="1633"/>
                    </a:lnTo>
                    <a:lnTo>
                      <a:pt x="6257" y="1717"/>
                    </a:lnTo>
                    <a:lnTo>
                      <a:pt x="6215" y="1758"/>
                    </a:lnTo>
                    <a:lnTo>
                      <a:pt x="6131" y="1675"/>
                    </a:lnTo>
                    <a:lnTo>
                      <a:pt x="6152" y="1612"/>
                    </a:lnTo>
                    <a:lnTo>
                      <a:pt x="6110" y="1528"/>
                    </a:lnTo>
                    <a:lnTo>
                      <a:pt x="6131" y="1424"/>
                    </a:lnTo>
                    <a:lnTo>
                      <a:pt x="6110" y="1298"/>
                    </a:lnTo>
                    <a:lnTo>
                      <a:pt x="5985" y="1235"/>
                    </a:lnTo>
                    <a:lnTo>
                      <a:pt x="5985" y="1089"/>
                    </a:lnTo>
                    <a:lnTo>
                      <a:pt x="5985" y="984"/>
                    </a:lnTo>
                    <a:lnTo>
                      <a:pt x="5943" y="984"/>
                    </a:lnTo>
                    <a:lnTo>
                      <a:pt x="5796" y="1110"/>
                    </a:lnTo>
                    <a:lnTo>
                      <a:pt x="5713" y="1131"/>
                    </a:lnTo>
                    <a:lnTo>
                      <a:pt x="5692" y="1256"/>
                    </a:lnTo>
                    <a:lnTo>
                      <a:pt x="5713" y="1340"/>
                    </a:lnTo>
                    <a:lnTo>
                      <a:pt x="5692" y="1403"/>
                    </a:lnTo>
                    <a:lnTo>
                      <a:pt x="5692" y="1465"/>
                    </a:lnTo>
                    <a:lnTo>
                      <a:pt x="5608" y="1528"/>
                    </a:lnTo>
                    <a:lnTo>
                      <a:pt x="5608" y="1445"/>
                    </a:lnTo>
                    <a:lnTo>
                      <a:pt x="5629" y="1403"/>
                    </a:lnTo>
                    <a:lnTo>
                      <a:pt x="5608" y="1340"/>
                    </a:lnTo>
                    <a:lnTo>
                      <a:pt x="5524" y="1424"/>
                    </a:lnTo>
                    <a:lnTo>
                      <a:pt x="5462" y="1570"/>
                    </a:lnTo>
                    <a:lnTo>
                      <a:pt x="5399" y="1612"/>
                    </a:lnTo>
                    <a:lnTo>
                      <a:pt x="5399" y="1340"/>
                    </a:lnTo>
                    <a:lnTo>
                      <a:pt x="5420" y="1256"/>
                    </a:lnTo>
                    <a:lnTo>
                      <a:pt x="5420" y="1193"/>
                    </a:lnTo>
                    <a:lnTo>
                      <a:pt x="5336" y="1152"/>
                    </a:lnTo>
                    <a:lnTo>
                      <a:pt x="5273" y="1214"/>
                    </a:lnTo>
                    <a:lnTo>
                      <a:pt x="5022" y="1214"/>
                    </a:lnTo>
                    <a:lnTo>
                      <a:pt x="4876" y="1319"/>
                    </a:lnTo>
                    <a:lnTo>
                      <a:pt x="4771" y="1298"/>
                    </a:lnTo>
                    <a:lnTo>
                      <a:pt x="4646" y="1361"/>
                    </a:lnTo>
                    <a:lnTo>
                      <a:pt x="4583" y="1465"/>
                    </a:lnTo>
                    <a:lnTo>
                      <a:pt x="4457" y="1465"/>
                    </a:lnTo>
                    <a:lnTo>
                      <a:pt x="4353" y="1528"/>
                    </a:lnTo>
                    <a:lnTo>
                      <a:pt x="4332" y="1654"/>
                    </a:lnTo>
                    <a:lnTo>
                      <a:pt x="4248" y="1612"/>
                    </a:lnTo>
                    <a:lnTo>
                      <a:pt x="4227" y="1633"/>
                    </a:lnTo>
                    <a:lnTo>
                      <a:pt x="4248" y="1737"/>
                    </a:lnTo>
                    <a:lnTo>
                      <a:pt x="4290" y="1758"/>
                    </a:lnTo>
                    <a:lnTo>
                      <a:pt x="4269" y="1863"/>
                    </a:lnTo>
                    <a:lnTo>
                      <a:pt x="4290" y="1968"/>
                    </a:lnTo>
                    <a:lnTo>
                      <a:pt x="4415" y="1947"/>
                    </a:lnTo>
                    <a:lnTo>
                      <a:pt x="4478" y="1863"/>
                    </a:lnTo>
                    <a:lnTo>
                      <a:pt x="4478" y="1779"/>
                    </a:lnTo>
                    <a:lnTo>
                      <a:pt x="4604" y="1758"/>
                    </a:lnTo>
                    <a:lnTo>
                      <a:pt x="4667" y="1717"/>
                    </a:lnTo>
                    <a:lnTo>
                      <a:pt x="4708" y="1675"/>
                    </a:lnTo>
                    <a:lnTo>
                      <a:pt x="4750" y="1821"/>
                    </a:lnTo>
                    <a:lnTo>
                      <a:pt x="4813" y="1758"/>
                    </a:lnTo>
                    <a:lnTo>
                      <a:pt x="4855" y="1654"/>
                    </a:lnTo>
                    <a:lnTo>
                      <a:pt x="4897" y="1633"/>
                    </a:lnTo>
                    <a:lnTo>
                      <a:pt x="4876" y="1779"/>
                    </a:lnTo>
                    <a:lnTo>
                      <a:pt x="4918" y="1842"/>
                    </a:lnTo>
                    <a:lnTo>
                      <a:pt x="5064" y="1842"/>
                    </a:lnTo>
                    <a:lnTo>
                      <a:pt x="4939" y="1884"/>
                    </a:lnTo>
                    <a:lnTo>
                      <a:pt x="4771" y="1926"/>
                    </a:lnTo>
                    <a:lnTo>
                      <a:pt x="4604" y="2051"/>
                    </a:lnTo>
                    <a:lnTo>
                      <a:pt x="4478" y="2093"/>
                    </a:lnTo>
                    <a:lnTo>
                      <a:pt x="4499" y="2198"/>
                    </a:lnTo>
                    <a:lnTo>
                      <a:pt x="4499" y="2281"/>
                    </a:lnTo>
                    <a:lnTo>
                      <a:pt x="4583" y="2281"/>
                    </a:lnTo>
                    <a:lnTo>
                      <a:pt x="4667" y="2198"/>
                    </a:lnTo>
                    <a:lnTo>
                      <a:pt x="4771" y="2198"/>
                    </a:lnTo>
                    <a:lnTo>
                      <a:pt x="4918" y="2156"/>
                    </a:lnTo>
                    <a:lnTo>
                      <a:pt x="5127" y="2135"/>
                    </a:lnTo>
                    <a:lnTo>
                      <a:pt x="5378" y="2072"/>
                    </a:lnTo>
                    <a:lnTo>
                      <a:pt x="5420" y="2135"/>
                    </a:lnTo>
                    <a:lnTo>
                      <a:pt x="5420" y="2198"/>
                    </a:lnTo>
                    <a:lnTo>
                      <a:pt x="5336" y="2240"/>
                    </a:lnTo>
                    <a:lnTo>
                      <a:pt x="5273" y="2177"/>
                    </a:lnTo>
                    <a:lnTo>
                      <a:pt x="5169" y="2177"/>
                    </a:lnTo>
                    <a:lnTo>
                      <a:pt x="5064" y="2261"/>
                    </a:lnTo>
                    <a:lnTo>
                      <a:pt x="4876" y="2261"/>
                    </a:lnTo>
                    <a:lnTo>
                      <a:pt x="4708" y="2386"/>
                    </a:lnTo>
                    <a:lnTo>
                      <a:pt x="4562" y="2386"/>
                    </a:lnTo>
                    <a:lnTo>
                      <a:pt x="4541" y="2449"/>
                    </a:lnTo>
                    <a:lnTo>
                      <a:pt x="4604" y="2554"/>
                    </a:lnTo>
                    <a:lnTo>
                      <a:pt x="4708" y="2554"/>
                    </a:lnTo>
                    <a:lnTo>
                      <a:pt x="4813" y="2616"/>
                    </a:lnTo>
                    <a:lnTo>
                      <a:pt x="4750" y="2658"/>
                    </a:lnTo>
                    <a:lnTo>
                      <a:pt x="4562" y="2658"/>
                    </a:lnTo>
                    <a:lnTo>
                      <a:pt x="4478" y="2574"/>
                    </a:lnTo>
                    <a:lnTo>
                      <a:pt x="4415" y="2574"/>
                    </a:lnTo>
                    <a:lnTo>
                      <a:pt x="4353" y="2616"/>
                    </a:lnTo>
                    <a:lnTo>
                      <a:pt x="4353" y="2763"/>
                    </a:lnTo>
                    <a:lnTo>
                      <a:pt x="4290" y="2826"/>
                    </a:lnTo>
                    <a:lnTo>
                      <a:pt x="4332" y="2909"/>
                    </a:lnTo>
                    <a:lnTo>
                      <a:pt x="4415" y="2972"/>
                    </a:lnTo>
                    <a:lnTo>
                      <a:pt x="4562" y="2909"/>
                    </a:lnTo>
                    <a:lnTo>
                      <a:pt x="4750" y="3014"/>
                    </a:lnTo>
                    <a:lnTo>
                      <a:pt x="4897" y="2993"/>
                    </a:lnTo>
                    <a:lnTo>
                      <a:pt x="4918" y="3035"/>
                    </a:lnTo>
                    <a:lnTo>
                      <a:pt x="5022" y="3035"/>
                    </a:lnTo>
                    <a:lnTo>
                      <a:pt x="5169" y="3139"/>
                    </a:lnTo>
                    <a:lnTo>
                      <a:pt x="5231" y="3139"/>
                    </a:lnTo>
                    <a:lnTo>
                      <a:pt x="5315" y="3118"/>
                    </a:lnTo>
                    <a:lnTo>
                      <a:pt x="5462" y="3139"/>
                    </a:lnTo>
                    <a:lnTo>
                      <a:pt x="5545" y="3139"/>
                    </a:lnTo>
                    <a:lnTo>
                      <a:pt x="5713" y="3035"/>
                    </a:lnTo>
                    <a:lnTo>
                      <a:pt x="5943" y="3035"/>
                    </a:lnTo>
                    <a:lnTo>
                      <a:pt x="6110" y="3014"/>
                    </a:lnTo>
                    <a:lnTo>
                      <a:pt x="6173" y="2972"/>
                    </a:lnTo>
                    <a:lnTo>
                      <a:pt x="6236" y="2930"/>
                    </a:lnTo>
                    <a:lnTo>
                      <a:pt x="6320" y="2930"/>
                    </a:lnTo>
                    <a:lnTo>
                      <a:pt x="6320" y="2993"/>
                    </a:lnTo>
                    <a:lnTo>
                      <a:pt x="6278" y="3077"/>
                    </a:lnTo>
                    <a:lnTo>
                      <a:pt x="6068" y="3098"/>
                    </a:lnTo>
                    <a:lnTo>
                      <a:pt x="5838" y="3139"/>
                    </a:lnTo>
                    <a:lnTo>
                      <a:pt x="5755" y="3202"/>
                    </a:lnTo>
                    <a:lnTo>
                      <a:pt x="5650" y="3223"/>
                    </a:lnTo>
                    <a:lnTo>
                      <a:pt x="5629" y="3244"/>
                    </a:lnTo>
                    <a:lnTo>
                      <a:pt x="5462" y="3223"/>
                    </a:lnTo>
                    <a:lnTo>
                      <a:pt x="5336" y="3286"/>
                    </a:lnTo>
                    <a:lnTo>
                      <a:pt x="5231" y="3286"/>
                    </a:lnTo>
                    <a:lnTo>
                      <a:pt x="5190" y="3223"/>
                    </a:lnTo>
                    <a:lnTo>
                      <a:pt x="5085" y="3223"/>
                    </a:lnTo>
                    <a:lnTo>
                      <a:pt x="4897" y="3118"/>
                    </a:lnTo>
                    <a:lnTo>
                      <a:pt x="4562" y="3118"/>
                    </a:lnTo>
                    <a:lnTo>
                      <a:pt x="4499" y="3077"/>
                    </a:lnTo>
                    <a:lnTo>
                      <a:pt x="4374" y="3098"/>
                    </a:lnTo>
                    <a:lnTo>
                      <a:pt x="4269" y="3077"/>
                    </a:lnTo>
                    <a:lnTo>
                      <a:pt x="4227" y="3118"/>
                    </a:lnTo>
                    <a:lnTo>
                      <a:pt x="4248" y="3286"/>
                    </a:lnTo>
                    <a:lnTo>
                      <a:pt x="4290" y="3328"/>
                    </a:lnTo>
                    <a:lnTo>
                      <a:pt x="4290" y="3516"/>
                    </a:lnTo>
                    <a:lnTo>
                      <a:pt x="4353" y="3642"/>
                    </a:lnTo>
                    <a:lnTo>
                      <a:pt x="4395" y="3704"/>
                    </a:lnTo>
                    <a:lnTo>
                      <a:pt x="4478" y="3725"/>
                    </a:lnTo>
                    <a:lnTo>
                      <a:pt x="4646" y="3934"/>
                    </a:lnTo>
                    <a:lnTo>
                      <a:pt x="4708" y="3976"/>
                    </a:lnTo>
                    <a:lnTo>
                      <a:pt x="4771" y="3955"/>
                    </a:lnTo>
                    <a:lnTo>
                      <a:pt x="4897" y="3767"/>
                    </a:lnTo>
                    <a:lnTo>
                      <a:pt x="5106" y="3662"/>
                    </a:lnTo>
                    <a:lnTo>
                      <a:pt x="5315" y="3537"/>
                    </a:lnTo>
                    <a:lnTo>
                      <a:pt x="5441" y="3432"/>
                    </a:lnTo>
                    <a:lnTo>
                      <a:pt x="5503" y="3349"/>
                    </a:lnTo>
                    <a:lnTo>
                      <a:pt x="5545" y="3349"/>
                    </a:lnTo>
                    <a:lnTo>
                      <a:pt x="5817" y="3411"/>
                    </a:lnTo>
                    <a:lnTo>
                      <a:pt x="6027" y="3390"/>
                    </a:lnTo>
                    <a:lnTo>
                      <a:pt x="6173" y="3390"/>
                    </a:lnTo>
                    <a:lnTo>
                      <a:pt x="6320" y="3495"/>
                    </a:lnTo>
                    <a:lnTo>
                      <a:pt x="6571" y="3516"/>
                    </a:lnTo>
                    <a:lnTo>
                      <a:pt x="6780" y="3516"/>
                    </a:lnTo>
                    <a:lnTo>
                      <a:pt x="6864" y="3558"/>
                    </a:lnTo>
                    <a:lnTo>
                      <a:pt x="6843" y="3600"/>
                    </a:lnTo>
                    <a:lnTo>
                      <a:pt x="6654" y="3621"/>
                    </a:lnTo>
                    <a:lnTo>
                      <a:pt x="6550" y="3600"/>
                    </a:lnTo>
                    <a:lnTo>
                      <a:pt x="6361" y="3558"/>
                    </a:lnTo>
                    <a:lnTo>
                      <a:pt x="6152" y="3453"/>
                    </a:lnTo>
                    <a:lnTo>
                      <a:pt x="6047" y="3453"/>
                    </a:lnTo>
                    <a:lnTo>
                      <a:pt x="5964" y="3495"/>
                    </a:lnTo>
                    <a:lnTo>
                      <a:pt x="5734" y="3453"/>
                    </a:lnTo>
                    <a:lnTo>
                      <a:pt x="5608" y="3432"/>
                    </a:lnTo>
                    <a:lnTo>
                      <a:pt x="5545" y="3516"/>
                    </a:lnTo>
                    <a:lnTo>
                      <a:pt x="5399" y="3600"/>
                    </a:lnTo>
                    <a:lnTo>
                      <a:pt x="5294" y="3725"/>
                    </a:lnTo>
                    <a:lnTo>
                      <a:pt x="5106" y="3830"/>
                    </a:lnTo>
                    <a:lnTo>
                      <a:pt x="5022" y="3976"/>
                    </a:lnTo>
                    <a:lnTo>
                      <a:pt x="4939" y="4060"/>
                    </a:lnTo>
                    <a:lnTo>
                      <a:pt x="4918" y="4123"/>
                    </a:lnTo>
                    <a:lnTo>
                      <a:pt x="5064" y="4227"/>
                    </a:lnTo>
                    <a:lnTo>
                      <a:pt x="5190" y="4227"/>
                    </a:lnTo>
                    <a:lnTo>
                      <a:pt x="5190" y="4290"/>
                    </a:lnTo>
                    <a:lnTo>
                      <a:pt x="5294" y="4395"/>
                    </a:lnTo>
                    <a:lnTo>
                      <a:pt x="5503" y="4395"/>
                    </a:lnTo>
                    <a:lnTo>
                      <a:pt x="5755" y="4478"/>
                    </a:lnTo>
                    <a:lnTo>
                      <a:pt x="5943" y="4478"/>
                    </a:lnTo>
                    <a:lnTo>
                      <a:pt x="6110" y="4332"/>
                    </a:lnTo>
                    <a:lnTo>
                      <a:pt x="6131" y="4144"/>
                    </a:lnTo>
                    <a:lnTo>
                      <a:pt x="6278" y="4081"/>
                    </a:lnTo>
                    <a:lnTo>
                      <a:pt x="6382" y="4123"/>
                    </a:lnTo>
                    <a:lnTo>
                      <a:pt x="6257" y="4165"/>
                    </a:lnTo>
                    <a:lnTo>
                      <a:pt x="6257" y="4269"/>
                    </a:lnTo>
                    <a:lnTo>
                      <a:pt x="6361" y="4290"/>
                    </a:lnTo>
                    <a:lnTo>
                      <a:pt x="6508" y="4248"/>
                    </a:lnTo>
                    <a:lnTo>
                      <a:pt x="6654" y="4269"/>
                    </a:lnTo>
                    <a:lnTo>
                      <a:pt x="6780" y="4186"/>
                    </a:lnTo>
                    <a:lnTo>
                      <a:pt x="6884" y="4227"/>
                    </a:lnTo>
                    <a:lnTo>
                      <a:pt x="6780" y="4332"/>
                    </a:lnTo>
                    <a:lnTo>
                      <a:pt x="6571" y="4353"/>
                    </a:lnTo>
                    <a:lnTo>
                      <a:pt x="6466" y="4374"/>
                    </a:lnTo>
                    <a:lnTo>
                      <a:pt x="6320" y="4374"/>
                    </a:lnTo>
                    <a:lnTo>
                      <a:pt x="6152" y="4541"/>
                    </a:lnTo>
                    <a:lnTo>
                      <a:pt x="6173" y="4604"/>
                    </a:lnTo>
                    <a:lnTo>
                      <a:pt x="6257" y="4646"/>
                    </a:lnTo>
                    <a:lnTo>
                      <a:pt x="6445" y="4604"/>
                    </a:lnTo>
                    <a:lnTo>
                      <a:pt x="6571" y="4771"/>
                    </a:lnTo>
                    <a:lnTo>
                      <a:pt x="7010" y="4771"/>
                    </a:lnTo>
                    <a:lnTo>
                      <a:pt x="7156" y="4750"/>
                    </a:lnTo>
                    <a:lnTo>
                      <a:pt x="7554" y="4583"/>
                    </a:lnTo>
                    <a:lnTo>
                      <a:pt x="7680" y="4562"/>
                    </a:lnTo>
                    <a:lnTo>
                      <a:pt x="7889" y="4395"/>
                    </a:lnTo>
                    <a:lnTo>
                      <a:pt x="7847" y="4353"/>
                    </a:lnTo>
                    <a:lnTo>
                      <a:pt x="7805" y="4353"/>
                    </a:lnTo>
                    <a:lnTo>
                      <a:pt x="7952" y="4165"/>
                    </a:lnTo>
                    <a:lnTo>
                      <a:pt x="8056" y="4165"/>
                    </a:lnTo>
                    <a:lnTo>
                      <a:pt x="8140" y="4039"/>
                    </a:lnTo>
                    <a:lnTo>
                      <a:pt x="8161" y="4060"/>
                    </a:lnTo>
                    <a:lnTo>
                      <a:pt x="8224" y="4165"/>
                    </a:lnTo>
                    <a:lnTo>
                      <a:pt x="8265" y="4165"/>
                    </a:lnTo>
                    <a:lnTo>
                      <a:pt x="8265" y="4060"/>
                    </a:lnTo>
                    <a:lnTo>
                      <a:pt x="8579" y="3830"/>
                    </a:lnTo>
                    <a:lnTo>
                      <a:pt x="8788" y="3809"/>
                    </a:lnTo>
                    <a:lnTo>
                      <a:pt x="9123" y="3662"/>
                    </a:lnTo>
                    <a:lnTo>
                      <a:pt x="9123" y="3746"/>
                    </a:lnTo>
                    <a:lnTo>
                      <a:pt x="8851" y="3872"/>
                    </a:lnTo>
                    <a:lnTo>
                      <a:pt x="8684" y="3872"/>
                    </a:lnTo>
                    <a:lnTo>
                      <a:pt x="8370" y="4060"/>
                    </a:lnTo>
                    <a:lnTo>
                      <a:pt x="8328" y="4227"/>
                    </a:lnTo>
                    <a:lnTo>
                      <a:pt x="8203" y="4332"/>
                    </a:lnTo>
                    <a:lnTo>
                      <a:pt x="8056" y="4332"/>
                    </a:lnTo>
                    <a:lnTo>
                      <a:pt x="8014" y="4478"/>
                    </a:lnTo>
                    <a:lnTo>
                      <a:pt x="7952" y="4541"/>
                    </a:lnTo>
                    <a:lnTo>
                      <a:pt x="7952" y="4583"/>
                    </a:lnTo>
                    <a:lnTo>
                      <a:pt x="8244" y="4562"/>
                    </a:lnTo>
                    <a:lnTo>
                      <a:pt x="8328" y="4604"/>
                    </a:lnTo>
                    <a:lnTo>
                      <a:pt x="8454" y="4604"/>
                    </a:lnTo>
                    <a:lnTo>
                      <a:pt x="8579" y="4688"/>
                    </a:lnTo>
                    <a:lnTo>
                      <a:pt x="8558" y="4750"/>
                    </a:lnTo>
                    <a:lnTo>
                      <a:pt x="8663" y="4792"/>
                    </a:lnTo>
                    <a:lnTo>
                      <a:pt x="8747" y="4792"/>
                    </a:lnTo>
                    <a:lnTo>
                      <a:pt x="8788" y="4855"/>
                    </a:lnTo>
                    <a:lnTo>
                      <a:pt x="8663" y="4876"/>
                    </a:lnTo>
                    <a:lnTo>
                      <a:pt x="8558" y="4918"/>
                    </a:lnTo>
                    <a:lnTo>
                      <a:pt x="8433" y="4813"/>
                    </a:lnTo>
                    <a:lnTo>
                      <a:pt x="8224" y="4750"/>
                    </a:lnTo>
                    <a:lnTo>
                      <a:pt x="7952" y="4771"/>
                    </a:lnTo>
                    <a:lnTo>
                      <a:pt x="7554" y="4813"/>
                    </a:lnTo>
                    <a:lnTo>
                      <a:pt x="7408" y="4876"/>
                    </a:lnTo>
                    <a:lnTo>
                      <a:pt x="7303" y="4876"/>
                    </a:lnTo>
                    <a:lnTo>
                      <a:pt x="7303" y="4918"/>
                    </a:lnTo>
                    <a:lnTo>
                      <a:pt x="7324" y="4981"/>
                    </a:lnTo>
                    <a:lnTo>
                      <a:pt x="7512" y="5022"/>
                    </a:lnTo>
                    <a:lnTo>
                      <a:pt x="7680" y="5022"/>
                    </a:lnTo>
                    <a:lnTo>
                      <a:pt x="7784" y="5085"/>
                    </a:lnTo>
                    <a:lnTo>
                      <a:pt x="7784" y="5169"/>
                    </a:lnTo>
                    <a:lnTo>
                      <a:pt x="7638" y="5190"/>
                    </a:lnTo>
                    <a:lnTo>
                      <a:pt x="7533" y="5106"/>
                    </a:lnTo>
                    <a:lnTo>
                      <a:pt x="7324" y="5085"/>
                    </a:lnTo>
                    <a:lnTo>
                      <a:pt x="7219" y="5002"/>
                    </a:lnTo>
                    <a:lnTo>
                      <a:pt x="7115" y="4981"/>
                    </a:lnTo>
                    <a:lnTo>
                      <a:pt x="6947" y="5064"/>
                    </a:lnTo>
                    <a:lnTo>
                      <a:pt x="6696" y="5085"/>
                    </a:lnTo>
                    <a:lnTo>
                      <a:pt x="6508" y="5002"/>
                    </a:lnTo>
                    <a:lnTo>
                      <a:pt x="6361" y="5002"/>
                    </a:lnTo>
                    <a:lnTo>
                      <a:pt x="6215" y="4960"/>
                    </a:lnTo>
                    <a:lnTo>
                      <a:pt x="6131" y="4897"/>
                    </a:lnTo>
                    <a:lnTo>
                      <a:pt x="5922" y="4918"/>
                    </a:lnTo>
                    <a:lnTo>
                      <a:pt x="5859" y="5064"/>
                    </a:lnTo>
                    <a:lnTo>
                      <a:pt x="5922" y="5169"/>
                    </a:lnTo>
                    <a:lnTo>
                      <a:pt x="5922" y="5587"/>
                    </a:lnTo>
                    <a:lnTo>
                      <a:pt x="5943" y="5629"/>
                    </a:lnTo>
                    <a:lnTo>
                      <a:pt x="5838" y="5755"/>
                    </a:lnTo>
                    <a:lnTo>
                      <a:pt x="5838" y="5839"/>
                    </a:lnTo>
                    <a:lnTo>
                      <a:pt x="5922" y="5901"/>
                    </a:lnTo>
                    <a:lnTo>
                      <a:pt x="5985" y="6006"/>
                    </a:lnTo>
                    <a:lnTo>
                      <a:pt x="6131" y="6006"/>
                    </a:lnTo>
                    <a:lnTo>
                      <a:pt x="6236" y="6069"/>
                    </a:lnTo>
                    <a:lnTo>
                      <a:pt x="6110" y="6048"/>
                    </a:lnTo>
                    <a:lnTo>
                      <a:pt x="6027" y="6111"/>
                    </a:lnTo>
                    <a:lnTo>
                      <a:pt x="5985" y="6173"/>
                    </a:lnTo>
                    <a:lnTo>
                      <a:pt x="5964" y="6069"/>
                    </a:lnTo>
                    <a:lnTo>
                      <a:pt x="5859" y="5964"/>
                    </a:lnTo>
                    <a:lnTo>
                      <a:pt x="5817" y="5964"/>
                    </a:lnTo>
                    <a:lnTo>
                      <a:pt x="5796" y="6027"/>
                    </a:lnTo>
                    <a:lnTo>
                      <a:pt x="5713" y="5922"/>
                    </a:lnTo>
                    <a:lnTo>
                      <a:pt x="5692" y="5734"/>
                    </a:lnTo>
                    <a:lnTo>
                      <a:pt x="5692" y="5525"/>
                    </a:lnTo>
                    <a:lnTo>
                      <a:pt x="5629" y="5232"/>
                    </a:lnTo>
                    <a:lnTo>
                      <a:pt x="5503" y="5085"/>
                    </a:lnTo>
                    <a:lnTo>
                      <a:pt x="5503" y="4981"/>
                    </a:lnTo>
                    <a:lnTo>
                      <a:pt x="5231" y="4792"/>
                    </a:lnTo>
                    <a:lnTo>
                      <a:pt x="5169" y="4792"/>
                    </a:lnTo>
                    <a:lnTo>
                      <a:pt x="5001" y="4688"/>
                    </a:lnTo>
                    <a:lnTo>
                      <a:pt x="4980" y="4583"/>
                    </a:lnTo>
                    <a:lnTo>
                      <a:pt x="4876" y="4541"/>
                    </a:lnTo>
                    <a:lnTo>
                      <a:pt x="4708" y="4583"/>
                    </a:lnTo>
                    <a:lnTo>
                      <a:pt x="4353" y="4981"/>
                    </a:lnTo>
                    <a:lnTo>
                      <a:pt x="4290" y="5106"/>
                    </a:lnTo>
                    <a:lnTo>
                      <a:pt x="4290" y="5211"/>
                    </a:lnTo>
                    <a:lnTo>
                      <a:pt x="4374" y="5274"/>
                    </a:lnTo>
                    <a:lnTo>
                      <a:pt x="4499" y="5315"/>
                    </a:lnTo>
                    <a:lnTo>
                      <a:pt x="4562" y="5441"/>
                    </a:lnTo>
                    <a:lnTo>
                      <a:pt x="4562" y="5525"/>
                    </a:lnTo>
                    <a:lnTo>
                      <a:pt x="4541" y="5546"/>
                    </a:lnTo>
                    <a:lnTo>
                      <a:pt x="4457" y="5420"/>
                    </a:lnTo>
                    <a:lnTo>
                      <a:pt x="4374" y="5399"/>
                    </a:lnTo>
                    <a:lnTo>
                      <a:pt x="4290" y="5336"/>
                    </a:lnTo>
                    <a:lnTo>
                      <a:pt x="4248" y="5378"/>
                    </a:lnTo>
                    <a:lnTo>
                      <a:pt x="4164" y="5399"/>
                    </a:lnTo>
                    <a:lnTo>
                      <a:pt x="4143" y="5483"/>
                    </a:lnTo>
                    <a:lnTo>
                      <a:pt x="4185" y="5608"/>
                    </a:lnTo>
                    <a:lnTo>
                      <a:pt x="4269" y="5650"/>
                    </a:lnTo>
                    <a:lnTo>
                      <a:pt x="4332" y="5818"/>
                    </a:lnTo>
                    <a:lnTo>
                      <a:pt x="4353" y="6131"/>
                    </a:lnTo>
                    <a:lnTo>
                      <a:pt x="4269" y="6278"/>
                    </a:lnTo>
                    <a:lnTo>
                      <a:pt x="4269" y="6445"/>
                    </a:lnTo>
                    <a:lnTo>
                      <a:pt x="4185" y="6634"/>
                    </a:lnTo>
                    <a:lnTo>
                      <a:pt x="4185" y="6759"/>
                    </a:lnTo>
                    <a:lnTo>
                      <a:pt x="4227" y="6780"/>
                    </a:lnTo>
                    <a:lnTo>
                      <a:pt x="4290" y="6759"/>
                    </a:lnTo>
                    <a:lnTo>
                      <a:pt x="4290" y="6759"/>
                    </a:lnTo>
                    <a:lnTo>
                      <a:pt x="4269" y="6906"/>
                    </a:lnTo>
                    <a:lnTo>
                      <a:pt x="4185" y="7052"/>
                    </a:lnTo>
                    <a:lnTo>
                      <a:pt x="4143" y="6968"/>
                    </a:lnTo>
                    <a:lnTo>
                      <a:pt x="4123" y="6864"/>
                    </a:lnTo>
                    <a:lnTo>
                      <a:pt x="4018" y="6780"/>
                    </a:lnTo>
                    <a:lnTo>
                      <a:pt x="3934" y="6864"/>
                    </a:lnTo>
                    <a:lnTo>
                      <a:pt x="3934" y="7052"/>
                    </a:lnTo>
                    <a:lnTo>
                      <a:pt x="4081" y="7303"/>
                    </a:lnTo>
                    <a:lnTo>
                      <a:pt x="4248" y="7282"/>
                    </a:lnTo>
                    <a:lnTo>
                      <a:pt x="4353" y="7324"/>
                    </a:lnTo>
                    <a:lnTo>
                      <a:pt x="4395" y="7408"/>
                    </a:lnTo>
                    <a:lnTo>
                      <a:pt x="4583" y="7408"/>
                    </a:lnTo>
                    <a:lnTo>
                      <a:pt x="4792" y="7491"/>
                    </a:lnTo>
                    <a:lnTo>
                      <a:pt x="4876" y="7408"/>
                    </a:lnTo>
                    <a:lnTo>
                      <a:pt x="5001" y="7324"/>
                    </a:lnTo>
                    <a:lnTo>
                      <a:pt x="5001" y="7261"/>
                    </a:lnTo>
                    <a:lnTo>
                      <a:pt x="5085" y="7219"/>
                    </a:lnTo>
                    <a:lnTo>
                      <a:pt x="5085" y="7303"/>
                    </a:lnTo>
                    <a:lnTo>
                      <a:pt x="5022" y="7408"/>
                    </a:lnTo>
                    <a:lnTo>
                      <a:pt x="5022" y="7533"/>
                    </a:lnTo>
                    <a:lnTo>
                      <a:pt x="4980" y="7596"/>
                    </a:lnTo>
                    <a:lnTo>
                      <a:pt x="4876" y="7533"/>
                    </a:lnTo>
                    <a:lnTo>
                      <a:pt x="4646" y="7533"/>
                    </a:lnTo>
                    <a:lnTo>
                      <a:pt x="4541" y="7575"/>
                    </a:lnTo>
                    <a:lnTo>
                      <a:pt x="4541" y="7680"/>
                    </a:lnTo>
                    <a:lnTo>
                      <a:pt x="4583" y="7701"/>
                    </a:lnTo>
                    <a:lnTo>
                      <a:pt x="4708" y="7701"/>
                    </a:lnTo>
                    <a:lnTo>
                      <a:pt x="4750" y="7784"/>
                    </a:lnTo>
                    <a:lnTo>
                      <a:pt x="4646" y="7784"/>
                    </a:lnTo>
                    <a:lnTo>
                      <a:pt x="4646" y="7952"/>
                    </a:lnTo>
                    <a:lnTo>
                      <a:pt x="4478" y="7722"/>
                    </a:lnTo>
                    <a:lnTo>
                      <a:pt x="4395" y="7722"/>
                    </a:lnTo>
                    <a:lnTo>
                      <a:pt x="4353" y="7617"/>
                    </a:lnTo>
                    <a:lnTo>
                      <a:pt x="4290" y="7533"/>
                    </a:lnTo>
                    <a:lnTo>
                      <a:pt x="4039" y="7366"/>
                    </a:lnTo>
                    <a:lnTo>
                      <a:pt x="3976" y="7366"/>
                    </a:lnTo>
                    <a:lnTo>
                      <a:pt x="3830" y="7199"/>
                    </a:lnTo>
                    <a:lnTo>
                      <a:pt x="3830" y="7178"/>
                    </a:lnTo>
                    <a:lnTo>
                      <a:pt x="3725" y="7178"/>
                    </a:lnTo>
                    <a:lnTo>
                      <a:pt x="3620" y="7261"/>
                    </a:lnTo>
                    <a:lnTo>
                      <a:pt x="3516" y="7261"/>
                    </a:lnTo>
                    <a:lnTo>
                      <a:pt x="3432" y="7303"/>
                    </a:lnTo>
                    <a:lnTo>
                      <a:pt x="3286" y="7261"/>
                    </a:lnTo>
                    <a:lnTo>
                      <a:pt x="3034" y="7303"/>
                    </a:lnTo>
                    <a:lnTo>
                      <a:pt x="2972" y="7282"/>
                    </a:lnTo>
                    <a:lnTo>
                      <a:pt x="2783" y="7471"/>
                    </a:lnTo>
                    <a:lnTo>
                      <a:pt x="2700" y="7617"/>
                    </a:lnTo>
                    <a:lnTo>
                      <a:pt x="2700" y="7743"/>
                    </a:lnTo>
                    <a:lnTo>
                      <a:pt x="2595" y="7784"/>
                    </a:lnTo>
                    <a:lnTo>
                      <a:pt x="2490" y="7847"/>
                    </a:lnTo>
                    <a:lnTo>
                      <a:pt x="2365" y="7910"/>
                    </a:lnTo>
                    <a:lnTo>
                      <a:pt x="2344" y="7994"/>
                    </a:lnTo>
                    <a:lnTo>
                      <a:pt x="2198" y="8098"/>
                    </a:lnTo>
                    <a:lnTo>
                      <a:pt x="2177" y="8224"/>
                    </a:lnTo>
                    <a:lnTo>
                      <a:pt x="2260" y="8224"/>
                    </a:lnTo>
                    <a:lnTo>
                      <a:pt x="2281" y="8307"/>
                    </a:lnTo>
                    <a:lnTo>
                      <a:pt x="2177" y="8307"/>
                    </a:lnTo>
                    <a:lnTo>
                      <a:pt x="2093" y="8349"/>
                    </a:lnTo>
                    <a:lnTo>
                      <a:pt x="2260" y="8475"/>
                    </a:lnTo>
                    <a:lnTo>
                      <a:pt x="2407" y="8517"/>
                    </a:lnTo>
                    <a:lnTo>
                      <a:pt x="2511" y="8433"/>
                    </a:lnTo>
                    <a:lnTo>
                      <a:pt x="2490" y="8349"/>
                    </a:lnTo>
                    <a:lnTo>
                      <a:pt x="2658" y="8370"/>
                    </a:lnTo>
                    <a:lnTo>
                      <a:pt x="2825" y="8245"/>
                    </a:lnTo>
                    <a:lnTo>
                      <a:pt x="2825" y="8349"/>
                    </a:lnTo>
                    <a:lnTo>
                      <a:pt x="2700" y="8412"/>
                    </a:lnTo>
                    <a:lnTo>
                      <a:pt x="2616" y="8538"/>
                    </a:lnTo>
                    <a:lnTo>
                      <a:pt x="2616" y="8621"/>
                    </a:lnTo>
                    <a:lnTo>
                      <a:pt x="2783" y="8621"/>
                    </a:lnTo>
                    <a:lnTo>
                      <a:pt x="2888" y="8642"/>
                    </a:lnTo>
                    <a:lnTo>
                      <a:pt x="3014" y="8475"/>
                    </a:lnTo>
                    <a:lnTo>
                      <a:pt x="3202" y="8349"/>
                    </a:lnTo>
                    <a:lnTo>
                      <a:pt x="3307" y="8119"/>
                    </a:lnTo>
                    <a:lnTo>
                      <a:pt x="3453" y="7931"/>
                    </a:lnTo>
                    <a:lnTo>
                      <a:pt x="3558" y="7910"/>
                    </a:lnTo>
                    <a:lnTo>
                      <a:pt x="3558" y="7910"/>
                    </a:lnTo>
                    <a:lnTo>
                      <a:pt x="3537" y="7994"/>
                    </a:lnTo>
                    <a:lnTo>
                      <a:pt x="3453" y="8035"/>
                    </a:lnTo>
                    <a:lnTo>
                      <a:pt x="3307" y="8245"/>
                    </a:lnTo>
                    <a:lnTo>
                      <a:pt x="3348" y="8349"/>
                    </a:lnTo>
                    <a:lnTo>
                      <a:pt x="3244" y="8349"/>
                    </a:lnTo>
                    <a:lnTo>
                      <a:pt x="3181" y="8454"/>
                    </a:lnTo>
                    <a:lnTo>
                      <a:pt x="3202" y="8538"/>
                    </a:lnTo>
                    <a:lnTo>
                      <a:pt x="3286" y="8538"/>
                    </a:lnTo>
                    <a:lnTo>
                      <a:pt x="3223" y="8580"/>
                    </a:lnTo>
                    <a:lnTo>
                      <a:pt x="3139" y="8580"/>
                    </a:lnTo>
                    <a:lnTo>
                      <a:pt x="3034" y="8684"/>
                    </a:lnTo>
                    <a:lnTo>
                      <a:pt x="3076" y="8747"/>
                    </a:lnTo>
                    <a:lnTo>
                      <a:pt x="3202" y="8747"/>
                    </a:lnTo>
                    <a:lnTo>
                      <a:pt x="3118" y="8789"/>
                    </a:lnTo>
                    <a:lnTo>
                      <a:pt x="2993" y="8747"/>
                    </a:lnTo>
                    <a:lnTo>
                      <a:pt x="2888" y="8747"/>
                    </a:lnTo>
                    <a:lnTo>
                      <a:pt x="2804" y="8789"/>
                    </a:lnTo>
                    <a:lnTo>
                      <a:pt x="2721" y="8831"/>
                    </a:lnTo>
                    <a:lnTo>
                      <a:pt x="2679" y="8872"/>
                    </a:lnTo>
                    <a:lnTo>
                      <a:pt x="2721" y="8977"/>
                    </a:lnTo>
                    <a:lnTo>
                      <a:pt x="2804" y="8977"/>
                    </a:lnTo>
                    <a:lnTo>
                      <a:pt x="2867" y="8935"/>
                    </a:lnTo>
                    <a:lnTo>
                      <a:pt x="2909" y="8956"/>
                    </a:lnTo>
                    <a:lnTo>
                      <a:pt x="3014" y="8956"/>
                    </a:lnTo>
                    <a:lnTo>
                      <a:pt x="3014" y="9040"/>
                    </a:lnTo>
                    <a:lnTo>
                      <a:pt x="2930" y="9040"/>
                    </a:lnTo>
                    <a:lnTo>
                      <a:pt x="2825" y="8998"/>
                    </a:lnTo>
                    <a:lnTo>
                      <a:pt x="2783" y="9040"/>
                    </a:lnTo>
                    <a:lnTo>
                      <a:pt x="2783" y="9082"/>
                    </a:lnTo>
                    <a:lnTo>
                      <a:pt x="2888" y="9103"/>
                    </a:lnTo>
                    <a:lnTo>
                      <a:pt x="2867" y="9144"/>
                    </a:lnTo>
                    <a:lnTo>
                      <a:pt x="2783" y="9186"/>
                    </a:lnTo>
                    <a:lnTo>
                      <a:pt x="2700" y="9186"/>
                    </a:lnTo>
                    <a:lnTo>
                      <a:pt x="2700" y="9249"/>
                    </a:lnTo>
                    <a:lnTo>
                      <a:pt x="2783" y="9396"/>
                    </a:lnTo>
                    <a:lnTo>
                      <a:pt x="2867" y="9396"/>
                    </a:lnTo>
                    <a:lnTo>
                      <a:pt x="2909" y="9312"/>
                    </a:lnTo>
                    <a:lnTo>
                      <a:pt x="3034" y="9207"/>
                    </a:lnTo>
                    <a:lnTo>
                      <a:pt x="3014" y="9312"/>
                    </a:lnTo>
                    <a:lnTo>
                      <a:pt x="2909" y="9396"/>
                    </a:lnTo>
                    <a:lnTo>
                      <a:pt x="2825" y="9479"/>
                    </a:lnTo>
                    <a:lnTo>
                      <a:pt x="2804" y="9563"/>
                    </a:lnTo>
                    <a:lnTo>
                      <a:pt x="2972" y="9626"/>
                    </a:lnTo>
                    <a:lnTo>
                      <a:pt x="3097" y="9626"/>
                    </a:lnTo>
                    <a:lnTo>
                      <a:pt x="3118" y="9605"/>
                    </a:lnTo>
                    <a:lnTo>
                      <a:pt x="3181" y="9605"/>
                    </a:lnTo>
                    <a:lnTo>
                      <a:pt x="3244" y="9668"/>
                    </a:lnTo>
                    <a:lnTo>
                      <a:pt x="3432" y="9584"/>
                    </a:lnTo>
                    <a:lnTo>
                      <a:pt x="3620" y="9416"/>
                    </a:lnTo>
                    <a:lnTo>
                      <a:pt x="3620" y="9396"/>
                    </a:lnTo>
                    <a:lnTo>
                      <a:pt x="3725" y="9312"/>
                    </a:lnTo>
                    <a:lnTo>
                      <a:pt x="3934" y="9103"/>
                    </a:lnTo>
                    <a:lnTo>
                      <a:pt x="3934" y="9040"/>
                    </a:lnTo>
                    <a:lnTo>
                      <a:pt x="4018" y="8956"/>
                    </a:lnTo>
                    <a:lnTo>
                      <a:pt x="4081" y="8956"/>
                    </a:lnTo>
                    <a:lnTo>
                      <a:pt x="4018" y="9040"/>
                    </a:lnTo>
                    <a:lnTo>
                      <a:pt x="3976" y="9144"/>
                    </a:lnTo>
                    <a:lnTo>
                      <a:pt x="3809" y="9354"/>
                    </a:lnTo>
                    <a:lnTo>
                      <a:pt x="3599" y="9479"/>
                    </a:lnTo>
                    <a:lnTo>
                      <a:pt x="3453" y="9626"/>
                    </a:lnTo>
                    <a:lnTo>
                      <a:pt x="3307" y="9709"/>
                    </a:lnTo>
                    <a:lnTo>
                      <a:pt x="3223" y="9793"/>
                    </a:lnTo>
                    <a:lnTo>
                      <a:pt x="3286" y="9877"/>
                    </a:lnTo>
                    <a:lnTo>
                      <a:pt x="3223" y="9898"/>
                    </a:lnTo>
                    <a:lnTo>
                      <a:pt x="3076" y="9772"/>
                    </a:lnTo>
                    <a:lnTo>
                      <a:pt x="2825" y="9772"/>
                    </a:lnTo>
                    <a:lnTo>
                      <a:pt x="2825" y="9835"/>
                    </a:lnTo>
                    <a:lnTo>
                      <a:pt x="2783" y="9814"/>
                    </a:lnTo>
                    <a:lnTo>
                      <a:pt x="2700" y="9688"/>
                    </a:lnTo>
                    <a:lnTo>
                      <a:pt x="2490" y="9584"/>
                    </a:lnTo>
                    <a:lnTo>
                      <a:pt x="2407" y="9605"/>
                    </a:lnTo>
                    <a:lnTo>
                      <a:pt x="2365" y="9563"/>
                    </a:lnTo>
                    <a:lnTo>
                      <a:pt x="2407" y="9416"/>
                    </a:lnTo>
                    <a:lnTo>
                      <a:pt x="2407" y="9082"/>
                    </a:lnTo>
                    <a:lnTo>
                      <a:pt x="2365" y="8872"/>
                    </a:lnTo>
                    <a:lnTo>
                      <a:pt x="2239" y="8726"/>
                    </a:lnTo>
                    <a:lnTo>
                      <a:pt x="2156" y="8726"/>
                    </a:lnTo>
                    <a:lnTo>
                      <a:pt x="2030" y="8663"/>
                    </a:lnTo>
                    <a:lnTo>
                      <a:pt x="1946" y="8684"/>
                    </a:lnTo>
                    <a:lnTo>
                      <a:pt x="1821" y="8684"/>
                    </a:lnTo>
                    <a:lnTo>
                      <a:pt x="1737" y="8726"/>
                    </a:lnTo>
                    <a:lnTo>
                      <a:pt x="1633" y="8747"/>
                    </a:lnTo>
                    <a:lnTo>
                      <a:pt x="1633" y="8831"/>
                    </a:lnTo>
                    <a:lnTo>
                      <a:pt x="1654" y="8935"/>
                    </a:lnTo>
                    <a:lnTo>
                      <a:pt x="1633" y="8977"/>
                    </a:lnTo>
                    <a:lnTo>
                      <a:pt x="1612" y="9165"/>
                    </a:lnTo>
                    <a:lnTo>
                      <a:pt x="1654" y="9249"/>
                    </a:lnTo>
                    <a:lnTo>
                      <a:pt x="1716" y="9249"/>
                    </a:lnTo>
                    <a:lnTo>
                      <a:pt x="1716" y="9312"/>
                    </a:lnTo>
                    <a:lnTo>
                      <a:pt x="1612" y="9396"/>
                    </a:lnTo>
                    <a:lnTo>
                      <a:pt x="1570" y="9458"/>
                    </a:lnTo>
                    <a:lnTo>
                      <a:pt x="1654" y="9563"/>
                    </a:lnTo>
                    <a:lnTo>
                      <a:pt x="1737" y="9563"/>
                    </a:lnTo>
                    <a:lnTo>
                      <a:pt x="1758" y="9500"/>
                    </a:lnTo>
                    <a:lnTo>
                      <a:pt x="1884" y="9563"/>
                    </a:lnTo>
                    <a:lnTo>
                      <a:pt x="1863" y="9584"/>
                    </a:lnTo>
                    <a:lnTo>
                      <a:pt x="1737" y="9584"/>
                    </a:lnTo>
                    <a:lnTo>
                      <a:pt x="1737" y="9605"/>
                    </a:lnTo>
                    <a:lnTo>
                      <a:pt x="1821" y="9668"/>
                    </a:lnTo>
                    <a:lnTo>
                      <a:pt x="1821" y="9709"/>
                    </a:lnTo>
                    <a:lnTo>
                      <a:pt x="1737" y="9772"/>
                    </a:lnTo>
                    <a:lnTo>
                      <a:pt x="1716" y="9793"/>
                    </a:lnTo>
                    <a:lnTo>
                      <a:pt x="1779" y="9814"/>
                    </a:lnTo>
                    <a:lnTo>
                      <a:pt x="1842" y="9877"/>
                    </a:lnTo>
                    <a:lnTo>
                      <a:pt x="1946" y="9877"/>
                    </a:lnTo>
                    <a:lnTo>
                      <a:pt x="1967" y="9898"/>
                    </a:lnTo>
                    <a:lnTo>
                      <a:pt x="1926" y="9940"/>
                    </a:lnTo>
                    <a:lnTo>
                      <a:pt x="1821" y="9940"/>
                    </a:lnTo>
                    <a:lnTo>
                      <a:pt x="1779" y="9981"/>
                    </a:lnTo>
                    <a:lnTo>
                      <a:pt x="1654" y="9877"/>
                    </a:lnTo>
                    <a:lnTo>
                      <a:pt x="1612" y="9898"/>
                    </a:lnTo>
                    <a:lnTo>
                      <a:pt x="1570" y="9940"/>
                    </a:lnTo>
                    <a:lnTo>
                      <a:pt x="1507" y="9940"/>
                    </a:lnTo>
                    <a:lnTo>
                      <a:pt x="1444" y="9835"/>
                    </a:lnTo>
                    <a:lnTo>
                      <a:pt x="1361" y="9814"/>
                    </a:lnTo>
                    <a:lnTo>
                      <a:pt x="1298" y="9877"/>
                    </a:lnTo>
                    <a:lnTo>
                      <a:pt x="1110" y="9877"/>
                    </a:lnTo>
                    <a:lnTo>
                      <a:pt x="984" y="9793"/>
                    </a:lnTo>
                    <a:lnTo>
                      <a:pt x="879" y="9793"/>
                    </a:lnTo>
                    <a:lnTo>
                      <a:pt x="817" y="9835"/>
                    </a:lnTo>
                    <a:lnTo>
                      <a:pt x="817" y="9919"/>
                    </a:lnTo>
                    <a:lnTo>
                      <a:pt x="733" y="9940"/>
                    </a:lnTo>
                    <a:lnTo>
                      <a:pt x="628" y="9981"/>
                    </a:lnTo>
                    <a:lnTo>
                      <a:pt x="586" y="10044"/>
                    </a:lnTo>
                    <a:lnTo>
                      <a:pt x="419" y="10086"/>
                    </a:lnTo>
                    <a:lnTo>
                      <a:pt x="377" y="10107"/>
                    </a:lnTo>
                    <a:lnTo>
                      <a:pt x="273" y="10128"/>
                    </a:lnTo>
                    <a:lnTo>
                      <a:pt x="189" y="10212"/>
                    </a:lnTo>
                    <a:lnTo>
                      <a:pt x="168" y="10316"/>
                    </a:lnTo>
                    <a:lnTo>
                      <a:pt x="168" y="10358"/>
                    </a:lnTo>
                    <a:lnTo>
                      <a:pt x="147" y="10442"/>
                    </a:lnTo>
                    <a:lnTo>
                      <a:pt x="1" y="10525"/>
                    </a:lnTo>
                    <a:lnTo>
                      <a:pt x="1" y="10609"/>
                    </a:lnTo>
                    <a:lnTo>
                      <a:pt x="42" y="10651"/>
                    </a:lnTo>
                    <a:lnTo>
                      <a:pt x="42" y="10818"/>
                    </a:lnTo>
                    <a:lnTo>
                      <a:pt x="63" y="10860"/>
                    </a:lnTo>
                    <a:lnTo>
                      <a:pt x="189" y="10860"/>
                    </a:lnTo>
                    <a:lnTo>
                      <a:pt x="252" y="10735"/>
                    </a:lnTo>
                    <a:lnTo>
                      <a:pt x="294" y="10735"/>
                    </a:lnTo>
                    <a:lnTo>
                      <a:pt x="273" y="10756"/>
                    </a:lnTo>
                    <a:lnTo>
                      <a:pt x="210" y="10860"/>
                    </a:lnTo>
                    <a:lnTo>
                      <a:pt x="273" y="10881"/>
                    </a:lnTo>
                    <a:lnTo>
                      <a:pt x="356" y="10818"/>
                    </a:lnTo>
                    <a:lnTo>
                      <a:pt x="356" y="10651"/>
                    </a:lnTo>
                    <a:lnTo>
                      <a:pt x="398" y="10421"/>
                    </a:lnTo>
                    <a:lnTo>
                      <a:pt x="482" y="10400"/>
                    </a:lnTo>
                    <a:lnTo>
                      <a:pt x="566" y="10337"/>
                    </a:lnTo>
                    <a:lnTo>
                      <a:pt x="419" y="10567"/>
                    </a:lnTo>
                    <a:lnTo>
                      <a:pt x="419" y="10672"/>
                    </a:lnTo>
                    <a:lnTo>
                      <a:pt x="398" y="10714"/>
                    </a:lnTo>
                    <a:lnTo>
                      <a:pt x="377" y="10839"/>
                    </a:lnTo>
                    <a:lnTo>
                      <a:pt x="314" y="10944"/>
                    </a:lnTo>
                    <a:lnTo>
                      <a:pt x="377" y="10986"/>
                    </a:lnTo>
                    <a:lnTo>
                      <a:pt x="419" y="10986"/>
                    </a:lnTo>
                    <a:lnTo>
                      <a:pt x="503" y="11069"/>
                    </a:lnTo>
                    <a:lnTo>
                      <a:pt x="607" y="11069"/>
                    </a:lnTo>
                    <a:lnTo>
                      <a:pt x="628" y="10965"/>
                    </a:lnTo>
                    <a:lnTo>
                      <a:pt x="607" y="10944"/>
                    </a:lnTo>
                    <a:lnTo>
                      <a:pt x="670" y="10839"/>
                    </a:lnTo>
                    <a:lnTo>
                      <a:pt x="691" y="10735"/>
                    </a:lnTo>
                    <a:lnTo>
                      <a:pt x="733" y="10672"/>
                    </a:lnTo>
                    <a:lnTo>
                      <a:pt x="733" y="10756"/>
                    </a:lnTo>
                    <a:lnTo>
                      <a:pt x="775" y="10818"/>
                    </a:lnTo>
                    <a:lnTo>
                      <a:pt x="712" y="10944"/>
                    </a:lnTo>
                    <a:lnTo>
                      <a:pt x="712" y="11028"/>
                    </a:lnTo>
                    <a:lnTo>
                      <a:pt x="712" y="11090"/>
                    </a:lnTo>
                    <a:lnTo>
                      <a:pt x="796" y="11195"/>
                    </a:lnTo>
                    <a:lnTo>
                      <a:pt x="838" y="11237"/>
                    </a:lnTo>
                    <a:lnTo>
                      <a:pt x="921" y="11153"/>
                    </a:lnTo>
                    <a:lnTo>
                      <a:pt x="900" y="11069"/>
                    </a:lnTo>
                    <a:lnTo>
                      <a:pt x="900" y="11048"/>
                    </a:lnTo>
                    <a:lnTo>
                      <a:pt x="921" y="11028"/>
                    </a:lnTo>
                    <a:lnTo>
                      <a:pt x="1005" y="11028"/>
                    </a:lnTo>
                    <a:lnTo>
                      <a:pt x="1047" y="10965"/>
                    </a:lnTo>
                    <a:lnTo>
                      <a:pt x="1026" y="10860"/>
                    </a:lnTo>
                    <a:lnTo>
                      <a:pt x="984" y="10818"/>
                    </a:lnTo>
                    <a:lnTo>
                      <a:pt x="984" y="10735"/>
                    </a:lnTo>
                    <a:lnTo>
                      <a:pt x="1026" y="10756"/>
                    </a:lnTo>
                    <a:lnTo>
                      <a:pt x="1110" y="10923"/>
                    </a:lnTo>
                    <a:lnTo>
                      <a:pt x="1110" y="10986"/>
                    </a:lnTo>
                    <a:lnTo>
                      <a:pt x="1047" y="11090"/>
                    </a:lnTo>
                    <a:lnTo>
                      <a:pt x="1005" y="11090"/>
                    </a:lnTo>
                    <a:lnTo>
                      <a:pt x="942" y="11195"/>
                    </a:lnTo>
                    <a:lnTo>
                      <a:pt x="984" y="11258"/>
                    </a:lnTo>
                    <a:lnTo>
                      <a:pt x="1026" y="11258"/>
                    </a:lnTo>
                    <a:lnTo>
                      <a:pt x="1089" y="11279"/>
                    </a:lnTo>
                    <a:lnTo>
                      <a:pt x="1110" y="11341"/>
                    </a:lnTo>
                    <a:lnTo>
                      <a:pt x="1151" y="11341"/>
                    </a:lnTo>
                    <a:lnTo>
                      <a:pt x="1340" y="11446"/>
                    </a:lnTo>
                    <a:lnTo>
                      <a:pt x="1402" y="11446"/>
                    </a:lnTo>
                    <a:lnTo>
                      <a:pt x="1402" y="11551"/>
                    </a:lnTo>
                    <a:lnTo>
                      <a:pt x="1612" y="11551"/>
                    </a:lnTo>
                    <a:lnTo>
                      <a:pt x="1674" y="11593"/>
                    </a:lnTo>
                    <a:lnTo>
                      <a:pt x="1737" y="11572"/>
                    </a:lnTo>
                    <a:lnTo>
                      <a:pt x="1779" y="11488"/>
                    </a:lnTo>
                    <a:lnTo>
                      <a:pt x="1716" y="11362"/>
                    </a:lnTo>
                    <a:lnTo>
                      <a:pt x="1654" y="11174"/>
                    </a:lnTo>
                    <a:lnTo>
                      <a:pt x="1716" y="11048"/>
                    </a:lnTo>
                    <a:lnTo>
                      <a:pt x="1758" y="10986"/>
                    </a:lnTo>
                    <a:lnTo>
                      <a:pt x="1779" y="11048"/>
                    </a:lnTo>
                    <a:lnTo>
                      <a:pt x="1821" y="11174"/>
                    </a:lnTo>
                    <a:lnTo>
                      <a:pt x="1821" y="11279"/>
                    </a:lnTo>
                    <a:lnTo>
                      <a:pt x="1842" y="11341"/>
                    </a:lnTo>
                    <a:lnTo>
                      <a:pt x="1926" y="11341"/>
                    </a:lnTo>
                    <a:lnTo>
                      <a:pt x="1946" y="11279"/>
                    </a:lnTo>
                    <a:lnTo>
                      <a:pt x="2030" y="11279"/>
                    </a:lnTo>
                    <a:lnTo>
                      <a:pt x="2051" y="11237"/>
                    </a:lnTo>
                    <a:lnTo>
                      <a:pt x="2072" y="11153"/>
                    </a:lnTo>
                    <a:lnTo>
                      <a:pt x="2135" y="11090"/>
                    </a:lnTo>
                    <a:lnTo>
                      <a:pt x="2156" y="10965"/>
                    </a:lnTo>
                    <a:lnTo>
                      <a:pt x="2177" y="10923"/>
                    </a:lnTo>
                    <a:lnTo>
                      <a:pt x="2198" y="10923"/>
                    </a:lnTo>
                    <a:lnTo>
                      <a:pt x="2260" y="11048"/>
                    </a:lnTo>
                    <a:lnTo>
                      <a:pt x="2239" y="11090"/>
                    </a:lnTo>
                    <a:lnTo>
                      <a:pt x="2177" y="11195"/>
                    </a:lnTo>
                    <a:lnTo>
                      <a:pt x="2156" y="11279"/>
                    </a:lnTo>
                    <a:lnTo>
                      <a:pt x="2198" y="11341"/>
                    </a:lnTo>
                    <a:lnTo>
                      <a:pt x="2198" y="11404"/>
                    </a:lnTo>
                    <a:lnTo>
                      <a:pt x="2302" y="11488"/>
                    </a:lnTo>
                    <a:lnTo>
                      <a:pt x="2386" y="11446"/>
                    </a:lnTo>
                    <a:lnTo>
                      <a:pt x="2490" y="11279"/>
                    </a:lnTo>
                    <a:lnTo>
                      <a:pt x="2449" y="11174"/>
                    </a:lnTo>
                    <a:lnTo>
                      <a:pt x="2470" y="11028"/>
                    </a:lnTo>
                    <a:lnTo>
                      <a:pt x="2574" y="10944"/>
                    </a:lnTo>
                    <a:lnTo>
                      <a:pt x="2679" y="10923"/>
                    </a:lnTo>
                    <a:lnTo>
                      <a:pt x="2574" y="11028"/>
                    </a:lnTo>
                    <a:lnTo>
                      <a:pt x="2553" y="11132"/>
                    </a:lnTo>
                    <a:lnTo>
                      <a:pt x="2595" y="11237"/>
                    </a:lnTo>
                    <a:lnTo>
                      <a:pt x="2511" y="11446"/>
                    </a:lnTo>
                    <a:lnTo>
                      <a:pt x="2511" y="11509"/>
                    </a:lnTo>
                    <a:lnTo>
                      <a:pt x="2595" y="11593"/>
                    </a:lnTo>
                    <a:lnTo>
                      <a:pt x="2700" y="11572"/>
                    </a:lnTo>
                    <a:lnTo>
                      <a:pt x="2783" y="11593"/>
                    </a:lnTo>
                    <a:lnTo>
                      <a:pt x="2867" y="11572"/>
                    </a:lnTo>
                    <a:lnTo>
                      <a:pt x="2867" y="11446"/>
                    </a:lnTo>
                    <a:lnTo>
                      <a:pt x="2930" y="11362"/>
                    </a:lnTo>
                    <a:lnTo>
                      <a:pt x="2909" y="11279"/>
                    </a:lnTo>
                    <a:lnTo>
                      <a:pt x="2825" y="11132"/>
                    </a:lnTo>
                    <a:lnTo>
                      <a:pt x="2909" y="10944"/>
                    </a:lnTo>
                    <a:lnTo>
                      <a:pt x="2909" y="10818"/>
                    </a:lnTo>
                    <a:lnTo>
                      <a:pt x="2972" y="10923"/>
                    </a:lnTo>
                    <a:lnTo>
                      <a:pt x="2930" y="11028"/>
                    </a:lnTo>
                    <a:lnTo>
                      <a:pt x="2909" y="11090"/>
                    </a:lnTo>
                    <a:lnTo>
                      <a:pt x="2993" y="11258"/>
                    </a:lnTo>
                    <a:lnTo>
                      <a:pt x="3076" y="11279"/>
                    </a:lnTo>
                    <a:lnTo>
                      <a:pt x="3118" y="11300"/>
                    </a:lnTo>
                    <a:lnTo>
                      <a:pt x="3034" y="11341"/>
                    </a:lnTo>
                    <a:lnTo>
                      <a:pt x="2993" y="11488"/>
                    </a:lnTo>
                    <a:lnTo>
                      <a:pt x="3014" y="11551"/>
                    </a:lnTo>
                    <a:lnTo>
                      <a:pt x="3181" y="11593"/>
                    </a:lnTo>
                    <a:lnTo>
                      <a:pt x="3244" y="11551"/>
                    </a:lnTo>
                    <a:lnTo>
                      <a:pt x="3348" y="11697"/>
                    </a:lnTo>
                    <a:lnTo>
                      <a:pt x="3348" y="11802"/>
                    </a:lnTo>
                    <a:lnTo>
                      <a:pt x="3286" y="11906"/>
                    </a:lnTo>
                    <a:lnTo>
                      <a:pt x="3181" y="11990"/>
                    </a:lnTo>
                    <a:lnTo>
                      <a:pt x="3223" y="12011"/>
                    </a:lnTo>
                    <a:lnTo>
                      <a:pt x="3286" y="12095"/>
                    </a:lnTo>
                    <a:lnTo>
                      <a:pt x="3369" y="12095"/>
                    </a:lnTo>
                    <a:lnTo>
                      <a:pt x="3495" y="12074"/>
                    </a:lnTo>
                    <a:lnTo>
                      <a:pt x="3537" y="12095"/>
                    </a:lnTo>
                    <a:lnTo>
                      <a:pt x="3725" y="11927"/>
                    </a:lnTo>
                    <a:lnTo>
                      <a:pt x="3830" y="11969"/>
                    </a:lnTo>
                    <a:lnTo>
                      <a:pt x="3871" y="11990"/>
                    </a:lnTo>
                    <a:lnTo>
                      <a:pt x="4039" y="11823"/>
                    </a:lnTo>
                    <a:lnTo>
                      <a:pt x="4123" y="11802"/>
                    </a:lnTo>
                    <a:lnTo>
                      <a:pt x="4227" y="11655"/>
                    </a:lnTo>
                    <a:lnTo>
                      <a:pt x="4290" y="11593"/>
                    </a:lnTo>
                    <a:lnTo>
                      <a:pt x="4332" y="11613"/>
                    </a:lnTo>
                    <a:lnTo>
                      <a:pt x="4290" y="11781"/>
                    </a:lnTo>
                    <a:lnTo>
                      <a:pt x="4269" y="11906"/>
                    </a:lnTo>
                    <a:lnTo>
                      <a:pt x="4290" y="11927"/>
                    </a:lnTo>
                    <a:lnTo>
                      <a:pt x="4395" y="11865"/>
                    </a:lnTo>
                    <a:lnTo>
                      <a:pt x="4478" y="11718"/>
                    </a:lnTo>
                    <a:lnTo>
                      <a:pt x="4583" y="11655"/>
                    </a:lnTo>
                    <a:lnTo>
                      <a:pt x="4687" y="11655"/>
                    </a:lnTo>
                    <a:lnTo>
                      <a:pt x="4813" y="11446"/>
                    </a:lnTo>
                    <a:lnTo>
                      <a:pt x="4876" y="11237"/>
                    </a:lnTo>
                    <a:lnTo>
                      <a:pt x="4855" y="11153"/>
                    </a:lnTo>
                    <a:lnTo>
                      <a:pt x="4876" y="11048"/>
                    </a:lnTo>
                    <a:lnTo>
                      <a:pt x="4792" y="11028"/>
                    </a:lnTo>
                    <a:lnTo>
                      <a:pt x="4750" y="11048"/>
                    </a:lnTo>
                    <a:lnTo>
                      <a:pt x="4667" y="11048"/>
                    </a:lnTo>
                    <a:lnTo>
                      <a:pt x="4541" y="11132"/>
                    </a:lnTo>
                    <a:lnTo>
                      <a:pt x="4478" y="11195"/>
                    </a:lnTo>
                    <a:lnTo>
                      <a:pt x="4374" y="11195"/>
                    </a:lnTo>
                    <a:lnTo>
                      <a:pt x="4457" y="11090"/>
                    </a:lnTo>
                    <a:lnTo>
                      <a:pt x="4478" y="11028"/>
                    </a:lnTo>
                    <a:lnTo>
                      <a:pt x="4374" y="11048"/>
                    </a:lnTo>
                    <a:lnTo>
                      <a:pt x="4353" y="10986"/>
                    </a:lnTo>
                    <a:lnTo>
                      <a:pt x="4374" y="10923"/>
                    </a:lnTo>
                    <a:lnTo>
                      <a:pt x="4457" y="10923"/>
                    </a:lnTo>
                    <a:lnTo>
                      <a:pt x="4499" y="10735"/>
                    </a:lnTo>
                    <a:lnTo>
                      <a:pt x="4562" y="10651"/>
                    </a:lnTo>
                    <a:lnTo>
                      <a:pt x="4541" y="10546"/>
                    </a:lnTo>
                    <a:lnTo>
                      <a:pt x="4395" y="10463"/>
                    </a:lnTo>
                    <a:lnTo>
                      <a:pt x="4185" y="10525"/>
                    </a:lnTo>
                    <a:lnTo>
                      <a:pt x="4060" y="10630"/>
                    </a:lnTo>
                    <a:lnTo>
                      <a:pt x="4123" y="10504"/>
                    </a:lnTo>
                    <a:lnTo>
                      <a:pt x="4039" y="10358"/>
                    </a:lnTo>
                    <a:lnTo>
                      <a:pt x="3892" y="10295"/>
                    </a:lnTo>
                    <a:lnTo>
                      <a:pt x="3830" y="10316"/>
                    </a:lnTo>
                    <a:lnTo>
                      <a:pt x="3767" y="10358"/>
                    </a:lnTo>
                    <a:lnTo>
                      <a:pt x="3725" y="10358"/>
                    </a:lnTo>
                    <a:lnTo>
                      <a:pt x="3599" y="10525"/>
                    </a:lnTo>
                    <a:lnTo>
                      <a:pt x="3495" y="10525"/>
                    </a:lnTo>
                    <a:lnTo>
                      <a:pt x="3558" y="10337"/>
                    </a:lnTo>
                    <a:lnTo>
                      <a:pt x="3453" y="10232"/>
                    </a:lnTo>
                    <a:lnTo>
                      <a:pt x="3809" y="10232"/>
                    </a:lnTo>
                    <a:lnTo>
                      <a:pt x="3830" y="10191"/>
                    </a:lnTo>
                    <a:lnTo>
                      <a:pt x="3725" y="10044"/>
                    </a:lnTo>
                    <a:lnTo>
                      <a:pt x="3767" y="9981"/>
                    </a:lnTo>
                    <a:lnTo>
                      <a:pt x="3830" y="9793"/>
                    </a:lnTo>
                    <a:lnTo>
                      <a:pt x="3830" y="9709"/>
                    </a:lnTo>
                    <a:lnTo>
                      <a:pt x="3934" y="9605"/>
                    </a:lnTo>
                    <a:lnTo>
                      <a:pt x="3934" y="9668"/>
                    </a:lnTo>
                    <a:lnTo>
                      <a:pt x="3955" y="9730"/>
                    </a:lnTo>
                    <a:lnTo>
                      <a:pt x="3934" y="9835"/>
                    </a:lnTo>
                    <a:lnTo>
                      <a:pt x="3871" y="9898"/>
                    </a:lnTo>
                    <a:lnTo>
                      <a:pt x="3934" y="10128"/>
                    </a:lnTo>
                    <a:lnTo>
                      <a:pt x="4164" y="10421"/>
                    </a:lnTo>
                    <a:lnTo>
                      <a:pt x="4332" y="10442"/>
                    </a:lnTo>
                    <a:lnTo>
                      <a:pt x="4353" y="10421"/>
                    </a:lnTo>
                    <a:lnTo>
                      <a:pt x="4478" y="10421"/>
                    </a:lnTo>
                    <a:lnTo>
                      <a:pt x="4771" y="10546"/>
                    </a:lnTo>
                    <a:lnTo>
                      <a:pt x="4813" y="10525"/>
                    </a:lnTo>
                    <a:lnTo>
                      <a:pt x="4897" y="10358"/>
                    </a:lnTo>
                    <a:lnTo>
                      <a:pt x="4980" y="10295"/>
                    </a:lnTo>
                    <a:lnTo>
                      <a:pt x="5022" y="10295"/>
                    </a:lnTo>
                    <a:lnTo>
                      <a:pt x="4980" y="10358"/>
                    </a:lnTo>
                    <a:lnTo>
                      <a:pt x="5064" y="10400"/>
                    </a:lnTo>
                    <a:lnTo>
                      <a:pt x="5169" y="10337"/>
                    </a:lnTo>
                    <a:lnTo>
                      <a:pt x="5190" y="10253"/>
                    </a:lnTo>
                    <a:lnTo>
                      <a:pt x="5211" y="10212"/>
                    </a:lnTo>
                    <a:lnTo>
                      <a:pt x="5273" y="10253"/>
                    </a:lnTo>
                    <a:lnTo>
                      <a:pt x="5399" y="10212"/>
                    </a:lnTo>
                    <a:lnTo>
                      <a:pt x="5399" y="10086"/>
                    </a:lnTo>
                    <a:lnTo>
                      <a:pt x="5545" y="9981"/>
                    </a:lnTo>
                    <a:lnTo>
                      <a:pt x="5545" y="9877"/>
                    </a:lnTo>
                    <a:lnTo>
                      <a:pt x="5524" y="9835"/>
                    </a:lnTo>
                    <a:lnTo>
                      <a:pt x="5420" y="9835"/>
                    </a:lnTo>
                    <a:lnTo>
                      <a:pt x="5524" y="9730"/>
                    </a:lnTo>
                    <a:lnTo>
                      <a:pt x="5545" y="9521"/>
                    </a:lnTo>
                    <a:lnTo>
                      <a:pt x="5713" y="9500"/>
                    </a:lnTo>
                    <a:lnTo>
                      <a:pt x="5943" y="9563"/>
                    </a:lnTo>
                    <a:lnTo>
                      <a:pt x="6027" y="9626"/>
                    </a:lnTo>
                    <a:lnTo>
                      <a:pt x="6173" y="9626"/>
                    </a:lnTo>
                    <a:lnTo>
                      <a:pt x="6278" y="9563"/>
                    </a:lnTo>
                    <a:lnTo>
                      <a:pt x="6382" y="9563"/>
                    </a:lnTo>
                    <a:lnTo>
                      <a:pt x="6466" y="9668"/>
                    </a:lnTo>
                    <a:lnTo>
                      <a:pt x="6571" y="9626"/>
                    </a:lnTo>
                    <a:lnTo>
                      <a:pt x="6675" y="9521"/>
                    </a:lnTo>
                    <a:lnTo>
                      <a:pt x="6759" y="9479"/>
                    </a:lnTo>
                    <a:lnTo>
                      <a:pt x="6759" y="9396"/>
                    </a:lnTo>
                    <a:lnTo>
                      <a:pt x="6633" y="9396"/>
                    </a:lnTo>
                    <a:lnTo>
                      <a:pt x="6278" y="9207"/>
                    </a:lnTo>
                    <a:lnTo>
                      <a:pt x="6257" y="9144"/>
                    </a:lnTo>
                    <a:lnTo>
                      <a:pt x="6340" y="9082"/>
                    </a:lnTo>
                    <a:lnTo>
                      <a:pt x="6445" y="9103"/>
                    </a:lnTo>
                    <a:lnTo>
                      <a:pt x="6487" y="9165"/>
                    </a:lnTo>
                    <a:lnTo>
                      <a:pt x="6592" y="9144"/>
                    </a:lnTo>
                    <a:lnTo>
                      <a:pt x="6780" y="9291"/>
                    </a:lnTo>
                    <a:lnTo>
                      <a:pt x="6864" y="9270"/>
                    </a:lnTo>
                    <a:lnTo>
                      <a:pt x="6989" y="9165"/>
                    </a:lnTo>
                    <a:lnTo>
                      <a:pt x="7073" y="9144"/>
                    </a:lnTo>
                    <a:lnTo>
                      <a:pt x="7115" y="9061"/>
                    </a:lnTo>
                    <a:lnTo>
                      <a:pt x="7094" y="8935"/>
                    </a:lnTo>
                    <a:lnTo>
                      <a:pt x="6968" y="8831"/>
                    </a:lnTo>
                    <a:lnTo>
                      <a:pt x="6884" y="8831"/>
                    </a:lnTo>
                    <a:lnTo>
                      <a:pt x="6864" y="8747"/>
                    </a:lnTo>
                    <a:lnTo>
                      <a:pt x="6738" y="8684"/>
                    </a:lnTo>
                    <a:lnTo>
                      <a:pt x="6738" y="8642"/>
                    </a:lnTo>
                    <a:lnTo>
                      <a:pt x="6864" y="8663"/>
                    </a:lnTo>
                    <a:lnTo>
                      <a:pt x="6947" y="8684"/>
                    </a:lnTo>
                    <a:lnTo>
                      <a:pt x="6968" y="8768"/>
                    </a:lnTo>
                    <a:lnTo>
                      <a:pt x="7031" y="8789"/>
                    </a:lnTo>
                    <a:lnTo>
                      <a:pt x="7156" y="8789"/>
                    </a:lnTo>
                    <a:lnTo>
                      <a:pt x="7198" y="8852"/>
                    </a:lnTo>
                    <a:lnTo>
                      <a:pt x="7387" y="8726"/>
                    </a:lnTo>
                    <a:lnTo>
                      <a:pt x="7428" y="8726"/>
                    </a:lnTo>
                    <a:lnTo>
                      <a:pt x="7470" y="8538"/>
                    </a:lnTo>
                    <a:lnTo>
                      <a:pt x="7596" y="8328"/>
                    </a:lnTo>
                    <a:lnTo>
                      <a:pt x="7596" y="8224"/>
                    </a:lnTo>
                    <a:lnTo>
                      <a:pt x="7512" y="8161"/>
                    </a:lnTo>
                    <a:lnTo>
                      <a:pt x="7387" y="8056"/>
                    </a:lnTo>
                    <a:lnTo>
                      <a:pt x="7198" y="8056"/>
                    </a:lnTo>
                    <a:lnTo>
                      <a:pt x="7094" y="8119"/>
                    </a:lnTo>
                    <a:lnTo>
                      <a:pt x="7094" y="8035"/>
                    </a:lnTo>
                    <a:lnTo>
                      <a:pt x="7219" y="7994"/>
                    </a:lnTo>
                    <a:lnTo>
                      <a:pt x="7366" y="7994"/>
                    </a:lnTo>
                    <a:lnTo>
                      <a:pt x="7387" y="7931"/>
                    </a:lnTo>
                    <a:lnTo>
                      <a:pt x="7198" y="7784"/>
                    </a:lnTo>
                    <a:lnTo>
                      <a:pt x="7115" y="7743"/>
                    </a:lnTo>
                    <a:lnTo>
                      <a:pt x="7010" y="7743"/>
                    </a:lnTo>
                    <a:lnTo>
                      <a:pt x="6968" y="7722"/>
                    </a:lnTo>
                    <a:lnTo>
                      <a:pt x="6947" y="7743"/>
                    </a:lnTo>
                    <a:lnTo>
                      <a:pt x="6843" y="7784"/>
                    </a:lnTo>
                    <a:lnTo>
                      <a:pt x="6801" y="7743"/>
                    </a:lnTo>
                    <a:lnTo>
                      <a:pt x="6780" y="7784"/>
                    </a:lnTo>
                    <a:lnTo>
                      <a:pt x="6675" y="7784"/>
                    </a:lnTo>
                    <a:lnTo>
                      <a:pt x="6675" y="7701"/>
                    </a:lnTo>
                    <a:lnTo>
                      <a:pt x="6696" y="7638"/>
                    </a:lnTo>
                    <a:lnTo>
                      <a:pt x="6487" y="7533"/>
                    </a:lnTo>
                    <a:lnTo>
                      <a:pt x="6466" y="7491"/>
                    </a:lnTo>
                    <a:lnTo>
                      <a:pt x="6466" y="7491"/>
                    </a:lnTo>
                    <a:lnTo>
                      <a:pt x="6571" y="7533"/>
                    </a:lnTo>
                    <a:lnTo>
                      <a:pt x="6759" y="7575"/>
                    </a:lnTo>
                    <a:lnTo>
                      <a:pt x="6843" y="7617"/>
                    </a:lnTo>
                    <a:lnTo>
                      <a:pt x="6801" y="7701"/>
                    </a:lnTo>
                    <a:lnTo>
                      <a:pt x="6801" y="7701"/>
                    </a:lnTo>
                    <a:lnTo>
                      <a:pt x="6989" y="7638"/>
                    </a:lnTo>
                    <a:lnTo>
                      <a:pt x="7198" y="7638"/>
                    </a:lnTo>
                    <a:lnTo>
                      <a:pt x="7324" y="7743"/>
                    </a:lnTo>
                    <a:lnTo>
                      <a:pt x="7366" y="7722"/>
                    </a:lnTo>
                    <a:lnTo>
                      <a:pt x="7387" y="7596"/>
                    </a:lnTo>
                    <a:lnTo>
                      <a:pt x="7115" y="7512"/>
                    </a:lnTo>
                    <a:lnTo>
                      <a:pt x="6905" y="7491"/>
                    </a:lnTo>
                    <a:lnTo>
                      <a:pt x="6759" y="7429"/>
                    </a:lnTo>
                    <a:lnTo>
                      <a:pt x="6780" y="7387"/>
                    </a:lnTo>
                    <a:lnTo>
                      <a:pt x="6884" y="7366"/>
                    </a:lnTo>
                    <a:lnTo>
                      <a:pt x="6989" y="7429"/>
                    </a:lnTo>
                    <a:lnTo>
                      <a:pt x="7219" y="7491"/>
                    </a:lnTo>
                    <a:lnTo>
                      <a:pt x="7408" y="7491"/>
                    </a:lnTo>
                    <a:lnTo>
                      <a:pt x="7470" y="7596"/>
                    </a:lnTo>
                    <a:lnTo>
                      <a:pt x="7470" y="7722"/>
                    </a:lnTo>
                    <a:lnTo>
                      <a:pt x="7491" y="7805"/>
                    </a:lnTo>
                    <a:lnTo>
                      <a:pt x="7638" y="7910"/>
                    </a:lnTo>
                    <a:lnTo>
                      <a:pt x="7805" y="7952"/>
                    </a:lnTo>
                    <a:lnTo>
                      <a:pt x="7889" y="8035"/>
                    </a:lnTo>
                    <a:lnTo>
                      <a:pt x="7910" y="8035"/>
                    </a:lnTo>
                    <a:lnTo>
                      <a:pt x="7993" y="7994"/>
                    </a:lnTo>
                    <a:lnTo>
                      <a:pt x="7952" y="7847"/>
                    </a:lnTo>
                    <a:lnTo>
                      <a:pt x="7993" y="7743"/>
                    </a:lnTo>
                    <a:lnTo>
                      <a:pt x="7952" y="7701"/>
                    </a:lnTo>
                    <a:lnTo>
                      <a:pt x="8056" y="7617"/>
                    </a:lnTo>
                    <a:lnTo>
                      <a:pt x="7993" y="7575"/>
                    </a:lnTo>
                    <a:lnTo>
                      <a:pt x="7680" y="7491"/>
                    </a:lnTo>
                    <a:lnTo>
                      <a:pt x="7554" y="7512"/>
                    </a:lnTo>
                    <a:lnTo>
                      <a:pt x="7512" y="7512"/>
                    </a:lnTo>
                    <a:lnTo>
                      <a:pt x="7408" y="7408"/>
                    </a:lnTo>
                    <a:lnTo>
                      <a:pt x="7282" y="7387"/>
                    </a:lnTo>
                    <a:lnTo>
                      <a:pt x="7198" y="7282"/>
                    </a:lnTo>
                    <a:lnTo>
                      <a:pt x="7115" y="7282"/>
                    </a:lnTo>
                    <a:lnTo>
                      <a:pt x="7073" y="7324"/>
                    </a:lnTo>
                    <a:lnTo>
                      <a:pt x="6989" y="7324"/>
                    </a:lnTo>
                    <a:lnTo>
                      <a:pt x="7010" y="7219"/>
                    </a:lnTo>
                    <a:lnTo>
                      <a:pt x="6864" y="7178"/>
                    </a:lnTo>
                    <a:lnTo>
                      <a:pt x="6843" y="7094"/>
                    </a:lnTo>
                    <a:lnTo>
                      <a:pt x="6947" y="7073"/>
                    </a:lnTo>
                    <a:lnTo>
                      <a:pt x="6989" y="7115"/>
                    </a:lnTo>
                    <a:lnTo>
                      <a:pt x="7094" y="7157"/>
                    </a:lnTo>
                    <a:lnTo>
                      <a:pt x="7156" y="7073"/>
                    </a:lnTo>
                    <a:lnTo>
                      <a:pt x="7115" y="7010"/>
                    </a:lnTo>
                    <a:lnTo>
                      <a:pt x="7156" y="6968"/>
                    </a:lnTo>
                    <a:lnTo>
                      <a:pt x="7219" y="7052"/>
                    </a:lnTo>
                    <a:lnTo>
                      <a:pt x="7219" y="7178"/>
                    </a:lnTo>
                    <a:lnTo>
                      <a:pt x="7324" y="7219"/>
                    </a:lnTo>
                    <a:lnTo>
                      <a:pt x="7638" y="7303"/>
                    </a:lnTo>
                    <a:lnTo>
                      <a:pt x="7700" y="7261"/>
                    </a:lnTo>
                    <a:lnTo>
                      <a:pt x="7554" y="7052"/>
                    </a:lnTo>
                    <a:lnTo>
                      <a:pt x="7408" y="6989"/>
                    </a:lnTo>
                    <a:lnTo>
                      <a:pt x="7303" y="6947"/>
                    </a:lnTo>
                    <a:lnTo>
                      <a:pt x="7303" y="6864"/>
                    </a:lnTo>
                    <a:lnTo>
                      <a:pt x="7324" y="6801"/>
                    </a:lnTo>
                    <a:lnTo>
                      <a:pt x="7408" y="6906"/>
                    </a:lnTo>
                    <a:lnTo>
                      <a:pt x="7554" y="6906"/>
                    </a:lnTo>
                    <a:lnTo>
                      <a:pt x="7638" y="6968"/>
                    </a:lnTo>
                    <a:lnTo>
                      <a:pt x="7680" y="7073"/>
                    </a:lnTo>
                    <a:lnTo>
                      <a:pt x="7721" y="7052"/>
                    </a:lnTo>
                    <a:lnTo>
                      <a:pt x="7805" y="7157"/>
                    </a:lnTo>
                    <a:lnTo>
                      <a:pt x="7910" y="7199"/>
                    </a:lnTo>
                    <a:lnTo>
                      <a:pt x="7952" y="7261"/>
                    </a:lnTo>
                    <a:lnTo>
                      <a:pt x="8014" y="7282"/>
                    </a:lnTo>
                    <a:lnTo>
                      <a:pt x="8077" y="7178"/>
                    </a:lnTo>
                    <a:lnTo>
                      <a:pt x="8203" y="7178"/>
                    </a:lnTo>
                    <a:lnTo>
                      <a:pt x="8307" y="7282"/>
                    </a:lnTo>
                    <a:lnTo>
                      <a:pt x="8349" y="7261"/>
                    </a:lnTo>
                    <a:lnTo>
                      <a:pt x="8349" y="7157"/>
                    </a:lnTo>
                    <a:lnTo>
                      <a:pt x="8412" y="7157"/>
                    </a:lnTo>
                    <a:lnTo>
                      <a:pt x="8516" y="7261"/>
                    </a:lnTo>
                    <a:lnTo>
                      <a:pt x="8642" y="7261"/>
                    </a:lnTo>
                    <a:lnTo>
                      <a:pt x="8684" y="7199"/>
                    </a:lnTo>
                    <a:lnTo>
                      <a:pt x="8684" y="6885"/>
                    </a:lnTo>
                    <a:lnTo>
                      <a:pt x="8433" y="6634"/>
                    </a:lnTo>
                    <a:lnTo>
                      <a:pt x="8349" y="6634"/>
                    </a:lnTo>
                    <a:lnTo>
                      <a:pt x="8307" y="6655"/>
                    </a:lnTo>
                    <a:lnTo>
                      <a:pt x="8224" y="6634"/>
                    </a:lnTo>
                    <a:lnTo>
                      <a:pt x="8244" y="6571"/>
                    </a:lnTo>
                    <a:lnTo>
                      <a:pt x="8433" y="6550"/>
                    </a:lnTo>
                    <a:lnTo>
                      <a:pt x="8516" y="6571"/>
                    </a:lnTo>
                    <a:lnTo>
                      <a:pt x="8558" y="6550"/>
                    </a:lnTo>
                    <a:lnTo>
                      <a:pt x="8642" y="6592"/>
                    </a:lnTo>
                    <a:lnTo>
                      <a:pt x="8642" y="6696"/>
                    </a:lnTo>
                    <a:lnTo>
                      <a:pt x="8684" y="6759"/>
                    </a:lnTo>
                    <a:lnTo>
                      <a:pt x="8851" y="6780"/>
                    </a:lnTo>
                    <a:lnTo>
                      <a:pt x="8851" y="6968"/>
                    </a:lnTo>
                    <a:lnTo>
                      <a:pt x="8893" y="7052"/>
                    </a:lnTo>
                    <a:lnTo>
                      <a:pt x="8998" y="7052"/>
                    </a:lnTo>
                    <a:lnTo>
                      <a:pt x="9060" y="7094"/>
                    </a:lnTo>
                    <a:lnTo>
                      <a:pt x="9353" y="7115"/>
                    </a:lnTo>
                    <a:lnTo>
                      <a:pt x="9500" y="7115"/>
                    </a:lnTo>
                    <a:lnTo>
                      <a:pt x="9688" y="6947"/>
                    </a:lnTo>
                    <a:lnTo>
                      <a:pt x="9709" y="6864"/>
                    </a:lnTo>
                    <a:lnTo>
                      <a:pt x="9605" y="6801"/>
                    </a:lnTo>
                    <a:lnTo>
                      <a:pt x="9563" y="6843"/>
                    </a:lnTo>
                    <a:lnTo>
                      <a:pt x="9500" y="6780"/>
                    </a:lnTo>
                    <a:lnTo>
                      <a:pt x="9563" y="6759"/>
                    </a:lnTo>
                    <a:lnTo>
                      <a:pt x="9709" y="6696"/>
                    </a:lnTo>
                    <a:lnTo>
                      <a:pt x="9835" y="6738"/>
                    </a:lnTo>
                    <a:lnTo>
                      <a:pt x="9981" y="6675"/>
                    </a:lnTo>
                    <a:lnTo>
                      <a:pt x="10002" y="6571"/>
                    </a:lnTo>
                    <a:lnTo>
                      <a:pt x="9918" y="6466"/>
                    </a:lnTo>
                    <a:lnTo>
                      <a:pt x="9625" y="6466"/>
                    </a:lnTo>
                    <a:lnTo>
                      <a:pt x="9395" y="6424"/>
                    </a:lnTo>
                    <a:lnTo>
                      <a:pt x="9416" y="6362"/>
                    </a:lnTo>
                    <a:lnTo>
                      <a:pt x="9521" y="6362"/>
                    </a:lnTo>
                    <a:lnTo>
                      <a:pt x="9563" y="6257"/>
                    </a:lnTo>
                    <a:lnTo>
                      <a:pt x="9605" y="6278"/>
                    </a:lnTo>
                    <a:lnTo>
                      <a:pt x="9625" y="6383"/>
                    </a:lnTo>
                    <a:lnTo>
                      <a:pt x="9709" y="6383"/>
                    </a:lnTo>
                    <a:lnTo>
                      <a:pt x="9772" y="6341"/>
                    </a:lnTo>
                    <a:lnTo>
                      <a:pt x="9981" y="6424"/>
                    </a:lnTo>
                    <a:lnTo>
                      <a:pt x="10044" y="6362"/>
                    </a:lnTo>
                    <a:lnTo>
                      <a:pt x="10149" y="6445"/>
                    </a:lnTo>
                    <a:lnTo>
                      <a:pt x="10211" y="6445"/>
                    </a:lnTo>
                    <a:lnTo>
                      <a:pt x="10316" y="6320"/>
                    </a:lnTo>
                    <a:lnTo>
                      <a:pt x="10295" y="6236"/>
                    </a:lnTo>
                    <a:lnTo>
                      <a:pt x="10149" y="6152"/>
                    </a:lnTo>
                    <a:lnTo>
                      <a:pt x="10211" y="6048"/>
                    </a:lnTo>
                    <a:lnTo>
                      <a:pt x="10253" y="6006"/>
                    </a:lnTo>
                    <a:lnTo>
                      <a:pt x="10232" y="5839"/>
                    </a:lnTo>
                    <a:lnTo>
                      <a:pt x="10316" y="5901"/>
                    </a:lnTo>
                    <a:lnTo>
                      <a:pt x="10316" y="6006"/>
                    </a:lnTo>
                    <a:lnTo>
                      <a:pt x="10253" y="6069"/>
                    </a:lnTo>
                    <a:lnTo>
                      <a:pt x="10295" y="6152"/>
                    </a:lnTo>
                    <a:lnTo>
                      <a:pt x="10358" y="6173"/>
                    </a:lnTo>
                    <a:lnTo>
                      <a:pt x="10441" y="6111"/>
                    </a:lnTo>
                    <a:lnTo>
                      <a:pt x="10734" y="6111"/>
                    </a:lnTo>
                    <a:lnTo>
                      <a:pt x="10776" y="6027"/>
                    </a:lnTo>
                    <a:lnTo>
                      <a:pt x="10923" y="5922"/>
                    </a:lnTo>
                    <a:lnTo>
                      <a:pt x="10881" y="5797"/>
                    </a:lnTo>
                    <a:lnTo>
                      <a:pt x="10944" y="5755"/>
                    </a:lnTo>
                    <a:lnTo>
                      <a:pt x="11048" y="5755"/>
                    </a:lnTo>
                    <a:lnTo>
                      <a:pt x="11132" y="5650"/>
                    </a:lnTo>
                    <a:lnTo>
                      <a:pt x="11216" y="5692"/>
                    </a:lnTo>
                    <a:lnTo>
                      <a:pt x="11299" y="5629"/>
                    </a:lnTo>
                    <a:lnTo>
                      <a:pt x="11550" y="5608"/>
                    </a:lnTo>
                    <a:lnTo>
                      <a:pt x="11613" y="5483"/>
                    </a:lnTo>
                    <a:lnTo>
                      <a:pt x="11822" y="5420"/>
                    </a:lnTo>
                    <a:lnTo>
                      <a:pt x="11927" y="5336"/>
                    </a:lnTo>
                    <a:lnTo>
                      <a:pt x="12073" y="5336"/>
                    </a:lnTo>
                    <a:lnTo>
                      <a:pt x="12136" y="5315"/>
                    </a:lnTo>
                    <a:lnTo>
                      <a:pt x="12262" y="5315"/>
                    </a:lnTo>
                    <a:lnTo>
                      <a:pt x="12429" y="5232"/>
                    </a:lnTo>
                    <a:lnTo>
                      <a:pt x="12555" y="5106"/>
                    </a:lnTo>
                    <a:lnTo>
                      <a:pt x="12659" y="5085"/>
                    </a:lnTo>
                    <a:lnTo>
                      <a:pt x="12743" y="4960"/>
                    </a:lnTo>
                    <a:lnTo>
                      <a:pt x="12952" y="4918"/>
                    </a:lnTo>
                    <a:lnTo>
                      <a:pt x="13036" y="4876"/>
                    </a:lnTo>
                    <a:lnTo>
                      <a:pt x="13224" y="4771"/>
                    </a:lnTo>
                    <a:lnTo>
                      <a:pt x="13308" y="4604"/>
                    </a:lnTo>
                    <a:lnTo>
                      <a:pt x="13371" y="4458"/>
                    </a:lnTo>
                    <a:lnTo>
                      <a:pt x="13182" y="4458"/>
                    </a:lnTo>
                    <a:lnTo>
                      <a:pt x="13057" y="4478"/>
                    </a:lnTo>
                    <a:lnTo>
                      <a:pt x="12973" y="4437"/>
                    </a:lnTo>
                    <a:lnTo>
                      <a:pt x="12848" y="4458"/>
                    </a:lnTo>
                    <a:lnTo>
                      <a:pt x="12659" y="4646"/>
                    </a:lnTo>
                    <a:lnTo>
                      <a:pt x="12387" y="4667"/>
                    </a:lnTo>
                    <a:lnTo>
                      <a:pt x="11927" y="4709"/>
                    </a:lnTo>
                    <a:lnTo>
                      <a:pt x="11801" y="4688"/>
                    </a:lnTo>
                    <a:lnTo>
                      <a:pt x="11488" y="4688"/>
                    </a:lnTo>
                    <a:lnTo>
                      <a:pt x="11299" y="4771"/>
                    </a:lnTo>
                    <a:lnTo>
                      <a:pt x="11299" y="4667"/>
                    </a:lnTo>
                    <a:lnTo>
                      <a:pt x="11174" y="4667"/>
                    </a:lnTo>
                    <a:lnTo>
                      <a:pt x="11216" y="4562"/>
                    </a:lnTo>
                    <a:lnTo>
                      <a:pt x="11362" y="4562"/>
                    </a:lnTo>
                    <a:lnTo>
                      <a:pt x="11446" y="4583"/>
                    </a:lnTo>
                    <a:lnTo>
                      <a:pt x="11550" y="4541"/>
                    </a:lnTo>
                    <a:lnTo>
                      <a:pt x="11571" y="4604"/>
                    </a:lnTo>
                    <a:lnTo>
                      <a:pt x="11718" y="4604"/>
                    </a:lnTo>
                    <a:lnTo>
                      <a:pt x="11906" y="4583"/>
                    </a:lnTo>
                    <a:lnTo>
                      <a:pt x="12032" y="4583"/>
                    </a:lnTo>
                    <a:lnTo>
                      <a:pt x="12346" y="4541"/>
                    </a:lnTo>
                    <a:lnTo>
                      <a:pt x="12848" y="4332"/>
                    </a:lnTo>
                    <a:lnTo>
                      <a:pt x="12931" y="4269"/>
                    </a:lnTo>
                    <a:lnTo>
                      <a:pt x="12848" y="4186"/>
                    </a:lnTo>
                    <a:lnTo>
                      <a:pt x="12638" y="4144"/>
                    </a:lnTo>
                    <a:lnTo>
                      <a:pt x="12262" y="4081"/>
                    </a:lnTo>
                    <a:lnTo>
                      <a:pt x="12199" y="3976"/>
                    </a:lnTo>
                    <a:lnTo>
                      <a:pt x="12199" y="3976"/>
                    </a:lnTo>
                    <a:lnTo>
                      <a:pt x="12346" y="4060"/>
                    </a:lnTo>
                    <a:lnTo>
                      <a:pt x="12450" y="4039"/>
                    </a:lnTo>
                    <a:lnTo>
                      <a:pt x="12450" y="3976"/>
                    </a:lnTo>
                    <a:lnTo>
                      <a:pt x="12325" y="3851"/>
                    </a:lnTo>
                    <a:lnTo>
                      <a:pt x="12304" y="3725"/>
                    </a:lnTo>
                    <a:lnTo>
                      <a:pt x="12408" y="3851"/>
                    </a:lnTo>
                    <a:lnTo>
                      <a:pt x="12597" y="4060"/>
                    </a:lnTo>
                    <a:lnTo>
                      <a:pt x="12638" y="4060"/>
                    </a:lnTo>
                    <a:lnTo>
                      <a:pt x="12722" y="4018"/>
                    </a:lnTo>
                    <a:lnTo>
                      <a:pt x="12764" y="4081"/>
                    </a:lnTo>
                    <a:lnTo>
                      <a:pt x="12973" y="4081"/>
                    </a:lnTo>
                    <a:lnTo>
                      <a:pt x="13057" y="4144"/>
                    </a:lnTo>
                    <a:lnTo>
                      <a:pt x="13141" y="4144"/>
                    </a:lnTo>
                    <a:lnTo>
                      <a:pt x="13287" y="4165"/>
                    </a:lnTo>
                    <a:lnTo>
                      <a:pt x="13371" y="4123"/>
                    </a:lnTo>
                    <a:lnTo>
                      <a:pt x="13308" y="4081"/>
                    </a:lnTo>
                    <a:lnTo>
                      <a:pt x="13162" y="4060"/>
                    </a:lnTo>
                    <a:lnTo>
                      <a:pt x="13162" y="3976"/>
                    </a:lnTo>
                    <a:lnTo>
                      <a:pt x="13350" y="4018"/>
                    </a:lnTo>
                    <a:lnTo>
                      <a:pt x="13475" y="4060"/>
                    </a:lnTo>
                    <a:lnTo>
                      <a:pt x="13601" y="4165"/>
                    </a:lnTo>
                    <a:lnTo>
                      <a:pt x="13664" y="4144"/>
                    </a:lnTo>
                    <a:lnTo>
                      <a:pt x="13706" y="4018"/>
                    </a:lnTo>
                    <a:lnTo>
                      <a:pt x="13810" y="4081"/>
                    </a:lnTo>
                    <a:lnTo>
                      <a:pt x="13978" y="4081"/>
                    </a:lnTo>
                    <a:lnTo>
                      <a:pt x="14124" y="4039"/>
                    </a:lnTo>
                    <a:lnTo>
                      <a:pt x="14229" y="4018"/>
                    </a:lnTo>
                    <a:lnTo>
                      <a:pt x="14354" y="3914"/>
                    </a:lnTo>
                    <a:lnTo>
                      <a:pt x="14710" y="3746"/>
                    </a:lnTo>
                    <a:lnTo>
                      <a:pt x="14794" y="3662"/>
                    </a:lnTo>
                    <a:lnTo>
                      <a:pt x="14794" y="3621"/>
                    </a:lnTo>
                    <a:lnTo>
                      <a:pt x="14877" y="3600"/>
                    </a:lnTo>
                    <a:lnTo>
                      <a:pt x="15003" y="3621"/>
                    </a:lnTo>
                    <a:lnTo>
                      <a:pt x="15045" y="3558"/>
                    </a:lnTo>
                    <a:lnTo>
                      <a:pt x="15275" y="3432"/>
                    </a:lnTo>
                    <a:lnTo>
                      <a:pt x="15400" y="3181"/>
                    </a:lnTo>
                    <a:lnTo>
                      <a:pt x="15463" y="2909"/>
                    </a:lnTo>
                    <a:lnTo>
                      <a:pt x="15442" y="2721"/>
                    </a:lnTo>
                    <a:lnTo>
                      <a:pt x="15379" y="2595"/>
                    </a:lnTo>
                    <a:lnTo>
                      <a:pt x="15233" y="2512"/>
                    </a:lnTo>
                    <a:lnTo>
                      <a:pt x="15149" y="2512"/>
                    </a:lnTo>
                    <a:lnTo>
                      <a:pt x="15128" y="2554"/>
                    </a:lnTo>
                    <a:lnTo>
                      <a:pt x="15024" y="2554"/>
                    </a:lnTo>
                    <a:lnTo>
                      <a:pt x="14961" y="2658"/>
                    </a:lnTo>
                    <a:lnTo>
                      <a:pt x="14877" y="2700"/>
                    </a:lnTo>
                    <a:lnTo>
                      <a:pt x="14835" y="2658"/>
                    </a:lnTo>
                    <a:lnTo>
                      <a:pt x="14961" y="2470"/>
                    </a:lnTo>
                    <a:lnTo>
                      <a:pt x="15003" y="2386"/>
                    </a:lnTo>
                    <a:lnTo>
                      <a:pt x="15107" y="2302"/>
                    </a:lnTo>
                    <a:lnTo>
                      <a:pt x="15128" y="2156"/>
                    </a:lnTo>
                    <a:lnTo>
                      <a:pt x="15066" y="2051"/>
                    </a:lnTo>
                    <a:lnTo>
                      <a:pt x="15024" y="2030"/>
                    </a:lnTo>
                    <a:lnTo>
                      <a:pt x="15107" y="1968"/>
                    </a:lnTo>
                    <a:lnTo>
                      <a:pt x="15170" y="1737"/>
                    </a:lnTo>
                    <a:lnTo>
                      <a:pt x="15066" y="1717"/>
                    </a:lnTo>
                    <a:lnTo>
                      <a:pt x="14940" y="1737"/>
                    </a:lnTo>
                    <a:lnTo>
                      <a:pt x="14919" y="1842"/>
                    </a:lnTo>
                    <a:lnTo>
                      <a:pt x="14856" y="1884"/>
                    </a:lnTo>
                    <a:lnTo>
                      <a:pt x="14794" y="1926"/>
                    </a:lnTo>
                    <a:lnTo>
                      <a:pt x="14731" y="1863"/>
                    </a:lnTo>
                    <a:lnTo>
                      <a:pt x="14794" y="1779"/>
                    </a:lnTo>
                    <a:lnTo>
                      <a:pt x="14794" y="1717"/>
                    </a:lnTo>
                    <a:lnTo>
                      <a:pt x="14835" y="1633"/>
                    </a:lnTo>
                    <a:lnTo>
                      <a:pt x="14814" y="1570"/>
                    </a:lnTo>
                    <a:lnTo>
                      <a:pt x="14689" y="1654"/>
                    </a:lnTo>
                    <a:lnTo>
                      <a:pt x="14626" y="1779"/>
                    </a:lnTo>
                    <a:lnTo>
                      <a:pt x="14584" y="1821"/>
                    </a:lnTo>
                    <a:lnTo>
                      <a:pt x="14522" y="1758"/>
                    </a:lnTo>
                    <a:lnTo>
                      <a:pt x="14584" y="1633"/>
                    </a:lnTo>
                    <a:lnTo>
                      <a:pt x="14542" y="1549"/>
                    </a:lnTo>
                    <a:lnTo>
                      <a:pt x="14417" y="1549"/>
                    </a:lnTo>
                    <a:lnTo>
                      <a:pt x="14270" y="1633"/>
                    </a:lnTo>
                    <a:lnTo>
                      <a:pt x="14208" y="1737"/>
                    </a:lnTo>
                    <a:lnTo>
                      <a:pt x="14082" y="1737"/>
                    </a:lnTo>
                    <a:lnTo>
                      <a:pt x="14019" y="1779"/>
                    </a:lnTo>
                    <a:lnTo>
                      <a:pt x="13978" y="1884"/>
                    </a:lnTo>
                    <a:lnTo>
                      <a:pt x="13894" y="1884"/>
                    </a:lnTo>
                    <a:lnTo>
                      <a:pt x="13789" y="1842"/>
                    </a:lnTo>
                    <a:lnTo>
                      <a:pt x="13580" y="1821"/>
                    </a:lnTo>
                    <a:lnTo>
                      <a:pt x="13308" y="1821"/>
                    </a:lnTo>
                    <a:lnTo>
                      <a:pt x="13496" y="1758"/>
                    </a:lnTo>
                    <a:lnTo>
                      <a:pt x="13559" y="1717"/>
                    </a:lnTo>
                    <a:lnTo>
                      <a:pt x="13643" y="1737"/>
                    </a:lnTo>
                    <a:lnTo>
                      <a:pt x="13747" y="1737"/>
                    </a:lnTo>
                    <a:lnTo>
                      <a:pt x="13894" y="1654"/>
                    </a:lnTo>
                    <a:lnTo>
                      <a:pt x="14019" y="1633"/>
                    </a:lnTo>
                    <a:lnTo>
                      <a:pt x="14124" y="1507"/>
                    </a:lnTo>
                    <a:lnTo>
                      <a:pt x="14333" y="1403"/>
                    </a:lnTo>
                    <a:lnTo>
                      <a:pt x="14396" y="1340"/>
                    </a:lnTo>
                    <a:lnTo>
                      <a:pt x="14354" y="1298"/>
                    </a:lnTo>
                    <a:lnTo>
                      <a:pt x="14270" y="1298"/>
                    </a:lnTo>
                    <a:lnTo>
                      <a:pt x="14061" y="1152"/>
                    </a:lnTo>
                    <a:lnTo>
                      <a:pt x="14019" y="1089"/>
                    </a:lnTo>
                    <a:lnTo>
                      <a:pt x="13978" y="1089"/>
                    </a:lnTo>
                    <a:lnTo>
                      <a:pt x="13873" y="1131"/>
                    </a:lnTo>
                    <a:lnTo>
                      <a:pt x="13810" y="1193"/>
                    </a:lnTo>
                    <a:lnTo>
                      <a:pt x="13747" y="1152"/>
                    </a:lnTo>
                    <a:lnTo>
                      <a:pt x="13706" y="1089"/>
                    </a:lnTo>
                    <a:lnTo>
                      <a:pt x="13789" y="1005"/>
                    </a:lnTo>
                    <a:lnTo>
                      <a:pt x="13768" y="921"/>
                    </a:lnTo>
                    <a:lnTo>
                      <a:pt x="13601" y="942"/>
                    </a:lnTo>
                    <a:lnTo>
                      <a:pt x="13538" y="1047"/>
                    </a:lnTo>
                    <a:lnTo>
                      <a:pt x="13454" y="1026"/>
                    </a:lnTo>
                    <a:lnTo>
                      <a:pt x="13454" y="901"/>
                    </a:lnTo>
                    <a:lnTo>
                      <a:pt x="13308" y="942"/>
                    </a:lnTo>
                    <a:lnTo>
                      <a:pt x="13266" y="1005"/>
                    </a:lnTo>
                    <a:lnTo>
                      <a:pt x="13224" y="921"/>
                    </a:lnTo>
                    <a:lnTo>
                      <a:pt x="13287" y="838"/>
                    </a:lnTo>
                    <a:lnTo>
                      <a:pt x="13245" y="775"/>
                    </a:lnTo>
                    <a:lnTo>
                      <a:pt x="13308" y="775"/>
                    </a:lnTo>
                    <a:lnTo>
                      <a:pt x="13371" y="691"/>
                    </a:lnTo>
                    <a:lnTo>
                      <a:pt x="13287" y="608"/>
                    </a:lnTo>
                    <a:lnTo>
                      <a:pt x="13078" y="587"/>
                    </a:lnTo>
                    <a:lnTo>
                      <a:pt x="12910" y="503"/>
                    </a:lnTo>
                    <a:lnTo>
                      <a:pt x="12785" y="524"/>
                    </a:lnTo>
                    <a:lnTo>
                      <a:pt x="12659" y="629"/>
                    </a:lnTo>
                    <a:lnTo>
                      <a:pt x="12638" y="733"/>
                    </a:lnTo>
                    <a:lnTo>
                      <a:pt x="12597" y="775"/>
                    </a:lnTo>
                    <a:lnTo>
                      <a:pt x="12513" y="670"/>
                    </a:lnTo>
                    <a:lnTo>
                      <a:pt x="12638" y="524"/>
                    </a:lnTo>
                    <a:lnTo>
                      <a:pt x="12659" y="461"/>
                    </a:lnTo>
                    <a:lnTo>
                      <a:pt x="12513" y="461"/>
                    </a:lnTo>
                    <a:lnTo>
                      <a:pt x="12387" y="377"/>
                    </a:lnTo>
                    <a:lnTo>
                      <a:pt x="12262" y="377"/>
                    </a:lnTo>
                    <a:lnTo>
                      <a:pt x="12199" y="482"/>
                    </a:lnTo>
                    <a:lnTo>
                      <a:pt x="12011" y="608"/>
                    </a:lnTo>
                    <a:lnTo>
                      <a:pt x="11885" y="733"/>
                    </a:lnTo>
                    <a:lnTo>
                      <a:pt x="11801" y="775"/>
                    </a:lnTo>
                    <a:lnTo>
                      <a:pt x="11781" y="712"/>
                    </a:lnTo>
                    <a:lnTo>
                      <a:pt x="11822" y="587"/>
                    </a:lnTo>
                    <a:lnTo>
                      <a:pt x="11822" y="419"/>
                    </a:lnTo>
                    <a:lnTo>
                      <a:pt x="11781" y="377"/>
                    </a:lnTo>
                    <a:lnTo>
                      <a:pt x="11739" y="273"/>
                    </a:lnTo>
                    <a:lnTo>
                      <a:pt x="11592" y="189"/>
                    </a:lnTo>
                    <a:lnTo>
                      <a:pt x="11467" y="210"/>
                    </a:lnTo>
                    <a:lnTo>
                      <a:pt x="11341" y="189"/>
                    </a:lnTo>
                    <a:lnTo>
                      <a:pt x="11278" y="85"/>
                    </a:lnTo>
                    <a:lnTo>
                      <a:pt x="11153" y="64"/>
                    </a:lnTo>
                    <a:lnTo>
                      <a:pt x="10985" y="105"/>
                    </a:lnTo>
                    <a:lnTo>
                      <a:pt x="10881" y="85"/>
                    </a:lnTo>
                    <a:lnTo>
                      <a:pt x="10818" y="64"/>
                    </a:lnTo>
                    <a:lnTo>
                      <a:pt x="10734" y="1"/>
                    </a:lnTo>
                    <a:lnTo>
                      <a:pt x="10651" y="64"/>
                    </a:lnTo>
                    <a:lnTo>
                      <a:pt x="10630" y="210"/>
                    </a:lnTo>
                    <a:lnTo>
                      <a:pt x="10734" y="461"/>
                    </a:lnTo>
                    <a:lnTo>
                      <a:pt x="10651" y="670"/>
                    </a:lnTo>
                    <a:lnTo>
                      <a:pt x="10651" y="817"/>
                    </a:lnTo>
                    <a:lnTo>
                      <a:pt x="10609" y="880"/>
                    </a:lnTo>
                    <a:lnTo>
                      <a:pt x="10525" y="838"/>
                    </a:lnTo>
                    <a:lnTo>
                      <a:pt x="10400" y="880"/>
                    </a:lnTo>
                    <a:lnTo>
                      <a:pt x="10337" y="817"/>
                    </a:lnTo>
                    <a:lnTo>
                      <a:pt x="10421" y="733"/>
                    </a:lnTo>
                    <a:lnTo>
                      <a:pt x="10358" y="566"/>
                    </a:lnTo>
                    <a:lnTo>
                      <a:pt x="10421" y="461"/>
                    </a:lnTo>
                    <a:lnTo>
                      <a:pt x="10441" y="315"/>
                    </a:lnTo>
                    <a:lnTo>
                      <a:pt x="10400" y="273"/>
                    </a:lnTo>
                    <a:lnTo>
                      <a:pt x="10232" y="398"/>
                    </a:lnTo>
                    <a:lnTo>
                      <a:pt x="10232" y="461"/>
                    </a:lnTo>
                    <a:lnTo>
                      <a:pt x="10149" y="482"/>
                    </a:lnTo>
                    <a:lnTo>
                      <a:pt x="10107" y="419"/>
                    </a:lnTo>
                    <a:lnTo>
                      <a:pt x="10149" y="273"/>
                    </a:lnTo>
                    <a:lnTo>
                      <a:pt x="10107" y="210"/>
                    </a:lnTo>
                    <a:lnTo>
                      <a:pt x="10044" y="252"/>
                    </a:lnTo>
                    <a:lnTo>
                      <a:pt x="9981" y="398"/>
                    </a:lnTo>
                    <a:lnTo>
                      <a:pt x="9897" y="398"/>
                    </a:lnTo>
                    <a:lnTo>
                      <a:pt x="9877" y="357"/>
                    </a:lnTo>
                    <a:lnTo>
                      <a:pt x="9918" y="252"/>
                    </a:lnTo>
                    <a:lnTo>
                      <a:pt x="9918" y="105"/>
                    </a:lnTo>
                    <a:lnTo>
                      <a:pt x="9897" y="64"/>
                    </a:lnTo>
                    <a:lnTo>
                      <a:pt x="962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Google Shape;2194;p45"/>
              <p:cNvSpPr/>
              <p:nvPr/>
            </p:nvSpPr>
            <p:spPr>
              <a:xfrm>
                <a:off x="2905300" y="2401625"/>
                <a:ext cx="91575" cy="98875"/>
              </a:xfrm>
              <a:custGeom>
                <a:avLst/>
                <a:gdLst/>
                <a:ahLst/>
                <a:cxnLst/>
                <a:rect l="l" t="t" r="r" b="b"/>
                <a:pathLst>
                  <a:path w="3663" h="3955" extrusionOk="0">
                    <a:moveTo>
                      <a:pt x="2909" y="2155"/>
                    </a:move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930" y="2155"/>
                    </a:lnTo>
                    <a:close/>
                    <a:moveTo>
                      <a:pt x="2323" y="0"/>
                    </a:moveTo>
                    <a:lnTo>
                      <a:pt x="2260" y="42"/>
                    </a:lnTo>
                    <a:lnTo>
                      <a:pt x="2219" y="84"/>
                    </a:lnTo>
                    <a:lnTo>
                      <a:pt x="2135" y="84"/>
                    </a:lnTo>
                    <a:lnTo>
                      <a:pt x="2072" y="147"/>
                    </a:lnTo>
                    <a:lnTo>
                      <a:pt x="2009" y="188"/>
                    </a:lnTo>
                    <a:lnTo>
                      <a:pt x="1905" y="188"/>
                    </a:lnTo>
                    <a:lnTo>
                      <a:pt x="1779" y="293"/>
                    </a:lnTo>
                    <a:lnTo>
                      <a:pt x="1675" y="377"/>
                    </a:lnTo>
                    <a:lnTo>
                      <a:pt x="1675" y="460"/>
                    </a:lnTo>
                    <a:lnTo>
                      <a:pt x="1612" y="460"/>
                    </a:lnTo>
                    <a:lnTo>
                      <a:pt x="1570" y="419"/>
                    </a:lnTo>
                    <a:lnTo>
                      <a:pt x="1570" y="460"/>
                    </a:lnTo>
                    <a:lnTo>
                      <a:pt x="1591" y="481"/>
                    </a:lnTo>
                    <a:lnTo>
                      <a:pt x="1591" y="523"/>
                    </a:lnTo>
                    <a:lnTo>
                      <a:pt x="1528" y="586"/>
                    </a:lnTo>
                    <a:lnTo>
                      <a:pt x="1423" y="670"/>
                    </a:lnTo>
                    <a:lnTo>
                      <a:pt x="1382" y="691"/>
                    </a:lnTo>
                    <a:lnTo>
                      <a:pt x="1402" y="711"/>
                    </a:lnTo>
                    <a:lnTo>
                      <a:pt x="1382" y="774"/>
                    </a:lnTo>
                    <a:lnTo>
                      <a:pt x="1319" y="774"/>
                    </a:lnTo>
                    <a:lnTo>
                      <a:pt x="1319" y="816"/>
                    </a:lnTo>
                    <a:lnTo>
                      <a:pt x="1382" y="837"/>
                    </a:lnTo>
                    <a:lnTo>
                      <a:pt x="1319" y="879"/>
                    </a:lnTo>
                    <a:lnTo>
                      <a:pt x="1256" y="879"/>
                    </a:lnTo>
                    <a:lnTo>
                      <a:pt x="1193" y="942"/>
                    </a:lnTo>
                    <a:lnTo>
                      <a:pt x="1193" y="1004"/>
                    </a:lnTo>
                    <a:lnTo>
                      <a:pt x="1214" y="1004"/>
                    </a:lnTo>
                    <a:lnTo>
                      <a:pt x="1256" y="1025"/>
                    </a:lnTo>
                    <a:lnTo>
                      <a:pt x="1193" y="1046"/>
                    </a:lnTo>
                    <a:lnTo>
                      <a:pt x="1151" y="1046"/>
                    </a:lnTo>
                    <a:lnTo>
                      <a:pt x="1089" y="1151"/>
                    </a:lnTo>
                    <a:lnTo>
                      <a:pt x="1068" y="1214"/>
                    </a:lnTo>
                    <a:lnTo>
                      <a:pt x="942" y="1402"/>
                    </a:lnTo>
                    <a:lnTo>
                      <a:pt x="942" y="1444"/>
                    </a:lnTo>
                    <a:lnTo>
                      <a:pt x="984" y="1507"/>
                    </a:lnTo>
                    <a:lnTo>
                      <a:pt x="984" y="1548"/>
                    </a:lnTo>
                    <a:lnTo>
                      <a:pt x="963" y="1548"/>
                    </a:lnTo>
                    <a:lnTo>
                      <a:pt x="942" y="1527"/>
                    </a:lnTo>
                    <a:lnTo>
                      <a:pt x="900" y="1527"/>
                    </a:lnTo>
                    <a:lnTo>
                      <a:pt x="796" y="1569"/>
                    </a:lnTo>
                    <a:lnTo>
                      <a:pt x="754" y="1653"/>
                    </a:lnTo>
                    <a:lnTo>
                      <a:pt x="754" y="1716"/>
                    </a:lnTo>
                    <a:lnTo>
                      <a:pt x="796" y="1716"/>
                    </a:lnTo>
                    <a:lnTo>
                      <a:pt x="858" y="1758"/>
                    </a:lnTo>
                    <a:lnTo>
                      <a:pt x="838" y="1779"/>
                    </a:lnTo>
                    <a:lnTo>
                      <a:pt x="838" y="1841"/>
                    </a:lnTo>
                    <a:lnTo>
                      <a:pt x="775" y="1883"/>
                    </a:lnTo>
                    <a:lnTo>
                      <a:pt x="649" y="1862"/>
                    </a:lnTo>
                    <a:lnTo>
                      <a:pt x="628" y="1883"/>
                    </a:lnTo>
                    <a:lnTo>
                      <a:pt x="628" y="1946"/>
                    </a:lnTo>
                    <a:lnTo>
                      <a:pt x="545" y="2030"/>
                    </a:lnTo>
                    <a:lnTo>
                      <a:pt x="482" y="2134"/>
                    </a:lnTo>
                    <a:lnTo>
                      <a:pt x="440" y="2197"/>
                    </a:lnTo>
                    <a:lnTo>
                      <a:pt x="419" y="2197"/>
                    </a:lnTo>
                    <a:lnTo>
                      <a:pt x="419" y="2134"/>
                    </a:lnTo>
                    <a:lnTo>
                      <a:pt x="377" y="2197"/>
                    </a:lnTo>
                    <a:lnTo>
                      <a:pt x="335" y="2134"/>
                    </a:lnTo>
                    <a:lnTo>
                      <a:pt x="356" y="2072"/>
                    </a:lnTo>
                    <a:lnTo>
                      <a:pt x="440" y="2030"/>
                    </a:lnTo>
                    <a:lnTo>
                      <a:pt x="461" y="1967"/>
                    </a:lnTo>
                    <a:lnTo>
                      <a:pt x="440" y="1988"/>
                    </a:lnTo>
                    <a:lnTo>
                      <a:pt x="356" y="2051"/>
                    </a:lnTo>
                    <a:lnTo>
                      <a:pt x="231" y="2134"/>
                    </a:lnTo>
                    <a:lnTo>
                      <a:pt x="168" y="2260"/>
                    </a:lnTo>
                    <a:lnTo>
                      <a:pt x="231" y="2260"/>
                    </a:lnTo>
                    <a:lnTo>
                      <a:pt x="314" y="2239"/>
                    </a:lnTo>
                    <a:lnTo>
                      <a:pt x="461" y="2197"/>
                    </a:lnTo>
                    <a:lnTo>
                      <a:pt x="586" y="2197"/>
                    </a:lnTo>
                    <a:lnTo>
                      <a:pt x="524" y="2281"/>
                    </a:lnTo>
                    <a:lnTo>
                      <a:pt x="419" y="2406"/>
                    </a:lnTo>
                    <a:lnTo>
                      <a:pt x="335" y="2511"/>
                    </a:lnTo>
                    <a:lnTo>
                      <a:pt x="210" y="2595"/>
                    </a:lnTo>
                    <a:lnTo>
                      <a:pt x="105" y="2699"/>
                    </a:lnTo>
                    <a:lnTo>
                      <a:pt x="22" y="2699"/>
                    </a:lnTo>
                    <a:lnTo>
                      <a:pt x="1" y="2762"/>
                    </a:lnTo>
                    <a:lnTo>
                      <a:pt x="22" y="2804"/>
                    </a:lnTo>
                    <a:lnTo>
                      <a:pt x="1" y="2888"/>
                    </a:lnTo>
                    <a:lnTo>
                      <a:pt x="22" y="2929"/>
                    </a:lnTo>
                    <a:lnTo>
                      <a:pt x="63" y="2929"/>
                    </a:lnTo>
                    <a:lnTo>
                      <a:pt x="168" y="2971"/>
                    </a:lnTo>
                    <a:lnTo>
                      <a:pt x="314" y="2929"/>
                    </a:lnTo>
                    <a:lnTo>
                      <a:pt x="377" y="2888"/>
                    </a:lnTo>
                    <a:lnTo>
                      <a:pt x="482" y="2888"/>
                    </a:lnTo>
                    <a:lnTo>
                      <a:pt x="566" y="2825"/>
                    </a:lnTo>
                    <a:lnTo>
                      <a:pt x="586" y="2783"/>
                    </a:lnTo>
                    <a:lnTo>
                      <a:pt x="586" y="2804"/>
                    </a:lnTo>
                    <a:lnTo>
                      <a:pt x="545" y="2888"/>
                    </a:lnTo>
                    <a:lnTo>
                      <a:pt x="670" y="2908"/>
                    </a:lnTo>
                    <a:lnTo>
                      <a:pt x="754" y="2888"/>
                    </a:lnTo>
                    <a:lnTo>
                      <a:pt x="796" y="2929"/>
                    </a:lnTo>
                    <a:lnTo>
                      <a:pt x="963" y="2929"/>
                    </a:lnTo>
                    <a:lnTo>
                      <a:pt x="1047" y="2908"/>
                    </a:lnTo>
                    <a:lnTo>
                      <a:pt x="1068" y="2971"/>
                    </a:lnTo>
                    <a:lnTo>
                      <a:pt x="1110" y="3013"/>
                    </a:lnTo>
                    <a:lnTo>
                      <a:pt x="1214" y="3013"/>
                    </a:lnTo>
                    <a:lnTo>
                      <a:pt x="1256" y="2992"/>
                    </a:lnTo>
                    <a:lnTo>
                      <a:pt x="1277" y="3013"/>
                    </a:lnTo>
                    <a:lnTo>
                      <a:pt x="1361" y="3013"/>
                    </a:lnTo>
                    <a:lnTo>
                      <a:pt x="1402" y="2992"/>
                    </a:lnTo>
                    <a:lnTo>
                      <a:pt x="1402" y="2950"/>
                    </a:lnTo>
                    <a:lnTo>
                      <a:pt x="1486" y="2950"/>
                    </a:lnTo>
                    <a:lnTo>
                      <a:pt x="1507" y="2992"/>
                    </a:lnTo>
                    <a:lnTo>
                      <a:pt x="1570" y="2992"/>
                    </a:lnTo>
                    <a:lnTo>
                      <a:pt x="1591" y="2929"/>
                    </a:lnTo>
                    <a:lnTo>
                      <a:pt x="1633" y="2929"/>
                    </a:lnTo>
                    <a:lnTo>
                      <a:pt x="1695" y="2971"/>
                    </a:lnTo>
                    <a:lnTo>
                      <a:pt x="1716" y="2908"/>
                    </a:lnTo>
                    <a:lnTo>
                      <a:pt x="1716" y="2867"/>
                    </a:lnTo>
                    <a:lnTo>
                      <a:pt x="1716" y="2783"/>
                    </a:lnTo>
                    <a:lnTo>
                      <a:pt x="1737" y="2804"/>
                    </a:lnTo>
                    <a:lnTo>
                      <a:pt x="1779" y="2762"/>
                    </a:lnTo>
                    <a:lnTo>
                      <a:pt x="1821" y="2762"/>
                    </a:lnTo>
                    <a:lnTo>
                      <a:pt x="1800" y="2783"/>
                    </a:lnTo>
                    <a:lnTo>
                      <a:pt x="1779" y="2888"/>
                    </a:lnTo>
                    <a:lnTo>
                      <a:pt x="1800" y="2908"/>
                    </a:lnTo>
                    <a:lnTo>
                      <a:pt x="1821" y="2867"/>
                    </a:lnTo>
                    <a:lnTo>
                      <a:pt x="1884" y="2783"/>
                    </a:lnTo>
                    <a:lnTo>
                      <a:pt x="1905" y="2783"/>
                    </a:lnTo>
                    <a:lnTo>
                      <a:pt x="1905" y="2867"/>
                    </a:lnTo>
                    <a:lnTo>
                      <a:pt x="1884" y="2908"/>
                    </a:lnTo>
                    <a:lnTo>
                      <a:pt x="1884" y="2971"/>
                    </a:lnTo>
                    <a:lnTo>
                      <a:pt x="1947" y="2929"/>
                    </a:lnTo>
                    <a:lnTo>
                      <a:pt x="1988" y="2929"/>
                    </a:lnTo>
                    <a:lnTo>
                      <a:pt x="1988" y="2971"/>
                    </a:lnTo>
                    <a:lnTo>
                      <a:pt x="1884" y="3034"/>
                    </a:lnTo>
                    <a:lnTo>
                      <a:pt x="1779" y="3097"/>
                    </a:lnTo>
                    <a:lnTo>
                      <a:pt x="1800" y="3118"/>
                    </a:lnTo>
                    <a:lnTo>
                      <a:pt x="1821" y="3097"/>
                    </a:lnTo>
                    <a:lnTo>
                      <a:pt x="1884" y="3097"/>
                    </a:lnTo>
                    <a:lnTo>
                      <a:pt x="1905" y="3118"/>
                    </a:lnTo>
                    <a:lnTo>
                      <a:pt x="1947" y="3118"/>
                    </a:lnTo>
                    <a:lnTo>
                      <a:pt x="1988" y="3139"/>
                    </a:lnTo>
                    <a:lnTo>
                      <a:pt x="2030" y="3118"/>
                    </a:lnTo>
                    <a:lnTo>
                      <a:pt x="2114" y="3097"/>
                    </a:lnTo>
                    <a:lnTo>
                      <a:pt x="2135" y="3013"/>
                    </a:lnTo>
                    <a:lnTo>
                      <a:pt x="2135" y="2971"/>
                    </a:lnTo>
                    <a:lnTo>
                      <a:pt x="2198" y="2992"/>
                    </a:lnTo>
                    <a:lnTo>
                      <a:pt x="2260" y="3013"/>
                    </a:lnTo>
                    <a:lnTo>
                      <a:pt x="2323" y="3076"/>
                    </a:lnTo>
                    <a:lnTo>
                      <a:pt x="2365" y="3034"/>
                    </a:lnTo>
                    <a:lnTo>
                      <a:pt x="2428" y="3013"/>
                    </a:lnTo>
                    <a:lnTo>
                      <a:pt x="2511" y="3013"/>
                    </a:lnTo>
                    <a:lnTo>
                      <a:pt x="2449" y="3076"/>
                    </a:lnTo>
                    <a:lnTo>
                      <a:pt x="2449" y="3097"/>
                    </a:lnTo>
                    <a:lnTo>
                      <a:pt x="2344" y="3139"/>
                    </a:lnTo>
                    <a:lnTo>
                      <a:pt x="2239" y="3139"/>
                    </a:lnTo>
                    <a:lnTo>
                      <a:pt x="2198" y="3201"/>
                    </a:lnTo>
                    <a:lnTo>
                      <a:pt x="2198" y="3243"/>
                    </a:lnTo>
                    <a:lnTo>
                      <a:pt x="2156" y="3285"/>
                    </a:lnTo>
                    <a:lnTo>
                      <a:pt x="2135" y="3327"/>
                    </a:lnTo>
                    <a:lnTo>
                      <a:pt x="2051" y="3327"/>
                    </a:lnTo>
                    <a:lnTo>
                      <a:pt x="2009" y="3348"/>
                    </a:lnTo>
                    <a:lnTo>
                      <a:pt x="1988" y="3411"/>
                    </a:lnTo>
                    <a:lnTo>
                      <a:pt x="1926" y="3432"/>
                    </a:lnTo>
                    <a:lnTo>
                      <a:pt x="1821" y="3452"/>
                    </a:lnTo>
                    <a:lnTo>
                      <a:pt x="1737" y="3515"/>
                    </a:lnTo>
                    <a:lnTo>
                      <a:pt x="1716" y="3557"/>
                    </a:lnTo>
                    <a:lnTo>
                      <a:pt x="1737" y="3599"/>
                    </a:lnTo>
                    <a:lnTo>
                      <a:pt x="1779" y="3620"/>
                    </a:lnTo>
                    <a:lnTo>
                      <a:pt x="1842" y="3620"/>
                    </a:lnTo>
                    <a:lnTo>
                      <a:pt x="1884" y="3557"/>
                    </a:lnTo>
                    <a:lnTo>
                      <a:pt x="1905" y="3536"/>
                    </a:lnTo>
                    <a:lnTo>
                      <a:pt x="1947" y="3536"/>
                    </a:lnTo>
                    <a:lnTo>
                      <a:pt x="1947" y="3599"/>
                    </a:lnTo>
                    <a:lnTo>
                      <a:pt x="1988" y="3620"/>
                    </a:lnTo>
                    <a:lnTo>
                      <a:pt x="2051" y="3599"/>
                    </a:lnTo>
                    <a:lnTo>
                      <a:pt x="2114" y="3536"/>
                    </a:lnTo>
                    <a:lnTo>
                      <a:pt x="2135" y="3494"/>
                    </a:lnTo>
                    <a:lnTo>
                      <a:pt x="2156" y="3494"/>
                    </a:lnTo>
                    <a:lnTo>
                      <a:pt x="2198" y="3432"/>
                    </a:lnTo>
                    <a:lnTo>
                      <a:pt x="2219" y="3348"/>
                    </a:lnTo>
                    <a:lnTo>
                      <a:pt x="2260" y="3327"/>
                    </a:lnTo>
                    <a:lnTo>
                      <a:pt x="2365" y="3222"/>
                    </a:lnTo>
                    <a:lnTo>
                      <a:pt x="2428" y="3201"/>
                    </a:lnTo>
                    <a:lnTo>
                      <a:pt x="2470" y="3222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553" y="3285"/>
                    </a:lnTo>
                    <a:lnTo>
                      <a:pt x="2616" y="3243"/>
                    </a:lnTo>
                    <a:lnTo>
                      <a:pt x="2658" y="3118"/>
                    </a:lnTo>
                    <a:lnTo>
                      <a:pt x="2721" y="3013"/>
                    </a:lnTo>
                    <a:lnTo>
                      <a:pt x="2721" y="2908"/>
                    </a:lnTo>
                    <a:lnTo>
                      <a:pt x="2742" y="2888"/>
                    </a:lnTo>
                    <a:lnTo>
                      <a:pt x="2763" y="2888"/>
                    </a:lnTo>
                    <a:lnTo>
                      <a:pt x="2825" y="2929"/>
                    </a:lnTo>
                    <a:lnTo>
                      <a:pt x="2846" y="2929"/>
                    </a:lnTo>
                    <a:lnTo>
                      <a:pt x="2888" y="2971"/>
                    </a:lnTo>
                    <a:lnTo>
                      <a:pt x="2888" y="3076"/>
                    </a:lnTo>
                    <a:lnTo>
                      <a:pt x="2867" y="3139"/>
                    </a:lnTo>
                    <a:lnTo>
                      <a:pt x="2846" y="3222"/>
                    </a:lnTo>
                    <a:lnTo>
                      <a:pt x="2867" y="3285"/>
                    </a:lnTo>
                    <a:lnTo>
                      <a:pt x="2846" y="3327"/>
                    </a:lnTo>
                    <a:lnTo>
                      <a:pt x="2763" y="3411"/>
                    </a:lnTo>
                    <a:lnTo>
                      <a:pt x="2721" y="3557"/>
                    </a:lnTo>
                    <a:lnTo>
                      <a:pt x="2721" y="3641"/>
                    </a:lnTo>
                    <a:lnTo>
                      <a:pt x="2679" y="3662"/>
                    </a:lnTo>
                    <a:lnTo>
                      <a:pt x="2679" y="3745"/>
                    </a:lnTo>
                    <a:lnTo>
                      <a:pt x="2742" y="3766"/>
                    </a:lnTo>
                    <a:lnTo>
                      <a:pt x="2825" y="3724"/>
                    </a:lnTo>
                    <a:lnTo>
                      <a:pt x="2888" y="3557"/>
                    </a:lnTo>
                    <a:lnTo>
                      <a:pt x="2951" y="3557"/>
                    </a:lnTo>
                    <a:lnTo>
                      <a:pt x="3035" y="3452"/>
                    </a:lnTo>
                    <a:lnTo>
                      <a:pt x="3076" y="3411"/>
                    </a:lnTo>
                    <a:lnTo>
                      <a:pt x="3097" y="3432"/>
                    </a:lnTo>
                    <a:lnTo>
                      <a:pt x="3202" y="3432"/>
                    </a:lnTo>
                    <a:lnTo>
                      <a:pt x="3202" y="3494"/>
                    </a:lnTo>
                    <a:lnTo>
                      <a:pt x="3139" y="3515"/>
                    </a:lnTo>
                    <a:lnTo>
                      <a:pt x="3035" y="3620"/>
                    </a:lnTo>
                    <a:lnTo>
                      <a:pt x="3035" y="3704"/>
                    </a:lnTo>
                    <a:lnTo>
                      <a:pt x="2993" y="3766"/>
                    </a:lnTo>
                    <a:lnTo>
                      <a:pt x="3035" y="3808"/>
                    </a:lnTo>
                    <a:lnTo>
                      <a:pt x="3035" y="3913"/>
                    </a:lnTo>
                    <a:lnTo>
                      <a:pt x="3076" y="3955"/>
                    </a:lnTo>
                    <a:lnTo>
                      <a:pt x="3097" y="3871"/>
                    </a:lnTo>
                    <a:lnTo>
                      <a:pt x="3160" y="3829"/>
                    </a:lnTo>
                    <a:lnTo>
                      <a:pt x="3202" y="3829"/>
                    </a:lnTo>
                    <a:lnTo>
                      <a:pt x="3265" y="3913"/>
                    </a:lnTo>
                    <a:lnTo>
                      <a:pt x="3307" y="3934"/>
                    </a:lnTo>
                    <a:lnTo>
                      <a:pt x="3390" y="3871"/>
                    </a:lnTo>
                    <a:lnTo>
                      <a:pt x="3390" y="3829"/>
                    </a:lnTo>
                    <a:lnTo>
                      <a:pt x="3411" y="3829"/>
                    </a:lnTo>
                    <a:lnTo>
                      <a:pt x="3453" y="3766"/>
                    </a:lnTo>
                    <a:lnTo>
                      <a:pt x="3453" y="3704"/>
                    </a:lnTo>
                    <a:lnTo>
                      <a:pt x="3474" y="3704"/>
                    </a:lnTo>
                    <a:lnTo>
                      <a:pt x="3495" y="3641"/>
                    </a:lnTo>
                    <a:lnTo>
                      <a:pt x="3474" y="3599"/>
                    </a:lnTo>
                    <a:lnTo>
                      <a:pt x="3495" y="3494"/>
                    </a:lnTo>
                    <a:lnTo>
                      <a:pt x="3599" y="3348"/>
                    </a:lnTo>
                    <a:lnTo>
                      <a:pt x="3662" y="3243"/>
                    </a:lnTo>
                    <a:lnTo>
                      <a:pt x="3662" y="3097"/>
                    </a:lnTo>
                    <a:lnTo>
                      <a:pt x="3662" y="3034"/>
                    </a:lnTo>
                    <a:lnTo>
                      <a:pt x="3620" y="3034"/>
                    </a:lnTo>
                    <a:lnTo>
                      <a:pt x="3620" y="3097"/>
                    </a:lnTo>
                    <a:lnTo>
                      <a:pt x="3579" y="3180"/>
                    </a:lnTo>
                    <a:lnTo>
                      <a:pt x="3495" y="3222"/>
                    </a:lnTo>
                    <a:lnTo>
                      <a:pt x="3411" y="3306"/>
                    </a:lnTo>
                    <a:lnTo>
                      <a:pt x="3369" y="3327"/>
                    </a:lnTo>
                    <a:lnTo>
                      <a:pt x="3348" y="3243"/>
                    </a:lnTo>
                    <a:lnTo>
                      <a:pt x="3369" y="3180"/>
                    </a:lnTo>
                    <a:lnTo>
                      <a:pt x="3369" y="3097"/>
                    </a:lnTo>
                    <a:lnTo>
                      <a:pt x="3474" y="3013"/>
                    </a:lnTo>
                    <a:lnTo>
                      <a:pt x="3495" y="2971"/>
                    </a:lnTo>
                    <a:lnTo>
                      <a:pt x="3579" y="2888"/>
                    </a:lnTo>
                    <a:lnTo>
                      <a:pt x="3599" y="2888"/>
                    </a:lnTo>
                    <a:lnTo>
                      <a:pt x="3662" y="2867"/>
                    </a:lnTo>
                    <a:lnTo>
                      <a:pt x="3620" y="2804"/>
                    </a:lnTo>
                    <a:lnTo>
                      <a:pt x="3579" y="2867"/>
                    </a:lnTo>
                    <a:lnTo>
                      <a:pt x="3516" y="2867"/>
                    </a:lnTo>
                    <a:lnTo>
                      <a:pt x="3453" y="2888"/>
                    </a:lnTo>
                    <a:lnTo>
                      <a:pt x="3390" y="2888"/>
                    </a:lnTo>
                    <a:lnTo>
                      <a:pt x="3307" y="2929"/>
                    </a:lnTo>
                    <a:lnTo>
                      <a:pt x="3286" y="2992"/>
                    </a:lnTo>
                    <a:lnTo>
                      <a:pt x="3181" y="3076"/>
                    </a:lnTo>
                    <a:lnTo>
                      <a:pt x="3181" y="3118"/>
                    </a:lnTo>
                    <a:lnTo>
                      <a:pt x="3139" y="3180"/>
                    </a:lnTo>
                    <a:lnTo>
                      <a:pt x="3055" y="3097"/>
                    </a:lnTo>
                    <a:lnTo>
                      <a:pt x="3055" y="3034"/>
                    </a:lnTo>
                    <a:lnTo>
                      <a:pt x="3035" y="2971"/>
                    </a:lnTo>
                    <a:lnTo>
                      <a:pt x="3035" y="2888"/>
                    </a:lnTo>
                    <a:lnTo>
                      <a:pt x="3076" y="2929"/>
                    </a:lnTo>
                    <a:lnTo>
                      <a:pt x="3097" y="2929"/>
                    </a:lnTo>
                    <a:lnTo>
                      <a:pt x="3181" y="2825"/>
                    </a:lnTo>
                    <a:lnTo>
                      <a:pt x="3139" y="2825"/>
                    </a:lnTo>
                    <a:lnTo>
                      <a:pt x="3055" y="2804"/>
                    </a:lnTo>
                    <a:lnTo>
                      <a:pt x="3181" y="2804"/>
                    </a:lnTo>
                    <a:lnTo>
                      <a:pt x="3076" y="2783"/>
                    </a:lnTo>
                    <a:lnTo>
                      <a:pt x="3035" y="2720"/>
                    </a:lnTo>
                    <a:lnTo>
                      <a:pt x="3035" y="2678"/>
                    </a:lnTo>
                    <a:lnTo>
                      <a:pt x="3055" y="2657"/>
                    </a:lnTo>
                    <a:lnTo>
                      <a:pt x="3160" y="2657"/>
                    </a:lnTo>
                    <a:lnTo>
                      <a:pt x="3181" y="2616"/>
                    </a:lnTo>
                    <a:lnTo>
                      <a:pt x="3265" y="2553"/>
                    </a:lnTo>
                    <a:lnTo>
                      <a:pt x="3286" y="2448"/>
                    </a:lnTo>
                    <a:lnTo>
                      <a:pt x="3369" y="2448"/>
                    </a:lnTo>
                    <a:lnTo>
                      <a:pt x="3390" y="2469"/>
                    </a:lnTo>
                    <a:lnTo>
                      <a:pt x="3495" y="2406"/>
                    </a:lnTo>
                    <a:lnTo>
                      <a:pt x="3516" y="2344"/>
                    </a:lnTo>
                    <a:lnTo>
                      <a:pt x="3516" y="2260"/>
                    </a:lnTo>
                    <a:lnTo>
                      <a:pt x="3495" y="2197"/>
                    </a:lnTo>
                    <a:lnTo>
                      <a:pt x="3411" y="2281"/>
                    </a:lnTo>
                    <a:lnTo>
                      <a:pt x="3369" y="2302"/>
                    </a:lnTo>
                    <a:lnTo>
                      <a:pt x="3348" y="2281"/>
                    </a:lnTo>
                    <a:lnTo>
                      <a:pt x="3286" y="2281"/>
                    </a:lnTo>
                    <a:lnTo>
                      <a:pt x="3286" y="2344"/>
                    </a:lnTo>
                    <a:lnTo>
                      <a:pt x="3286" y="2406"/>
                    </a:lnTo>
                    <a:lnTo>
                      <a:pt x="3244" y="2448"/>
                    </a:lnTo>
                    <a:lnTo>
                      <a:pt x="3181" y="2448"/>
                    </a:lnTo>
                    <a:lnTo>
                      <a:pt x="3097" y="2490"/>
                    </a:lnTo>
                    <a:lnTo>
                      <a:pt x="3055" y="2511"/>
                    </a:lnTo>
                    <a:lnTo>
                      <a:pt x="3055" y="2574"/>
                    </a:lnTo>
                    <a:lnTo>
                      <a:pt x="2993" y="2595"/>
                    </a:lnTo>
                    <a:lnTo>
                      <a:pt x="3035" y="2553"/>
                    </a:lnTo>
                    <a:lnTo>
                      <a:pt x="3035" y="2469"/>
                    </a:lnTo>
                    <a:lnTo>
                      <a:pt x="2993" y="2490"/>
                    </a:lnTo>
                    <a:lnTo>
                      <a:pt x="2951" y="2490"/>
                    </a:lnTo>
                    <a:lnTo>
                      <a:pt x="2993" y="2469"/>
                    </a:lnTo>
                    <a:lnTo>
                      <a:pt x="3055" y="2406"/>
                    </a:lnTo>
                    <a:lnTo>
                      <a:pt x="3076" y="2385"/>
                    </a:lnTo>
                    <a:lnTo>
                      <a:pt x="3035" y="2364"/>
                    </a:lnTo>
                    <a:lnTo>
                      <a:pt x="3076" y="2302"/>
                    </a:lnTo>
                    <a:lnTo>
                      <a:pt x="3097" y="2239"/>
                    </a:lnTo>
                    <a:lnTo>
                      <a:pt x="3055" y="2197"/>
                    </a:lnTo>
                    <a:lnTo>
                      <a:pt x="2993" y="2260"/>
                    </a:lnTo>
                    <a:lnTo>
                      <a:pt x="3035" y="2197"/>
                    </a:lnTo>
                    <a:lnTo>
                      <a:pt x="3035" y="2155"/>
                    </a:lnTo>
                    <a:lnTo>
                      <a:pt x="2993" y="2155"/>
                    </a:lnTo>
                    <a:lnTo>
                      <a:pt x="2930" y="2176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825" y="2176"/>
                    </a:ln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25" y="2155"/>
                    </a:lnTo>
                    <a:lnTo>
                      <a:pt x="2909" y="2155"/>
                    </a:lnTo>
                    <a:lnTo>
                      <a:pt x="2993" y="2113"/>
                    </a:lnTo>
                    <a:lnTo>
                      <a:pt x="3035" y="2072"/>
                    </a:lnTo>
                    <a:lnTo>
                      <a:pt x="3076" y="2072"/>
                    </a:lnTo>
                    <a:lnTo>
                      <a:pt x="3139" y="2051"/>
                    </a:lnTo>
                    <a:lnTo>
                      <a:pt x="3139" y="1967"/>
                    </a:lnTo>
                    <a:lnTo>
                      <a:pt x="3181" y="1904"/>
                    </a:lnTo>
                    <a:lnTo>
                      <a:pt x="3181" y="1862"/>
                    </a:lnTo>
                    <a:lnTo>
                      <a:pt x="3097" y="1800"/>
                    </a:lnTo>
                    <a:lnTo>
                      <a:pt x="2993" y="1716"/>
                    </a:lnTo>
                    <a:lnTo>
                      <a:pt x="2888" y="1716"/>
                    </a:lnTo>
                    <a:lnTo>
                      <a:pt x="2783" y="1737"/>
                    </a:lnTo>
                    <a:lnTo>
                      <a:pt x="2742" y="1737"/>
                    </a:lnTo>
                    <a:lnTo>
                      <a:pt x="2742" y="1779"/>
                    </a:lnTo>
                    <a:lnTo>
                      <a:pt x="2679" y="1862"/>
                    </a:lnTo>
                    <a:lnTo>
                      <a:pt x="2658" y="1946"/>
                    </a:lnTo>
                    <a:lnTo>
                      <a:pt x="2679" y="1841"/>
                    </a:lnTo>
                    <a:lnTo>
                      <a:pt x="2658" y="1820"/>
                    </a:lnTo>
                    <a:lnTo>
                      <a:pt x="2679" y="1758"/>
                    </a:lnTo>
                    <a:lnTo>
                      <a:pt x="2742" y="1674"/>
                    </a:lnTo>
                    <a:lnTo>
                      <a:pt x="2721" y="1674"/>
                    </a:lnTo>
                    <a:lnTo>
                      <a:pt x="2637" y="1737"/>
                    </a:lnTo>
                    <a:lnTo>
                      <a:pt x="2574" y="1779"/>
                    </a:lnTo>
                    <a:lnTo>
                      <a:pt x="2553" y="1862"/>
                    </a:lnTo>
                    <a:lnTo>
                      <a:pt x="2532" y="1841"/>
                    </a:lnTo>
                    <a:lnTo>
                      <a:pt x="2491" y="1862"/>
                    </a:lnTo>
                    <a:lnTo>
                      <a:pt x="2449" y="1883"/>
                    </a:lnTo>
                    <a:lnTo>
                      <a:pt x="2428" y="1862"/>
                    </a:lnTo>
                    <a:lnTo>
                      <a:pt x="2344" y="1925"/>
                    </a:lnTo>
                    <a:lnTo>
                      <a:pt x="2323" y="2030"/>
                    </a:lnTo>
                    <a:lnTo>
                      <a:pt x="2239" y="2072"/>
                    </a:lnTo>
                    <a:lnTo>
                      <a:pt x="2239" y="2072"/>
                    </a:lnTo>
                    <a:lnTo>
                      <a:pt x="2281" y="2030"/>
                    </a:lnTo>
                    <a:lnTo>
                      <a:pt x="2323" y="1883"/>
                    </a:lnTo>
                    <a:lnTo>
                      <a:pt x="2365" y="1779"/>
                    </a:lnTo>
                    <a:lnTo>
                      <a:pt x="2344" y="1758"/>
                    </a:lnTo>
                    <a:lnTo>
                      <a:pt x="2281" y="1779"/>
                    </a:lnTo>
                    <a:lnTo>
                      <a:pt x="2260" y="1841"/>
                    </a:lnTo>
                    <a:lnTo>
                      <a:pt x="2219" y="1883"/>
                    </a:lnTo>
                    <a:lnTo>
                      <a:pt x="2177" y="1841"/>
                    </a:lnTo>
                    <a:lnTo>
                      <a:pt x="2239" y="1779"/>
                    </a:lnTo>
                    <a:lnTo>
                      <a:pt x="2260" y="1737"/>
                    </a:lnTo>
                    <a:lnTo>
                      <a:pt x="2260" y="1716"/>
                    </a:lnTo>
                    <a:lnTo>
                      <a:pt x="2177" y="1737"/>
                    </a:lnTo>
                    <a:lnTo>
                      <a:pt x="2072" y="1820"/>
                    </a:lnTo>
                    <a:lnTo>
                      <a:pt x="2030" y="1820"/>
                    </a:lnTo>
                    <a:lnTo>
                      <a:pt x="2009" y="1737"/>
                    </a:lnTo>
                    <a:lnTo>
                      <a:pt x="1967" y="1737"/>
                    </a:lnTo>
                    <a:lnTo>
                      <a:pt x="1905" y="1820"/>
                    </a:lnTo>
                    <a:lnTo>
                      <a:pt x="1842" y="1820"/>
                    </a:lnTo>
                    <a:lnTo>
                      <a:pt x="1842" y="1779"/>
                    </a:lnTo>
                    <a:lnTo>
                      <a:pt x="1947" y="1737"/>
                    </a:lnTo>
                    <a:lnTo>
                      <a:pt x="2009" y="1632"/>
                    </a:lnTo>
                    <a:lnTo>
                      <a:pt x="2030" y="1548"/>
                    </a:lnTo>
                    <a:lnTo>
                      <a:pt x="1947" y="1548"/>
                    </a:lnTo>
                    <a:lnTo>
                      <a:pt x="1863" y="1611"/>
                    </a:lnTo>
                    <a:lnTo>
                      <a:pt x="1863" y="1611"/>
                    </a:lnTo>
                    <a:lnTo>
                      <a:pt x="1926" y="1527"/>
                    </a:lnTo>
                    <a:lnTo>
                      <a:pt x="2009" y="1444"/>
                    </a:lnTo>
                    <a:lnTo>
                      <a:pt x="2114" y="1444"/>
                    </a:lnTo>
                    <a:lnTo>
                      <a:pt x="2156" y="1423"/>
                    </a:lnTo>
                    <a:lnTo>
                      <a:pt x="2239" y="1381"/>
                    </a:lnTo>
                    <a:lnTo>
                      <a:pt x="2281" y="1339"/>
                    </a:lnTo>
                    <a:lnTo>
                      <a:pt x="2281" y="1276"/>
                    </a:lnTo>
                    <a:lnTo>
                      <a:pt x="2260" y="1318"/>
                    </a:lnTo>
                    <a:lnTo>
                      <a:pt x="2156" y="1339"/>
                    </a:lnTo>
                    <a:lnTo>
                      <a:pt x="2114" y="1318"/>
                    </a:lnTo>
                    <a:lnTo>
                      <a:pt x="2030" y="1235"/>
                    </a:lnTo>
                    <a:lnTo>
                      <a:pt x="1967" y="1235"/>
                    </a:lnTo>
                    <a:lnTo>
                      <a:pt x="1926" y="1255"/>
                    </a:lnTo>
                    <a:lnTo>
                      <a:pt x="1967" y="1151"/>
                    </a:lnTo>
                    <a:lnTo>
                      <a:pt x="2009" y="1130"/>
                    </a:lnTo>
                    <a:lnTo>
                      <a:pt x="2009" y="1109"/>
                    </a:lnTo>
                    <a:lnTo>
                      <a:pt x="1947" y="1130"/>
                    </a:lnTo>
                    <a:lnTo>
                      <a:pt x="1863" y="1193"/>
                    </a:lnTo>
                    <a:lnTo>
                      <a:pt x="1821" y="1255"/>
                    </a:lnTo>
                    <a:lnTo>
                      <a:pt x="1737" y="1339"/>
                    </a:lnTo>
                    <a:lnTo>
                      <a:pt x="1695" y="1360"/>
                    </a:lnTo>
                    <a:lnTo>
                      <a:pt x="1654" y="1423"/>
                    </a:lnTo>
                    <a:lnTo>
                      <a:pt x="1591" y="1465"/>
                    </a:lnTo>
                    <a:lnTo>
                      <a:pt x="1528" y="1548"/>
                    </a:lnTo>
                    <a:lnTo>
                      <a:pt x="1528" y="1444"/>
                    </a:lnTo>
                    <a:lnTo>
                      <a:pt x="1549" y="1360"/>
                    </a:lnTo>
                    <a:lnTo>
                      <a:pt x="1612" y="1297"/>
                    </a:lnTo>
                    <a:lnTo>
                      <a:pt x="1612" y="1235"/>
                    </a:lnTo>
                    <a:lnTo>
                      <a:pt x="1654" y="1130"/>
                    </a:lnTo>
                    <a:lnTo>
                      <a:pt x="1737" y="1046"/>
                    </a:lnTo>
                    <a:lnTo>
                      <a:pt x="1737" y="1004"/>
                    </a:lnTo>
                    <a:lnTo>
                      <a:pt x="1800" y="942"/>
                    </a:lnTo>
                    <a:lnTo>
                      <a:pt x="1821" y="921"/>
                    </a:lnTo>
                    <a:lnTo>
                      <a:pt x="1863" y="816"/>
                    </a:lnTo>
                    <a:lnTo>
                      <a:pt x="1947" y="774"/>
                    </a:lnTo>
                    <a:lnTo>
                      <a:pt x="2009" y="711"/>
                    </a:lnTo>
                    <a:lnTo>
                      <a:pt x="2051" y="691"/>
                    </a:lnTo>
                    <a:lnTo>
                      <a:pt x="2072" y="670"/>
                    </a:lnTo>
                    <a:lnTo>
                      <a:pt x="2072" y="607"/>
                    </a:lnTo>
                    <a:lnTo>
                      <a:pt x="2114" y="565"/>
                    </a:lnTo>
                    <a:lnTo>
                      <a:pt x="2135" y="481"/>
                    </a:lnTo>
                    <a:lnTo>
                      <a:pt x="2135" y="523"/>
                    </a:lnTo>
                    <a:lnTo>
                      <a:pt x="2114" y="586"/>
                    </a:lnTo>
                    <a:lnTo>
                      <a:pt x="2135" y="628"/>
                    </a:lnTo>
                    <a:lnTo>
                      <a:pt x="2219" y="523"/>
                    </a:lnTo>
                    <a:lnTo>
                      <a:pt x="2323" y="419"/>
                    </a:lnTo>
                    <a:lnTo>
                      <a:pt x="2344" y="377"/>
                    </a:lnTo>
                    <a:lnTo>
                      <a:pt x="2323" y="314"/>
                    </a:lnTo>
                    <a:lnTo>
                      <a:pt x="2260" y="314"/>
                    </a:lnTo>
                    <a:lnTo>
                      <a:pt x="2219" y="377"/>
                    </a:lnTo>
                    <a:lnTo>
                      <a:pt x="2177" y="293"/>
                    </a:lnTo>
                    <a:lnTo>
                      <a:pt x="2156" y="272"/>
                    </a:lnTo>
                    <a:lnTo>
                      <a:pt x="2177" y="209"/>
                    </a:lnTo>
                    <a:lnTo>
                      <a:pt x="2239" y="188"/>
                    </a:lnTo>
                    <a:lnTo>
                      <a:pt x="2323" y="209"/>
                    </a:lnTo>
                    <a:lnTo>
                      <a:pt x="2386" y="272"/>
                    </a:lnTo>
                    <a:lnTo>
                      <a:pt x="2449" y="251"/>
                    </a:lnTo>
                    <a:lnTo>
                      <a:pt x="2491" y="188"/>
                    </a:lnTo>
                    <a:lnTo>
                      <a:pt x="2491" y="42"/>
                    </a:lnTo>
                    <a:lnTo>
                      <a:pt x="2428" y="42"/>
                    </a:lnTo>
                    <a:lnTo>
                      <a:pt x="2365" y="63"/>
                    </a:lnTo>
                    <a:lnTo>
                      <a:pt x="2365" y="105"/>
                    </a:lnTo>
                    <a:lnTo>
                      <a:pt x="2323" y="105"/>
                    </a:lnTo>
                    <a:lnTo>
                      <a:pt x="2323" y="63"/>
                    </a:lnTo>
                    <a:lnTo>
                      <a:pt x="232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Google Shape;2195;p45"/>
              <p:cNvSpPr/>
              <p:nvPr/>
            </p:nvSpPr>
            <p:spPr>
              <a:xfrm>
                <a:off x="1922950" y="1659350"/>
                <a:ext cx="1050900" cy="913875"/>
              </a:xfrm>
              <a:custGeom>
                <a:avLst/>
                <a:gdLst/>
                <a:ahLst/>
                <a:cxnLst/>
                <a:rect l="l" t="t" r="r" b="b"/>
                <a:pathLst>
                  <a:path w="42036" h="36555" extrusionOk="0">
                    <a:moveTo>
                      <a:pt x="4310" y="26929"/>
                    </a:moveTo>
                    <a:lnTo>
                      <a:pt x="4310" y="27055"/>
                    </a:lnTo>
                    <a:lnTo>
                      <a:pt x="4268" y="27159"/>
                    </a:lnTo>
                    <a:lnTo>
                      <a:pt x="4101" y="27264"/>
                    </a:lnTo>
                    <a:lnTo>
                      <a:pt x="4076" y="27268"/>
                    </a:lnTo>
                    <a:lnTo>
                      <a:pt x="4076" y="27268"/>
                    </a:lnTo>
                    <a:lnTo>
                      <a:pt x="4101" y="27243"/>
                    </a:lnTo>
                    <a:lnTo>
                      <a:pt x="4185" y="27117"/>
                    </a:lnTo>
                    <a:lnTo>
                      <a:pt x="4289" y="27034"/>
                    </a:lnTo>
                    <a:lnTo>
                      <a:pt x="4310" y="26929"/>
                    </a:lnTo>
                    <a:close/>
                    <a:moveTo>
                      <a:pt x="40508" y="27473"/>
                    </a:moveTo>
                    <a:lnTo>
                      <a:pt x="40299" y="27557"/>
                    </a:lnTo>
                    <a:lnTo>
                      <a:pt x="40090" y="27599"/>
                    </a:lnTo>
                    <a:lnTo>
                      <a:pt x="40132" y="27536"/>
                    </a:lnTo>
                    <a:lnTo>
                      <a:pt x="40404" y="27473"/>
                    </a:lnTo>
                    <a:close/>
                    <a:moveTo>
                      <a:pt x="19459" y="0"/>
                    </a:moveTo>
                    <a:lnTo>
                      <a:pt x="19187" y="105"/>
                    </a:lnTo>
                    <a:lnTo>
                      <a:pt x="18810" y="105"/>
                    </a:lnTo>
                    <a:lnTo>
                      <a:pt x="18727" y="63"/>
                    </a:lnTo>
                    <a:lnTo>
                      <a:pt x="18392" y="84"/>
                    </a:lnTo>
                    <a:lnTo>
                      <a:pt x="18308" y="63"/>
                    </a:lnTo>
                    <a:lnTo>
                      <a:pt x="18120" y="105"/>
                    </a:lnTo>
                    <a:lnTo>
                      <a:pt x="18078" y="210"/>
                    </a:lnTo>
                    <a:lnTo>
                      <a:pt x="18120" y="272"/>
                    </a:lnTo>
                    <a:lnTo>
                      <a:pt x="18078" y="377"/>
                    </a:lnTo>
                    <a:lnTo>
                      <a:pt x="18078" y="524"/>
                    </a:lnTo>
                    <a:lnTo>
                      <a:pt x="18036" y="775"/>
                    </a:lnTo>
                    <a:lnTo>
                      <a:pt x="18120" y="879"/>
                    </a:lnTo>
                    <a:lnTo>
                      <a:pt x="18036" y="942"/>
                    </a:lnTo>
                    <a:lnTo>
                      <a:pt x="17911" y="942"/>
                    </a:lnTo>
                    <a:lnTo>
                      <a:pt x="17764" y="1109"/>
                    </a:lnTo>
                    <a:lnTo>
                      <a:pt x="17701" y="1214"/>
                    </a:lnTo>
                    <a:lnTo>
                      <a:pt x="17471" y="1298"/>
                    </a:lnTo>
                    <a:lnTo>
                      <a:pt x="17367" y="1444"/>
                    </a:lnTo>
                    <a:lnTo>
                      <a:pt x="17095" y="1633"/>
                    </a:lnTo>
                    <a:lnTo>
                      <a:pt x="16990" y="1674"/>
                    </a:lnTo>
                    <a:lnTo>
                      <a:pt x="16990" y="1758"/>
                    </a:lnTo>
                    <a:lnTo>
                      <a:pt x="17074" y="1925"/>
                    </a:lnTo>
                    <a:lnTo>
                      <a:pt x="17074" y="2072"/>
                    </a:lnTo>
                    <a:lnTo>
                      <a:pt x="16760" y="2030"/>
                    </a:lnTo>
                    <a:lnTo>
                      <a:pt x="16739" y="1946"/>
                    </a:lnTo>
                    <a:lnTo>
                      <a:pt x="16718" y="2135"/>
                    </a:lnTo>
                    <a:lnTo>
                      <a:pt x="16613" y="2281"/>
                    </a:lnTo>
                    <a:lnTo>
                      <a:pt x="16530" y="2302"/>
                    </a:lnTo>
                    <a:lnTo>
                      <a:pt x="16509" y="2365"/>
                    </a:lnTo>
                    <a:lnTo>
                      <a:pt x="16300" y="2407"/>
                    </a:lnTo>
                    <a:lnTo>
                      <a:pt x="16237" y="2574"/>
                    </a:lnTo>
                    <a:lnTo>
                      <a:pt x="16132" y="2595"/>
                    </a:lnTo>
                    <a:lnTo>
                      <a:pt x="16028" y="2700"/>
                    </a:lnTo>
                    <a:lnTo>
                      <a:pt x="15944" y="2700"/>
                    </a:lnTo>
                    <a:lnTo>
                      <a:pt x="15923" y="2804"/>
                    </a:lnTo>
                    <a:lnTo>
                      <a:pt x="15776" y="2888"/>
                    </a:lnTo>
                    <a:lnTo>
                      <a:pt x="15672" y="2993"/>
                    </a:lnTo>
                    <a:lnTo>
                      <a:pt x="15588" y="2972"/>
                    </a:lnTo>
                    <a:lnTo>
                      <a:pt x="15588" y="3076"/>
                    </a:lnTo>
                    <a:lnTo>
                      <a:pt x="15776" y="3139"/>
                    </a:lnTo>
                    <a:lnTo>
                      <a:pt x="15986" y="3139"/>
                    </a:lnTo>
                    <a:lnTo>
                      <a:pt x="15986" y="3244"/>
                    </a:lnTo>
                    <a:lnTo>
                      <a:pt x="15839" y="3202"/>
                    </a:lnTo>
                    <a:lnTo>
                      <a:pt x="15944" y="3516"/>
                    </a:lnTo>
                    <a:lnTo>
                      <a:pt x="16028" y="3599"/>
                    </a:lnTo>
                    <a:lnTo>
                      <a:pt x="16007" y="3725"/>
                    </a:lnTo>
                    <a:lnTo>
                      <a:pt x="15944" y="3871"/>
                    </a:lnTo>
                    <a:lnTo>
                      <a:pt x="16007" y="4018"/>
                    </a:lnTo>
                    <a:lnTo>
                      <a:pt x="15902" y="4185"/>
                    </a:lnTo>
                    <a:lnTo>
                      <a:pt x="15902" y="4394"/>
                    </a:lnTo>
                    <a:lnTo>
                      <a:pt x="15902" y="4457"/>
                    </a:lnTo>
                    <a:lnTo>
                      <a:pt x="15986" y="4457"/>
                    </a:lnTo>
                    <a:lnTo>
                      <a:pt x="16028" y="4478"/>
                    </a:lnTo>
                    <a:lnTo>
                      <a:pt x="16111" y="4394"/>
                    </a:lnTo>
                    <a:lnTo>
                      <a:pt x="16237" y="4374"/>
                    </a:lnTo>
                    <a:lnTo>
                      <a:pt x="16341" y="4394"/>
                    </a:lnTo>
                    <a:lnTo>
                      <a:pt x="16509" y="4374"/>
                    </a:lnTo>
                    <a:lnTo>
                      <a:pt x="16676" y="4227"/>
                    </a:lnTo>
                    <a:lnTo>
                      <a:pt x="16760" y="4185"/>
                    </a:lnTo>
                    <a:lnTo>
                      <a:pt x="16760" y="4143"/>
                    </a:lnTo>
                    <a:lnTo>
                      <a:pt x="16864" y="4060"/>
                    </a:lnTo>
                    <a:lnTo>
                      <a:pt x="16927" y="4143"/>
                    </a:lnTo>
                    <a:lnTo>
                      <a:pt x="16927" y="4269"/>
                    </a:lnTo>
                    <a:lnTo>
                      <a:pt x="16844" y="4353"/>
                    </a:lnTo>
                    <a:lnTo>
                      <a:pt x="16927" y="4457"/>
                    </a:lnTo>
                    <a:lnTo>
                      <a:pt x="17032" y="4457"/>
                    </a:lnTo>
                    <a:lnTo>
                      <a:pt x="17178" y="4374"/>
                    </a:lnTo>
                    <a:lnTo>
                      <a:pt x="17346" y="4374"/>
                    </a:lnTo>
                    <a:lnTo>
                      <a:pt x="17450" y="4248"/>
                    </a:lnTo>
                    <a:lnTo>
                      <a:pt x="17597" y="4081"/>
                    </a:lnTo>
                    <a:lnTo>
                      <a:pt x="17576" y="4018"/>
                    </a:lnTo>
                    <a:lnTo>
                      <a:pt x="17701" y="3850"/>
                    </a:lnTo>
                    <a:lnTo>
                      <a:pt x="17722" y="3767"/>
                    </a:lnTo>
                    <a:lnTo>
                      <a:pt x="17890" y="3620"/>
                    </a:lnTo>
                    <a:lnTo>
                      <a:pt x="18015" y="3557"/>
                    </a:lnTo>
                    <a:lnTo>
                      <a:pt x="18036" y="3453"/>
                    </a:lnTo>
                    <a:lnTo>
                      <a:pt x="18099" y="3306"/>
                    </a:lnTo>
                    <a:lnTo>
                      <a:pt x="18204" y="3453"/>
                    </a:lnTo>
                    <a:lnTo>
                      <a:pt x="18350" y="3453"/>
                    </a:lnTo>
                    <a:lnTo>
                      <a:pt x="18497" y="3348"/>
                    </a:lnTo>
                    <a:lnTo>
                      <a:pt x="18643" y="3327"/>
                    </a:lnTo>
                    <a:lnTo>
                      <a:pt x="18706" y="3181"/>
                    </a:lnTo>
                    <a:lnTo>
                      <a:pt x="18769" y="3181"/>
                    </a:lnTo>
                    <a:lnTo>
                      <a:pt x="18873" y="3076"/>
                    </a:lnTo>
                    <a:lnTo>
                      <a:pt x="18936" y="2909"/>
                    </a:lnTo>
                    <a:lnTo>
                      <a:pt x="19124" y="2867"/>
                    </a:lnTo>
                    <a:lnTo>
                      <a:pt x="19187" y="2846"/>
                    </a:lnTo>
                    <a:lnTo>
                      <a:pt x="19250" y="2888"/>
                    </a:lnTo>
                    <a:lnTo>
                      <a:pt x="19333" y="2846"/>
                    </a:lnTo>
                    <a:lnTo>
                      <a:pt x="19543" y="2846"/>
                    </a:lnTo>
                    <a:lnTo>
                      <a:pt x="19668" y="2762"/>
                    </a:lnTo>
                    <a:lnTo>
                      <a:pt x="19773" y="2762"/>
                    </a:lnTo>
                    <a:lnTo>
                      <a:pt x="20024" y="2658"/>
                    </a:lnTo>
                    <a:lnTo>
                      <a:pt x="20233" y="2616"/>
                    </a:lnTo>
                    <a:lnTo>
                      <a:pt x="20296" y="2595"/>
                    </a:lnTo>
                    <a:cubicBezTo>
                      <a:pt x="20338" y="2679"/>
                      <a:pt x="20442" y="2741"/>
                      <a:pt x="20526" y="2762"/>
                    </a:cubicBezTo>
                    <a:lnTo>
                      <a:pt x="20401" y="2783"/>
                    </a:lnTo>
                    <a:lnTo>
                      <a:pt x="19877" y="2993"/>
                    </a:lnTo>
                    <a:lnTo>
                      <a:pt x="19752" y="3097"/>
                    </a:lnTo>
                    <a:lnTo>
                      <a:pt x="19438" y="3181"/>
                    </a:lnTo>
                    <a:lnTo>
                      <a:pt x="19020" y="3369"/>
                    </a:lnTo>
                    <a:lnTo>
                      <a:pt x="18852" y="3495"/>
                    </a:lnTo>
                    <a:lnTo>
                      <a:pt x="18852" y="3578"/>
                    </a:lnTo>
                    <a:lnTo>
                      <a:pt x="18957" y="3578"/>
                    </a:lnTo>
                    <a:lnTo>
                      <a:pt x="19020" y="3620"/>
                    </a:lnTo>
                    <a:lnTo>
                      <a:pt x="18915" y="3704"/>
                    </a:lnTo>
                    <a:lnTo>
                      <a:pt x="18831" y="3704"/>
                    </a:lnTo>
                    <a:lnTo>
                      <a:pt x="18643" y="3850"/>
                    </a:lnTo>
                    <a:lnTo>
                      <a:pt x="18497" y="3850"/>
                    </a:lnTo>
                    <a:lnTo>
                      <a:pt x="18413" y="3934"/>
                    </a:lnTo>
                    <a:lnTo>
                      <a:pt x="18392" y="4039"/>
                    </a:lnTo>
                    <a:lnTo>
                      <a:pt x="18225" y="4143"/>
                    </a:lnTo>
                    <a:lnTo>
                      <a:pt x="18162" y="4227"/>
                    </a:lnTo>
                    <a:lnTo>
                      <a:pt x="18162" y="4353"/>
                    </a:lnTo>
                    <a:lnTo>
                      <a:pt x="18225" y="4311"/>
                    </a:lnTo>
                    <a:lnTo>
                      <a:pt x="18308" y="4374"/>
                    </a:lnTo>
                    <a:lnTo>
                      <a:pt x="18266" y="4457"/>
                    </a:lnTo>
                    <a:lnTo>
                      <a:pt x="18287" y="4478"/>
                    </a:lnTo>
                    <a:lnTo>
                      <a:pt x="18371" y="4457"/>
                    </a:lnTo>
                    <a:lnTo>
                      <a:pt x="18476" y="4415"/>
                    </a:lnTo>
                    <a:lnTo>
                      <a:pt x="18580" y="4415"/>
                    </a:lnTo>
                    <a:lnTo>
                      <a:pt x="18643" y="4457"/>
                    </a:lnTo>
                    <a:lnTo>
                      <a:pt x="18622" y="4541"/>
                    </a:lnTo>
                    <a:lnTo>
                      <a:pt x="18497" y="4583"/>
                    </a:lnTo>
                    <a:lnTo>
                      <a:pt x="18371" y="4520"/>
                    </a:lnTo>
                    <a:lnTo>
                      <a:pt x="18287" y="4562"/>
                    </a:lnTo>
                    <a:lnTo>
                      <a:pt x="18308" y="4666"/>
                    </a:lnTo>
                    <a:lnTo>
                      <a:pt x="18517" y="4771"/>
                    </a:lnTo>
                    <a:lnTo>
                      <a:pt x="18601" y="4729"/>
                    </a:lnTo>
                    <a:lnTo>
                      <a:pt x="18622" y="4646"/>
                    </a:lnTo>
                    <a:lnTo>
                      <a:pt x="18685" y="4646"/>
                    </a:lnTo>
                    <a:lnTo>
                      <a:pt x="18727" y="4687"/>
                    </a:lnTo>
                    <a:lnTo>
                      <a:pt x="18685" y="4771"/>
                    </a:lnTo>
                    <a:lnTo>
                      <a:pt x="18789" y="4771"/>
                    </a:lnTo>
                    <a:lnTo>
                      <a:pt x="18957" y="4792"/>
                    </a:lnTo>
                    <a:lnTo>
                      <a:pt x="19145" y="4750"/>
                    </a:lnTo>
                    <a:lnTo>
                      <a:pt x="19250" y="4750"/>
                    </a:lnTo>
                    <a:lnTo>
                      <a:pt x="19417" y="4834"/>
                    </a:lnTo>
                    <a:lnTo>
                      <a:pt x="19543" y="4792"/>
                    </a:lnTo>
                    <a:lnTo>
                      <a:pt x="19647" y="4855"/>
                    </a:lnTo>
                    <a:lnTo>
                      <a:pt x="19689" y="4959"/>
                    </a:lnTo>
                    <a:lnTo>
                      <a:pt x="19773" y="4959"/>
                    </a:lnTo>
                    <a:lnTo>
                      <a:pt x="19752" y="5001"/>
                    </a:lnTo>
                    <a:lnTo>
                      <a:pt x="19668" y="5001"/>
                    </a:lnTo>
                    <a:lnTo>
                      <a:pt x="19522" y="4897"/>
                    </a:lnTo>
                    <a:lnTo>
                      <a:pt x="19313" y="4897"/>
                    </a:lnTo>
                    <a:lnTo>
                      <a:pt x="19250" y="4959"/>
                    </a:lnTo>
                    <a:lnTo>
                      <a:pt x="19375" y="5001"/>
                    </a:lnTo>
                    <a:lnTo>
                      <a:pt x="19417" y="5064"/>
                    </a:lnTo>
                    <a:lnTo>
                      <a:pt x="19229" y="5064"/>
                    </a:lnTo>
                    <a:lnTo>
                      <a:pt x="19145" y="4980"/>
                    </a:lnTo>
                    <a:lnTo>
                      <a:pt x="18894" y="5001"/>
                    </a:lnTo>
                    <a:lnTo>
                      <a:pt x="18810" y="5064"/>
                    </a:lnTo>
                    <a:lnTo>
                      <a:pt x="18727" y="5001"/>
                    </a:lnTo>
                    <a:lnTo>
                      <a:pt x="18643" y="5001"/>
                    </a:lnTo>
                    <a:lnTo>
                      <a:pt x="18580" y="5043"/>
                    </a:lnTo>
                    <a:lnTo>
                      <a:pt x="18497" y="5043"/>
                    </a:lnTo>
                    <a:lnTo>
                      <a:pt x="18225" y="5064"/>
                    </a:lnTo>
                    <a:lnTo>
                      <a:pt x="18183" y="5085"/>
                    </a:lnTo>
                    <a:lnTo>
                      <a:pt x="17973" y="5127"/>
                    </a:lnTo>
                    <a:lnTo>
                      <a:pt x="17953" y="5273"/>
                    </a:lnTo>
                    <a:lnTo>
                      <a:pt x="17973" y="5587"/>
                    </a:lnTo>
                    <a:lnTo>
                      <a:pt x="17994" y="5629"/>
                    </a:lnTo>
                    <a:lnTo>
                      <a:pt x="17994" y="5754"/>
                    </a:lnTo>
                    <a:lnTo>
                      <a:pt x="17953" y="5796"/>
                    </a:lnTo>
                    <a:lnTo>
                      <a:pt x="17953" y="5859"/>
                    </a:lnTo>
                    <a:lnTo>
                      <a:pt x="17994" y="5922"/>
                    </a:lnTo>
                    <a:lnTo>
                      <a:pt x="18099" y="5901"/>
                    </a:lnTo>
                    <a:lnTo>
                      <a:pt x="18141" y="5901"/>
                    </a:lnTo>
                    <a:lnTo>
                      <a:pt x="18225" y="5943"/>
                    </a:lnTo>
                    <a:lnTo>
                      <a:pt x="18329" y="5943"/>
                    </a:lnTo>
                    <a:lnTo>
                      <a:pt x="18371" y="5901"/>
                    </a:lnTo>
                    <a:lnTo>
                      <a:pt x="18392" y="5901"/>
                    </a:lnTo>
                    <a:lnTo>
                      <a:pt x="18476" y="5922"/>
                    </a:lnTo>
                    <a:lnTo>
                      <a:pt x="18517" y="5964"/>
                    </a:lnTo>
                    <a:lnTo>
                      <a:pt x="18559" y="5943"/>
                    </a:lnTo>
                    <a:lnTo>
                      <a:pt x="18622" y="6006"/>
                    </a:lnTo>
                    <a:lnTo>
                      <a:pt x="18622" y="6047"/>
                    </a:lnTo>
                    <a:lnTo>
                      <a:pt x="18706" y="6068"/>
                    </a:lnTo>
                    <a:lnTo>
                      <a:pt x="18789" y="6047"/>
                    </a:lnTo>
                    <a:lnTo>
                      <a:pt x="18852" y="6047"/>
                    </a:lnTo>
                    <a:lnTo>
                      <a:pt x="18915" y="6110"/>
                    </a:lnTo>
                    <a:lnTo>
                      <a:pt x="19041" y="6110"/>
                    </a:lnTo>
                    <a:lnTo>
                      <a:pt x="19124" y="6068"/>
                    </a:lnTo>
                    <a:lnTo>
                      <a:pt x="19229" y="6131"/>
                    </a:lnTo>
                    <a:lnTo>
                      <a:pt x="19333" y="6068"/>
                    </a:lnTo>
                    <a:lnTo>
                      <a:pt x="19417" y="6110"/>
                    </a:lnTo>
                    <a:lnTo>
                      <a:pt x="19543" y="6110"/>
                    </a:lnTo>
                    <a:lnTo>
                      <a:pt x="19647" y="6068"/>
                    </a:lnTo>
                    <a:lnTo>
                      <a:pt x="19752" y="6131"/>
                    </a:lnTo>
                    <a:lnTo>
                      <a:pt x="19773" y="6215"/>
                    </a:lnTo>
                    <a:lnTo>
                      <a:pt x="19857" y="6152"/>
                    </a:lnTo>
                    <a:lnTo>
                      <a:pt x="19877" y="6257"/>
                    </a:lnTo>
                    <a:lnTo>
                      <a:pt x="19982" y="6340"/>
                    </a:lnTo>
                    <a:lnTo>
                      <a:pt x="19982" y="6382"/>
                    </a:lnTo>
                    <a:lnTo>
                      <a:pt x="20003" y="6445"/>
                    </a:lnTo>
                    <a:lnTo>
                      <a:pt x="20108" y="6445"/>
                    </a:lnTo>
                    <a:lnTo>
                      <a:pt x="20191" y="6466"/>
                    </a:lnTo>
                    <a:lnTo>
                      <a:pt x="20212" y="6550"/>
                    </a:lnTo>
                    <a:lnTo>
                      <a:pt x="20275" y="6570"/>
                    </a:lnTo>
                    <a:lnTo>
                      <a:pt x="20359" y="6654"/>
                    </a:lnTo>
                    <a:lnTo>
                      <a:pt x="20317" y="6696"/>
                    </a:lnTo>
                    <a:lnTo>
                      <a:pt x="20317" y="6780"/>
                    </a:lnTo>
                    <a:lnTo>
                      <a:pt x="20422" y="6884"/>
                    </a:lnTo>
                    <a:lnTo>
                      <a:pt x="20589" y="6989"/>
                    </a:lnTo>
                    <a:lnTo>
                      <a:pt x="20589" y="7052"/>
                    </a:lnTo>
                    <a:lnTo>
                      <a:pt x="20568" y="7073"/>
                    </a:lnTo>
                    <a:lnTo>
                      <a:pt x="20589" y="7114"/>
                    </a:lnTo>
                    <a:lnTo>
                      <a:pt x="20526" y="7094"/>
                    </a:lnTo>
                    <a:lnTo>
                      <a:pt x="20317" y="7052"/>
                    </a:lnTo>
                    <a:lnTo>
                      <a:pt x="20170" y="6989"/>
                    </a:lnTo>
                    <a:lnTo>
                      <a:pt x="20087" y="7010"/>
                    </a:lnTo>
                    <a:lnTo>
                      <a:pt x="20003" y="6989"/>
                    </a:lnTo>
                    <a:lnTo>
                      <a:pt x="19982" y="7010"/>
                    </a:lnTo>
                    <a:lnTo>
                      <a:pt x="19898" y="7010"/>
                    </a:lnTo>
                    <a:lnTo>
                      <a:pt x="19836" y="6905"/>
                    </a:lnTo>
                    <a:lnTo>
                      <a:pt x="19752" y="6905"/>
                    </a:lnTo>
                    <a:lnTo>
                      <a:pt x="19689" y="6801"/>
                    </a:lnTo>
                    <a:lnTo>
                      <a:pt x="19647" y="6780"/>
                    </a:lnTo>
                    <a:lnTo>
                      <a:pt x="19522" y="6801"/>
                    </a:lnTo>
                    <a:lnTo>
                      <a:pt x="19438" y="6780"/>
                    </a:lnTo>
                    <a:lnTo>
                      <a:pt x="19375" y="6738"/>
                    </a:lnTo>
                    <a:lnTo>
                      <a:pt x="19250" y="6675"/>
                    </a:lnTo>
                    <a:lnTo>
                      <a:pt x="19229" y="6591"/>
                    </a:lnTo>
                    <a:lnTo>
                      <a:pt x="19166" y="6591"/>
                    </a:lnTo>
                    <a:lnTo>
                      <a:pt x="19124" y="6570"/>
                    </a:lnTo>
                    <a:lnTo>
                      <a:pt x="18999" y="6570"/>
                    </a:lnTo>
                    <a:lnTo>
                      <a:pt x="18936" y="6550"/>
                    </a:lnTo>
                    <a:lnTo>
                      <a:pt x="18685" y="6550"/>
                    </a:lnTo>
                    <a:lnTo>
                      <a:pt x="18517" y="6529"/>
                    </a:lnTo>
                    <a:lnTo>
                      <a:pt x="18413" y="6487"/>
                    </a:lnTo>
                    <a:lnTo>
                      <a:pt x="17973" y="6487"/>
                    </a:lnTo>
                    <a:lnTo>
                      <a:pt x="17890" y="6529"/>
                    </a:lnTo>
                    <a:lnTo>
                      <a:pt x="17764" y="6550"/>
                    </a:lnTo>
                    <a:lnTo>
                      <a:pt x="17701" y="6633"/>
                    </a:lnTo>
                    <a:lnTo>
                      <a:pt x="17701" y="6801"/>
                    </a:lnTo>
                    <a:lnTo>
                      <a:pt x="17597" y="6968"/>
                    </a:lnTo>
                    <a:lnTo>
                      <a:pt x="17639" y="7156"/>
                    </a:lnTo>
                    <a:lnTo>
                      <a:pt x="17597" y="7219"/>
                    </a:lnTo>
                    <a:lnTo>
                      <a:pt x="17639" y="7282"/>
                    </a:lnTo>
                    <a:lnTo>
                      <a:pt x="17701" y="7303"/>
                    </a:lnTo>
                    <a:lnTo>
                      <a:pt x="17681" y="7366"/>
                    </a:lnTo>
                    <a:lnTo>
                      <a:pt x="17639" y="7387"/>
                    </a:lnTo>
                    <a:lnTo>
                      <a:pt x="17701" y="7617"/>
                    </a:lnTo>
                    <a:lnTo>
                      <a:pt x="17785" y="7700"/>
                    </a:lnTo>
                    <a:lnTo>
                      <a:pt x="17806" y="7742"/>
                    </a:lnTo>
                    <a:lnTo>
                      <a:pt x="17973" y="7847"/>
                    </a:lnTo>
                    <a:lnTo>
                      <a:pt x="18015" y="7910"/>
                    </a:lnTo>
                    <a:lnTo>
                      <a:pt x="18120" y="7889"/>
                    </a:lnTo>
                    <a:lnTo>
                      <a:pt x="18183" y="7951"/>
                    </a:lnTo>
                    <a:lnTo>
                      <a:pt x="18266" y="7993"/>
                    </a:lnTo>
                    <a:lnTo>
                      <a:pt x="18392" y="7931"/>
                    </a:lnTo>
                    <a:lnTo>
                      <a:pt x="18476" y="7931"/>
                    </a:lnTo>
                    <a:lnTo>
                      <a:pt x="18538" y="8014"/>
                    </a:lnTo>
                    <a:lnTo>
                      <a:pt x="18685" y="8014"/>
                    </a:lnTo>
                    <a:lnTo>
                      <a:pt x="18748" y="8140"/>
                    </a:lnTo>
                    <a:lnTo>
                      <a:pt x="18831" y="8161"/>
                    </a:lnTo>
                    <a:lnTo>
                      <a:pt x="18852" y="8223"/>
                    </a:lnTo>
                    <a:lnTo>
                      <a:pt x="18727" y="8265"/>
                    </a:lnTo>
                    <a:lnTo>
                      <a:pt x="18727" y="8349"/>
                    </a:lnTo>
                    <a:lnTo>
                      <a:pt x="18685" y="8412"/>
                    </a:lnTo>
                    <a:lnTo>
                      <a:pt x="18685" y="8454"/>
                    </a:lnTo>
                    <a:lnTo>
                      <a:pt x="18622" y="8537"/>
                    </a:lnTo>
                    <a:lnTo>
                      <a:pt x="18497" y="8621"/>
                    </a:lnTo>
                    <a:lnTo>
                      <a:pt x="18497" y="8663"/>
                    </a:lnTo>
                    <a:lnTo>
                      <a:pt x="18434" y="8747"/>
                    </a:lnTo>
                    <a:lnTo>
                      <a:pt x="18517" y="8788"/>
                    </a:lnTo>
                    <a:lnTo>
                      <a:pt x="18517" y="8935"/>
                    </a:lnTo>
                    <a:lnTo>
                      <a:pt x="18580" y="9060"/>
                    </a:lnTo>
                    <a:lnTo>
                      <a:pt x="18580" y="9144"/>
                    </a:lnTo>
                    <a:lnTo>
                      <a:pt x="18434" y="9165"/>
                    </a:lnTo>
                    <a:lnTo>
                      <a:pt x="18497" y="9207"/>
                    </a:lnTo>
                    <a:lnTo>
                      <a:pt x="18685" y="9249"/>
                    </a:lnTo>
                    <a:lnTo>
                      <a:pt x="18748" y="9207"/>
                    </a:lnTo>
                    <a:lnTo>
                      <a:pt x="18810" y="9207"/>
                    </a:lnTo>
                    <a:lnTo>
                      <a:pt x="18831" y="9270"/>
                    </a:lnTo>
                    <a:lnTo>
                      <a:pt x="18894" y="9207"/>
                    </a:lnTo>
                    <a:lnTo>
                      <a:pt x="18936" y="9207"/>
                    </a:lnTo>
                    <a:lnTo>
                      <a:pt x="18999" y="9249"/>
                    </a:lnTo>
                    <a:lnTo>
                      <a:pt x="19145" y="9249"/>
                    </a:lnTo>
                    <a:lnTo>
                      <a:pt x="19333" y="9311"/>
                    </a:lnTo>
                    <a:lnTo>
                      <a:pt x="19417" y="9249"/>
                    </a:lnTo>
                    <a:lnTo>
                      <a:pt x="19564" y="9249"/>
                    </a:lnTo>
                    <a:lnTo>
                      <a:pt x="19585" y="9291"/>
                    </a:lnTo>
                    <a:lnTo>
                      <a:pt x="19626" y="9291"/>
                    </a:lnTo>
                    <a:lnTo>
                      <a:pt x="19668" y="9270"/>
                    </a:lnTo>
                    <a:lnTo>
                      <a:pt x="19752" y="9249"/>
                    </a:lnTo>
                    <a:lnTo>
                      <a:pt x="19794" y="9270"/>
                    </a:lnTo>
                    <a:lnTo>
                      <a:pt x="19836" y="9353"/>
                    </a:lnTo>
                    <a:lnTo>
                      <a:pt x="19877" y="9353"/>
                    </a:lnTo>
                    <a:lnTo>
                      <a:pt x="19940" y="9311"/>
                    </a:lnTo>
                    <a:lnTo>
                      <a:pt x="19982" y="9353"/>
                    </a:lnTo>
                    <a:lnTo>
                      <a:pt x="20003" y="9416"/>
                    </a:lnTo>
                    <a:lnTo>
                      <a:pt x="20066" y="9416"/>
                    </a:lnTo>
                    <a:lnTo>
                      <a:pt x="20108" y="9374"/>
                    </a:lnTo>
                    <a:lnTo>
                      <a:pt x="20254" y="9353"/>
                    </a:lnTo>
                    <a:lnTo>
                      <a:pt x="20296" y="9270"/>
                    </a:lnTo>
                    <a:lnTo>
                      <a:pt x="20401" y="9249"/>
                    </a:lnTo>
                    <a:lnTo>
                      <a:pt x="20484" y="9249"/>
                    </a:lnTo>
                    <a:lnTo>
                      <a:pt x="20589" y="9144"/>
                    </a:lnTo>
                    <a:lnTo>
                      <a:pt x="20714" y="9081"/>
                    </a:lnTo>
                    <a:lnTo>
                      <a:pt x="20819" y="9060"/>
                    </a:lnTo>
                    <a:lnTo>
                      <a:pt x="20840" y="8998"/>
                    </a:lnTo>
                    <a:lnTo>
                      <a:pt x="20924" y="8998"/>
                    </a:lnTo>
                    <a:lnTo>
                      <a:pt x="21028" y="9039"/>
                    </a:lnTo>
                    <a:lnTo>
                      <a:pt x="21112" y="9039"/>
                    </a:lnTo>
                    <a:lnTo>
                      <a:pt x="21196" y="9081"/>
                    </a:lnTo>
                    <a:lnTo>
                      <a:pt x="21405" y="9081"/>
                    </a:lnTo>
                    <a:lnTo>
                      <a:pt x="21635" y="8935"/>
                    </a:lnTo>
                    <a:lnTo>
                      <a:pt x="21656" y="8851"/>
                    </a:lnTo>
                    <a:lnTo>
                      <a:pt x="21719" y="8851"/>
                    </a:lnTo>
                    <a:lnTo>
                      <a:pt x="21740" y="8893"/>
                    </a:lnTo>
                    <a:lnTo>
                      <a:pt x="21761" y="8851"/>
                    </a:lnTo>
                    <a:lnTo>
                      <a:pt x="21844" y="8788"/>
                    </a:lnTo>
                    <a:lnTo>
                      <a:pt x="21844" y="8726"/>
                    </a:lnTo>
                    <a:lnTo>
                      <a:pt x="21865" y="8663"/>
                    </a:lnTo>
                    <a:lnTo>
                      <a:pt x="21928" y="8684"/>
                    </a:lnTo>
                    <a:lnTo>
                      <a:pt x="21991" y="8684"/>
                    </a:lnTo>
                    <a:lnTo>
                      <a:pt x="22054" y="8642"/>
                    </a:lnTo>
                    <a:lnTo>
                      <a:pt x="22054" y="8579"/>
                    </a:lnTo>
                    <a:lnTo>
                      <a:pt x="22095" y="8621"/>
                    </a:lnTo>
                    <a:lnTo>
                      <a:pt x="22158" y="8621"/>
                    </a:lnTo>
                    <a:lnTo>
                      <a:pt x="22179" y="8663"/>
                    </a:lnTo>
                    <a:lnTo>
                      <a:pt x="22179" y="8726"/>
                    </a:lnTo>
                    <a:lnTo>
                      <a:pt x="22242" y="8767"/>
                    </a:lnTo>
                    <a:lnTo>
                      <a:pt x="22158" y="8830"/>
                    </a:lnTo>
                    <a:lnTo>
                      <a:pt x="22158" y="8893"/>
                    </a:lnTo>
                    <a:lnTo>
                      <a:pt x="22095" y="8977"/>
                    </a:lnTo>
                    <a:lnTo>
                      <a:pt x="22054" y="8998"/>
                    </a:lnTo>
                    <a:lnTo>
                      <a:pt x="22054" y="9060"/>
                    </a:lnTo>
                    <a:lnTo>
                      <a:pt x="22137" y="9081"/>
                    </a:lnTo>
                    <a:lnTo>
                      <a:pt x="22200" y="9165"/>
                    </a:lnTo>
                    <a:lnTo>
                      <a:pt x="22242" y="9144"/>
                    </a:lnTo>
                    <a:lnTo>
                      <a:pt x="22305" y="9144"/>
                    </a:lnTo>
                    <a:lnTo>
                      <a:pt x="22409" y="9186"/>
                    </a:lnTo>
                    <a:lnTo>
                      <a:pt x="22409" y="9207"/>
                    </a:lnTo>
                    <a:cubicBezTo>
                      <a:pt x="22367" y="9207"/>
                      <a:pt x="22305" y="9249"/>
                      <a:pt x="22263" y="9270"/>
                    </a:cubicBezTo>
                    <a:lnTo>
                      <a:pt x="22242" y="9270"/>
                    </a:lnTo>
                    <a:cubicBezTo>
                      <a:pt x="22137" y="9291"/>
                      <a:pt x="22054" y="9353"/>
                      <a:pt x="21949" y="9374"/>
                    </a:cubicBezTo>
                    <a:cubicBezTo>
                      <a:pt x="21886" y="9374"/>
                      <a:pt x="21865" y="9395"/>
                      <a:pt x="21844" y="9458"/>
                    </a:cubicBezTo>
                    <a:lnTo>
                      <a:pt x="21551" y="9521"/>
                    </a:lnTo>
                    <a:lnTo>
                      <a:pt x="21133" y="9563"/>
                    </a:lnTo>
                    <a:lnTo>
                      <a:pt x="21007" y="9521"/>
                    </a:lnTo>
                    <a:lnTo>
                      <a:pt x="20903" y="9521"/>
                    </a:lnTo>
                    <a:lnTo>
                      <a:pt x="20735" y="9730"/>
                    </a:lnTo>
                    <a:lnTo>
                      <a:pt x="20631" y="9793"/>
                    </a:lnTo>
                    <a:lnTo>
                      <a:pt x="20589" y="9876"/>
                    </a:lnTo>
                    <a:lnTo>
                      <a:pt x="20673" y="9918"/>
                    </a:lnTo>
                    <a:lnTo>
                      <a:pt x="20735" y="9876"/>
                    </a:lnTo>
                    <a:lnTo>
                      <a:pt x="20798" y="9876"/>
                    </a:lnTo>
                    <a:lnTo>
                      <a:pt x="20777" y="9981"/>
                    </a:lnTo>
                    <a:lnTo>
                      <a:pt x="20694" y="10023"/>
                    </a:lnTo>
                    <a:lnTo>
                      <a:pt x="20714" y="10086"/>
                    </a:lnTo>
                    <a:lnTo>
                      <a:pt x="20882" y="10107"/>
                    </a:lnTo>
                    <a:lnTo>
                      <a:pt x="20903" y="10148"/>
                    </a:lnTo>
                    <a:lnTo>
                      <a:pt x="21028" y="10127"/>
                    </a:lnTo>
                    <a:lnTo>
                      <a:pt x="21028" y="10044"/>
                    </a:lnTo>
                    <a:lnTo>
                      <a:pt x="20945" y="9981"/>
                    </a:lnTo>
                    <a:lnTo>
                      <a:pt x="20945" y="9897"/>
                    </a:lnTo>
                    <a:lnTo>
                      <a:pt x="21028" y="9876"/>
                    </a:lnTo>
                    <a:lnTo>
                      <a:pt x="21049" y="9918"/>
                    </a:lnTo>
                    <a:lnTo>
                      <a:pt x="21133" y="9918"/>
                    </a:lnTo>
                    <a:lnTo>
                      <a:pt x="21238" y="10002"/>
                    </a:lnTo>
                    <a:lnTo>
                      <a:pt x="21321" y="9981"/>
                    </a:lnTo>
                    <a:lnTo>
                      <a:pt x="21342" y="9876"/>
                    </a:lnTo>
                    <a:lnTo>
                      <a:pt x="21426" y="9814"/>
                    </a:lnTo>
                    <a:lnTo>
                      <a:pt x="21426" y="9918"/>
                    </a:lnTo>
                    <a:lnTo>
                      <a:pt x="21530" y="10023"/>
                    </a:lnTo>
                    <a:lnTo>
                      <a:pt x="21551" y="9981"/>
                    </a:lnTo>
                    <a:lnTo>
                      <a:pt x="21551" y="9897"/>
                    </a:lnTo>
                    <a:lnTo>
                      <a:pt x="21656" y="9897"/>
                    </a:lnTo>
                    <a:lnTo>
                      <a:pt x="21677" y="9814"/>
                    </a:lnTo>
                    <a:lnTo>
                      <a:pt x="21761" y="9814"/>
                    </a:lnTo>
                    <a:lnTo>
                      <a:pt x="21886" y="9772"/>
                    </a:lnTo>
                    <a:cubicBezTo>
                      <a:pt x="21932" y="9802"/>
                      <a:pt x="21989" y="9822"/>
                      <a:pt x="22041" y="9822"/>
                    </a:cubicBezTo>
                    <a:cubicBezTo>
                      <a:pt x="22060" y="9822"/>
                      <a:pt x="22079" y="9819"/>
                      <a:pt x="22095" y="9814"/>
                    </a:cubicBezTo>
                    <a:cubicBezTo>
                      <a:pt x="22116" y="9814"/>
                      <a:pt x="22132" y="9808"/>
                      <a:pt x="22142" y="9803"/>
                    </a:cubicBezTo>
                    <a:lnTo>
                      <a:pt x="22142" y="9803"/>
                    </a:lnTo>
                    <a:lnTo>
                      <a:pt x="22095" y="9835"/>
                    </a:lnTo>
                    <a:lnTo>
                      <a:pt x="22158" y="9918"/>
                    </a:lnTo>
                    <a:lnTo>
                      <a:pt x="22033" y="10044"/>
                    </a:lnTo>
                    <a:lnTo>
                      <a:pt x="21949" y="10002"/>
                    </a:lnTo>
                    <a:lnTo>
                      <a:pt x="21886" y="10044"/>
                    </a:lnTo>
                    <a:lnTo>
                      <a:pt x="21782" y="10044"/>
                    </a:lnTo>
                    <a:lnTo>
                      <a:pt x="21740" y="10002"/>
                    </a:lnTo>
                    <a:lnTo>
                      <a:pt x="21656" y="10002"/>
                    </a:lnTo>
                    <a:lnTo>
                      <a:pt x="21551" y="10190"/>
                    </a:lnTo>
                    <a:lnTo>
                      <a:pt x="21572" y="10316"/>
                    </a:lnTo>
                    <a:lnTo>
                      <a:pt x="21572" y="10462"/>
                    </a:lnTo>
                    <a:lnTo>
                      <a:pt x="21551" y="10316"/>
                    </a:lnTo>
                    <a:lnTo>
                      <a:pt x="21510" y="10316"/>
                    </a:lnTo>
                    <a:lnTo>
                      <a:pt x="21468" y="10232"/>
                    </a:lnTo>
                    <a:lnTo>
                      <a:pt x="21405" y="10232"/>
                    </a:lnTo>
                    <a:lnTo>
                      <a:pt x="21342" y="10337"/>
                    </a:lnTo>
                    <a:lnTo>
                      <a:pt x="21196" y="10379"/>
                    </a:lnTo>
                    <a:lnTo>
                      <a:pt x="21133" y="10400"/>
                    </a:lnTo>
                    <a:lnTo>
                      <a:pt x="21133" y="10316"/>
                    </a:lnTo>
                    <a:lnTo>
                      <a:pt x="21091" y="10316"/>
                    </a:lnTo>
                    <a:lnTo>
                      <a:pt x="21007" y="10420"/>
                    </a:lnTo>
                    <a:lnTo>
                      <a:pt x="20924" y="10441"/>
                    </a:lnTo>
                    <a:lnTo>
                      <a:pt x="20882" y="10400"/>
                    </a:lnTo>
                    <a:lnTo>
                      <a:pt x="20798" y="10400"/>
                    </a:lnTo>
                    <a:lnTo>
                      <a:pt x="20735" y="10483"/>
                    </a:lnTo>
                    <a:lnTo>
                      <a:pt x="20735" y="10504"/>
                    </a:lnTo>
                    <a:lnTo>
                      <a:pt x="20589" y="10525"/>
                    </a:lnTo>
                    <a:lnTo>
                      <a:pt x="20505" y="10588"/>
                    </a:lnTo>
                    <a:lnTo>
                      <a:pt x="20505" y="10692"/>
                    </a:lnTo>
                    <a:lnTo>
                      <a:pt x="20526" y="10797"/>
                    </a:lnTo>
                    <a:lnTo>
                      <a:pt x="20422" y="11069"/>
                    </a:lnTo>
                    <a:lnTo>
                      <a:pt x="20380" y="11278"/>
                    </a:lnTo>
                    <a:lnTo>
                      <a:pt x="20380" y="11362"/>
                    </a:lnTo>
                    <a:lnTo>
                      <a:pt x="20484" y="11446"/>
                    </a:lnTo>
                    <a:lnTo>
                      <a:pt x="20463" y="11488"/>
                    </a:lnTo>
                    <a:lnTo>
                      <a:pt x="20359" y="11529"/>
                    </a:lnTo>
                    <a:lnTo>
                      <a:pt x="20359" y="11592"/>
                    </a:lnTo>
                    <a:lnTo>
                      <a:pt x="20422" y="11697"/>
                    </a:lnTo>
                    <a:lnTo>
                      <a:pt x="20422" y="11801"/>
                    </a:lnTo>
                    <a:lnTo>
                      <a:pt x="20380" y="11864"/>
                    </a:lnTo>
                    <a:lnTo>
                      <a:pt x="20359" y="11801"/>
                    </a:lnTo>
                    <a:lnTo>
                      <a:pt x="20275" y="11864"/>
                    </a:lnTo>
                    <a:lnTo>
                      <a:pt x="20212" y="11843"/>
                    </a:lnTo>
                    <a:lnTo>
                      <a:pt x="20254" y="11760"/>
                    </a:lnTo>
                    <a:lnTo>
                      <a:pt x="20296" y="11739"/>
                    </a:lnTo>
                    <a:lnTo>
                      <a:pt x="20296" y="11634"/>
                    </a:lnTo>
                    <a:lnTo>
                      <a:pt x="20212" y="11634"/>
                    </a:lnTo>
                    <a:lnTo>
                      <a:pt x="20087" y="11864"/>
                    </a:lnTo>
                    <a:lnTo>
                      <a:pt x="20066" y="12115"/>
                    </a:lnTo>
                    <a:lnTo>
                      <a:pt x="20108" y="12408"/>
                    </a:lnTo>
                    <a:lnTo>
                      <a:pt x="20108" y="12785"/>
                    </a:lnTo>
                    <a:lnTo>
                      <a:pt x="20087" y="12408"/>
                    </a:lnTo>
                    <a:lnTo>
                      <a:pt x="20045" y="12220"/>
                    </a:lnTo>
                    <a:lnTo>
                      <a:pt x="19982" y="12178"/>
                    </a:lnTo>
                    <a:lnTo>
                      <a:pt x="20045" y="12073"/>
                    </a:lnTo>
                    <a:lnTo>
                      <a:pt x="20045" y="11990"/>
                    </a:lnTo>
                    <a:lnTo>
                      <a:pt x="19898" y="11906"/>
                    </a:lnTo>
                    <a:lnTo>
                      <a:pt x="19961" y="11780"/>
                    </a:lnTo>
                    <a:lnTo>
                      <a:pt x="19961" y="11571"/>
                    </a:lnTo>
                    <a:lnTo>
                      <a:pt x="19877" y="11446"/>
                    </a:lnTo>
                    <a:lnTo>
                      <a:pt x="19877" y="11236"/>
                    </a:lnTo>
                    <a:lnTo>
                      <a:pt x="19961" y="11111"/>
                    </a:lnTo>
                    <a:lnTo>
                      <a:pt x="20045" y="10923"/>
                    </a:lnTo>
                    <a:lnTo>
                      <a:pt x="20045" y="10755"/>
                    </a:lnTo>
                    <a:lnTo>
                      <a:pt x="20003" y="10755"/>
                    </a:lnTo>
                    <a:lnTo>
                      <a:pt x="19961" y="10839"/>
                    </a:lnTo>
                    <a:lnTo>
                      <a:pt x="19940" y="10964"/>
                    </a:lnTo>
                    <a:lnTo>
                      <a:pt x="19857" y="11048"/>
                    </a:lnTo>
                    <a:lnTo>
                      <a:pt x="19836" y="11027"/>
                    </a:lnTo>
                    <a:lnTo>
                      <a:pt x="19794" y="10902"/>
                    </a:lnTo>
                    <a:lnTo>
                      <a:pt x="19877" y="10713"/>
                    </a:lnTo>
                    <a:lnTo>
                      <a:pt x="19898" y="10609"/>
                    </a:lnTo>
                    <a:lnTo>
                      <a:pt x="19836" y="10546"/>
                    </a:lnTo>
                    <a:lnTo>
                      <a:pt x="19752" y="10630"/>
                    </a:lnTo>
                    <a:lnTo>
                      <a:pt x="19731" y="10609"/>
                    </a:lnTo>
                    <a:lnTo>
                      <a:pt x="19689" y="10546"/>
                    </a:lnTo>
                    <a:lnTo>
                      <a:pt x="19731" y="10483"/>
                    </a:lnTo>
                    <a:lnTo>
                      <a:pt x="19731" y="10337"/>
                    </a:lnTo>
                    <a:lnTo>
                      <a:pt x="19668" y="10337"/>
                    </a:lnTo>
                    <a:lnTo>
                      <a:pt x="19668" y="10295"/>
                    </a:lnTo>
                    <a:lnTo>
                      <a:pt x="19689" y="10232"/>
                    </a:lnTo>
                    <a:lnTo>
                      <a:pt x="19689" y="10127"/>
                    </a:lnTo>
                    <a:lnTo>
                      <a:pt x="19585" y="10169"/>
                    </a:lnTo>
                    <a:lnTo>
                      <a:pt x="19271" y="10274"/>
                    </a:lnTo>
                    <a:lnTo>
                      <a:pt x="19103" y="10379"/>
                    </a:lnTo>
                    <a:lnTo>
                      <a:pt x="19041" y="10337"/>
                    </a:lnTo>
                    <a:lnTo>
                      <a:pt x="19041" y="10295"/>
                    </a:lnTo>
                    <a:lnTo>
                      <a:pt x="18999" y="10295"/>
                    </a:lnTo>
                    <a:lnTo>
                      <a:pt x="18915" y="10379"/>
                    </a:lnTo>
                    <a:lnTo>
                      <a:pt x="18831" y="10379"/>
                    </a:lnTo>
                    <a:lnTo>
                      <a:pt x="18789" y="10295"/>
                    </a:lnTo>
                    <a:lnTo>
                      <a:pt x="18622" y="10420"/>
                    </a:lnTo>
                    <a:lnTo>
                      <a:pt x="18622" y="10337"/>
                    </a:lnTo>
                    <a:lnTo>
                      <a:pt x="18517" y="10295"/>
                    </a:lnTo>
                    <a:lnTo>
                      <a:pt x="18476" y="10295"/>
                    </a:lnTo>
                    <a:lnTo>
                      <a:pt x="18476" y="10337"/>
                    </a:lnTo>
                    <a:lnTo>
                      <a:pt x="18308" y="10337"/>
                    </a:lnTo>
                    <a:lnTo>
                      <a:pt x="18078" y="10232"/>
                    </a:lnTo>
                    <a:lnTo>
                      <a:pt x="17890" y="10232"/>
                    </a:lnTo>
                    <a:lnTo>
                      <a:pt x="17701" y="10127"/>
                    </a:lnTo>
                    <a:lnTo>
                      <a:pt x="17555" y="10127"/>
                    </a:lnTo>
                    <a:lnTo>
                      <a:pt x="17555" y="10023"/>
                    </a:lnTo>
                    <a:lnTo>
                      <a:pt x="17429" y="9918"/>
                    </a:lnTo>
                    <a:lnTo>
                      <a:pt x="17346" y="9981"/>
                    </a:lnTo>
                    <a:lnTo>
                      <a:pt x="17241" y="9897"/>
                    </a:lnTo>
                    <a:lnTo>
                      <a:pt x="17220" y="9772"/>
                    </a:lnTo>
                    <a:lnTo>
                      <a:pt x="17116" y="9709"/>
                    </a:lnTo>
                    <a:lnTo>
                      <a:pt x="17053" y="9667"/>
                    </a:lnTo>
                    <a:lnTo>
                      <a:pt x="17157" y="9646"/>
                    </a:lnTo>
                    <a:lnTo>
                      <a:pt x="17283" y="9646"/>
                    </a:lnTo>
                    <a:lnTo>
                      <a:pt x="17283" y="9500"/>
                    </a:lnTo>
                    <a:lnTo>
                      <a:pt x="17388" y="9437"/>
                    </a:lnTo>
                    <a:lnTo>
                      <a:pt x="17367" y="9353"/>
                    </a:lnTo>
                    <a:lnTo>
                      <a:pt x="17471" y="9353"/>
                    </a:lnTo>
                    <a:lnTo>
                      <a:pt x="17639" y="9395"/>
                    </a:lnTo>
                    <a:lnTo>
                      <a:pt x="17681" y="9374"/>
                    </a:lnTo>
                    <a:lnTo>
                      <a:pt x="17681" y="9332"/>
                    </a:lnTo>
                    <a:lnTo>
                      <a:pt x="17806" y="9332"/>
                    </a:lnTo>
                    <a:lnTo>
                      <a:pt x="18078" y="9395"/>
                    </a:lnTo>
                    <a:lnTo>
                      <a:pt x="18183" y="9291"/>
                    </a:lnTo>
                    <a:lnTo>
                      <a:pt x="18183" y="9165"/>
                    </a:lnTo>
                    <a:lnTo>
                      <a:pt x="18225" y="9060"/>
                    </a:lnTo>
                    <a:lnTo>
                      <a:pt x="18183" y="8935"/>
                    </a:lnTo>
                    <a:lnTo>
                      <a:pt x="18183" y="8809"/>
                    </a:lnTo>
                    <a:lnTo>
                      <a:pt x="18120" y="8705"/>
                    </a:lnTo>
                    <a:lnTo>
                      <a:pt x="18078" y="8537"/>
                    </a:lnTo>
                    <a:lnTo>
                      <a:pt x="17994" y="8516"/>
                    </a:lnTo>
                    <a:lnTo>
                      <a:pt x="17973" y="8433"/>
                    </a:lnTo>
                    <a:lnTo>
                      <a:pt x="17806" y="8286"/>
                    </a:lnTo>
                    <a:lnTo>
                      <a:pt x="17764" y="8286"/>
                    </a:lnTo>
                    <a:lnTo>
                      <a:pt x="17743" y="8349"/>
                    </a:lnTo>
                    <a:lnTo>
                      <a:pt x="17681" y="8349"/>
                    </a:lnTo>
                    <a:lnTo>
                      <a:pt x="17660" y="8286"/>
                    </a:lnTo>
                    <a:lnTo>
                      <a:pt x="17492" y="8203"/>
                    </a:lnTo>
                    <a:lnTo>
                      <a:pt x="17492" y="8244"/>
                    </a:lnTo>
                    <a:lnTo>
                      <a:pt x="17597" y="8328"/>
                    </a:lnTo>
                    <a:lnTo>
                      <a:pt x="17576" y="8391"/>
                    </a:lnTo>
                    <a:lnTo>
                      <a:pt x="17639" y="8454"/>
                    </a:lnTo>
                    <a:lnTo>
                      <a:pt x="17576" y="8558"/>
                    </a:lnTo>
                    <a:lnTo>
                      <a:pt x="17492" y="8454"/>
                    </a:lnTo>
                    <a:lnTo>
                      <a:pt x="17492" y="8349"/>
                    </a:lnTo>
                    <a:lnTo>
                      <a:pt x="17388" y="8349"/>
                    </a:lnTo>
                    <a:lnTo>
                      <a:pt x="17220" y="8244"/>
                    </a:lnTo>
                    <a:lnTo>
                      <a:pt x="17178" y="8182"/>
                    </a:lnTo>
                    <a:lnTo>
                      <a:pt x="17137" y="8223"/>
                    </a:lnTo>
                    <a:lnTo>
                      <a:pt x="17053" y="8182"/>
                    </a:lnTo>
                    <a:lnTo>
                      <a:pt x="17011" y="8077"/>
                    </a:lnTo>
                    <a:lnTo>
                      <a:pt x="16906" y="7993"/>
                    </a:lnTo>
                    <a:lnTo>
                      <a:pt x="16739" y="7993"/>
                    </a:lnTo>
                    <a:lnTo>
                      <a:pt x="16551" y="7805"/>
                    </a:lnTo>
                    <a:lnTo>
                      <a:pt x="16404" y="7721"/>
                    </a:lnTo>
                    <a:lnTo>
                      <a:pt x="16383" y="7617"/>
                    </a:lnTo>
                    <a:lnTo>
                      <a:pt x="15902" y="7345"/>
                    </a:lnTo>
                    <a:lnTo>
                      <a:pt x="15776" y="7135"/>
                    </a:lnTo>
                    <a:lnTo>
                      <a:pt x="15776" y="6968"/>
                    </a:lnTo>
                    <a:lnTo>
                      <a:pt x="15672" y="6717"/>
                    </a:lnTo>
                    <a:lnTo>
                      <a:pt x="15672" y="6612"/>
                    </a:lnTo>
                    <a:lnTo>
                      <a:pt x="15567" y="6612"/>
                    </a:lnTo>
                    <a:lnTo>
                      <a:pt x="15442" y="6508"/>
                    </a:lnTo>
                    <a:lnTo>
                      <a:pt x="15337" y="6508"/>
                    </a:lnTo>
                    <a:lnTo>
                      <a:pt x="15253" y="6424"/>
                    </a:lnTo>
                    <a:lnTo>
                      <a:pt x="15149" y="6403"/>
                    </a:lnTo>
                    <a:lnTo>
                      <a:pt x="15065" y="6319"/>
                    </a:lnTo>
                    <a:lnTo>
                      <a:pt x="14940" y="6361"/>
                    </a:lnTo>
                    <a:lnTo>
                      <a:pt x="14793" y="6487"/>
                    </a:lnTo>
                    <a:lnTo>
                      <a:pt x="14688" y="6696"/>
                    </a:lnTo>
                    <a:lnTo>
                      <a:pt x="14584" y="6738"/>
                    </a:lnTo>
                    <a:lnTo>
                      <a:pt x="14479" y="6801"/>
                    </a:lnTo>
                    <a:lnTo>
                      <a:pt x="14375" y="6801"/>
                    </a:lnTo>
                    <a:lnTo>
                      <a:pt x="14312" y="6738"/>
                    </a:lnTo>
                    <a:lnTo>
                      <a:pt x="14144" y="6696"/>
                    </a:lnTo>
                    <a:lnTo>
                      <a:pt x="14061" y="6633"/>
                    </a:lnTo>
                    <a:lnTo>
                      <a:pt x="14144" y="6529"/>
                    </a:lnTo>
                    <a:lnTo>
                      <a:pt x="14207" y="6466"/>
                    </a:lnTo>
                    <a:lnTo>
                      <a:pt x="14270" y="6466"/>
                    </a:lnTo>
                    <a:lnTo>
                      <a:pt x="14375" y="6361"/>
                    </a:lnTo>
                    <a:lnTo>
                      <a:pt x="14458" y="6319"/>
                    </a:lnTo>
                    <a:lnTo>
                      <a:pt x="14479" y="6257"/>
                    </a:lnTo>
                    <a:lnTo>
                      <a:pt x="14458" y="6215"/>
                    </a:lnTo>
                    <a:lnTo>
                      <a:pt x="14375" y="6236"/>
                    </a:lnTo>
                    <a:lnTo>
                      <a:pt x="14333" y="6194"/>
                    </a:lnTo>
                    <a:lnTo>
                      <a:pt x="14354" y="6110"/>
                    </a:lnTo>
                    <a:lnTo>
                      <a:pt x="14458" y="6006"/>
                    </a:lnTo>
                    <a:lnTo>
                      <a:pt x="14437" y="5943"/>
                    </a:lnTo>
                    <a:lnTo>
                      <a:pt x="14542" y="5838"/>
                    </a:lnTo>
                    <a:lnTo>
                      <a:pt x="14542" y="5754"/>
                    </a:lnTo>
                    <a:lnTo>
                      <a:pt x="14521" y="5629"/>
                    </a:lnTo>
                    <a:lnTo>
                      <a:pt x="14375" y="5650"/>
                    </a:lnTo>
                    <a:lnTo>
                      <a:pt x="14375" y="5734"/>
                    </a:lnTo>
                    <a:lnTo>
                      <a:pt x="14165" y="5880"/>
                    </a:lnTo>
                    <a:lnTo>
                      <a:pt x="14061" y="5838"/>
                    </a:lnTo>
                    <a:lnTo>
                      <a:pt x="14165" y="6047"/>
                    </a:lnTo>
                    <a:lnTo>
                      <a:pt x="14103" y="6131"/>
                    </a:lnTo>
                    <a:lnTo>
                      <a:pt x="14061" y="6026"/>
                    </a:lnTo>
                    <a:lnTo>
                      <a:pt x="13914" y="6026"/>
                    </a:lnTo>
                    <a:lnTo>
                      <a:pt x="13810" y="6131"/>
                    </a:lnTo>
                    <a:lnTo>
                      <a:pt x="13893" y="6152"/>
                    </a:lnTo>
                    <a:lnTo>
                      <a:pt x="13851" y="6298"/>
                    </a:lnTo>
                    <a:lnTo>
                      <a:pt x="13747" y="6236"/>
                    </a:lnTo>
                    <a:lnTo>
                      <a:pt x="13642" y="6319"/>
                    </a:lnTo>
                    <a:lnTo>
                      <a:pt x="13684" y="6403"/>
                    </a:lnTo>
                    <a:lnTo>
                      <a:pt x="13789" y="6403"/>
                    </a:lnTo>
                    <a:lnTo>
                      <a:pt x="13831" y="6466"/>
                    </a:lnTo>
                    <a:lnTo>
                      <a:pt x="13642" y="6570"/>
                    </a:lnTo>
                    <a:lnTo>
                      <a:pt x="13579" y="6424"/>
                    </a:lnTo>
                    <a:lnTo>
                      <a:pt x="13433" y="6361"/>
                    </a:lnTo>
                    <a:lnTo>
                      <a:pt x="13391" y="6236"/>
                    </a:lnTo>
                    <a:lnTo>
                      <a:pt x="13391" y="5713"/>
                    </a:lnTo>
                    <a:lnTo>
                      <a:pt x="13496" y="5503"/>
                    </a:lnTo>
                    <a:lnTo>
                      <a:pt x="13475" y="5148"/>
                    </a:lnTo>
                    <a:lnTo>
                      <a:pt x="13538" y="5001"/>
                    </a:lnTo>
                    <a:lnTo>
                      <a:pt x="13517" y="4562"/>
                    </a:lnTo>
                    <a:lnTo>
                      <a:pt x="13517" y="4625"/>
                    </a:lnTo>
                    <a:lnTo>
                      <a:pt x="13370" y="4687"/>
                    </a:lnTo>
                    <a:lnTo>
                      <a:pt x="13266" y="4855"/>
                    </a:lnTo>
                    <a:lnTo>
                      <a:pt x="13349" y="4938"/>
                    </a:lnTo>
                    <a:lnTo>
                      <a:pt x="13287" y="5001"/>
                    </a:lnTo>
                    <a:lnTo>
                      <a:pt x="13349" y="5148"/>
                    </a:lnTo>
                    <a:lnTo>
                      <a:pt x="13307" y="5315"/>
                    </a:lnTo>
                    <a:lnTo>
                      <a:pt x="13245" y="5294"/>
                    </a:lnTo>
                    <a:lnTo>
                      <a:pt x="13161" y="5210"/>
                    </a:lnTo>
                    <a:lnTo>
                      <a:pt x="13119" y="5294"/>
                    </a:lnTo>
                    <a:lnTo>
                      <a:pt x="13119" y="5378"/>
                    </a:lnTo>
                    <a:lnTo>
                      <a:pt x="13056" y="5315"/>
                    </a:lnTo>
                    <a:lnTo>
                      <a:pt x="12952" y="5399"/>
                    </a:lnTo>
                    <a:lnTo>
                      <a:pt x="12952" y="5482"/>
                    </a:lnTo>
                    <a:lnTo>
                      <a:pt x="12889" y="5482"/>
                    </a:lnTo>
                    <a:lnTo>
                      <a:pt x="12638" y="5608"/>
                    </a:lnTo>
                    <a:lnTo>
                      <a:pt x="12491" y="5775"/>
                    </a:lnTo>
                    <a:lnTo>
                      <a:pt x="12429" y="5692"/>
                    </a:lnTo>
                    <a:lnTo>
                      <a:pt x="12429" y="5587"/>
                    </a:lnTo>
                    <a:lnTo>
                      <a:pt x="12575" y="5524"/>
                    </a:lnTo>
                    <a:lnTo>
                      <a:pt x="12596" y="5420"/>
                    </a:lnTo>
                    <a:lnTo>
                      <a:pt x="12491" y="5420"/>
                    </a:lnTo>
                    <a:lnTo>
                      <a:pt x="12387" y="5482"/>
                    </a:lnTo>
                    <a:lnTo>
                      <a:pt x="12178" y="5482"/>
                    </a:lnTo>
                    <a:lnTo>
                      <a:pt x="12052" y="5566"/>
                    </a:lnTo>
                    <a:lnTo>
                      <a:pt x="11780" y="5566"/>
                    </a:lnTo>
                    <a:lnTo>
                      <a:pt x="11424" y="5817"/>
                    </a:lnTo>
                    <a:lnTo>
                      <a:pt x="11257" y="5880"/>
                    </a:lnTo>
                    <a:lnTo>
                      <a:pt x="11111" y="6089"/>
                    </a:lnTo>
                    <a:lnTo>
                      <a:pt x="11090" y="5985"/>
                    </a:lnTo>
                    <a:lnTo>
                      <a:pt x="11215" y="5796"/>
                    </a:lnTo>
                    <a:lnTo>
                      <a:pt x="11173" y="5713"/>
                    </a:lnTo>
                    <a:lnTo>
                      <a:pt x="10985" y="5817"/>
                    </a:lnTo>
                    <a:lnTo>
                      <a:pt x="10964" y="5775"/>
                    </a:lnTo>
                    <a:lnTo>
                      <a:pt x="10880" y="5796"/>
                    </a:lnTo>
                    <a:lnTo>
                      <a:pt x="10797" y="5838"/>
                    </a:lnTo>
                    <a:lnTo>
                      <a:pt x="10734" y="5775"/>
                    </a:lnTo>
                    <a:lnTo>
                      <a:pt x="10629" y="5796"/>
                    </a:lnTo>
                    <a:lnTo>
                      <a:pt x="10587" y="5880"/>
                    </a:lnTo>
                    <a:lnTo>
                      <a:pt x="10315" y="6047"/>
                    </a:lnTo>
                    <a:lnTo>
                      <a:pt x="10211" y="6047"/>
                    </a:lnTo>
                    <a:lnTo>
                      <a:pt x="10022" y="6110"/>
                    </a:lnTo>
                    <a:lnTo>
                      <a:pt x="9897" y="6257"/>
                    </a:lnTo>
                    <a:lnTo>
                      <a:pt x="9939" y="6361"/>
                    </a:lnTo>
                    <a:lnTo>
                      <a:pt x="9834" y="6340"/>
                    </a:lnTo>
                    <a:lnTo>
                      <a:pt x="9792" y="6403"/>
                    </a:lnTo>
                    <a:lnTo>
                      <a:pt x="9688" y="6361"/>
                    </a:lnTo>
                    <a:lnTo>
                      <a:pt x="9657" y="6408"/>
                    </a:lnTo>
                    <a:lnTo>
                      <a:pt x="9657" y="6408"/>
                    </a:lnTo>
                    <a:lnTo>
                      <a:pt x="9583" y="6319"/>
                    </a:lnTo>
                    <a:lnTo>
                      <a:pt x="9625" y="6215"/>
                    </a:lnTo>
                    <a:lnTo>
                      <a:pt x="9709" y="6215"/>
                    </a:lnTo>
                    <a:lnTo>
                      <a:pt x="9792" y="6110"/>
                    </a:lnTo>
                    <a:lnTo>
                      <a:pt x="9897" y="6026"/>
                    </a:lnTo>
                    <a:lnTo>
                      <a:pt x="9939" y="6068"/>
                    </a:lnTo>
                    <a:lnTo>
                      <a:pt x="10022" y="6026"/>
                    </a:lnTo>
                    <a:lnTo>
                      <a:pt x="10043" y="5943"/>
                    </a:lnTo>
                    <a:lnTo>
                      <a:pt x="10169" y="5838"/>
                    </a:lnTo>
                    <a:lnTo>
                      <a:pt x="10211" y="5901"/>
                    </a:lnTo>
                    <a:lnTo>
                      <a:pt x="10462" y="5796"/>
                    </a:lnTo>
                    <a:lnTo>
                      <a:pt x="10546" y="5650"/>
                    </a:lnTo>
                    <a:lnTo>
                      <a:pt x="10671" y="5608"/>
                    </a:lnTo>
                    <a:lnTo>
                      <a:pt x="10880" y="5629"/>
                    </a:lnTo>
                    <a:lnTo>
                      <a:pt x="10901" y="5587"/>
                    </a:lnTo>
                    <a:lnTo>
                      <a:pt x="11090" y="5587"/>
                    </a:lnTo>
                    <a:lnTo>
                      <a:pt x="11278" y="5503"/>
                    </a:lnTo>
                    <a:lnTo>
                      <a:pt x="11320" y="5587"/>
                    </a:lnTo>
                    <a:lnTo>
                      <a:pt x="11383" y="5587"/>
                    </a:lnTo>
                    <a:lnTo>
                      <a:pt x="11445" y="5524"/>
                    </a:lnTo>
                    <a:lnTo>
                      <a:pt x="11529" y="5524"/>
                    </a:lnTo>
                    <a:lnTo>
                      <a:pt x="11675" y="5503"/>
                    </a:lnTo>
                    <a:lnTo>
                      <a:pt x="11738" y="5399"/>
                    </a:lnTo>
                    <a:lnTo>
                      <a:pt x="11989" y="5315"/>
                    </a:lnTo>
                    <a:lnTo>
                      <a:pt x="12240" y="5231"/>
                    </a:lnTo>
                    <a:lnTo>
                      <a:pt x="12261" y="5127"/>
                    </a:lnTo>
                    <a:lnTo>
                      <a:pt x="12324" y="5127"/>
                    </a:lnTo>
                    <a:lnTo>
                      <a:pt x="12366" y="5085"/>
                    </a:lnTo>
                    <a:lnTo>
                      <a:pt x="12324" y="5022"/>
                    </a:lnTo>
                    <a:lnTo>
                      <a:pt x="12324" y="4918"/>
                    </a:lnTo>
                    <a:lnTo>
                      <a:pt x="12240" y="4876"/>
                    </a:lnTo>
                    <a:lnTo>
                      <a:pt x="12219" y="4918"/>
                    </a:lnTo>
                    <a:lnTo>
                      <a:pt x="12219" y="5001"/>
                    </a:lnTo>
                    <a:lnTo>
                      <a:pt x="12115" y="5022"/>
                    </a:lnTo>
                    <a:lnTo>
                      <a:pt x="12073" y="4980"/>
                    </a:lnTo>
                    <a:lnTo>
                      <a:pt x="12031" y="4980"/>
                    </a:lnTo>
                    <a:lnTo>
                      <a:pt x="12010" y="4938"/>
                    </a:lnTo>
                    <a:lnTo>
                      <a:pt x="11885" y="4938"/>
                    </a:lnTo>
                    <a:lnTo>
                      <a:pt x="11696" y="5001"/>
                    </a:lnTo>
                    <a:lnTo>
                      <a:pt x="11634" y="5106"/>
                    </a:lnTo>
                    <a:lnTo>
                      <a:pt x="11571" y="5169"/>
                    </a:lnTo>
                    <a:lnTo>
                      <a:pt x="11508" y="5085"/>
                    </a:lnTo>
                    <a:lnTo>
                      <a:pt x="11466" y="5085"/>
                    </a:lnTo>
                    <a:lnTo>
                      <a:pt x="11362" y="5169"/>
                    </a:lnTo>
                    <a:lnTo>
                      <a:pt x="11090" y="5252"/>
                    </a:lnTo>
                    <a:lnTo>
                      <a:pt x="10755" y="5273"/>
                    </a:lnTo>
                    <a:lnTo>
                      <a:pt x="10692" y="5210"/>
                    </a:lnTo>
                    <a:lnTo>
                      <a:pt x="10629" y="5210"/>
                    </a:lnTo>
                    <a:lnTo>
                      <a:pt x="10650" y="5273"/>
                    </a:lnTo>
                    <a:lnTo>
                      <a:pt x="10587" y="5315"/>
                    </a:lnTo>
                    <a:lnTo>
                      <a:pt x="10483" y="5294"/>
                    </a:lnTo>
                    <a:lnTo>
                      <a:pt x="10420" y="5294"/>
                    </a:lnTo>
                    <a:lnTo>
                      <a:pt x="10357" y="5420"/>
                    </a:lnTo>
                    <a:lnTo>
                      <a:pt x="10211" y="5587"/>
                    </a:lnTo>
                    <a:lnTo>
                      <a:pt x="10148" y="5524"/>
                    </a:lnTo>
                    <a:lnTo>
                      <a:pt x="10043" y="5524"/>
                    </a:lnTo>
                    <a:lnTo>
                      <a:pt x="10022" y="5503"/>
                    </a:lnTo>
                    <a:lnTo>
                      <a:pt x="9897" y="5503"/>
                    </a:lnTo>
                    <a:lnTo>
                      <a:pt x="9813" y="5566"/>
                    </a:lnTo>
                    <a:lnTo>
                      <a:pt x="9730" y="5566"/>
                    </a:lnTo>
                    <a:lnTo>
                      <a:pt x="9688" y="5629"/>
                    </a:lnTo>
                    <a:lnTo>
                      <a:pt x="9583" y="5671"/>
                    </a:lnTo>
                    <a:lnTo>
                      <a:pt x="9478" y="5734"/>
                    </a:lnTo>
                    <a:lnTo>
                      <a:pt x="9311" y="5817"/>
                    </a:lnTo>
                    <a:lnTo>
                      <a:pt x="9123" y="5880"/>
                    </a:lnTo>
                    <a:lnTo>
                      <a:pt x="9081" y="5985"/>
                    </a:lnTo>
                    <a:lnTo>
                      <a:pt x="9081" y="6152"/>
                    </a:lnTo>
                    <a:lnTo>
                      <a:pt x="9102" y="6466"/>
                    </a:lnTo>
                    <a:lnTo>
                      <a:pt x="9081" y="6633"/>
                    </a:lnTo>
                    <a:lnTo>
                      <a:pt x="9018" y="6612"/>
                    </a:lnTo>
                    <a:lnTo>
                      <a:pt x="8955" y="6654"/>
                    </a:lnTo>
                    <a:lnTo>
                      <a:pt x="8704" y="6863"/>
                    </a:lnTo>
                    <a:lnTo>
                      <a:pt x="8788" y="6759"/>
                    </a:lnTo>
                    <a:lnTo>
                      <a:pt x="8893" y="6633"/>
                    </a:lnTo>
                    <a:lnTo>
                      <a:pt x="8914" y="6550"/>
                    </a:lnTo>
                    <a:lnTo>
                      <a:pt x="8872" y="6529"/>
                    </a:lnTo>
                    <a:lnTo>
                      <a:pt x="8872" y="6445"/>
                    </a:lnTo>
                    <a:lnTo>
                      <a:pt x="8746" y="6257"/>
                    </a:lnTo>
                    <a:lnTo>
                      <a:pt x="8662" y="6257"/>
                    </a:lnTo>
                    <a:lnTo>
                      <a:pt x="8600" y="6173"/>
                    </a:lnTo>
                    <a:lnTo>
                      <a:pt x="8537" y="6152"/>
                    </a:lnTo>
                    <a:lnTo>
                      <a:pt x="8537" y="6006"/>
                    </a:lnTo>
                    <a:lnTo>
                      <a:pt x="8390" y="5817"/>
                    </a:lnTo>
                    <a:lnTo>
                      <a:pt x="8370" y="5817"/>
                    </a:lnTo>
                    <a:lnTo>
                      <a:pt x="8286" y="5796"/>
                    </a:lnTo>
                    <a:lnTo>
                      <a:pt x="8265" y="5692"/>
                    </a:lnTo>
                    <a:lnTo>
                      <a:pt x="8181" y="5629"/>
                    </a:lnTo>
                    <a:lnTo>
                      <a:pt x="8139" y="5671"/>
                    </a:lnTo>
                    <a:lnTo>
                      <a:pt x="8035" y="5587"/>
                    </a:lnTo>
                    <a:lnTo>
                      <a:pt x="7846" y="5378"/>
                    </a:lnTo>
                    <a:lnTo>
                      <a:pt x="7805" y="5190"/>
                    </a:lnTo>
                    <a:lnTo>
                      <a:pt x="7805" y="5001"/>
                    </a:lnTo>
                    <a:lnTo>
                      <a:pt x="7763" y="4980"/>
                    </a:lnTo>
                    <a:lnTo>
                      <a:pt x="7721" y="5043"/>
                    </a:lnTo>
                    <a:lnTo>
                      <a:pt x="7658" y="5001"/>
                    </a:lnTo>
                    <a:lnTo>
                      <a:pt x="7616" y="4876"/>
                    </a:lnTo>
                    <a:lnTo>
                      <a:pt x="7658" y="4750"/>
                    </a:lnTo>
                    <a:lnTo>
                      <a:pt x="7637" y="4729"/>
                    </a:lnTo>
                    <a:lnTo>
                      <a:pt x="7658" y="4646"/>
                    </a:lnTo>
                    <a:lnTo>
                      <a:pt x="7533" y="4520"/>
                    </a:lnTo>
                    <a:lnTo>
                      <a:pt x="7533" y="4415"/>
                    </a:lnTo>
                    <a:lnTo>
                      <a:pt x="7428" y="4332"/>
                    </a:lnTo>
                    <a:lnTo>
                      <a:pt x="7386" y="4332"/>
                    </a:lnTo>
                    <a:lnTo>
                      <a:pt x="7323" y="4248"/>
                    </a:lnTo>
                    <a:lnTo>
                      <a:pt x="7219" y="4164"/>
                    </a:lnTo>
                    <a:lnTo>
                      <a:pt x="7114" y="4164"/>
                    </a:lnTo>
                    <a:lnTo>
                      <a:pt x="6800" y="3934"/>
                    </a:lnTo>
                    <a:lnTo>
                      <a:pt x="6717" y="3934"/>
                    </a:lnTo>
                    <a:lnTo>
                      <a:pt x="6696" y="3850"/>
                    </a:lnTo>
                    <a:lnTo>
                      <a:pt x="0" y="16091"/>
                    </a:lnTo>
                    <a:lnTo>
                      <a:pt x="377" y="16091"/>
                    </a:lnTo>
                    <a:lnTo>
                      <a:pt x="502" y="16153"/>
                    </a:lnTo>
                    <a:lnTo>
                      <a:pt x="711" y="16007"/>
                    </a:lnTo>
                    <a:lnTo>
                      <a:pt x="1004" y="16049"/>
                    </a:lnTo>
                    <a:lnTo>
                      <a:pt x="858" y="16300"/>
                    </a:lnTo>
                    <a:lnTo>
                      <a:pt x="921" y="16446"/>
                    </a:lnTo>
                    <a:lnTo>
                      <a:pt x="1025" y="16718"/>
                    </a:lnTo>
                    <a:lnTo>
                      <a:pt x="1172" y="17388"/>
                    </a:lnTo>
                    <a:lnTo>
                      <a:pt x="1235" y="17534"/>
                    </a:lnTo>
                    <a:lnTo>
                      <a:pt x="1130" y="17702"/>
                    </a:lnTo>
                    <a:lnTo>
                      <a:pt x="1130" y="17765"/>
                    </a:lnTo>
                    <a:lnTo>
                      <a:pt x="1172" y="17765"/>
                    </a:lnTo>
                    <a:lnTo>
                      <a:pt x="1381" y="17744"/>
                    </a:lnTo>
                    <a:lnTo>
                      <a:pt x="1569" y="17723"/>
                    </a:lnTo>
                    <a:lnTo>
                      <a:pt x="1695" y="17639"/>
                    </a:lnTo>
                    <a:lnTo>
                      <a:pt x="1862" y="17409"/>
                    </a:lnTo>
                    <a:lnTo>
                      <a:pt x="1988" y="17283"/>
                    </a:lnTo>
                    <a:lnTo>
                      <a:pt x="2197" y="17200"/>
                    </a:lnTo>
                    <a:lnTo>
                      <a:pt x="2260" y="17179"/>
                    </a:lnTo>
                    <a:lnTo>
                      <a:pt x="2469" y="17116"/>
                    </a:lnTo>
                    <a:lnTo>
                      <a:pt x="2636" y="17116"/>
                    </a:lnTo>
                    <a:lnTo>
                      <a:pt x="2783" y="17221"/>
                    </a:lnTo>
                    <a:lnTo>
                      <a:pt x="2783" y="17325"/>
                    </a:lnTo>
                    <a:lnTo>
                      <a:pt x="2804" y="17409"/>
                    </a:lnTo>
                    <a:lnTo>
                      <a:pt x="2720" y="17555"/>
                    </a:lnTo>
                    <a:lnTo>
                      <a:pt x="2699" y="17639"/>
                    </a:lnTo>
                    <a:lnTo>
                      <a:pt x="2825" y="17974"/>
                    </a:lnTo>
                    <a:lnTo>
                      <a:pt x="2804" y="18078"/>
                    </a:lnTo>
                    <a:lnTo>
                      <a:pt x="2846" y="18288"/>
                    </a:lnTo>
                    <a:lnTo>
                      <a:pt x="2992" y="18455"/>
                    </a:lnTo>
                    <a:lnTo>
                      <a:pt x="3013" y="18664"/>
                    </a:lnTo>
                    <a:lnTo>
                      <a:pt x="3055" y="18748"/>
                    </a:lnTo>
                    <a:lnTo>
                      <a:pt x="3097" y="18853"/>
                    </a:lnTo>
                    <a:lnTo>
                      <a:pt x="3034" y="18957"/>
                    </a:lnTo>
                    <a:lnTo>
                      <a:pt x="3034" y="19062"/>
                    </a:lnTo>
                    <a:lnTo>
                      <a:pt x="3055" y="19146"/>
                    </a:lnTo>
                    <a:lnTo>
                      <a:pt x="3013" y="19501"/>
                    </a:lnTo>
                    <a:lnTo>
                      <a:pt x="3013" y="19920"/>
                    </a:lnTo>
                    <a:lnTo>
                      <a:pt x="3034" y="20338"/>
                    </a:lnTo>
                    <a:lnTo>
                      <a:pt x="2929" y="20380"/>
                    </a:lnTo>
                    <a:lnTo>
                      <a:pt x="2929" y="20464"/>
                    </a:lnTo>
                    <a:lnTo>
                      <a:pt x="2971" y="20464"/>
                    </a:lnTo>
                    <a:lnTo>
                      <a:pt x="3055" y="20527"/>
                    </a:lnTo>
                    <a:lnTo>
                      <a:pt x="3076" y="20568"/>
                    </a:lnTo>
                    <a:lnTo>
                      <a:pt x="3034" y="20589"/>
                    </a:lnTo>
                    <a:lnTo>
                      <a:pt x="2971" y="20652"/>
                    </a:lnTo>
                    <a:lnTo>
                      <a:pt x="3013" y="20736"/>
                    </a:lnTo>
                    <a:lnTo>
                      <a:pt x="3055" y="20778"/>
                    </a:lnTo>
                    <a:lnTo>
                      <a:pt x="3076" y="20861"/>
                    </a:lnTo>
                    <a:lnTo>
                      <a:pt x="3055" y="20903"/>
                    </a:lnTo>
                    <a:lnTo>
                      <a:pt x="3055" y="20966"/>
                    </a:lnTo>
                    <a:lnTo>
                      <a:pt x="3160" y="20966"/>
                    </a:lnTo>
                    <a:lnTo>
                      <a:pt x="3243" y="20987"/>
                    </a:lnTo>
                    <a:lnTo>
                      <a:pt x="3348" y="21154"/>
                    </a:lnTo>
                    <a:lnTo>
                      <a:pt x="3369" y="21217"/>
                    </a:lnTo>
                    <a:lnTo>
                      <a:pt x="3452" y="21280"/>
                    </a:lnTo>
                    <a:lnTo>
                      <a:pt x="3578" y="21363"/>
                    </a:lnTo>
                    <a:lnTo>
                      <a:pt x="3641" y="21468"/>
                    </a:lnTo>
                    <a:lnTo>
                      <a:pt x="3641" y="21573"/>
                    </a:lnTo>
                    <a:lnTo>
                      <a:pt x="3683" y="21594"/>
                    </a:lnTo>
                    <a:lnTo>
                      <a:pt x="3704" y="21635"/>
                    </a:lnTo>
                    <a:lnTo>
                      <a:pt x="3683" y="21698"/>
                    </a:lnTo>
                    <a:lnTo>
                      <a:pt x="3683" y="21740"/>
                    </a:lnTo>
                    <a:lnTo>
                      <a:pt x="3641" y="21782"/>
                    </a:lnTo>
                    <a:lnTo>
                      <a:pt x="3641" y="21845"/>
                    </a:lnTo>
                    <a:lnTo>
                      <a:pt x="3641" y="21887"/>
                    </a:lnTo>
                    <a:lnTo>
                      <a:pt x="3662" y="21907"/>
                    </a:lnTo>
                    <a:lnTo>
                      <a:pt x="3599" y="22033"/>
                    </a:lnTo>
                    <a:lnTo>
                      <a:pt x="3452" y="22326"/>
                    </a:lnTo>
                    <a:lnTo>
                      <a:pt x="3432" y="22514"/>
                    </a:lnTo>
                    <a:lnTo>
                      <a:pt x="3285" y="22661"/>
                    </a:lnTo>
                    <a:lnTo>
                      <a:pt x="3285" y="22744"/>
                    </a:lnTo>
                    <a:lnTo>
                      <a:pt x="3327" y="22744"/>
                    </a:lnTo>
                    <a:lnTo>
                      <a:pt x="3494" y="22535"/>
                    </a:lnTo>
                    <a:lnTo>
                      <a:pt x="3536" y="22410"/>
                    </a:lnTo>
                    <a:lnTo>
                      <a:pt x="3662" y="22305"/>
                    </a:lnTo>
                    <a:lnTo>
                      <a:pt x="3683" y="22347"/>
                    </a:lnTo>
                    <a:lnTo>
                      <a:pt x="3766" y="22368"/>
                    </a:lnTo>
                    <a:lnTo>
                      <a:pt x="3766" y="22431"/>
                    </a:lnTo>
                    <a:lnTo>
                      <a:pt x="3599" y="22514"/>
                    </a:lnTo>
                    <a:lnTo>
                      <a:pt x="3557" y="22619"/>
                    </a:lnTo>
                    <a:lnTo>
                      <a:pt x="3390" y="22786"/>
                    </a:lnTo>
                    <a:lnTo>
                      <a:pt x="3390" y="22828"/>
                    </a:lnTo>
                    <a:lnTo>
                      <a:pt x="3473" y="22828"/>
                    </a:lnTo>
                    <a:lnTo>
                      <a:pt x="3432" y="22870"/>
                    </a:lnTo>
                    <a:lnTo>
                      <a:pt x="3285" y="22849"/>
                    </a:lnTo>
                    <a:lnTo>
                      <a:pt x="3222" y="22870"/>
                    </a:lnTo>
                    <a:lnTo>
                      <a:pt x="3160" y="23037"/>
                    </a:lnTo>
                    <a:lnTo>
                      <a:pt x="3055" y="23142"/>
                    </a:lnTo>
                    <a:lnTo>
                      <a:pt x="3076" y="23268"/>
                    </a:lnTo>
                    <a:lnTo>
                      <a:pt x="3034" y="23247"/>
                    </a:lnTo>
                    <a:lnTo>
                      <a:pt x="2971" y="23184"/>
                    </a:lnTo>
                    <a:lnTo>
                      <a:pt x="2908" y="23247"/>
                    </a:lnTo>
                    <a:lnTo>
                      <a:pt x="2908" y="23393"/>
                    </a:lnTo>
                    <a:lnTo>
                      <a:pt x="3013" y="23393"/>
                    </a:lnTo>
                    <a:lnTo>
                      <a:pt x="3034" y="23477"/>
                    </a:lnTo>
                    <a:lnTo>
                      <a:pt x="2971" y="23665"/>
                    </a:lnTo>
                    <a:lnTo>
                      <a:pt x="2950" y="23937"/>
                    </a:lnTo>
                    <a:lnTo>
                      <a:pt x="3013" y="24125"/>
                    </a:lnTo>
                    <a:lnTo>
                      <a:pt x="3076" y="24293"/>
                    </a:lnTo>
                    <a:lnTo>
                      <a:pt x="3160" y="24314"/>
                    </a:lnTo>
                    <a:lnTo>
                      <a:pt x="3180" y="24230"/>
                    </a:lnTo>
                    <a:lnTo>
                      <a:pt x="3264" y="24146"/>
                    </a:lnTo>
                    <a:lnTo>
                      <a:pt x="3452" y="24104"/>
                    </a:lnTo>
                    <a:lnTo>
                      <a:pt x="3557" y="24021"/>
                    </a:lnTo>
                    <a:lnTo>
                      <a:pt x="3662" y="23895"/>
                    </a:lnTo>
                    <a:lnTo>
                      <a:pt x="3704" y="23895"/>
                    </a:lnTo>
                    <a:lnTo>
                      <a:pt x="3704" y="24021"/>
                    </a:lnTo>
                    <a:lnTo>
                      <a:pt x="3662" y="24125"/>
                    </a:lnTo>
                    <a:lnTo>
                      <a:pt x="3599" y="24146"/>
                    </a:lnTo>
                    <a:lnTo>
                      <a:pt x="3536" y="24251"/>
                    </a:lnTo>
                    <a:lnTo>
                      <a:pt x="3536" y="24314"/>
                    </a:lnTo>
                    <a:lnTo>
                      <a:pt x="3641" y="24397"/>
                    </a:lnTo>
                    <a:lnTo>
                      <a:pt x="3704" y="24460"/>
                    </a:lnTo>
                    <a:lnTo>
                      <a:pt x="3808" y="24460"/>
                    </a:lnTo>
                    <a:lnTo>
                      <a:pt x="3892" y="24502"/>
                    </a:lnTo>
                    <a:lnTo>
                      <a:pt x="3955" y="24544"/>
                    </a:lnTo>
                    <a:lnTo>
                      <a:pt x="3808" y="24502"/>
                    </a:lnTo>
                    <a:lnTo>
                      <a:pt x="3683" y="24502"/>
                    </a:lnTo>
                    <a:lnTo>
                      <a:pt x="3578" y="24439"/>
                    </a:lnTo>
                    <a:lnTo>
                      <a:pt x="3432" y="24439"/>
                    </a:lnTo>
                    <a:lnTo>
                      <a:pt x="3369" y="24523"/>
                    </a:lnTo>
                    <a:lnTo>
                      <a:pt x="3369" y="24607"/>
                    </a:lnTo>
                    <a:lnTo>
                      <a:pt x="3432" y="24669"/>
                    </a:lnTo>
                    <a:lnTo>
                      <a:pt x="3452" y="24920"/>
                    </a:lnTo>
                    <a:lnTo>
                      <a:pt x="3494" y="24983"/>
                    </a:lnTo>
                    <a:lnTo>
                      <a:pt x="3557" y="24983"/>
                    </a:lnTo>
                    <a:lnTo>
                      <a:pt x="3641" y="24941"/>
                    </a:lnTo>
                    <a:lnTo>
                      <a:pt x="3683" y="24983"/>
                    </a:lnTo>
                    <a:lnTo>
                      <a:pt x="3641" y="25046"/>
                    </a:lnTo>
                    <a:lnTo>
                      <a:pt x="3599" y="25088"/>
                    </a:lnTo>
                    <a:lnTo>
                      <a:pt x="3683" y="25151"/>
                    </a:lnTo>
                    <a:lnTo>
                      <a:pt x="3683" y="25192"/>
                    </a:lnTo>
                    <a:lnTo>
                      <a:pt x="3662" y="25255"/>
                    </a:lnTo>
                    <a:lnTo>
                      <a:pt x="3557" y="25234"/>
                    </a:lnTo>
                    <a:lnTo>
                      <a:pt x="3411" y="25276"/>
                    </a:lnTo>
                    <a:lnTo>
                      <a:pt x="3264" y="25381"/>
                    </a:lnTo>
                    <a:lnTo>
                      <a:pt x="3243" y="25423"/>
                    </a:lnTo>
                    <a:lnTo>
                      <a:pt x="3306" y="25485"/>
                    </a:lnTo>
                    <a:lnTo>
                      <a:pt x="3452" y="25423"/>
                    </a:lnTo>
                    <a:lnTo>
                      <a:pt x="3536" y="25465"/>
                    </a:lnTo>
                    <a:lnTo>
                      <a:pt x="3452" y="25485"/>
                    </a:lnTo>
                    <a:lnTo>
                      <a:pt x="3432" y="25548"/>
                    </a:lnTo>
                    <a:lnTo>
                      <a:pt x="3515" y="25632"/>
                    </a:lnTo>
                    <a:lnTo>
                      <a:pt x="3662" y="25590"/>
                    </a:lnTo>
                    <a:lnTo>
                      <a:pt x="3829" y="25465"/>
                    </a:lnTo>
                    <a:lnTo>
                      <a:pt x="3934" y="25297"/>
                    </a:lnTo>
                    <a:lnTo>
                      <a:pt x="4038" y="25297"/>
                    </a:lnTo>
                    <a:lnTo>
                      <a:pt x="4143" y="25213"/>
                    </a:lnTo>
                    <a:lnTo>
                      <a:pt x="4164" y="25109"/>
                    </a:lnTo>
                    <a:lnTo>
                      <a:pt x="4185" y="25088"/>
                    </a:lnTo>
                    <a:lnTo>
                      <a:pt x="4206" y="25172"/>
                    </a:lnTo>
                    <a:lnTo>
                      <a:pt x="4143" y="25339"/>
                    </a:lnTo>
                    <a:lnTo>
                      <a:pt x="4038" y="25402"/>
                    </a:lnTo>
                    <a:lnTo>
                      <a:pt x="3913" y="25465"/>
                    </a:lnTo>
                    <a:lnTo>
                      <a:pt x="3892" y="25548"/>
                    </a:lnTo>
                    <a:lnTo>
                      <a:pt x="3955" y="25611"/>
                    </a:lnTo>
                    <a:lnTo>
                      <a:pt x="4038" y="25590"/>
                    </a:lnTo>
                    <a:lnTo>
                      <a:pt x="4164" y="25590"/>
                    </a:lnTo>
                    <a:lnTo>
                      <a:pt x="4268" y="25611"/>
                    </a:lnTo>
                    <a:lnTo>
                      <a:pt x="4122" y="25611"/>
                    </a:lnTo>
                    <a:lnTo>
                      <a:pt x="4017" y="25674"/>
                    </a:lnTo>
                    <a:lnTo>
                      <a:pt x="4017" y="25820"/>
                    </a:lnTo>
                    <a:lnTo>
                      <a:pt x="4059" y="25967"/>
                    </a:lnTo>
                    <a:lnTo>
                      <a:pt x="4017" y="25988"/>
                    </a:lnTo>
                    <a:lnTo>
                      <a:pt x="3976" y="25904"/>
                    </a:lnTo>
                    <a:lnTo>
                      <a:pt x="3976" y="25757"/>
                    </a:lnTo>
                    <a:lnTo>
                      <a:pt x="3913" y="25674"/>
                    </a:lnTo>
                    <a:lnTo>
                      <a:pt x="3850" y="25716"/>
                    </a:lnTo>
                    <a:lnTo>
                      <a:pt x="3578" y="25904"/>
                    </a:lnTo>
                    <a:lnTo>
                      <a:pt x="3536" y="25988"/>
                    </a:lnTo>
                    <a:lnTo>
                      <a:pt x="3369" y="26071"/>
                    </a:lnTo>
                    <a:lnTo>
                      <a:pt x="3327" y="26134"/>
                    </a:lnTo>
                    <a:lnTo>
                      <a:pt x="3348" y="26218"/>
                    </a:lnTo>
                    <a:lnTo>
                      <a:pt x="3348" y="26301"/>
                    </a:lnTo>
                    <a:lnTo>
                      <a:pt x="3369" y="26322"/>
                    </a:lnTo>
                    <a:lnTo>
                      <a:pt x="3452" y="26281"/>
                    </a:lnTo>
                    <a:lnTo>
                      <a:pt x="3557" y="26218"/>
                    </a:lnTo>
                    <a:lnTo>
                      <a:pt x="3599" y="26113"/>
                    </a:lnTo>
                    <a:lnTo>
                      <a:pt x="3662" y="26134"/>
                    </a:lnTo>
                    <a:lnTo>
                      <a:pt x="3704" y="26197"/>
                    </a:lnTo>
                    <a:lnTo>
                      <a:pt x="3892" y="26218"/>
                    </a:lnTo>
                    <a:lnTo>
                      <a:pt x="3871" y="26239"/>
                    </a:lnTo>
                    <a:lnTo>
                      <a:pt x="3766" y="26218"/>
                    </a:lnTo>
                    <a:lnTo>
                      <a:pt x="3599" y="26218"/>
                    </a:lnTo>
                    <a:lnTo>
                      <a:pt x="3536" y="26281"/>
                    </a:lnTo>
                    <a:lnTo>
                      <a:pt x="3536" y="26322"/>
                    </a:lnTo>
                    <a:lnTo>
                      <a:pt x="3557" y="26385"/>
                    </a:lnTo>
                    <a:lnTo>
                      <a:pt x="3473" y="26406"/>
                    </a:lnTo>
                    <a:lnTo>
                      <a:pt x="3432" y="26385"/>
                    </a:lnTo>
                    <a:lnTo>
                      <a:pt x="3264" y="26427"/>
                    </a:lnTo>
                    <a:lnTo>
                      <a:pt x="3264" y="26490"/>
                    </a:lnTo>
                    <a:lnTo>
                      <a:pt x="3390" y="26490"/>
                    </a:lnTo>
                    <a:lnTo>
                      <a:pt x="3473" y="26532"/>
                    </a:lnTo>
                    <a:lnTo>
                      <a:pt x="3578" y="26532"/>
                    </a:lnTo>
                    <a:lnTo>
                      <a:pt x="3515" y="26594"/>
                    </a:lnTo>
                    <a:lnTo>
                      <a:pt x="3390" y="26594"/>
                    </a:lnTo>
                    <a:lnTo>
                      <a:pt x="3327" y="26532"/>
                    </a:lnTo>
                    <a:lnTo>
                      <a:pt x="3222" y="26553"/>
                    </a:lnTo>
                    <a:lnTo>
                      <a:pt x="3180" y="26657"/>
                    </a:lnTo>
                    <a:lnTo>
                      <a:pt x="3243" y="26720"/>
                    </a:lnTo>
                    <a:lnTo>
                      <a:pt x="3327" y="26720"/>
                    </a:lnTo>
                    <a:lnTo>
                      <a:pt x="3452" y="26699"/>
                    </a:lnTo>
                    <a:lnTo>
                      <a:pt x="3536" y="26741"/>
                    </a:lnTo>
                    <a:lnTo>
                      <a:pt x="3683" y="26741"/>
                    </a:lnTo>
                    <a:lnTo>
                      <a:pt x="3662" y="26804"/>
                    </a:lnTo>
                    <a:lnTo>
                      <a:pt x="3557" y="26825"/>
                    </a:lnTo>
                    <a:lnTo>
                      <a:pt x="3452" y="26804"/>
                    </a:lnTo>
                    <a:lnTo>
                      <a:pt x="3432" y="26825"/>
                    </a:lnTo>
                    <a:lnTo>
                      <a:pt x="3452" y="26845"/>
                    </a:lnTo>
                    <a:lnTo>
                      <a:pt x="3662" y="26845"/>
                    </a:lnTo>
                    <a:lnTo>
                      <a:pt x="3662" y="26908"/>
                    </a:lnTo>
                    <a:lnTo>
                      <a:pt x="3536" y="26929"/>
                    </a:lnTo>
                    <a:lnTo>
                      <a:pt x="3390" y="26908"/>
                    </a:lnTo>
                    <a:lnTo>
                      <a:pt x="3327" y="26845"/>
                    </a:lnTo>
                    <a:lnTo>
                      <a:pt x="3264" y="26908"/>
                    </a:lnTo>
                    <a:lnTo>
                      <a:pt x="3327" y="27013"/>
                    </a:lnTo>
                    <a:lnTo>
                      <a:pt x="3452" y="27076"/>
                    </a:lnTo>
                    <a:lnTo>
                      <a:pt x="3473" y="27013"/>
                    </a:lnTo>
                    <a:lnTo>
                      <a:pt x="3557" y="27013"/>
                    </a:lnTo>
                    <a:lnTo>
                      <a:pt x="3641" y="27055"/>
                    </a:lnTo>
                    <a:lnTo>
                      <a:pt x="3787" y="27034"/>
                    </a:lnTo>
                    <a:lnTo>
                      <a:pt x="3850" y="27076"/>
                    </a:lnTo>
                    <a:lnTo>
                      <a:pt x="3766" y="27117"/>
                    </a:lnTo>
                    <a:lnTo>
                      <a:pt x="3766" y="27159"/>
                    </a:lnTo>
                    <a:lnTo>
                      <a:pt x="3871" y="27159"/>
                    </a:lnTo>
                    <a:lnTo>
                      <a:pt x="3892" y="27243"/>
                    </a:lnTo>
                    <a:lnTo>
                      <a:pt x="4026" y="27276"/>
                    </a:lnTo>
                    <a:lnTo>
                      <a:pt x="3976" y="27285"/>
                    </a:lnTo>
                    <a:lnTo>
                      <a:pt x="3871" y="27285"/>
                    </a:lnTo>
                    <a:lnTo>
                      <a:pt x="3787" y="27369"/>
                    </a:lnTo>
                    <a:lnTo>
                      <a:pt x="3787" y="27431"/>
                    </a:lnTo>
                    <a:lnTo>
                      <a:pt x="3871" y="27473"/>
                    </a:lnTo>
                    <a:lnTo>
                      <a:pt x="3913" y="27431"/>
                    </a:lnTo>
                    <a:lnTo>
                      <a:pt x="3976" y="27389"/>
                    </a:lnTo>
                    <a:lnTo>
                      <a:pt x="3996" y="27452"/>
                    </a:lnTo>
                    <a:lnTo>
                      <a:pt x="4017" y="27452"/>
                    </a:lnTo>
                    <a:lnTo>
                      <a:pt x="4080" y="27369"/>
                    </a:lnTo>
                    <a:lnTo>
                      <a:pt x="4185" y="27306"/>
                    </a:lnTo>
                    <a:lnTo>
                      <a:pt x="4185" y="27369"/>
                    </a:lnTo>
                    <a:lnTo>
                      <a:pt x="4164" y="27410"/>
                    </a:lnTo>
                    <a:lnTo>
                      <a:pt x="4164" y="27473"/>
                    </a:lnTo>
                    <a:lnTo>
                      <a:pt x="4206" y="27494"/>
                    </a:lnTo>
                    <a:lnTo>
                      <a:pt x="4289" y="27557"/>
                    </a:lnTo>
                    <a:lnTo>
                      <a:pt x="4373" y="27557"/>
                    </a:lnTo>
                    <a:lnTo>
                      <a:pt x="4499" y="27369"/>
                    </a:lnTo>
                    <a:lnTo>
                      <a:pt x="4520" y="27159"/>
                    </a:lnTo>
                    <a:lnTo>
                      <a:pt x="4582" y="27055"/>
                    </a:lnTo>
                    <a:lnTo>
                      <a:pt x="4645" y="27034"/>
                    </a:lnTo>
                    <a:lnTo>
                      <a:pt x="4645" y="27097"/>
                    </a:lnTo>
                    <a:lnTo>
                      <a:pt x="4603" y="27159"/>
                    </a:lnTo>
                    <a:lnTo>
                      <a:pt x="4603" y="27306"/>
                    </a:lnTo>
                    <a:lnTo>
                      <a:pt x="4499" y="27473"/>
                    </a:lnTo>
                    <a:lnTo>
                      <a:pt x="4415" y="27557"/>
                    </a:lnTo>
                    <a:lnTo>
                      <a:pt x="4436" y="27599"/>
                    </a:lnTo>
                    <a:lnTo>
                      <a:pt x="4582" y="27599"/>
                    </a:lnTo>
                    <a:lnTo>
                      <a:pt x="4687" y="27578"/>
                    </a:lnTo>
                    <a:lnTo>
                      <a:pt x="4708" y="27599"/>
                    </a:lnTo>
                    <a:lnTo>
                      <a:pt x="4624" y="27682"/>
                    </a:lnTo>
                    <a:lnTo>
                      <a:pt x="4582" y="27808"/>
                    </a:lnTo>
                    <a:lnTo>
                      <a:pt x="4415" y="27913"/>
                    </a:lnTo>
                    <a:lnTo>
                      <a:pt x="4415" y="27975"/>
                    </a:lnTo>
                    <a:lnTo>
                      <a:pt x="4499" y="28122"/>
                    </a:lnTo>
                    <a:lnTo>
                      <a:pt x="4624" y="28185"/>
                    </a:lnTo>
                    <a:lnTo>
                      <a:pt x="4708" y="28122"/>
                    </a:lnTo>
                    <a:lnTo>
                      <a:pt x="4792" y="28122"/>
                    </a:lnTo>
                    <a:lnTo>
                      <a:pt x="4812" y="28226"/>
                    </a:lnTo>
                    <a:lnTo>
                      <a:pt x="4875" y="28331"/>
                    </a:lnTo>
                    <a:lnTo>
                      <a:pt x="4875" y="28415"/>
                    </a:lnTo>
                    <a:lnTo>
                      <a:pt x="4812" y="28415"/>
                    </a:lnTo>
                    <a:lnTo>
                      <a:pt x="4771" y="28310"/>
                    </a:lnTo>
                    <a:lnTo>
                      <a:pt x="4708" y="28310"/>
                    </a:lnTo>
                    <a:lnTo>
                      <a:pt x="4708" y="28415"/>
                    </a:lnTo>
                    <a:lnTo>
                      <a:pt x="4812" y="28561"/>
                    </a:lnTo>
                    <a:lnTo>
                      <a:pt x="4938" y="28498"/>
                    </a:lnTo>
                    <a:lnTo>
                      <a:pt x="5085" y="28436"/>
                    </a:lnTo>
                    <a:lnTo>
                      <a:pt x="5147" y="28352"/>
                    </a:lnTo>
                    <a:lnTo>
                      <a:pt x="5147" y="28352"/>
                    </a:lnTo>
                    <a:lnTo>
                      <a:pt x="5126" y="28519"/>
                    </a:lnTo>
                    <a:lnTo>
                      <a:pt x="5022" y="28750"/>
                    </a:lnTo>
                    <a:lnTo>
                      <a:pt x="5043" y="28938"/>
                    </a:lnTo>
                    <a:lnTo>
                      <a:pt x="5126" y="28959"/>
                    </a:lnTo>
                    <a:lnTo>
                      <a:pt x="20087" y="30444"/>
                    </a:lnTo>
                    <a:lnTo>
                      <a:pt x="20212" y="30507"/>
                    </a:lnTo>
                    <a:lnTo>
                      <a:pt x="20359" y="30507"/>
                    </a:lnTo>
                    <a:lnTo>
                      <a:pt x="20484" y="30612"/>
                    </a:lnTo>
                    <a:lnTo>
                      <a:pt x="20484" y="30674"/>
                    </a:lnTo>
                    <a:lnTo>
                      <a:pt x="20568" y="30737"/>
                    </a:lnTo>
                    <a:lnTo>
                      <a:pt x="20589" y="30779"/>
                    </a:lnTo>
                    <a:lnTo>
                      <a:pt x="20694" y="30821"/>
                    </a:lnTo>
                    <a:lnTo>
                      <a:pt x="20714" y="30842"/>
                    </a:lnTo>
                    <a:lnTo>
                      <a:pt x="20840" y="30884"/>
                    </a:lnTo>
                    <a:lnTo>
                      <a:pt x="20903" y="30946"/>
                    </a:lnTo>
                    <a:lnTo>
                      <a:pt x="20945" y="30946"/>
                    </a:lnTo>
                    <a:lnTo>
                      <a:pt x="21049" y="30926"/>
                    </a:lnTo>
                    <a:lnTo>
                      <a:pt x="21133" y="30946"/>
                    </a:lnTo>
                    <a:lnTo>
                      <a:pt x="21238" y="30946"/>
                    </a:lnTo>
                    <a:lnTo>
                      <a:pt x="21363" y="31051"/>
                    </a:lnTo>
                    <a:lnTo>
                      <a:pt x="21447" y="31051"/>
                    </a:lnTo>
                    <a:lnTo>
                      <a:pt x="21510" y="31198"/>
                    </a:lnTo>
                    <a:lnTo>
                      <a:pt x="21719" y="31239"/>
                    </a:lnTo>
                    <a:lnTo>
                      <a:pt x="21823" y="31260"/>
                    </a:lnTo>
                    <a:lnTo>
                      <a:pt x="21886" y="31344"/>
                    </a:lnTo>
                    <a:lnTo>
                      <a:pt x="21970" y="31407"/>
                    </a:lnTo>
                    <a:lnTo>
                      <a:pt x="22158" y="31407"/>
                    </a:lnTo>
                    <a:lnTo>
                      <a:pt x="22263" y="31344"/>
                    </a:lnTo>
                    <a:lnTo>
                      <a:pt x="22305" y="31407"/>
                    </a:lnTo>
                    <a:lnTo>
                      <a:pt x="22367" y="31511"/>
                    </a:lnTo>
                    <a:lnTo>
                      <a:pt x="22618" y="31532"/>
                    </a:lnTo>
                    <a:lnTo>
                      <a:pt x="22681" y="31574"/>
                    </a:lnTo>
                    <a:lnTo>
                      <a:pt x="22807" y="31616"/>
                    </a:lnTo>
                    <a:lnTo>
                      <a:pt x="22890" y="31658"/>
                    </a:lnTo>
                    <a:lnTo>
                      <a:pt x="25192" y="32725"/>
                    </a:lnTo>
                    <a:lnTo>
                      <a:pt x="25339" y="32913"/>
                    </a:lnTo>
                    <a:lnTo>
                      <a:pt x="25694" y="33206"/>
                    </a:lnTo>
                    <a:lnTo>
                      <a:pt x="26050" y="34985"/>
                    </a:lnTo>
                    <a:lnTo>
                      <a:pt x="26008" y="35738"/>
                    </a:lnTo>
                    <a:lnTo>
                      <a:pt x="25945" y="35864"/>
                    </a:lnTo>
                    <a:lnTo>
                      <a:pt x="25903" y="36010"/>
                    </a:lnTo>
                    <a:lnTo>
                      <a:pt x="25820" y="36136"/>
                    </a:lnTo>
                    <a:lnTo>
                      <a:pt x="25611" y="36240"/>
                    </a:lnTo>
                    <a:lnTo>
                      <a:pt x="25506" y="36366"/>
                    </a:lnTo>
                    <a:lnTo>
                      <a:pt x="25611" y="36554"/>
                    </a:lnTo>
                    <a:lnTo>
                      <a:pt x="27598" y="36031"/>
                    </a:lnTo>
                    <a:lnTo>
                      <a:pt x="27849" y="35947"/>
                    </a:lnTo>
                    <a:lnTo>
                      <a:pt x="27912" y="35654"/>
                    </a:lnTo>
                    <a:lnTo>
                      <a:pt x="28979" y="35340"/>
                    </a:lnTo>
                    <a:lnTo>
                      <a:pt x="29461" y="34985"/>
                    </a:lnTo>
                    <a:lnTo>
                      <a:pt x="29565" y="34901"/>
                    </a:lnTo>
                    <a:lnTo>
                      <a:pt x="29712" y="34880"/>
                    </a:lnTo>
                    <a:lnTo>
                      <a:pt x="29984" y="34650"/>
                    </a:lnTo>
                    <a:lnTo>
                      <a:pt x="30088" y="34545"/>
                    </a:lnTo>
                    <a:lnTo>
                      <a:pt x="30214" y="34483"/>
                    </a:lnTo>
                    <a:lnTo>
                      <a:pt x="30318" y="34378"/>
                    </a:lnTo>
                    <a:lnTo>
                      <a:pt x="30528" y="34357"/>
                    </a:lnTo>
                    <a:lnTo>
                      <a:pt x="32202" y="34378"/>
                    </a:lnTo>
                    <a:lnTo>
                      <a:pt x="32327" y="34252"/>
                    </a:lnTo>
                    <a:lnTo>
                      <a:pt x="32390" y="34252"/>
                    </a:lnTo>
                    <a:lnTo>
                      <a:pt x="32432" y="34190"/>
                    </a:lnTo>
                    <a:lnTo>
                      <a:pt x="32515" y="34190"/>
                    </a:lnTo>
                    <a:lnTo>
                      <a:pt x="32620" y="34231"/>
                    </a:lnTo>
                    <a:lnTo>
                      <a:pt x="32704" y="34169"/>
                    </a:lnTo>
                    <a:lnTo>
                      <a:pt x="32725" y="34085"/>
                    </a:lnTo>
                    <a:lnTo>
                      <a:pt x="32913" y="33876"/>
                    </a:lnTo>
                    <a:lnTo>
                      <a:pt x="32976" y="33855"/>
                    </a:lnTo>
                    <a:lnTo>
                      <a:pt x="33143" y="33667"/>
                    </a:lnTo>
                    <a:lnTo>
                      <a:pt x="33185" y="33541"/>
                    </a:lnTo>
                    <a:lnTo>
                      <a:pt x="33227" y="33415"/>
                    </a:lnTo>
                    <a:lnTo>
                      <a:pt x="33373" y="33332"/>
                    </a:lnTo>
                    <a:lnTo>
                      <a:pt x="33373" y="33227"/>
                    </a:lnTo>
                    <a:lnTo>
                      <a:pt x="33478" y="33102"/>
                    </a:lnTo>
                    <a:lnTo>
                      <a:pt x="33687" y="32871"/>
                    </a:lnTo>
                    <a:lnTo>
                      <a:pt x="33750" y="32767"/>
                    </a:lnTo>
                    <a:lnTo>
                      <a:pt x="33854" y="32662"/>
                    </a:lnTo>
                    <a:lnTo>
                      <a:pt x="33875" y="32662"/>
                    </a:lnTo>
                    <a:lnTo>
                      <a:pt x="33959" y="32704"/>
                    </a:lnTo>
                    <a:lnTo>
                      <a:pt x="34022" y="32788"/>
                    </a:lnTo>
                    <a:lnTo>
                      <a:pt x="34168" y="32767"/>
                    </a:lnTo>
                    <a:lnTo>
                      <a:pt x="34315" y="32809"/>
                    </a:lnTo>
                    <a:lnTo>
                      <a:pt x="34378" y="32767"/>
                    </a:lnTo>
                    <a:lnTo>
                      <a:pt x="34608" y="32976"/>
                    </a:lnTo>
                    <a:lnTo>
                      <a:pt x="34608" y="33143"/>
                    </a:lnTo>
                    <a:lnTo>
                      <a:pt x="34482" y="33876"/>
                    </a:lnTo>
                    <a:lnTo>
                      <a:pt x="34440" y="33959"/>
                    </a:lnTo>
                    <a:lnTo>
                      <a:pt x="34503" y="33959"/>
                    </a:lnTo>
                    <a:lnTo>
                      <a:pt x="34524" y="34043"/>
                    </a:lnTo>
                    <a:lnTo>
                      <a:pt x="34587" y="34085"/>
                    </a:lnTo>
                    <a:lnTo>
                      <a:pt x="34587" y="34190"/>
                    </a:lnTo>
                    <a:lnTo>
                      <a:pt x="34587" y="34252"/>
                    </a:lnTo>
                    <a:lnTo>
                      <a:pt x="34587" y="34294"/>
                    </a:lnTo>
                    <a:lnTo>
                      <a:pt x="34545" y="34357"/>
                    </a:lnTo>
                    <a:lnTo>
                      <a:pt x="34587" y="34378"/>
                    </a:lnTo>
                    <a:lnTo>
                      <a:pt x="34733" y="34399"/>
                    </a:lnTo>
                    <a:lnTo>
                      <a:pt x="34859" y="34378"/>
                    </a:lnTo>
                    <a:lnTo>
                      <a:pt x="34901" y="34462"/>
                    </a:lnTo>
                    <a:lnTo>
                      <a:pt x="34963" y="34483"/>
                    </a:lnTo>
                    <a:lnTo>
                      <a:pt x="35026" y="34399"/>
                    </a:lnTo>
                    <a:lnTo>
                      <a:pt x="35110" y="34462"/>
                    </a:lnTo>
                    <a:lnTo>
                      <a:pt x="35235" y="34441"/>
                    </a:lnTo>
                    <a:lnTo>
                      <a:pt x="35277" y="34336"/>
                    </a:lnTo>
                    <a:lnTo>
                      <a:pt x="35382" y="34231"/>
                    </a:lnTo>
                    <a:lnTo>
                      <a:pt x="35382" y="34231"/>
                    </a:lnTo>
                    <a:lnTo>
                      <a:pt x="35319" y="34336"/>
                    </a:lnTo>
                    <a:lnTo>
                      <a:pt x="35340" y="34336"/>
                    </a:lnTo>
                    <a:lnTo>
                      <a:pt x="35319" y="34378"/>
                    </a:lnTo>
                    <a:lnTo>
                      <a:pt x="35361" y="34399"/>
                    </a:lnTo>
                    <a:lnTo>
                      <a:pt x="35633" y="34336"/>
                    </a:lnTo>
                    <a:lnTo>
                      <a:pt x="35675" y="34252"/>
                    </a:lnTo>
                    <a:lnTo>
                      <a:pt x="35842" y="34252"/>
                    </a:lnTo>
                    <a:lnTo>
                      <a:pt x="35968" y="34127"/>
                    </a:lnTo>
                    <a:lnTo>
                      <a:pt x="36072" y="34085"/>
                    </a:lnTo>
                    <a:lnTo>
                      <a:pt x="36198" y="33918"/>
                    </a:lnTo>
                    <a:lnTo>
                      <a:pt x="36198" y="33980"/>
                    </a:lnTo>
                    <a:lnTo>
                      <a:pt x="36282" y="33939"/>
                    </a:lnTo>
                    <a:lnTo>
                      <a:pt x="36282" y="33980"/>
                    </a:lnTo>
                    <a:lnTo>
                      <a:pt x="36156" y="34127"/>
                    </a:lnTo>
                    <a:lnTo>
                      <a:pt x="36051" y="34148"/>
                    </a:lnTo>
                    <a:lnTo>
                      <a:pt x="35947" y="34294"/>
                    </a:lnTo>
                    <a:lnTo>
                      <a:pt x="36072" y="34336"/>
                    </a:lnTo>
                    <a:lnTo>
                      <a:pt x="36156" y="34231"/>
                    </a:lnTo>
                    <a:lnTo>
                      <a:pt x="36261" y="34231"/>
                    </a:lnTo>
                    <a:lnTo>
                      <a:pt x="36323" y="34273"/>
                    </a:lnTo>
                    <a:lnTo>
                      <a:pt x="36575" y="34294"/>
                    </a:lnTo>
                    <a:lnTo>
                      <a:pt x="36742" y="34294"/>
                    </a:lnTo>
                    <a:lnTo>
                      <a:pt x="36616" y="34357"/>
                    </a:lnTo>
                    <a:lnTo>
                      <a:pt x="36470" y="34378"/>
                    </a:lnTo>
                    <a:lnTo>
                      <a:pt x="36365" y="34399"/>
                    </a:lnTo>
                    <a:lnTo>
                      <a:pt x="36323" y="34483"/>
                    </a:lnTo>
                    <a:lnTo>
                      <a:pt x="36323" y="34545"/>
                    </a:lnTo>
                    <a:lnTo>
                      <a:pt x="36261" y="34483"/>
                    </a:lnTo>
                    <a:lnTo>
                      <a:pt x="36219" y="34378"/>
                    </a:lnTo>
                    <a:lnTo>
                      <a:pt x="36156" y="34357"/>
                    </a:lnTo>
                    <a:lnTo>
                      <a:pt x="35968" y="34399"/>
                    </a:lnTo>
                    <a:lnTo>
                      <a:pt x="35779" y="34545"/>
                    </a:lnTo>
                    <a:lnTo>
                      <a:pt x="35549" y="34587"/>
                    </a:lnTo>
                    <a:lnTo>
                      <a:pt x="35340" y="34713"/>
                    </a:lnTo>
                    <a:lnTo>
                      <a:pt x="35319" y="34817"/>
                    </a:lnTo>
                    <a:lnTo>
                      <a:pt x="35173" y="34922"/>
                    </a:lnTo>
                    <a:lnTo>
                      <a:pt x="35110" y="35110"/>
                    </a:lnTo>
                    <a:lnTo>
                      <a:pt x="35110" y="35236"/>
                    </a:lnTo>
                    <a:lnTo>
                      <a:pt x="35131" y="35340"/>
                    </a:lnTo>
                    <a:lnTo>
                      <a:pt x="35152" y="35445"/>
                    </a:lnTo>
                    <a:lnTo>
                      <a:pt x="35215" y="35424"/>
                    </a:lnTo>
                    <a:lnTo>
                      <a:pt x="35256" y="35445"/>
                    </a:lnTo>
                    <a:lnTo>
                      <a:pt x="35256" y="35592"/>
                    </a:lnTo>
                    <a:lnTo>
                      <a:pt x="35361" y="35654"/>
                    </a:lnTo>
                    <a:lnTo>
                      <a:pt x="35403" y="35612"/>
                    </a:lnTo>
                    <a:lnTo>
                      <a:pt x="35466" y="35654"/>
                    </a:lnTo>
                    <a:lnTo>
                      <a:pt x="35507" y="35612"/>
                    </a:lnTo>
                    <a:lnTo>
                      <a:pt x="35507" y="35508"/>
                    </a:lnTo>
                    <a:lnTo>
                      <a:pt x="35570" y="35487"/>
                    </a:lnTo>
                    <a:lnTo>
                      <a:pt x="35654" y="35487"/>
                    </a:lnTo>
                    <a:lnTo>
                      <a:pt x="35779" y="35382"/>
                    </a:lnTo>
                    <a:lnTo>
                      <a:pt x="35884" y="35340"/>
                    </a:lnTo>
                    <a:lnTo>
                      <a:pt x="36031" y="35131"/>
                    </a:lnTo>
                    <a:lnTo>
                      <a:pt x="36219" y="35006"/>
                    </a:lnTo>
                    <a:lnTo>
                      <a:pt x="36177" y="34964"/>
                    </a:lnTo>
                    <a:lnTo>
                      <a:pt x="36240" y="34817"/>
                    </a:lnTo>
                    <a:lnTo>
                      <a:pt x="36323" y="34817"/>
                    </a:lnTo>
                    <a:lnTo>
                      <a:pt x="36386" y="34755"/>
                    </a:lnTo>
                    <a:lnTo>
                      <a:pt x="36428" y="34755"/>
                    </a:lnTo>
                    <a:lnTo>
                      <a:pt x="36491" y="34880"/>
                    </a:lnTo>
                    <a:lnTo>
                      <a:pt x="36637" y="34901"/>
                    </a:lnTo>
                    <a:lnTo>
                      <a:pt x="36637" y="34859"/>
                    </a:lnTo>
                    <a:lnTo>
                      <a:pt x="36721" y="34859"/>
                    </a:lnTo>
                    <a:lnTo>
                      <a:pt x="36909" y="34755"/>
                    </a:lnTo>
                    <a:lnTo>
                      <a:pt x="37077" y="34692"/>
                    </a:lnTo>
                    <a:lnTo>
                      <a:pt x="37286" y="34650"/>
                    </a:lnTo>
                    <a:lnTo>
                      <a:pt x="37391" y="34650"/>
                    </a:lnTo>
                    <a:lnTo>
                      <a:pt x="37663" y="34483"/>
                    </a:lnTo>
                    <a:lnTo>
                      <a:pt x="37809" y="34441"/>
                    </a:lnTo>
                    <a:lnTo>
                      <a:pt x="37914" y="34441"/>
                    </a:lnTo>
                    <a:lnTo>
                      <a:pt x="37997" y="34462"/>
                    </a:lnTo>
                    <a:lnTo>
                      <a:pt x="38081" y="34399"/>
                    </a:lnTo>
                    <a:lnTo>
                      <a:pt x="38018" y="34357"/>
                    </a:lnTo>
                    <a:lnTo>
                      <a:pt x="37935" y="34357"/>
                    </a:lnTo>
                    <a:lnTo>
                      <a:pt x="37830" y="34294"/>
                    </a:lnTo>
                    <a:lnTo>
                      <a:pt x="37872" y="34294"/>
                    </a:lnTo>
                    <a:lnTo>
                      <a:pt x="37956" y="34273"/>
                    </a:lnTo>
                    <a:lnTo>
                      <a:pt x="37956" y="34231"/>
                    </a:lnTo>
                    <a:lnTo>
                      <a:pt x="37663" y="34169"/>
                    </a:lnTo>
                    <a:lnTo>
                      <a:pt x="37537" y="34148"/>
                    </a:lnTo>
                    <a:lnTo>
                      <a:pt x="37558" y="34085"/>
                    </a:lnTo>
                    <a:lnTo>
                      <a:pt x="37537" y="33980"/>
                    </a:lnTo>
                    <a:lnTo>
                      <a:pt x="37370" y="34085"/>
                    </a:lnTo>
                    <a:lnTo>
                      <a:pt x="37349" y="34148"/>
                    </a:lnTo>
                    <a:lnTo>
                      <a:pt x="37160" y="34106"/>
                    </a:lnTo>
                    <a:lnTo>
                      <a:pt x="37139" y="34064"/>
                    </a:lnTo>
                    <a:lnTo>
                      <a:pt x="36993" y="34022"/>
                    </a:lnTo>
                    <a:lnTo>
                      <a:pt x="36930" y="34043"/>
                    </a:lnTo>
                    <a:lnTo>
                      <a:pt x="36826" y="33980"/>
                    </a:lnTo>
                    <a:lnTo>
                      <a:pt x="36637" y="33980"/>
                    </a:lnTo>
                    <a:lnTo>
                      <a:pt x="36491" y="33876"/>
                    </a:lnTo>
                    <a:lnTo>
                      <a:pt x="36616" y="33834"/>
                    </a:lnTo>
                    <a:lnTo>
                      <a:pt x="36637" y="33750"/>
                    </a:lnTo>
                    <a:lnTo>
                      <a:pt x="36491" y="33750"/>
                    </a:lnTo>
                    <a:lnTo>
                      <a:pt x="36428" y="33708"/>
                    </a:lnTo>
                    <a:lnTo>
                      <a:pt x="36323" y="33708"/>
                    </a:lnTo>
                    <a:lnTo>
                      <a:pt x="36282" y="33541"/>
                    </a:lnTo>
                    <a:lnTo>
                      <a:pt x="36219" y="33499"/>
                    </a:lnTo>
                    <a:lnTo>
                      <a:pt x="36219" y="33332"/>
                    </a:lnTo>
                    <a:lnTo>
                      <a:pt x="36261" y="33227"/>
                    </a:lnTo>
                    <a:lnTo>
                      <a:pt x="36177" y="33143"/>
                    </a:lnTo>
                    <a:lnTo>
                      <a:pt x="36261" y="33039"/>
                    </a:lnTo>
                    <a:lnTo>
                      <a:pt x="36261" y="32997"/>
                    </a:lnTo>
                    <a:lnTo>
                      <a:pt x="36051" y="32997"/>
                    </a:lnTo>
                    <a:lnTo>
                      <a:pt x="36114" y="32913"/>
                    </a:lnTo>
                    <a:lnTo>
                      <a:pt x="36198" y="32913"/>
                    </a:lnTo>
                    <a:lnTo>
                      <a:pt x="36365" y="32620"/>
                    </a:lnTo>
                    <a:lnTo>
                      <a:pt x="36470" y="32558"/>
                    </a:lnTo>
                    <a:lnTo>
                      <a:pt x="36428" y="32474"/>
                    </a:lnTo>
                    <a:lnTo>
                      <a:pt x="36365" y="32474"/>
                    </a:lnTo>
                    <a:lnTo>
                      <a:pt x="36323" y="32411"/>
                    </a:lnTo>
                    <a:lnTo>
                      <a:pt x="36219" y="32411"/>
                    </a:lnTo>
                    <a:lnTo>
                      <a:pt x="36114" y="32495"/>
                    </a:lnTo>
                    <a:lnTo>
                      <a:pt x="35989" y="32558"/>
                    </a:lnTo>
                    <a:lnTo>
                      <a:pt x="35947" y="32474"/>
                    </a:lnTo>
                    <a:lnTo>
                      <a:pt x="35905" y="32369"/>
                    </a:lnTo>
                    <a:lnTo>
                      <a:pt x="35675" y="32307"/>
                    </a:lnTo>
                    <a:lnTo>
                      <a:pt x="35528" y="32286"/>
                    </a:lnTo>
                    <a:lnTo>
                      <a:pt x="35361" y="32307"/>
                    </a:lnTo>
                    <a:lnTo>
                      <a:pt x="35528" y="32244"/>
                    </a:lnTo>
                    <a:lnTo>
                      <a:pt x="35654" y="32265"/>
                    </a:lnTo>
                    <a:lnTo>
                      <a:pt x="35779" y="32244"/>
                    </a:lnTo>
                    <a:lnTo>
                      <a:pt x="35863" y="32181"/>
                    </a:lnTo>
                    <a:lnTo>
                      <a:pt x="35989" y="32244"/>
                    </a:lnTo>
                    <a:lnTo>
                      <a:pt x="36093" y="32307"/>
                    </a:lnTo>
                    <a:lnTo>
                      <a:pt x="36219" y="32307"/>
                    </a:lnTo>
                    <a:lnTo>
                      <a:pt x="36386" y="32202"/>
                    </a:lnTo>
                    <a:lnTo>
                      <a:pt x="36470" y="32202"/>
                    </a:lnTo>
                    <a:lnTo>
                      <a:pt x="36575" y="32097"/>
                    </a:lnTo>
                    <a:lnTo>
                      <a:pt x="36700" y="32076"/>
                    </a:lnTo>
                    <a:lnTo>
                      <a:pt x="36784" y="31867"/>
                    </a:lnTo>
                    <a:lnTo>
                      <a:pt x="36721" y="31825"/>
                    </a:lnTo>
                    <a:lnTo>
                      <a:pt x="36805" y="31783"/>
                    </a:lnTo>
                    <a:lnTo>
                      <a:pt x="36742" y="31721"/>
                    </a:lnTo>
                    <a:lnTo>
                      <a:pt x="36616" y="31658"/>
                    </a:lnTo>
                    <a:lnTo>
                      <a:pt x="36533" y="31658"/>
                    </a:lnTo>
                    <a:lnTo>
                      <a:pt x="36575" y="31637"/>
                    </a:lnTo>
                    <a:lnTo>
                      <a:pt x="36575" y="31616"/>
                    </a:lnTo>
                    <a:lnTo>
                      <a:pt x="36742" y="31637"/>
                    </a:lnTo>
                    <a:lnTo>
                      <a:pt x="36742" y="31574"/>
                    </a:lnTo>
                    <a:lnTo>
                      <a:pt x="36512" y="31449"/>
                    </a:lnTo>
                    <a:lnTo>
                      <a:pt x="36303" y="31365"/>
                    </a:lnTo>
                    <a:lnTo>
                      <a:pt x="35905" y="31365"/>
                    </a:lnTo>
                    <a:lnTo>
                      <a:pt x="35800" y="31428"/>
                    </a:lnTo>
                    <a:lnTo>
                      <a:pt x="35675" y="31428"/>
                    </a:lnTo>
                    <a:lnTo>
                      <a:pt x="35319" y="31553"/>
                    </a:lnTo>
                    <a:lnTo>
                      <a:pt x="35026" y="31616"/>
                    </a:lnTo>
                    <a:lnTo>
                      <a:pt x="34859" y="31679"/>
                    </a:lnTo>
                    <a:lnTo>
                      <a:pt x="34712" y="31721"/>
                    </a:lnTo>
                    <a:lnTo>
                      <a:pt x="34440" y="31867"/>
                    </a:lnTo>
                    <a:lnTo>
                      <a:pt x="34064" y="32139"/>
                    </a:lnTo>
                    <a:lnTo>
                      <a:pt x="33771" y="32390"/>
                    </a:lnTo>
                    <a:lnTo>
                      <a:pt x="33666" y="32453"/>
                    </a:lnTo>
                    <a:lnTo>
                      <a:pt x="33541" y="32579"/>
                    </a:lnTo>
                    <a:lnTo>
                      <a:pt x="33373" y="32767"/>
                    </a:lnTo>
                    <a:lnTo>
                      <a:pt x="33185" y="32892"/>
                    </a:lnTo>
                    <a:lnTo>
                      <a:pt x="32934" y="33018"/>
                    </a:lnTo>
                    <a:lnTo>
                      <a:pt x="32641" y="33143"/>
                    </a:lnTo>
                    <a:lnTo>
                      <a:pt x="32515" y="33143"/>
                    </a:lnTo>
                    <a:lnTo>
                      <a:pt x="32704" y="33102"/>
                    </a:lnTo>
                    <a:lnTo>
                      <a:pt x="33018" y="32976"/>
                    </a:lnTo>
                    <a:lnTo>
                      <a:pt x="33038" y="32892"/>
                    </a:lnTo>
                    <a:lnTo>
                      <a:pt x="33290" y="32725"/>
                    </a:lnTo>
                    <a:lnTo>
                      <a:pt x="33373" y="32599"/>
                    </a:lnTo>
                    <a:lnTo>
                      <a:pt x="33436" y="32453"/>
                    </a:lnTo>
                    <a:lnTo>
                      <a:pt x="33541" y="32411"/>
                    </a:lnTo>
                    <a:lnTo>
                      <a:pt x="33666" y="32286"/>
                    </a:lnTo>
                    <a:lnTo>
                      <a:pt x="33813" y="32202"/>
                    </a:lnTo>
                    <a:lnTo>
                      <a:pt x="33875" y="31993"/>
                    </a:lnTo>
                    <a:lnTo>
                      <a:pt x="34106" y="31888"/>
                    </a:lnTo>
                    <a:lnTo>
                      <a:pt x="34231" y="31679"/>
                    </a:lnTo>
                    <a:lnTo>
                      <a:pt x="34294" y="31658"/>
                    </a:lnTo>
                    <a:lnTo>
                      <a:pt x="34315" y="31595"/>
                    </a:lnTo>
                    <a:lnTo>
                      <a:pt x="34440" y="31532"/>
                    </a:lnTo>
                    <a:lnTo>
                      <a:pt x="34545" y="31491"/>
                    </a:lnTo>
                    <a:lnTo>
                      <a:pt x="34608" y="31386"/>
                    </a:lnTo>
                    <a:lnTo>
                      <a:pt x="34712" y="31344"/>
                    </a:lnTo>
                    <a:lnTo>
                      <a:pt x="34754" y="31386"/>
                    </a:lnTo>
                    <a:lnTo>
                      <a:pt x="34838" y="31365"/>
                    </a:lnTo>
                    <a:lnTo>
                      <a:pt x="34922" y="31239"/>
                    </a:lnTo>
                    <a:lnTo>
                      <a:pt x="35131" y="31239"/>
                    </a:lnTo>
                    <a:lnTo>
                      <a:pt x="35235" y="31177"/>
                    </a:lnTo>
                    <a:lnTo>
                      <a:pt x="35424" y="31177"/>
                    </a:lnTo>
                    <a:lnTo>
                      <a:pt x="35487" y="31072"/>
                    </a:lnTo>
                    <a:lnTo>
                      <a:pt x="35528" y="30946"/>
                    </a:lnTo>
                    <a:lnTo>
                      <a:pt x="35570" y="30905"/>
                    </a:lnTo>
                    <a:lnTo>
                      <a:pt x="35570" y="30821"/>
                    </a:lnTo>
                    <a:lnTo>
                      <a:pt x="35696" y="30758"/>
                    </a:lnTo>
                    <a:lnTo>
                      <a:pt x="35905" y="30591"/>
                    </a:lnTo>
                    <a:lnTo>
                      <a:pt x="36010" y="30549"/>
                    </a:lnTo>
                    <a:lnTo>
                      <a:pt x="36072" y="30507"/>
                    </a:lnTo>
                    <a:lnTo>
                      <a:pt x="36010" y="30444"/>
                    </a:lnTo>
                    <a:lnTo>
                      <a:pt x="36072" y="30382"/>
                    </a:lnTo>
                    <a:lnTo>
                      <a:pt x="36156" y="30319"/>
                    </a:lnTo>
                    <a:lnTo>
                      <a:pt x="36261" y="30423"/>
                    </a:lnTo>
                    <a:lnTo>
                      <a:pt x="36386" y="30486"/>
                    </a:lnTo>
                    <a:lnTo>
                      <a:pt x="36616" y="30444"/>
                    </a:lnTo>
                    <a:lnTo>
                      <a:pt x="36805" y="30528"/>
                    </a:lnTo>
                    <a:lnTo>
                      <a:pt x="36888" y="30528"/>
                    </a:lnTo>
                    <a:lnTo>
                      <a:pt x="36951" y="30549"/>
                    </a:lnTo>
                    <a:lnTo>
                      <a:pt x="37098" y="30486"/>
                    </a:lnTo>
                    <a:lnTo>
                      <a:pt x="37160" y="30549"/>
                    </a:lnTo>
                    <a:lnTo>
                      <a:pt x="37265" y="30549"/>
                    </a:lnTo>
                    <a:lnTo>
                      <a:pt x="37349" y="30507"/>
                    </a:lnTo>
                    <a:lnTo>
                      <a:pt x="37474" y="30591"/>
                    </a:lnTo>
                    <a:lnTo>
                      <a:pt x="37663" y="30612"/>
                    </a:lnTo>
                    <a:lnTo>
                      <a:pt x="37746" y="30570"/>
                    </a:lnTo>
                    <a:lnTo>
                      <a:pt x="37788" y="30570"/>
                    </a:lnTo>
                    <a:lnTo>
                      <a:pt x="37893" y="30633"/>
                    </a:lnTo>
                    <a:lnTo>
                      <a:pt x="38039" y="30674"/>
                    </a:lnTo>
                    <a:lnTo>
                      <a:pt x="38081" y="30633"/>
                    </a:lnTo>
                    <a:lnTo>
                      <a:pt x="38248" y="30716"/>
                    </a:lnTo>
                    <a:lnTo>
                      <a:pt x="38311" y="30716"/>
                    </a:lnTo>
                    <a:lnTo>
                      <a:pt x="38416" y="30674"/>
                    </a:lnTo>
                    <a:lnTo>
                      <a:pt x="38500" y="30695"/>
                    </a:lnTo>
                    <a:lnTo>
                      <a:pt x="38479" y="30737"/>
                    </a:lnTo>
                    <a:lnTo>
                      <a:pt x="38583" y="30779"/>
                    </a:lnTo>
                    <a:lnTo>
                      <a:pt x="38834" y="30695"/>
                    </a:lnTo>
                    <a:lnTo>
                      <a:pt x="38897" y="30695"/>
                    </a:lnTo>
                    <a:lnTo>
                      <a:pt x="39023" y="30633"/>
                    </a:lnTo>
                    <a:lnTo>
                      <a:pt x="39085" y="30674"/>
                    </a:lnTo>
                    <a:lnTo>
                      <a:pt x="39253" y="30674"/>
                    </a:lnTo>
                    <a:lnTo>
                      <a:pt x="39336" y="30716"/>
                    </a:lnTo>
                    <a:lnTo>
                      <a:pt x="39441" y="30674"/>
                    </a:lnTo>
                    <a:lnTo>
                      <a:pt x="39462" y="30591"/>
                    </a:lnTo>
                    <a:lnTo>
                      <a:pt x="39608" y="30591"/>
                    </a:lnTo>
                    <a:lnTo>
                      <a:pt x="39671" y="30528"/>
                    </a:lnTo>
                    <a:lnTo>
                      <a:pt x="39734" y="30570"/>
                    </a:lnTo>
                    <a:lnTo>
                      <a:pt x="39818" y="30465"/>
                    </a:lnTo>
                    <a:lnTo>
                      <a:pt x="39922" y="30402"/>
                    </a:lnTo>
                    <a:lnTo>
                      <a:pt x="39943" y="30361"/>
                    </a:lnTo>
                    <a:lnTo>
                      <a:pt x="40048" y="30382"/>
                    </a:lnTo>
                    <a:lnTo>
                      <a:pt x="40132" y="30214"/>
                    </a:lnTo>
                    <a:lnTo>
                      <a:pt x="40132" y="30110"/>
                    </a:lnTo>
                    <a:lnTo>
                      <a:pt x="40194" y="30110"/>
                    </a:lnTo>
                    <a:lnTo>
                      <a:pt x="40278" y="30047"/>
                    </a:lnTo>
                    <a:lnTo>
                      <a:pt x="40299" y="29963"/>
                    </a:lnTo>
                    <a:lnTo>
                      <a:pt x="40257" y="29942"/>
                    </a:lnTo>
                    <a:lnTo>
                      <a:pt x="40278" y="29879"/>
                    </a:lnTo>
                    <a:lnTo>
                      <a:pt x="40383" y="29879"/>
                    </a:lnTo>
                    <a:lnTo>
                      <a:pt x="40487" y="29858"/>
                    </a:lnTo>
                    <a:lnTo>
                      <a:pt x="40487" y="29775"/>
                    </a:lnTo>
                    <a:lnTo>
                      <a:pt x="40508" y="29754"/>
                    </a:lnTo>
                    <a:lnTo>
                      <a:pt x="40571" y="29838"/>
                    </a:lnTo>
                    <a:lnTo>
                      <a:pt x="40696" y="29858"/>
                    </a:lnTo>
                    <a:lnTo>
                      <a:pt x="40801" y="29775"/>
                    </a:lnTo>
                    <a:lnTo>
                      <a:pt x="40822" y="29838"/>
                    </a:lnTo>
                    <a:lnTo>
                      <a:pt x="40906" y="29838"/>
                    </a:lnTo>
                    <a:lnTo>
                      <a:pt x="40989" y="29775"/>
                    </a:lnTo>
                    <a:lnTo>
                      <a:pt x="41031" y="29838"/>
                    </a:lnTo>
                    <a:lnTo>
                      <a:pt x="41136" y="29796"/>
                    </a:lnTo>
                    <a:lnTo>
                      <a:pt x="41178" y="29754"/>
                    </a:lnTo>
                    <a:lnTo>
                      <a:pt x="41241" y="29754"/>
                    </a:lnTo>
                    <a:lnTo>
                      <a:pt x="41324" y="29649"/>
                    </a:lnTo>
                    <a:lnTo>
                      <a:pt x="41387" y="29649"/>
                    </a:lnTo>
                    <a:lnTo>
                      <a:pt x="41492" y="29545"/>
                    </a:lnTo>
                    <a:lnTo>
                      <a:pt x="41617" y="29545"/>
                    </a:lnTo>
                    <a:lnTo>
                      <a:pt x="41764" y="29440"/>
                    </a:lnTo>
                    <a:lnTo>
                      <a:pt x="41826" y="29356"/>
                    </a:lnTo>
                    <a:lnTo>
                      <a:pt x="41910" y="29356"/>
                    </a:lnTo>
                    <a:lnTo>
                      <a:pt x="41931" y="29252"/>
                    </a:lnTo>
                    <a:lnTo>
                      <a:pt x="41973" y="29147"/>
                    </a:lnTo>
                    <a:lnTo>
                      <a:pt x="41910" y="29126"/>
                    </a:lnTo>
                    <a:lnTo>
                      <a:pt x="41805" y="29147"/>
                    </a:lnTo>
                    <a:lnTo>
                      <a:pt x="41722" y="29105"/>
                    </a:lnTo>
                    <a:lnTo>
                      <a:pt x="41764" y="29105"/>
                    </a:lnTo>
                    <a:lnTo>
                      <a:pt x="41868" y="29126"/>
                    </a:lnTo>
                    <a:lnTo>
                      <a:pt x="41952" y="29105"/>
                    </a:lnTo>
                    <a:lnTo>
                      <a:pt x="41868" y="29001"/>
                    </a:lnTo>
                    <a:lnTo>
                      <a:pt x="41764" y="29001"/>
                    </a:lnTo>
                    <a:lnTo>
                      <a:pt x="41617" y="28917"/>
                    </a:lnTo>
                    <a:lnTo>
                      <a:pt x="41554" y="28812"/>
                    </a:lnTo>
                    <a:lnTo>
                      <a:pt x="41554" y="28812"/>
                    </a:lnTo>
                    <a:lnTo>
                      <a:pt x="41701" y="28896"/>
                    </a:lnTo>
                    <a:lnTo>
                      <a:pt x="41805" y="28833"/>
                    </a:lnTo>
                    <a:lnTo>
                      <a:pt x="41826" y="28729"/>
                    </a:lnTo>
                    <a:lnTo>
                      <a:pt x="41910" y="28708"/>
                    </a:lnTo>
                    <a:lnTo>
                      <a:pt x="41952" y="28603"/>
                    </a:lnTo>
                    <a:lnTo>
                      <a:pt x="41764" y="28540"/>
                    </a:lnTo>
                    <a:lnTo>
                      <a:pt x="41847" y="28478"/>
                    </a:lnTo>
                    <a:lnTo>
                      <a:pt x="41931" y="28498"/>
                    </a:lnTo>
                    <a:lnTo>
                      <a:pt x="42015" y="28415"/>
                    </a:lnTo>
                    <a:lnTo>
                      <a:pt x="41973" y="28331"/>
                    </a:lnTo>
                    <a:lnTo>
                      <a:pt x="41826" y="28268"/>
                    </a:lnTo>
                    <a:lnTo>
                      <a:pt x="41805" y="28164"/>
                    </a:lnTo>
                    <a:lnTo>
                      <a:pt x="41847" y="28122"/>
                    </a:lnTo>
                    <a:lnTo>
                      <a:pt x="41952" y="28185"/>
                    </a:lnTo>
                    <a:lnTo>
                      <a:pt x="41931" y="28101"/>
                    </a:lnTo>
                    <a:lnTo>
                      <a:pt x="41764" y="28017"/>
                    </a:lnTo>
                    <a:lnTo>
                      <a:pt x="41617" y="28017"/>
                    </a:lnTo>
                    <a:lnTo>
                      <a:pt x="41638" y="27954"/>
                    </a:lnTo>
                    <a:lnTo>
                      <a:pt x="41701" y="27913"/>
                    </a:lnTo>
                    <a:lnTo>
                      <a:pt x="41659" y="27871"/>
                    </a:lnTo>
                    <a:lnTo>
                      <a:pt x="41533" y="27871"/>
                    </a:lnTo>
                    <a:lnTo>
                      <a:pt x="41387" y="27954"/>
                    </a:lnTo>
                    <a:lnTo>
                      <a:pt x="41345" y="28059"/>
                    </a:lnTo>
                    <a:lnTo>
                      <a:pt x="41303" y="28101"/>
                    </a:lnTo>
                    <a:lnTo>
                      <a:pt x="41241" y="27996"/>
                    </a:lnTo>
                    <a:lnTo>
                      <a:pt x="41094" y="27996"/>
                    </a:lnTo>
                    <a:lnTo>
                      <a:pt x="41157" y="27913"/>
                    </a:lnTo>
                    <a:lnTo>
                      <a:pt x="41220" y="27913"/>
                    </a:lnTo>
                    <a:lnTo>
                      <a:pt x="41345" y="27808"/>
                    </a:lnTo>
                    <a:lnTo>
                      <a:pt x="41387" y="27703"/>
                    </a:lnTo>
                    <a:lnTo>
                      <a:pt x="41303" y="27536"/>
                    </a:lnTo>
                    <a:lnTo>
                      <a:pt x="41115" y="27473"/>
                    </a:lnTo>
                    <a:lnTo>
                      <a:pt x="40885" y="27494"/>
                    </a:lnTo>
                    <a:lnTo>
                      <a:pt x="40801" y="27536"/>
                    </a:lnTo>
                    <a:lnTo>
                      <a:pt x="40822" y="27557"/>
                    </a:lnTo>
                    <a:lnTo>
                      <a:pt x="40969" y="27557"/>
                    </a:lnTo>
                    <a:lnTo>
                      <a:pt x="41010" y="27578"/>
                    </a:lnTo>
                    <a:lnTo>
                      <a:pt x="40885" y="27578"/>
                    </a:lnTo>
                    <a:lnTo>
                      <a:pt x="40717" y="27557"/>
                    </a:lnTo>
                    <a:lnTo>
                      <a:pt x="40550" y="27641"/>
                    </a:lnTo>
                    <a:lnTo>
                      <a:pt x="40404" y="27661"/>
                    </a:lnTo>
                    <a:lnTo>
                      <a:pt x="40299" y="27787"/>
                    </a:lnTo>
                    <a:lnTo>
                      <a:pt x="40257" y="27892"/>
                    </a:lnTo>
                    <a:lnTo>
                      <a:pt x="40173" y="27892"/>
                    </a:lnTo>
                    <a:lnTo>
                      <a:pt x="40048" y="27996"/>
                    </a:lnTo>
                    <a:lnTo>
                      <a:pt x="39860" y="27996"/>
                    </a:lnTo>
                    <a:lnTo>
                      <a:pt x="39755" y="28205"/>
                    </a:lnTo>
                    <a:lnTo>
                      <a:pt x="39671" y="28205"/>
                    </a:lnTo>
                    <a:lnTo>
                      <a:pt x="39629" y="28268"/>
                    </a:lnTo>
                    <a:lnTo>
                      <a:pt x="39567" y="28268"/>
                    </a:lnTo>
                    <a:lnTo>
                      <a:pt x="39525" y="28185"/>
                    </a:lnTo>
                    <a:lnTo>
                      <a:pt x="39608" y="28101"/>
                    </a:lnTo>
                    <a:lnTo>
                      <a:pt x="39671" y="28122"/>
                    </a:lnTo>
                    <a:lnTo>
                      <a:pt x="39713" y="28059"/>
                    </a:lnTo>
                    <a:lnTo>
                      <a:pt x="39462" y="27871"/>
                    </a:lnTo>
                    <a:lnTo>
                      <a:pt x="39441" y="27808"/>
                    </a:lnTo>
                    <a:lnTo>
                      <a:pt x="39357" y="27787"/>
                    </a:lnTo>
                    <a:lnTo>
                      <a:pt x="39399" y="27745"/>
                    </a:lnTo>
                    <a:lnTo>
                      <a:pt x="39399" y="27641"/>
                    </a:lnTo>
                    <a:lnTo>
                      <a:pt x="39525" y="27850"/>
                    </a:lnTo>
                    <a:lnTo>
                      <a:pt x="39734" y="27975"/>
                    </a:lnTo>
                    <a:lnTo>
                      <a:pt x="39776" y="27913"/>
                    </a:lnTo>
                    <a:lnTo>
                      <a:pt x="39818" y="27808"/>
                    </a:lnTo>
                    <a:lnTo>
                      <a:pt x="39943" y="27808"/>
                    </a:lnTo>
                    <a:lnTo>
                      <a:pt x="40027" y="27745"/>
                    </a:lnTo>
                    <a:lnTo>
                      <a:pt x="40194" y="27641"/>
                    </a:lnTo>
                    <a:lnTo>
                      <a:pt x="40404" y="27578"/>
                    </a:lnTo>
                    <a:lnTo>
                      <a:pt x="40613" y="27557"/>
                    </a:lnTo>
                    <a:lnTo>
                      <a:pt x="40592" y="27494"/>
                    </a:lnTo>
                    <a:lnTo>
                      <a:pt x="40508" y="27473"/>
                    </a:lnTo>
                    <a:lnTo>
                      <a:pt x="40613" y="27473"/>
                    </a:lnTo>
                    <a:lnTo>
                      <a:pt x="40717" y="27369"/>
                    </a:lnTo>
                    <a:lnTo>
                      <a:pt x="40906" y="27285"/>
                    </a:lnTo>
                    <a:lnTo>
                      <a:pt x="40969" y="27348"/>
                    </a:lnTo>
                    <a:lnTo>
                      <a:pt x="41199" y="27285"/>
                    </a:lnTo>
                    <a:lnTo>
                      <a:pt x="41199" y="27243"/>
                    </a:lnTo>
                    <a:lnTo>
                      <a:pt x="41387" y="27222"/>
                    </a:lnTo>
                    <a:lnTo>
                      <a:pt x="41282" y="27117"/>
                    </a:lnTo>
                    <a:lnTo>
                      <a:pt x="41010" y="27034"/>
                    </a:lnTo>
                    <a:lnTo>
                      <a:pt x="41073" y="26971"/>
                    </a:lnTo>
                    <a:lnTo>
                      <a:pt x="41136" y="26971"/>
                    </a:lnTo>
                    <a:lnTo>
                      <a:pt x="41199" y="26866"/>
                    </a:lnTo>
                    <a:lnTo>
                      <a:pt x="41115" y="26845"/>
                    </a:lnTo>
                    <a:lnTo>
                      <a:pt x="40969" y="26908"/>
                    </a:lnTo>
                    <a:lnTo>
                      <a:pt x="40885" y="27013"/>
                    </a:lnTo>
                    <a:lnTo>
                      <a:pt x="40759" y="26929"/>
                    </a:lnTo>
                    <a:lnTo>
                      <a:pt x="40613" y="26950"/>
                    </a:lnTo>
                    <a:lnTo>
                      <a:pt x="40592" y="26866"/>
                    </a:lnTo>
                    <a:lnTo>
                      <a:pt x="40676" y="26845"/>
                    </a:lnTo>
                    <a:lnTo>
                      <a:pt x="40676" y="26657"/>
                    </a:lnTo>
                    <a:lnTo>
                      <a:pt x="40696" y="26615"/>
                    </a:lnTo>
                    <a:lnTo>
                      <a:pt x="40550" y="26720"/>
                    </a:lnTo>
                    <a:lnTo>
                      <a:pt x="40550" y="26657"/>
                    </a:lnTo>
                    <a:lnTo>
                      <a:pt x="40592" y="26615"/>
                    </a:lnTo>
                    <a:lnTo>
                      <a:pt x="40550" y="26594"/>
                    </a:lnTo>
                    <a:lnTo>
                      <a:pt x="40341" y="26762"/>
                    </a:lnTo>
                    <a:lnTo>
                      <a:pt x="40257" y="26845"/>
                    </a:lnTo>
                    <a:lnTo>
                      <a:pt x="40194" y="26845"/>
                    </a:lnTo>
                    <a:lnTo>
                      <a:pt x="40278" y="26762"/>
                    </a:lnTo>
                    <a:lnTo>
                      <a:pt x="40445" y="26636"/>
                    </a:lnTo>
                    <a:lnTo>
                      <a:pt x="40383" y="26594"/>
                    </a:lnTo>
                    <a:lnTo>
                      <a:pt x="40236" y="26657"/>
                    </a:lnTo>
                    <a:lnTo>
                      <a:pt x="40194" y="26636"/>
                    </a:lnTo>
                    <a:lnTo>
                      <a:pt x="40257" y="26594"/>
                    </a:lnTo>
                    <a:lnTo>
                      <a:pt x="40341" y="26532"/>
                    </a:lnTo>
                    <a:lnTo>
                      <a:pt x="40341" y="26490"/>
                    </a:lnTo>
                    <a:lnTo>
                      <a:pt x="40194" y="26511"/>
                    </a:lnTo>
                    <a:lnTo>
                      <a:pt x="40090" y="26615"/>
                    </a:lnTo>
                    <a:lnTo>
                      <a:pt x="39985" y="26741"/>
                    </a:lnTo>
                    <a:lnTo>
                      <a:pt x="39943" y="26720"/>
                    </a:lnTo>
                    <a:lnTo>
                      <a:pt x="39985" y="26615"/>
                    </a:lnTo>
                    <a:lnTo>
                      <a:pt x="40090" y="26532"/>
                    </a:lnTo>
                    <a:lnTo>
                      <a:pt x="40090" y="26490"/>
                    </a:lnTo>
                    <a:lnTo>
                      <a:pt x="40027" y="26490"/>
                    </a:lnTo>
                    <a:lnTo>
                      <a:pt x="39818" y="26699"/>
                    </a:lnTo>
                    <a:lnTo>
                      <a:pt x="39713" y="26720"/>
                    </a:lnTo>
                    <a:lnTo>
                      <a:pt x="39608" y="26636"/>
                    </a:lnTo>
                    <a:lnTo>
                      <a:pt x="39734" y="26657"/>
                    </a:lnTo>
                    <a:lnTo>
                      <a:pt x="39839" y="26594"/>
                    </a:lnTo>
                    <a:lnTo>
                      <a:pt x="40027" y="26343"/>
                    </a:lnTo>
                    <a:lnTo>
                      <a:pt x="40152" y="26281"/>
                    </a:lnTo>
                    <a:lnTo>
                      <a:pt x="40069" y="26197"/>
                    </a:lnTo>
                    <a:lnTo>
                      <a:pt x="40090" y="26092"/>
                    </a:lnTo>
                    <a:lnTo>
                      <a:pt x="40069" y="26071"/>
                    </a:lnTo>
                    <a:lnTo>
                      <a:pt x="39964" y="26218"/>
                    </a:lnTo>
                    <a:lnTo>
                      <a:pt x="39922" y="26218"/>
                    </a:lnTo>
                    <a:lnTo>
                      <a:pt x="39922" y="26176"/>
                    </a:lnTo>
                    <a:lnTo>
                      <a:pt x="39964" y="26092"/>
                    </a:lnTo>
                    <a:lnTo>
                      <a:pt x="39964" y="25925"/>
                    </a:lnTo>
                    <a:lnTo>
                      <a:pt x="39880" y="25904"/>
                    </a:lnTo>
                    <a:lnTo>
                      <a:pt x="39860" y="25883"/>
                    </a:lnTo>
                    <a:lnTo>
                      <a:pt x="39755" y="25967"/>
                    </a:lnTo>
                    <a:lnTo>
                      <a:pt x="39734" y="25904"/>
                    </a:lnTo>
                    <a:lnTo>
                      <a:pt x="39755" y="25820"/>
                    </a:lnTo>
                    <a:lnTo>
                      <a:pt x="39734" y="25799"/>
                    </a:lnTo>
                    <a:lnTo>
                      <a:pt x="39650" y="25799"/>
                    </a:lnTo>
                    <a:lnTo>
                      <a:pt x="39713" y="25757"/>
                    </a:lnTo>
                    <a:lnTo>
                      <a:pt x="39650" y="25695"/>
                    </a:lnTo>
                    <a:lnTo>
                      <a:pt x="39650" y="25611"/>
                    </a:lnTo>
                    <a:lnTo>
                      <a:pt x="39608" y="25611"/>
                    </a:lnTo>
                    <a:lnTo>
                      <a:pt x="39441" y="25653"/>
                    </a:lnTo>
                    <a:lnTo>
                      <a:pt x="39441" y="25695"/>
                    </a:lnTo>
                    <a:lnTo>
                      <a:pt x="39357" y="25716"/>
                    </a:lnTo>
                    <a:lnTo>
                      <a:pt x="39148" y="25674"/>
                    </a:lnTo>
                    <a:lnTo>
                      <a:pt x="39316" y="25674"/>
                    </a:lnTo>
                    <a:lnTo>
                      <a:pt x="39357" y="25590"/>
                    </a:lnTo>
                    <a:lnTo>
                      <a:pt x="39504" y="25569"/>
                    </a:lnTo>
                    <a:lnTo>
                      <a:pt x="39525" y="25506"/>
                    </a:lnTo>
                    <a:lnTo>
                      <a:pt x="39462" y="25444"/>
                    </a:lnTo>
                    <a:lnTo>
                      <a:pt x="39357" y="25339"/>
                    </a:lnTo>
                    <a:lnTo>
                      <a:pt x="39357" y="25234"/>
                    </a:lnTo>
                    <a:lnTo>
                      <a:pt x="39211" y="25151"/>
                    </a:lnTo>
                    <a:lnTo>
                      <a:pt x="39357" y="25151"/>
                    </a:lnTo>
                    <a:lnTo>
                      <a:pt x="39525" y="25234"/>
                    </a:lnTo>
                    <a:lnTo>
                      <a:pt x="39650" y="25234"/>
                    </a:lnTo>
                    <a:lnTo>
                      <a:pt x="39650" y="25151"/>
                    </a:lnTo>
                    <a:lnTo>
                      <a:pt x="39546" y="25088"/>
                    </a:lnTo>
                    <a:lnTo>
                      <a:pt x="39567" y="25046"/>
                    </a:lnTo>
                    <a:lnTo>
                      <a:pt x="39650" y="25067"/>
                    </a:lnTo>
                    <a:lnTo>
                      <a:pt x="39776" y="24962"/>
                    </a:lnTo>
                    <a:lnTo>
                      <a:pt x="39860" y="24920"/>
                    </a:lnTo>
                    <a:lnTo>
                      <a:pt x="39880" y="24816"/>
                    </a:lnTo>
                    <a:lnTo>
                      <a:pt x="39776" y="24711"/>
                    </a:lnTo>
                    <a:lnTo>
                      <a:pt x="39713" y="24732"/>
                    </a:lnTo>
                    <a:lnTo>
                      <a:pt x="39608" y="24711"/>
                    </a:lnTo>
                    <a:lnTo>
                      <a:pt x="39671" y="24648"/>
                    </a:lnTo>
                    <a:lnTo>
                      <a:pt x="39713" y="24565"/>
                    </a:lnTo>
                    <a:lnTo>
                      <a:pt x="39650" y="24523"/>
                    </a:lnTo>
                    <a:lnTo>
                      <a:pt x="39525" y="24523"/>
                    </a:lnTo>
                    <a:lnTo>
                      <a:pt x="39462" y="24502"/>
                    </a:lnTo>
                    <a:lnTo>
                      <a:pt x="39399" y="24523"/>
                    </a:lnTo>
                    <a:lnTo>
                      <a:pt x="39316" y="24439"/>
                    </a:lnTo>
                    <a:lnTo>
                      <a:pt x="39420" y="24439"/>
                    </a:lnTo>
                    <a:lnTo>
                      <a:pt x="39462" y="24397"/>
                    </a:lnTo>
                    <a:lnTo>
                      <a:pt x="39546" y="24418"/>
                    </a:lnTo>
                    <a:lnTo>
                      <a:pt x="39650" y="24314"/>
                    </a:lnTo>
                    <a:lnTo>
                      <a:pt x="39608" y="24125"/>
                    </a:lnTo>
                    <a:lnTo>
                      <a:pt x="39504" y="24021"/>
                    </a:lnTo>
                    <a:lnTo>
                      <a:pt x="39441" y="24104"/>
                    </a:lnTo>
                    <a:lnTo>
                      <a:pt x="39336" y="24084"/>
                    </a:lnTo>
                    <a:lnTo>
                      <a:pt x="39253" y="24146"/>
                    </a:lnTo>
                    <a:lnTo>
                      <a:pt x="39295" y="24042"/>
                    </a:lnTo>
                    <a:lnTo>
                      <a:pt x="39420" y="23979"/>
                    </a:lnTo>
                    <a:lnTo>
                      <a:pt x="39504" y="23979"/>
                    </a:lnTo>
                    <a:lnTo>
                      <a:pt x="39504" y="23874"/>
                    </a:lnTo>
                    <a:lnTo>
                      <a:pt x="39399" y="23832"/>
                    </a:lnTo>
                    <a:lnTo>
                      <a:pt x="39316" y="23874"/>
                    </a:lnTo>
                    <a:lnTo>
                      <a:pt x="39190" y="23874"/>
                    </a:lnTo>
                    <a:lnTo>
                      <a:pt x="39002" y="23937"/>
                    </a:lnTo>
                    <a:lnTo>
                      <a:pt x="39002" y="23937"/>
                    </a:lnTo>
                    <a:lnTo>
                      <a:pt x="39148" y="23728"/>
                    </a:lnTo>
                    <a:lnTo>
                      <a:pt x="39253" y="23728"/>
                    </a:lnTo>
                    <a:lnTo>
                      <a:pt x="39357" y="23686"/>
                    </a:lnTo>
                    <a:lnTo>
                      <a:pt x="39357" y="23623"/>
                    </a:lnTo>
                    <a:lnTo>
                      <a:pt x="39441" y="23560"/>
                    </a:lnTo>
                    <a:lnTo>
                      <a:pt x="39420" y="23519"/>
                    </a:lnTo>
                    <a:lnTo>
                      <a:pt x="39295" y="23581"/>
                    </a:lnTo>
                    <a:lnTo>
                      <a:pt x="39106" y="23581"/>
                    </a:lnTo>
                    <a:lnTo>
                      <a:pt x="38939" y="23665"/>
                    </a:lnTo>
                    <a:lnTo>
                      <a:pt x="38939" y="23665"/>
                    </a:lnTo>
                    <a:lnTo>
                      <a:pt x="39002" y="23581"/>
                    </a:lnTo>
                    <a:lnTo>
                      <a:pt x="38981" y="23498"/>
                    </a:lnTo>
                    <a:lnTo>
                      <a:pt x="39023" y="23414"/>
                    </a:lnTo>
                    <a:lnTo>
                      <a:pt x="39106" y="23477"/>
                    </a:lnTo>
                    <a:lnTo>
                      <a:pt x="39295" y="23477"/>
                    </a:lnTo>
                    <a:lnTo>
                      <a:pt x="39399" y="23351"/>
                    </a:lnTo>
                    <a:lnTo>
                      <a:pt x="39399" y="23205"/>
                    </a:lnTo>
                    <a:lnTo>
                      <a:pt x="39295" y="23268"/>
                    </a:lnTo>
                    <a:lnTo>
                      <a:pt x="39211" y="23247"/>
                    </a:lnTo>
                    <a:lnTo>
                      <a:pt x="39316" y="23142"/>
                    </a:lnTo>
                    <a:lnTo>
                      <a:pt x="39336" y="23037"/>
                    </a:lnTo>
                    <a:lnTo>
                      <a:pt x="39253" y="22996"/>
                    </a:lnTo>
                    <a:lnTo>
                      <a:pt x="39002" y="23079"/>
                    </a:lnTo>
                    <a:lnTo>
                      <a:pt x="38918" y="23037"/>
                    </a:lnTo>
                    <a:lnTo>
                      <a:pt x="38981" y="22954"/>
                    </a:lnTo>
                    <a:lnTo>
                      <a:pt x="39106" y="22975"/>
                    </a:lnTo>
                    <a:lnTo>
                      <a:pt x="39211" y="22954"/>
                    </a:lnTo>
                    <a:lnTo>
                      <a:pt x="39295" y="22828"/>
                    </a:lnTo>
                    <a:lnTo>
                      <a:pt x="39211" y="22765"/>
                    </a:lnTo>
                    <a:lnTo>
                      <a:pt x="39211" y="22682"/>
                    </a:lnTo>
                    <a:lnTo>
                      <a:pt x="39127" y="22765"/>
                    </a:lnTo>
                    <a:lnTo>
                      <a:pt x="39085" y="22765"/>
                    </a:lnTo>
                    <a:lnTo>
                      <a:pt x="39044" y="22682"/>
                    </a:lnTo>
                    <a:lnTo>
                      <a:pt x="38981" y="22619"/>
                    </a:lnTo>
                    <a:lnTo>
                      <a:pt x="39044" y="22577"/>
                    </a:lnTo>
                    <a:lnTo>
                      <a:pt x="39106" y="22640"/>
                    </a:lnTo>
                    <a:lnTo>
                      <a:pt x="39148" y="22577"/>
                    </a:lnTo>
                    <a:lnTo>
                      <a:pt x="39148" y="22452"/>
                    </a:lnTo>
                    <a:lnTo>
                      <a:pt x="39044" y="22347"/>
                    </a:lnTo>
                    <a:lnTo>
                      <a:pt x="39023" y="22242"/>
                    </a:lnTo>
                    <a:lnTo>
                      <a:pt x="39106" y="22200"/>
                    </a:lnTo>
                    <a:lnTo>
                      <a:pt x="39106" y="22096"/>
                    </a:lnTo>
                    <a:lnTo>
                      <a:pt x="39023" y="22096"/>
                    </a:lnTo>
                    <a:lnTo>
                      <a:pt x="39044" y="22033"/>
                    </a:lnTo>
                    <a:lnTo>
                      <a:pt x="39085" y="21928"/>
                    </a:lnTo>
                    <a:lnTo>
                      <a:pt x="39002" y="21928"/>
                    </a:lnTo>
                    <a:lnTo>
                      <a:pt x="38918" y="21907"/>
                    </a:lnTo>
                    <a:lnTo>
                      <a:pt x="38918" y="21887"/>
                    </a:lnTo>
                    <a:lnTo>
                      <a:pt x="38981" y="21887"/>
                    </a:lnTo>
                    <a:lnTo>
                      <a:pt x="39044" y="21803"/>
                    </a:lnTo>
                    <a:lnTo>
                      <a:pt x="38981" y="21740"/>
                    </a:lnTo>
                    <a:lnTo>
                      <a:pt x="38981" y="21677"/>
                    </a:lnTo>
                    <a:lnTo>
                      <a:pt x="39044" y="21615"/>
                    </a:lnTo>
                    <a:lnTo>
                      <a:pt x="39023" y="21573"/>
                    </a:lnTo>
                    <a:lnTo>
                      <a:pt x="38918" y="21615"/>
                    </a:lnTo>
                    <a:lnTo>
                      <a:pt x="38918" y="21615"/>
                    </a:lnTo>
                    <a:lnTo>
                      <a:pt x="39023" y="21531"/>
                    </a:lnTo>
                    <a:lnTo>
                      <a:pt x="38981" y="21489"/>
                    </a:lnTo>
                    <a:lnTo>
                      <a:pt x="38876" y="21510"/>
                    </a:lnTo>
                    <a:lnTo>
                      <a:pt x="38772" y="21635"/>
                    </a:lnTo>
                    <a:lnTo>
                      <a:pt x="38792" y="21719"/>
                    </a:lnTo>
                    <a:lnTo>
                      <a:pt x="38730" y="21824"/>
                    </a:lnTo>
                    <a:lnTo>
                      <a:pt x="38604" y="21949"/>
                    </a:lnTo>
                    <a:lnTo>
                      <a:pt x="38604" y="22033"/>
                    </a:lnTo>
                    <a:lnTo>
                      <a:pt x="38520" y="22096"/>
                    </a:lnTo>
                    <a:lnTo>
                      <a:pt x="38520" y="22200"/>
                    </a:lnTo>
                    <a:lnTo>
                      <a:pt x="38458" y="22117"/>
                    </a:lnTo>
                    <a:lnTo>
                      <a:pt x="38395" y="22138"/>
                    </a:lnTo>
                    <a:lnTo>
                      <a:pt x="38311" y="22326"/>
                    </a:lnTo>
                    <a:lnTo>
                      <a:pt x="38311" y="22410"/>
                    </a:lnTo>
                    <a:lnTo>
                      <a:pt x="38416" y="22410"/>
                    </a:lnTo>
                    <a:lnTo>
                      <a:pt x="38479" y="22472"/>
                    </a:lnTo>
                    <a:lnTo>
                      <a:pt x="38479" y="22556"/>
                    </a:lnTo>
                    <a:lnTo>
                      <a:pt x="38374" y="22452"/>
                    </a:lnTo>
                    <a:lnTo>
                      <a:pt x="38311" y="22452"/>
                    </a:lnTo>
                    <a:lnTo>
                      <a:pt x="38290" y="22535"/>
                    </a:lnTo>
                    <a:lnTo>
                      <a:pt x="38207" y="22640"/>
                    </a:lnTo>
                    <a:lnTo>
                      <a:pt x="38144" y="22682"/>
                    </a:lnTo>
                    <a:lnTo>
                      <a:pt x="38102" y="22849"/>
                    </a:lnTo>
                    <a:lnTo>
                      <a:pt x="37997" y="22870"/>
                    </a:lnTo>
                    <a:lnTo>
                      <a:pt x="37935" y="22975"/>
                    </a:lnTo>
                    <a:lnTo>
                      <a:pt x="37935" y="23037"/>
                    </a:lnTo>
                    <a:lnTo>
                      <a:pt x="37872" y="23037"/>
                    </a:lnTo>
                    <a:lnTo>
                      <a:pt x="37872" y="23205"/>
                    </a:lnTo>
                    <a:lnTo>
                      <a:pt x="37788" y="23393"/>
                    </a:lnTo>
                    <a:lnTo>
                      <a:pt x="37788" y="23393"/>
                    </a:lnTo>
                    <a:lnTo>
                      <a:pt x="37830" y="23268"/>
                    </a:lnTo>
                    <a:lnTo>
                      <a:pt x="37788" y="23100"/>
                    </a:lnTo>
                    <a:lnTo>
                      <a:pt x="37725" y="23037"/>
                    </a:lnTo>
                    <a:lnTo>
                      <a:pt x="37558" y="23142"/>
                    </a:lnTo>
                    <a:lnTo>
                      <a:pt x="37474" y="23247"/>
                    </a:lnTo>
                    <a:lnTo>
                      <a:pt x="37453" y="23351"/>
                    </a:lnTo>
                    <a:lnTo>
                      <a:pt x="37349" y="23372"/>
                    </a:lnTo>
                    <a:lnTo>
                      <a:pt x="37307" y="23414"/>
                    </a:lnTo>
                    <a:lnTo>
                      <a:pt x="37265" y="23372"/>
                    </a:lnTo>
                    <a:lnTo>
                      <a:pt x="37202" y="23372"/>
                    </a:lnTo>
                    <a:lnTo>
                      <a:pt x="37098" y="23456"/>
                    </a:lnTo>
                    <a:lnTo>
                      <a:pt x="36993" y="23456"/>
                    </a:lnTo>
                    <a:lnTo>
                      <a:pt x="36847" y="23560"/>
                    </a:lnTo>
                    <a:lnTo>
                      <a:pt x="36826" y="23686"/>
                    </a:lnTo>
                    <a:lnTo>
                      <a:pt x="36700" y="23832"/>
                    </a:lnTo>
                    <a:lnTo>
                      <a:pt x="36742" y="23728"/>
                    </a:lnTo>
                    <a:lnTo>
                      <a:pt x="36742" y="23623"/>
                    </a:lnTo>
                    <a:lnTo>
                      <a:pt x="36784" y="23581"/>
                    </a:lnTo>
                    <a:lnTo>
                      <a:pt x="36784" y="23351"/>
                    </a:lnTo>
                    <a:lnTo>
                      <a:pt x="36805" y="23247"/>
                    </a:lnTo>
                    <a:lnTo>
                      <a:pt x="36784" y="23247"/>
                    </a:lnTo>
                    <a:lnTo>
                      <a:pt x="36365" y="23456"/>
                    </a:lnTo>
                    <a:lnTo>
                      <a:pt x="36198" y="23770"/>
                    </a:lnTo>
                    <a:lnTo>
                      <a:pt x="36072" y="23812"/>
                    </a:lnTo>
                    <a:lnTo>
                      <a:pt x="36156" y="23707"/>
                    </a:lnTo>
                    <a:lnTo>
                      <a:pt x="36177" y="23581"/>
                    </a:lnTo>
                    <a:lnTo>
                      <a:pt x="36303" y="23393"/>
                    </a:lnTo>
                    <a:lnTo>
                      <a:pt x="36303" y="23268"/>
                    </a:lnTo>
                    <a:lnTo>
                      <a:pt x="36323" y="23142"/>
                    </a:lnTo>
                    <a:lnTo>
                      <a:pt x="36282" y="23037"/>
                    </a:lnTo>
                    <a:lnTo>
                      <a:pt x="36177" y="22933"/>
                    </a:lnTo>
                    <a:lnTo>
                      <a:pt x="36072" y="22933"/>
                    </a:lnTo>
                    <a:lnTo>
                      <a:pt x="36093" y="23058"/>
                    </a:lnTo>
                    <a:lnTo>
                      <a:pt x="36072" y="23058"/>
                    </a:lnTo>
                    <a:lnTo>
                      <a:pt x="35968" y="22975"/>
                    </a:lnTo>
                    <a:lnTo>
                      <a:pt x="35842" y="22765"/>
                    </a:lnTo>
                    <a:lnTo>
                      <a:pt x="36051" y="22870"/>
                    </a:lnTo>
                    <a:lnTo>
                      <a:pt x="36093" y="22849"/>
                    </a:lnTo>
                    <a:lnTo>
                      <a:pt x="35989" y="22807"/>
                    </a:lnTo>
                    <a:lnTo>
                      <a:pt x="35863" y="22598"/>
                    </a:lnTo>
                    <a:lnTo>
                      <a:pt x="35842" y="22577"/>
                    </a:lnTo>
                    <a:lnTo>
                      <a:pt x="35968" y="22431"/>
                    </a:lnTo>
                    <a:lnTo>
                      <a:pt x="35989" y="22347"/>
                    </a:lnTo>
                    <a:lnTo>
                      <a:pt x="36093" y="22179"/>
                    </a:lnTo>
                    <a:lnTo>
                      <a:pt x="36093" y="21970"/>
                    </a:lnTo>
                    <a:lnTo>
                      <a:pt x="35947" y="21845"/>
                    </a:lnTo>
                    <a:lnTo>
                      <a:pt x="35738" y="21803"/>
                    </a:lnTo>
                    <a:lnTo>
                      <a:pt x="35466" y="21656"/>
                    </a:lnTo>
                    <a:lnTo>
                      <a:pt x="35466" y="21656"/>
                    </a:lnTo>
                    <a:lnTo>
                      <a:pt x="35759" y="21761"/>
                    </a:lnTo>
                    <a:lnTo>
                      <a:pt x="36010" y="21803"/>
                    </a:lnTo>
                    <a:lnTo>
                      <a:pt x="36051" y="21615"/>
                    </a:lnTo>
                    <a:lnTo>
                      <a:pt x="36093" y="21531"/>
                    </a:lnTo>
                    <a:lnTo>
                      <a:pt x="36114" y="21698"/>
                    </a:lnTo>
                    <a:lnTo>
                      <a:pt x="36177" y="21594"/>
                    </a:lnTo>
                    <a:lnTo>
                      <a:pt x="36093" y="21363"/>
                    </a:lnTo>
                    <a:lnTo>
                      <a:pt x="36198" y="21196"/>
                    </a:lnTo>
                    <a:lnTo>
                      <a:pt x="36365" y="21175"/>
                    </a:lnTo>
                    <a:lnTo>
                      <a:pt x="36386" y="20987"/>
                    </a:lnTo>
                    <a:lnTo>
                      <a:pt x="36386" y="20778"/>
                    </a:lnTo>
                    <a:lnTo>
                      <a:pt x="36303" y="20778"/>
                    </a:lnTo>
                    <a:lnTo>
                      <a:pt x="36282" y="20966"/>
                    </a:lnTo>
                    <a:lnTo>
                      <a:pt x="36156" y="21071"/>
                    </a:lnTo>
                    <a:lnTo>
                      <a:pt x="36093" y="20987"/>
                    </a:lnTo>
                    <a:lnTo>
                      <a:pt x="36114" y="20778"/>
                    </a:lnTo>
                    <a:lnTo>
                      <a:pt x="35968" y="20715"/>
                    </a:lnTo>
                    <a:lnTo>
                      <a:pt x="35842" y="20778"/>
                    </a:lnTo>
                    <a:lnTo>
                      <a:pt x="35779" y="20715"/>
                    </a:lnTo>
                    <a:lnTo>
                      <a:pt x="35696" y="20757"/>
                    </a:lnTo>
                    <a:lnTo>
                      <a:pt x="35528" y="20589"/>
                    </a:lnTo>
                    <a:lnTo>
                      <a:pt x="35424" y="20652"/>
                    </a:lnTo>
                    <a:lnTo>
                      <a:pt x="35424" y="20547"/>
                    </a:lnTo>
                    <a:lnTo>
                      <a:pt x="35319" y="20652"/>
                    </a:lnTo>
                    <a:lnTo>
                      <a:pt x="35319" y="20547"/>
                    </a:lnTo>
                    <a:lnTo>
                      <a:pt x="35173" y="20401"/>
                    </a:lnTo>
                    <a:lnTo>
                      <a:pt x="35277" y="20401"/>
                    </a:lnTo>
                    <a:lnTo>
                      <a:pt x="35340" y="20296"/>
                    </a:lnTo>
                    <a:lnTo>
                      <a:pt x="35445" y="20380"/>
                    </a:lnTo>
                    <a:lnTo>
                      <a:pt x="35466" y="20296"/>
                    </a:lnTo>
                    <a:lnTo>
                      <a:pt x="35361" y="20171"/>
                    </a:lnTo>
                    <a:lnTo>
                      <a:pt x="35277" y="20255"/>
                    </a:lnTo>
                    <a:lnTo>
                      <a:pt x="35173" y="20171"/>
                    </a:lnTo>
                    <a:lnTo>
                      <a:pt x="35277" y="20150"/>
                    </a:lnTo>
                    <a:lnTo>
                      <a:pt x="35235" y="20024"/>
                    </a:lnTo>
                    <a:lnTo>
                      <a:pt x="35110" y="19920"/>
                    </a:lnTo>
                    <a:lnTo>
                      <a:pt x="35026" y="19962"/>
                    </a:lnTo>
                    <a:lnTo>
                      <a:pt x="35026" y="19878"/>
                    </a:lnTo>
                    <a:lnTo>
                      <a:pt x="35110" y="19773"/>
                    </a:lnTo>
                    <a:lnTo>
                      <a:pt x="35110" y="19606"/>
                    </a:lnTo>
                    <a:lnTo>
                      <a:pt x="35005" y="19606"/>
                    </a:lnTo>
                    <a:lnTo>
                      <a:pt x="34859" y="19501"/>
                    </a:lnTo>
                    <a:lnTo>
                      <a:pt x="34859" y="19397"/>
                    </a:lnTo>
                    <a:lnTo>
                      <a:pt x="34650" y="19229"/>
                    </a:lnTo>
                    <a:lnTo>
                      <a:pt x="34503" y="19313"/>
                    </a:lnTo>
                    <a:lnTo>
                      <a:pt x="34398" y="19313"/>
                    </a:lnTo>
                    <a:lnTo>
                      <a:pt x="34336" y="19397"/>
                    </a:lnTo>
                    <a:lnTo>
                      <a:pt x="34210" y="19334"/>
                    </a:lnTo>
                    <a:lnTo>
                      <a:pt x="34210" y="19480"/>
                    </a:lnTo>
                    <a:lnTo>
                      <a:pt x="34126" y="19376"/>
                    </a:lnTo>
                    <a:lnTo>
                      <a:pt x="34043" y="19376"/>
                    </a:lnTo>
                    <a:lnTo>
                      <a:pt x="34001" y="19292"/>
                    </a:lnTo>
                    <a:lnTo>
                      <a:pt x="33896" y="19292"/>
                    </a:lnTo>
                    <a:lnTo>
                      <a:pt x="33729" y="19397"/>
                    </a:lnTo>
                    <a:lnTo>
                      <a:pt x="33562" y="19397"/>
                    </a:lnTo>
                    <a:lnTo>
                      <a:pt x="33708" y="19334"/>
                    </a:lnTo>
                    <a:lnTo>
                      <a:pt x="33729" y="19229"/>
                    </a:lnTo>
                    <a:lnTo>
                      <a:pt x="33603" y="19229"/>
                    </a:lnTo>
                    <a:lnTo>
                      <a:pt x="33352" y="19104"/>
                    </a:lnTo>
                    <a:lnTo>
                      <a:pt x="33164" y="18999"/>
                    </a:lnTo>
                    <a:lnTo>
                      <a:pt x="32976" y="18999"/>
                    </a:lnTo>
                    <a:lnTo>
                      <a:pt x="32913" y="18957"/>
                    </a:lnTo>
                    <a:lnTo>
                      <a:pt x="32829" y="18978"/>
                    </a:lnTo>
                    <a:lnTo>
                      <a:pt x="32746" y="18978"/>
                    </a:lnTo>
                    <a:lnTo>
                      <a:pt x="32662" y="19062"/>
                    </a:lnTo>
                    <a:lnTo>
                      <a:pt x="32662" y="19125"/>
                    </a:lnTo>
                    <a:lnTo>
                      <a:pt x="32578" y="19125"/>
                    </a:lnTo>
                    <a:lnTo>
                      <a:pt x="32536" y="19104"/>
                    </a:lnTo>
                    <a:lnTo>
                      <a:pt x="32453" y="19166"/>
                    </a:lnTo>
                    <a:lnTo>
                      <a:pt x="32453" y="19313"/>
                    </a:lnTo>
                    <a:lnTo>
                      <a:pt x="32369" y="19480"/>
                    </a:lnTo>
                    <a:lnTo>
                      <a:pt x="32369" y="19690"/>
                    </a:lnTo>
                    <a:lnTo>
                      <a:pt x="32453" y="19794"/>
                    </a:lnTo>
                    <a:lnTo>
                      <a:pt x="32515" y="19794"/>
                    </a:lnTo>
                    <a:lnTo>
                      <a:pt x="32515" y="19836"/>
                    </a:lnTo>
                    <a:lnTo>
                      <a:pt x="32557" y="19857"/>
                    </a:lnTo>
                    <a:lnTo>
                      <a:pt x="32557" y="20003"/>
                    </a:lnTo>
                    <a:lnTo>
                      <a:pt x="32515" y="20045"/>
                    </a:lnTo>
                    <a:lnTo>
                      <a:pt x="32432" y="20045"/>
                    </a:lnTo>
                    <a:lnTo>
                      <a:pt x="32411" y="20171"/>
                    </a:lnTo>
                    <a:lnTo>
                      <a:pt x="32243" y="20380"/>
                    </a:lnTo>
                    <a:lnTo>
                      <a:pt x="32013" y="20568"/>
                    </a:lnTo>
                    <a:lnTo>
                      <a:pt x="32013" y="20652"/>
                    </a:lnTo>
                    <a:lnTo>
                      <a:pt x="32055" y="20673"/>
                    </a:lnTo>
                    <a:lnTo>
                      <a:pt x="32243" y="20652"/>
                    </a:lnTo>
                    <a:lnTo>
                      <a:pt x="32327" y="20652"/>
                    </a:lnTo>
                    <a:lnTo>
                      <a:pt x="32243" y="20694"/>
                    </a:lnTo>
                    <a:lnTo>
                      <a:pt x="32202" y="20861"/>
                    </a:lnTo>
                    <a:lnTo>
                      <a:pt x="32202" y="20903"/>
                    </a:lnTo>
                    <a:lnTo>
                      <a:pt x="32327" y="20945"/>
                    </a:lnTo>
                    <a:lnTo>
                      <a:pt x="32222" y="20966"/>
                    </a:lnTo>
                    <a:lnTo>
                      <a:pt x="32139" y="21050"/>
                    </a:lnTo>
                    <a:lnTo>
                      <a:pt x="32160" y="21112"/>
                    </a:lnTo>
                    <a:lnTo>
                      <a:pt x="32222" y="21175"/>
                    </a:lnTo>
                    <a:lnTo>
                      <a:pt x="32118" y="21301"/>
                    </a:lnTo>
                    <a:lnTo>
                      <a:pt x="32118" y="21363"/>
                    </a:lnTo>
                    <a:lnTo>
                      <a:pt x="32264" y="21363"/>
                    </a:lnTo>
                    <a:lnTo>
                      <a:pt x="32306" y="21426"/>
                    </a:lnTo>
                    <a:lnTo>
                      <a:pt x="32160" y="21635"/>
                    </a:lnTo>
                    <a:lnTo>
                      <a:pt x="32034" y="21698"/>
                    </a:lnTo>
                    <a:lnTo>
                      <a:pt x="32034" y="21824"/>
                    </a:lnTo>
                    <a:lnTo>
                      <a:pt x="32097" y="21887"/>
                    </a:lnTo>
                    <a:lnTo>
                      <a:pt x="32013" y="21845"/>
                    </a:lnTo>
                    <a:lnTo>
                      <a:pt x="31930" y="21719"/>
                    </a:lnTo>
                    <a:lnTo>
                      <a:pt x="31888" y="21719"/>
                    </a:lnTo>
                    <a:lnTo>
                      <a:pt x="31741" y="21887"/>
                    </a:lnTo>
                    <a:lnTo>
                      <a:pt x="31741" y="21928"/>
                    </a:lnTo>
                    <a:lnTo>
                      <a:pt x="31804" y="21949"/>
                    </a:lnTo>
                    <a:lnTo>
                      <a:pt x="31804" y="22033"/>
                    </a:lnTo>
                    <a:lnTo>
                      <a:pt x="31720" y="22117"/>
                    </a:lnTo>
                    <a:lnTo>
                      <a:pt x="31616" y="22117"/>
                    </a:lnTo>
                    <a:lnTo>
                      <a:pt x="31302" y="22431"/>
                    </a:lnTo>
                    <a:lnTo>
                      <a:pt x="31197" y="22472"/>
                    </a:lnTo>
                    <a:lnTo>
                      <a:pt x="31113" y="22724"/>
                    </a:lnTo>
                    <a:lnTo>
                      <a:pt x="31155" y="22786"/>
                    </a:lnTo>
                    <a:lnTo>
                      <a:pt x="31260" y="22828"/>
                    </a:lnTo>
                    <a:lnTo>
                      <a:pt x="31281" y="22954"/>
                    </a:lnTo>
                    <a:lnTo>
                      <a:pt x="31406" y="23037"/>
                    </a:lnTo>
                    <a:lnTo>
                      <a:pt x="31595" y="23288"/>
                    </a:lnTo>
                    <a:lnTo>
                      <a:pt x="31616" y="23602"/>
                    </a:lnTo>
                    <a:lnTo>
                      <a:pt x="31595" y="23937"/>
                    </a:lnTo>
                    <a:lnTo>
                      <a:pt x="31678" y="24125"/>
                    </a:lnTo>
                    <a:lnTo>
                      <a:pt x="31637" y="24251"/>
                    </a:lnTo>
                    <a:lnTo>
                      <a:pt x="31637" y="24460"/>
                    </a:lnTo>
                    <a:lnTo>
                      <a:pt x="31595" y="24523"/>
                    </a:lnTo>
                    <a:lnTo>
                      <a:pt x="31490" y="24816"/>
                    </a:lnTo>
                    <a:lnTo>
                      <a:pt x="31427" y="24962"/>
                    </a:lnTo>
                    <a:lnTo>
                      <a:pt x="31490" y="24962"/>
                    </a:lnTo>
                    <a:lnTo>
                      <a:pt x="31511" y="24858"/>
                    </a:lnTo>
                    <a:lnTo>
                      <a:pt x="31595" y="24816"/>
                    </a:lnTo>
                    <a:lnTo>
                      <a:pt x="31595" y="24962"/>
                    </a:lnTo>
                    <a:lnTo>
                      <a:pt x="31699" y="25088"/>
                    </a:lnTo>
                    <a:lnTo>
                      <a:pt x="31616" y="25192"/>
                    </a:lnTo>
                    <a:lnTo>
                      <a:pt x="31511" y="25192"/>
                    </a:lnTo>
                    <a:lnTo>
                      <a:pt x="31469" y="25151"/>
                    </a:lnTo>
                    <a:lnTo>
                      <a:pt x="31385" y="25151"/>
                    </a:lnTo>
                    <a:lnTo>
                      <a:pt x="31218" y="25402"/>
                    </a:lnTo>
                    <a:lnTo>
                      <a:pt x="31093" y="25465"/>
                    </a:lnTo>
                    <a:lnTo>
                      <a:pt x="31072" y="25569"/>
                    </a:lnTo>
                    <a:lnTo>
                      <a:pt x="30800" y="25674"/>
                    </a:lnTo>
                    <a:lnTo>
                      <a:pt x="30737" y="25757"/>
                    </a:lnTo>
                    <a:lnTo>
                      <a:pt x="30737" y="25799"/>
                    </a:lnTo>
                    <a:lnTo>
                      <a:pt x="30360" y="25925"/>
                    </a:lnTo>
                    <a:lnTo>
                      <a:pt x="30130" y="26029"/>
                    </a:lnTo>
                    <a:lnTo>
                      <a:pt x="30067" y="26092"/>
                    </a:lnTo>
                    <a:lnTo>
                      <a:pt x="29942" y="26092"/>
                    </a:lnTo>
                    <a:lnTo>
                      <a:pt x="29837" y="26176"/>
                    </a:lnTo>
                    <a:lnTo>
                      <a:pt x="29607" y="26197"/>
                    </a:lnTo>
                    <a:lnTo>
                      <a:pt x="29440" y="26281"/>
                    </a:lnTo>
                    <a:lnTo>
                      <a:pt x="29481" y="26322"/>
                    </a:lnTo>
                    <a:lnTo>
                      <a:pt x="29481" y="26427"/>
                    </a:lnTo>
                    <a:lnTo>
                      <a:pt x="29523" y="26511"/>
                    </a:lnTo>
                    <a:lnTo>
                      <a:pt x="29523" y="26615"/>
                    </a:lnTo>
                    <a:lnTo>
                      <a:pt x="29586" y="26699"/>
                    </a:lnTo>
                    <a:lnTo>
                      <a:pt x="29523" y="26720"/>
                    </a:lnTo>
                    <a:lnTo>
                      <a:pt x="29544" y="26804"/>
                    </a:lnTo>
                    <a:lnTo>
                      <a:pt x="29607" y="26825"/>
                    </a:lnTo>
                    <a:lnTo>
                      <a:pt x="29523" y="26866"/>
                    </a:lnTo>
                    <a:lnTo>
                      <a:pt x="29586" y="26971"/>
                    </a:lnTo>
                    <a:lnTo>
                      <a:pt x="29523" y="27013"/>
                    </a:lnTo>
                    <a:lnTo>
                      <a:pt x="29544" y="27117"/>
                    </a:lnTo>
                    <a:lnTo>
                      <a:pt x="29502" y="27159"/>
                    </a:lnTo>
                    <a:lnTo>
                      <a:pt x="29481" y="27348"/>
                    </a:lnTo>
                    <a:lnTo>
                      <a:pt x="29502" y="27452"/>
                    </a:lnTo>
                    <a:lnTo>
                      <a:pt x="29419" y="27745"/>
                    </a:lnTo>
                    <a:lnTo>
                      <a:pt x="29440" y="27808"/>
                    </a:lnTo>
                    <a:lnTo>
                      <a:pt x="29502" y="27850"/>
                    </a:lnTo>
                    <a:lnTo>
                      <a:pt x="29502" y="27913"/>
                    </a:lnTo>
                    <a:lnTo>
                      <a:pt x="29544" y="27975"/>
                    </a:lnTo>
                    <a:lnTo>
                      <a:pt x="29440" y="28101"/>
                    </a:lnTo>
                    <a:lnTo>
                      <a:pt x="29440" y="28226"/>
                    </a:lnTo>
                    <a:lnTo>
                      <a:pt x="29523" y="28268"/>
                    </a:lnTo>
                    <a:lnTo>
                      <a:pt x="29544" y="28436"/>
                    </a:lnTo>
                    <a:lnTo>
                      <a:pt x="29607" y="28498"/>
                    </a:lnTo>
                    <a:lnTo>
                      <a:pt x="29481" y="28624"/>
                    </a:lnTo>
                    <a:lnTo>
                      <a:pt x="29419" y="28791"/>
                    </a:lnTo>
                    <a:lnTo>
                      <a:pt x="29377" y="28812"/>
                    </a:lnTo>
                    <a:lnTo>
                      <a:pt x="29314" y="28791"/>
                    </a:lnTo>
                    <a:lnTo>
                      <a:pt x="29314" y="28896"/>
                    </a:lnTo>
                    <a:lnTo>
                      <a:pt x="29377" y="28959"/>
                    </a:lnTo>
                    <a:lnTo>
                      <a:pt x="29314" y="29042"/>
                    </a:lnTo>
                    <a:lnTo>
                      <a:pt x="29293" y="29231"/>
                    </a:lnTo>
                    <a:lnTo>
                      <a:pt x="29314" y="29356"/>
                    </a:lnTo>
                    <a:lnTo>
                      <a:pt x="29419" y="29482"/>
                    </a:lnTo>
                    <a:lnTo>
                      <a:pt x="29523" y="29545"/>
                    </a:lnTo>
                    <a:lnTo>
                      <a:pt x="29335" y="29524"/>
                    </a:lnTo>
                    <a:lnTo>
                      <a:pt x="29209" y="29419"/>
                    </a:lnTo>
                    <a:lnTo>
                      <a:pt x="29230" y="29252"/>
                    </a:lnTo>
                    <a:lnTo>
                      <a:pt x="29189" y="29042"/>
                    </a:lnTo>
                    <a:lnTo>
                      <a:pt x="29105" y="29022"/>
                    </a:lnTo>
                    <a:lnTo>
                      <a:pt x="29084" y="28959"/>
                    </a:lnTo>
                    <a:lnTo>
                      <a:pt x="29105" y="28854"/>
                    </a:lnTo>
                    <a:lnTo>
                      <a:pt x="29063" y="28854"/>
                    </a:lnTo>
                    <a:lnTo>
                      <a:pt x="28875" y="29105"/>
                    </a:lnTo>
                    <a:lnTo>
                      <a:pt x="28875" y="29210"/>
                    </a:lnTo>
                    <a:lnTo>
                      <a:pt x="28854" y="29314"/>
                    </a:lnTo>
                    <a:lnTo>
                      <a:pt x="28749" y="29314"/>
                    </a:lnTo>
                    <a:lnTo>
                      <a:pt x="28644" y="29210"/>
                    </a:lnTo>
                    <a:lnTo>
                      <a:pt x="28477" y="29147"/>
                    </a:lnTo>
                    <a:lnTo>
                      <a:pt x="28352" y="29252"/>
                    </a:lnTo>
                    <a:lnTo>
                      <a:pt x="28184" y="29335"/>
                    </a:lnTo>
                    <a:lnTo>
                      <a:pt x="28184" y="29335"/>
                    </a:lnTo>
                    <a:lnTo>
                      <a:pt x="28393" y="29147"/>
                    </a:lnTo>
                    <a:lnTo>
                      <a:pt x="28456" y="29001"/>
                    </a:lnTo>
                    <a:lnTo>
                      <a:pt x="28435" y="28917"/>
                    </a:lnTo>
                    <a:lnTo>
                      <a:pt x="28393" y="28729"/>
                    </a:lnTo>
                    <a:lnTo>
                      <a:pt x="28331" y="28624"/>
                    </a:lnTo>
                    <a:lnTo>
                      <a:pt x="28289" y="28540"/>
                    </a:lnTo>
                    <a:lnTo>
                      <a:pt x="28268" y="28540"/>
                    </a:lnTo>
                    <a:lnTo>
                      <a:pt x="28142" y="28478"/>
                    </a:lnTo>
                    <a:lnTo>
                      <a:pt x="28038" y="28415"/>
                    </a:lnTo>
                    <a:lnTo>
                      <a:pt x="28038" y="28331"/>
                    </a:lnTo>
                    <a:lnTo>
                      <a:pt x="28017" y="28289"/>
                    </a:lnTo>
                    <a:lnTo>
                      <a:pt x="28038" y="28185"/>
                    </a:lnTo>
                    <a:lnTo>
                      <a:pt x="27954" y="28080"/>
                    </a:lnTo>
                    <a:lnTo>
                      <a:pt x="27870" y="28017"/>
                    </a:lnTo>
                    <a:lnTo>
                      <a:pt x="27870" y="27892"/>
                    </a:lnTo>
                    <a:lnTo>
                      <a:pt x="27766" y="27808"/>
                    </a:lnTo>
                    <a:lnTo>
                      <a:pt x="27724" y="27703"/>
                    </a:lnTo>
                    <a:lnTo>
                      <a:pt x="27766" y="27473"/>
                    </a:lnTo>
                    <a:lnTo>
                      <a:pt x="27870" y="27369"/>
                    </a:lnTo>
                    <a:lnTo>
                      <a:pt x="27933" y="27222"/>
                    </a:lnTo>
                    <a:lnTo>
                      <a:pt x="27933" y="27117"/>
                    </a:lnTo>
                    <a:lnTo>
                      <a:pt x="28080" y="26866"/>
                    </a:lnTo>
                    <a:lnTo>
                      <a:pt x="28080" y="26615"/>
                    </a:lnTo>
                    <a:lnTo>
                      <a:pt x="28059" y="26594"/>
                    </a:lnTo>
                    <a:lnTo>
                      <a:pt x="28038" y="26448"/>
                    </a:lnTo>
                    <a:lnTo>
                      <a:pt x="28121" y="26301"/>
                    </a:lnTo>
                    <a:lnTo>
                      <a:pt x="28184" y="26197"/>
                    </a:lnTo>
                    <a:lnTo>
                      <a:pt x="28184" y="26092"/>
                    </a:lnTo>
                    <a:lnTo>
                      <a:pt x="28352" y="25799"/>
                    </a:lnTo>
                    <a:lnTo>
                      <a:pt x="28331" y="25611"/>
                    </a:lnTo>
                    <a:lnTo>
                      <a:pt x="28268" y="25611"/>
                    </a:lnTo>
                    <a:lnTo>
                      <a:pt x="28247" y="25653"/>
                    </a:lnTo>
                    <a:lnTo>
                      <a:pt x="28247" y="25590"/>
                    </a:lnTo>
                    <a:lnTo>
                      <a:pt x="28163" y="25590"/>
                    </a:lnTo>
                    <a:lnTo>
                      <a:pt x="28038" y="25653"/>
                    </a:lnTo>
                    <a:lnTo>
                      <a:pt x="27849" y="25611"/>
                    </a:lnTo>
                    <a:lnTo>
                      <a:pt x="27661" y="25569"/>
                    </a:lnTo>
                    <a:lnTo>
                      <a:pt x="27619" y="25569"/>
                    </a:lnTo>
                    <a:lnTo>
                      <a:pt x="27556" y="25506"/>
                    </a:lnTo>
                    <a:lnTo>
                      <a:pt x="27326" y="25506"/>
                    </a:lnTo>
                    <a:lnTo>
                      <a:pt x="27201" y="25548"/>
                    </a:lnTo>
                    <a:lnTo>
                      <a:pt x="27138" y="25506"/>
                    </a:lnTo>
                    <a:lnTo>
                      <a:pt x="26971" y="25506"/>
                    </a:lnTo>
                    <a:lnTo>
                      <a:pt x="26929" y="25485"/>
                    </a:lnTo>
                    <a:lnTo>
                      <a:pt x="26971" y="25444"/>
                    </a:lnTo>
                    <a:lnTo>
                      <a:pt x="26803" y="25297"/>
                    </a:lnTo>
                    <a:lnTo>
                      <a:pt x="26782" y="25234"/>
                    </a:lnTo>
                    <a:lnTo>
                      <a:pt x="26594" y="25046"/>
                    </a:lnTo>
                    <a:lnTo>
                      <a:pt x="26510" y="25025"/>
                    </a:lnTo>
                    <a:lnTo>
                      <a:pt x="26343" y="24879"/>
                    </a:lnTo>
                    <a:lnTo>
                      <a:pt x="26259" y="24858"/>
                    </a:lnTo>
                    <a:lnTo>
                      <a:pt x="26029" y="24711"/>
                    </a:lnTo>
                    <a:lnTo>
                      <a:pt x="25966" y="24648"/>
                    </a:lnTo>
                    <a:lnTo>
                      <a:pt x="25903" y="24753"/>
                    </a:lnTo>
                    <a:lnTo>
                      <a:pt x="25903" y="24711"/>
                    </a:lnTo>
                    <a:lnTo>
                      <a:pt x="25820" y="24523"/>
                    </a:lnTo>
                    <a:lnTo>
                      <a:pt x="25736" y="24439"/>
                    </a:lnTo>
                    <a:lnTo>
                      <a:pt x="25736" y="24335"/>
                    </a:lnTo>
                    <a:lnTo>
                      <a:pt x="25631" y="24293"/>
                    </a:lnTo>
                    <a:lnTo>
                      <a:pt x="25527" y="24104"/>
                    </a:lnTo>
                    <a:lnTo>
                      <a:pt x="25443" y="24084"/>
                    </a:lnTo>
                    <a:lnTo>
                      <a:pt x="25255" y="23895"/>
                    </a:lnTo>
                    <a:lnTo>
                      <a:pt x="25150" y="23874"/>
                    </a:lnTo>
                    <a:lnTo>
                      <a:pt x="25087" y="23812"/>
                    </a:lnTo>
                    <a:lnTo>
                      <a:pt x="24815" y="23728"/>
                    </a:lnTo>
                    <a:lnTo>
                      <a:pt x="24627" y="23581"/>
                    </a:lnTo>
                    <a:lnTo>
                      <a:pt x="24376" y="23393"/>
                    </a:lnTo>
                    <a:lnTo>
                      <a:pt x="24167" y="23414"/>
                    </a:lnTo>
                    <a:lnTo>
                      <a:pt x="23748" y="23560"/>
                    </a:lnTo>
                    <a:lnTo>
                      <a:pt x="23330" y="23686"/>
                    </a:lnTo>
                    <a:lnTo>
                      <a:pt x="23142" y="23686"/>
                    </a:lnTo>
                    <a:lnTo>
                      <a:pt x="23016" y="23623"/>
                    </a:lnTo>
                    <a:lnTo>
                      <a:pt x="23016" y="23623"/>
                    </a:lnTo>
                    <a:lnTo>
                      <a:pt x="23142" y="23665"/>
                    </a:lnTo>
                    <a:lnTo>
                      <a:pt x="23330" y="23602"/>
                    </a:lnTo>
                    <a:lnTo>
                      <a:pt x="23665" y="23268"/>
                    </a:lnTo>
                    <a:lnTo>
                      <a:pt x="23727" y="23163"/>
                    </a:lnTo>
                    <a:lnTo>
                      <a:pt x="23665" y="22933"/>
                    </a:lnTo>
                    <a:lnTo>
                      <a:pt x="23581" y="22828"/>
                    </a:lnTo>
                    <a:lnTo>
                      <a:pt x="23665" y="22577"/>
                    </a:lnTo>
                    <a:lnTo>
                      <a:pt x="23665" y="22347"/>
                    </a:lnTo>
                    <a:lnTo>
                      <a:pt x="23581" y="22200"/>
                    </a:lnTo>
                    <a:lnTo>
                      <a:pt x="23581" y="22054"/>
                    </a:lnTo>
                    <a:lnTo>
                      <a:pt x="23644" y="21928"/>
                    </a:lnTo>
                    <a:lnTo>
                      <a:pt x="23644" y="21824"/>
                    </a:lnTo>
                    <a:lnTo>
                      <a:pt x="23539" y="21782"/>
                    </a:lnTo>
                    <a:lnTo>
                      <a:pt x="23204" y="21782"/>
                    </a:lnTo>
                    <a:lnTo>
                      <a:pt x="23037" y="22054"/>
                    </a:lnTo>
                    <a:lnTo>
                      <a:pt x="22828" y="22305"/>
                    </a:lnTo>
                    <a:lnTo>
                      <a:pt x="22577" y="22326"/>
                    </a:lnTo>
                    <a:lnTo>
                      <a:pt x="22409" y="22452"/>
                    </a:lnTo>
                    <a:lnTo>
                      <a:pt x="22472" y="22347"/>
                    </a:lnTo>
                    <a:lnTo>
                      <a:pt x="22786" y="22263"/>
                    </a:lnTo>
                    <a:lnTo>
                      <a:pt x="22932" y="22117"/>
                    </a:lnTo>
                    <a:lnTo>
                      <a:pt x="23037" y="21845"/>
                    </a:lnTo>
                    <a:lnTo>
                      <a:pt x="22995" y="21824"/>
                    </a:lnTo>
                    <a:lnTo>
                      <a:pt x="22995" y="21677"/>
                    </a:lnTo>
                    <a:lnTo>
                      <a:pt x="22932" y="21594"/>
                    </a:lnTo>
                    <a:lnTo>
                      <a:pt x="22953" y="21489"/>
                    </a:lnTo>
                    <a:lnTo>
                      <a:pt x="22932" y="21405"/>
                    </a:lnTo>
                    <a:lnTo>
                      <a:pt x="22807" y="21384"/>
                    </a:lnTo>
                    <a:lnTo>
                      <a:pt x="22849" y="21322"/>
                    </a:lnTo>
                    <a:lnTo>
                      <a:pt x="22953" y="21301"/>
                    </a:lnTo>
                    <a:lnTo>
                      <a:pt x="22995" y="21196"/>
                    </a:lnTo>
                    <a:lnTo>
                      <a:pt x="23100" y="21008"/>
                    </a:lnTo>
                    <a:lnTo>
                      <a:pt x="23100" y="20861"/>
                    </a:lnTo>
                    <a:lnTo>
                      <a:pt x="23037" y="20799"/>
                    </a:lnTo>
                    <a:lnTo>
                      <a:pt x="23121" y="20568"/>
                    </a:lnTo>
                    <a:lnTo>
                      <a:pt x="23204" y="20527"/>
                    </a:lnTo>
                    <a:lnTo>
                      <a:pt x="23246" y="20359"/>
                    </a:lnTo>
                    <a:lnTo>
                      <a:pt x="23330" y="20255"/>
                    </a:lnTo>
                    <a:lnTo>
                      <a:pt x="23372" y="20045"/>
                    </a:lnTo>
                    <a:lnTo>
                      <a:pt x="23476" y="19941"/>
                    </a:lnTo>
                    <a:lnTo>
                      <a:pt x="23435" y="19815"/>
                    </a:lnTo>
                    <a:lnTo>
                      <a:pt x="23435" y="19731"/>
                    </a:lnTo>
                    <a:lnTo>
                      <a:pt x="23560" y="19815"/>
                    </a:lnTo>
                    <a:lnTo>
                      <a:pt x="23665" y="19711"/>
                    </a:lnTo>
                    <a:lnTo>
                      <a:pt x="23665" y="19606"/>
                    </a:lnTo>
                    <a:lnTo>
                      <a:pt x="23790" y="19585"/>
                    </a:lnTo>
                    <a:lnTo>
                      <a:pt x="23958" y="19397"/>
                    </a:lnTo>
                    <a:lnTo>
                      <a:pt x="24062" y="19334"/>
                    </a:lnTo>
                    <a:lnTo>
                      <a:pt x="24041" y="19229"/>
                    </a:lnTo>
                    <a:lnTo>
                      <a:pt x="24125" y="19166"/>
                    </a:lnTo>
                    <a:lnTo>
                      <a:pt x="24188" y="19166"/>
                    </a:lnTo>
                    <a:lnTo>
                      <a:pt x="24230" y="19083"/>
                    </a:lnTo>
                    <a:lnTo>
                      <a:pt x="24167" y="18999"/>
                    </a:lnTo>
                    <a:lnTo>
                      <a:pt x="24292" y="18915"/>
                    </a:lnTo>
                    <a:lnTo>
                      <a:pt x="24376" y="18769"/>
                    </a:lnTo>
                    <a:lnTo>
                      <a:pt x="24481" y="18769"/>
                    </a:lnTo>
                    <a:lnTo>
                      <a:pt x="24481" y="18706"/>
                    </a:lnTo>
                    <a:lnTo>
                      <a:pt x="24543" y="18664"/>
                    </a:lnTo>
                    <a:lnTo>
                      <a:pt x="24397" y="18560"/>
                    </a:lnTo>
                    <a:lnTo>
                      <a:pt x="24460" y="18539"/>
                    </a:lnTo>
                    <a:lnTo>
                      <a:pt x="24460" y="18455"/>
                    </a:lnTo>
                    <a:lnTo>
                      <a:pt x="24543" y="18476"/>
                    </a:lnTo>
                    <a:lnTo>
                      <a:pt x="24669" y="18581"/>
                    </a:lnTo>
                    <a:lnTo>
                      <a:pt x="24690" y="18643"/>
                    </a:lnTo>
                    <a:lnTo>
                      <a:pt x="24753" y="18602"/>
                    </a:lnTo>
                    <a:lnTo>
                      <a:pt x="24711" y="18539"/>
                    </a:lnTo>
                    <a:lnTo>
                      <a:pt x="24606" y="18476"/>
                    </a:lnTo>
                    <a:lnTo>
                      <a:pt x="24795" y="18392"/>
                    </a:lnTo>
                    <a:lnTo>
                      <a:pt x="24836" y="18330"/>
                    </a:lnTo>
                    <a:lnTo>
                      <a:pt x="24983" y="18330"/>
                    </a:lnTo>
                    <a:lnTo>
                      <a:pt x="25004" y="18350"/>
                    </a:lnTo>
                    <a:lnTo>
                      <a:pt x="25025" y="18267"/>
                    </a:lnTo>
                    <a:lnTo>
                      <a:pt x="25004" y="18225"/>
                    </a:lnTo>
                    <a:lnTo>
                      <a:pt x="25087" y="18225"/>
                    </a:lnTo>
                    <a:lnTo>
                      <a:pt x="25108" y="18350"/>
                    </a:lnTo>
                    <a:lnTo>
                      <a:pt x="25192" y="18246"/>
                    </a:lnTo>
                    <a:lnTo>
                      <a:pt x="25192" y="18225"/>
                    </a:lnTo>
                    <a:lnTo>
                      <a:pt x="25108" y="18162"/>
                    </a:lnTo>
                    <a:lnTo>
                      <a:pt x="25108" y="18058"/>
                    </a:lnTo>
                    <a:lnTo>
                      <a:pt x="25150" y="18120"/>
                    </a:lnTo>
                    <a:lnTo>
                      <a:pt x="25359" y="18162"/>
                    </a:lnTo>
                    <a:lnTo>
                      <a:pt x="25339" y="18078"/>
                    </a:lnTo>
                    <a:lnTo>
                      <a:pt x="25234" y="18037"/>
                    </a:lnTo>
                    <a:lnTo>
                      <a:pt x="25213" y="17953"/>
                    </a:lnTo>
                    <a:lnTo>
                      <a:pt x="25255" y="17932"/>
                    </a:lnTo>
                    <a:lnTo>
                      <a:pt x="25297" y="17848"/>
                    </a:lnTo>
                    <a:lnTo>
                      <a:pt x="25318" y="18016"/>
                    </a:lnTo>
                    <a:lnTo>
                      <a:pt x="25422" y="17974"/>
                    </a:lnTo>
                    <a:lnTo>
                      <a:pt x="25506" y="18016"/>
                    </a:lnTo>
                    <a:lnTo>
                      <a:pt x="25590" y="17953"/>
                    </a:lnTo>
                    <a:lnTo>
                      <a:pt x="25464" y="17744"/>
                    </a:lnTo>
                    <a:lnTo>
                      <a:pt x="25401" y="17514"/>
                    </a:lnTo>
                    <a:lnTo>
                      <a:pt x="25297" y="17388"/>
                    </a:lnTo>
                    <a:lnTo>
                      <a:pt x="25297" y="17283"/>
                    </a:lnTo>
                    <a:lnTo>
                      <a:pt x="25255" y="17200"/>
                    </a:lnTo>
                    <a:lnTo>
                      <a:pt x="25297" y="17137"/>
                    </a:lnTo>
                    <a:lnTo>
                      <a:pt x="25359" y="17221"/>
                    </a:lnTo>
                    <a:lnTo>
                      <a:pt x="25422" y="17409"/>
                    </a:lnTo>
                    <a:lnTo>
                      <a:pt x="25569" y="17597"/>
                    </a:lnTo>
                    <a:lnTo>
                      <a:pt x="25841" y="17639"/>
                    </a:lnTo>
                    <a:lnTo>
                      <a:pt x="25945" y="17723"/>
                    </a:lnTo>
                    <a:lnTo>
                      <a:pt x="26071" y="17723"/>
                    </a:lnTo>
                    <a:lnTo>
                      <a:pt x="26155" y="17660"/>
                    </a:lnTo>
                    <a:lnTo>
                      <a:pt x="26259" y="17660"/>
                    </a:lnTo>
                    <a:lnTo>
                      <a:pt x="26406" y="17514"/>
                    </a:lnTo>
                    <a:lnTo>
                      <a:pt x="26448" y="17242"/>
                    </a:lnTo>
                    <a:lnTo>
                      <a:pt x="26238" y="16990"/>
                    </a:lnTo>
                    <a:lnTo>
                      <a:pt x="26196" y="16823"/>
                    </a:lnTo>
                    <a:lnTo>
                      <a:pt x="26134" y="16739"/>
                    </a:lnTo>
                    <a:lnTo>
                      <a:pt x="26071" y="16739"/>
                    </a:lnTo>
                    <a:lnTo>
                      <a:pt x="25945" y="16886"/>
                    </a:lnTo>
                    <a:lnTo>
                      <a:pt x="25715" y="16907"/>
                    </a:lnTo>
                    <a:lnTo>
                      <a:pt x="25652" y="16928"/>
                    </a:lnTo>
                    <a:lnTo>
                      <a:pt x="25652" y="16907"/>
                    </a:lnTo>
                    <a:lnTo>
                      <a:pt x="25631" y="16823"/>
                    </a:lnTo>
                    <a:lnTo>
                      <a:pt x="25715" y="16865"/>
                    </a:lnTo>
                    <a:lnTo>
                      <a:pt x="25841" y="16823"/>
                    </a:lnTo>
                    <a:lnTo>
                      <a:pt x="25966" y="16718"/>
                    </a:lnTo>
                    <a:lnTo>
                      <a:pt x="25945" y="16677"/>
                    </a:lnTo>
                    <a:lnTo>
                      <a:pt x="25736" y="16551"/>
                    </a:lnTo>
                    <a:lnTo>
                      <a:pt x="25506" y="16300"/>
                    </a:lnTo>
                    <a:lnTo>
                      <a:pt x="25443" y="16300"/>
                    </a:lnTo>
                    <a:lnTo>
                      <a:pt x="25422" y="16363"/>
                    </a:lnTo>
                    <a:lnTo>
                      <a:pt x="25464" y="16446"/>
                    </a:lnTo>
                    <a:lnTo>
                      <a:pt x="25443" y="16488"/>
                    </a:lnTo>
                    <a:lnTo>
                      <a:pt x="25339" y="16405"/>
                    </a:lnTo>
                    <a:lnTo>
                      <a:pt x="25297" y="16258"/>
                    </a:lnTo>
                    <a:lnTo>
                      <a:pt x="25401" y="16279"/>
                    </a:lnTo>
                    <a:lnTo>
                      <a:pt x="25401" y="16091"/>
                    </a:lnTo>
                    <a:lnTo>
                      <a:pt x="25443" y="16195"/>
                    </a:lnTo>
                    <a:lnTo>
                      <a:pt x="25611" y="16342"/>
                    </a:lnTo>
                    <a:lnTo>
                      <a:pt x="25694" y="16363"/>
                    </a:lnTo>
                    <a:lnTo>
                      <a:pt x="25757" y="16551"/>
                    </a:lnTo>
                    <a:lnTo>
                      <a:pt x="25966" y="16677"/>
                    </a:lnTo>
                    <a:lnTo>
                      <a:pt x="26217" y="16760"/>
                    </a:lnTo>
                    <a:lnTo>
                      <a:pt x="26322" y="16907"/>
                    </a:lnTo>
                    <a:lnTo>
                      <a:pt x="26427" y="16970"/>
                    </a:lnTo>
                    <a:lnTo>
                      <a:pt x="26448" y="17032"/>
                    </a:lnTo>
                    <a:lnTo>
                      <a:pt x="26573" y="17095"/>
                    </a:lnTo>
                    <a:lnTo>
                      <a:pt x="26636" y="17137"/>
                    </a:lnTo>
                    <a:lnTo>
                      <a:pt x="26636" y="17011"/>
                    </a:lnTo>
                    <a:lnTo>
                      <a:pt x="26740" y="16970"/>
                    </a:lnTo>
                    <a:lnTo>
                      <a:pt x="26657" y="16907"/>
                    </a:lnTo>
                    <a:lnTo>
                      <a:pt x="26678" y="16802"/>
                    </a:lnTo>
                    <a:lnTo>
                      <a:pt x="26761" y="16928"/>
                    </a:lnTo>
                    <a:lnTo>
                      <a:pt x="26782" y="17011"/>
                    </a:lnTo>
                    <a:lnTo>
                      <a:pt x="26866" y="17032"/>
                    </a:lnTo>
                    <a:lnTo>
                      <a:pt x="26992" y="16865"/>
                    </a:lnTo>
                    <a:lnTo>
                      <a:pt x="26992" y="16656"/>
                    </a:lnTo>
                    <a:lnTo>
                      <a:pt x="26950" y="16572"/>
                    </a:lnTo>
                    <a:lnTo>
                      <a:pt x="26992" y="16405"/>
                    </a:lnTo>
                    <a:lnTo>
                      <a:pt x="27054" y="16593"/>
                    </a:lnTo>
                    <a:lnTo>
                      <a:pt x="27054" y="16698"/>
                    </a:lnTo>
                    <a:lnTo>
                      <a:pt x="27117" y="16467"/>
                    </a:lnTo>
                    <a:lnTo>
                      <a:pt x="27222" y="16405"/>
                    </a:lnTo>
                    <a:lnTo>
                      <a:pt x="27264" y="16467"/>
                    </a:lnTo>
                    <a:lnTo>
                      <a:pt x="27284" y="16488"/>
                    </a:lnTo>
                    <a:lnTo>
                      <a:pt x="27201" y="16593"/>
                    </a:lnTo>
                    <a:lnTo>
                      <a:pt x="27264" y="16614"/>
                    </a:lnTo>
                    <a:lnTo>
                      <a:pt x="27284" y="16698"/>
                    </a:lnTo>
                    <a:lnTo>
                      <a:pt x="27368" y="16614"/>
                    </a:lnTo>
                    <a:lnTo>
                      <a:pt x="27431" y="16656"/>
                    </a:lnTo>
                    <a:lnTo>
                      <a:pt x="27577" y="16802"/>
                    </a:lnTo>
                    <a:lnTo>
                      <a:pt x="27598" y="16760"/>
                    </a:lnTo>
                    <a:lnTo>
                      <a:pt x="27682" y="16760"/>
                    </a:lnTo>
                    <a:lnTo>
                      <a:pt x="27724" y="16802"/>
                    </a:lnTo>
                    <a:lnTo>
                      <a:pt x="27828" y="16781"/>
                    </a:lnTo>
                    <a:lnTo>
                      <a:pt x="27933" y="16593"/>
                    </a:lnTo>
                    <a:lnTo>
                      <a:pt x="28100" y="16509"/>
                    </a:lnTo>
                    <a:lnTo>
                      <a:pt x="28456" y="16153"/>
                    </a:lnTo>
                    <a:lnTo>
                      <a:pt x="28477" y="16070"/>
                    </a:lnTo>
                    <a:lnTo>
                      <a:pt x="28540" y="16049"/>
                    </a:lnTo>
                    <a:lnTo>
                      <a:pt x="28561" y="16091"/>
                    </a:lnTo>
                    <a:lnTo>
                      <a:pt x="28728" y="15881"/>
                    </a:lnTo>
                    <a:lnTo>
                      <a:pt x="28833" y="15840"/>
                    </a:lnTo>
                    <a:lnTo>
                      <a:pt x="28958" y="15735"/>
                    </a:lnTo>
                    <a:lnTo>
                      <a:pt x="29000" y="15672"/>
                    </a:lnTo>
                    <a:lnTo>
                      <a:pt x="28979" y="15547"/>
                    </a:lnTo>
                    <a:lnTo>
                      <a:pt x="28561" y="15442"/>
                    </a:lnTo>
                    <a:lnTo>
                      <a:pt x="28331" y="15400"/>
                    </a:lnTo>
                    <a:lnTo>
                      <a:pt x="28121" y="15317"/>
                    </a:lnTo>
                    <a:lnTo>
                      <a:pt x="28038" y="15128"/>
                    </a:lnTo>
                    <a:lnTo>
                      <a:pt x="27912" y="14898"/>
                    </a:lnTo>
                    <a:lnTo>
                      <a:pt x="27849" y="14898"/>
                    </a:lnTo>
                    <a:lnTo>
                      <a:pt x="27828" y="14710"/>
                    </a:lnTo>
                    <a:lnTo>
                      <a:pt x="27808" y="14689"/>
                    </a:lnTo>
                    <a:lnTo>
                      <a:pt x="27828" y="14626"/>
                    </a:lnTo>
                    <a:lnTo>
                      <a:pt x="27870" y="14626"/>
                    </a:lnTo>
                    <a:lnTo>
                      <a:pt x="27912" y="14563"/>
                    </a:lnTo>
                    <a:lnTo>
                      <a:pt x="27828" y="14501"/>
                    </a:lnTo>
                    <a:lnTo>
                      <a:pt x="27598" y="14501"/>
                    </a:lnTo>
                    <a:lnTo>
                      <a:pt x="27326" y="14417"/>
                    </a:lnTo>
                    <a:lnTo>
                      <a:pt x="27243" y="14417"/>
                    </a:lnTo>
                    <a:lnTo>
                      <a:pt x="27201" y="14480"/>
                    </a:lnTo>
                    <a:lnTo>
                      <a:pt x="27117" y="14396"/>
                    </a:lnTo>
                    <a:lnTo>
                      <a:pt x="27117" y="14312"/>
                    </a:lnTo>
                    <a:lnTo>
                      <a:pt x="27222" y="14354"/>
                    </a:lnTo>
                    <a:lnTo>
                      <a:pt x="27494" y="14375"/>
                    </a:lnTo>
                    <a:lnTo>
                      <a:pt x="27640" y="14480"/>
                    </a:lnTo>
                    <a:lnTo>
                      <a:pt x="27870" y="14480"/>
                    </a:lnTo>
                    <a:lnTo>
                      <a:pt x="28017" y="14584"/>
                    </a:lnTo>
                    <a:lnTo>
                      <a:pt x="28142" y="14814"/>
                    </a:lnTo>
                    <a:lnTo>
                      <a:pt x="28247" y="14835"/>
                    </a:lnTo>
                    <a:lnTo>
                      <a:pt x="28289" y="14898"/>
                    </a:lnTo>
                    <a:lnTo>
                      <a:pt x="28247" y="14919"/>
                    </a:lnTo>
                    <a:lnTo>
                      <a:pt x="28184" y="14919"/>
                    </a:lnTo>
                    <a:lnTo>
                      <a:pt x="28184" y="14982"/>
                    </a:lnTo>
                    <a:lnTo>
                      <a:pt x="28372" y="15045"/>
                    </a:lnTo>
                    <a:lnTo>
                      <a:pt x="28435" y="15191"/>
                    </a:lnTo>
                    <a:lnTo>
                      <a:pt x="28498" y="15296"/>
                    </a:lnTo>
                    <a:lnTo>
                      <a:pt x="28875" y="15358"/>
                    </a:lnTo>
                    <a:lnTo>
                      <a:pt x="28979" y="15317"/>
                    </a:lnTo>
                    <a:lnTo>
                      <a:pt x="29021" y="15191"/>
                    </a:lnTo>
                    <a:lnTo>
                      <a:pt x="29105" y="15128"/>
                    </a:lnTo>
                    <a:lnTo>
                      <a:pt x="29189" y="15149"/>
                    </a:lnTo>
                    <a:lnTo>
                      <a:pt x="29314" y="15003"/>
                    </a:lnTo>
                    <a:lnTo>
                      <a:pt x="29335" y="14982"/>
                    </a:lnTo>
                    <a:lnTo>
                      <a:pt x="29502" y="15128"/>
                    </a:lnTo>
                    <a:lnTo>
                      <a:pt x="29481" y="15149"/>
                    </a:lnTo>
                    <a:lnTo>
                      <a:pt x="29377" y="15317"/>
                    </a:lnTo>
                    <a:lnTo>
                      <a:pt x="29377" y="15400"/>
                    </a:lnTo>
                    <a:lnTo>
                      <a:pt x="29293" y="15505"/>
                    </a:lnTo>
                    <a:lnTo>
                      <a:pt x="29293" y="15568"/>
                    </a:lnTo>
                    <a:lnTo>
                      <a:pt x="29189" y="15756"/>
                    </a:lnTo>
                    <a:lnTo>
                      <a:pt x="29230" y="15840"/>
                    </a:lnTo>
                    <a:lnTo>
                      <a:pt x="29189" y="15861"/>
                    </a:lnTo>
                    <a:lnTo>
                      <a:pt x="29168" y="15965"/>
                    </a:lnTo>
                    <a:lnTo>
                      <a:pt x="29168" y="16070"/>
                    </a:lnTo>
                    <a:lnTo>
                      <a:pt x="29000" y="16195"/>
                    </a:lnTo>
                    <a:lnTo>
                      <a:pt x="28958" y="16300"/>
                    </a:lnTo>
                    <a:lnTo>
                      <a:pt x="28958" y="16467"/>
                    </a:lnTo>
                    <a:lnTo>
                      <a:pt x="28916" y="16509"/>
                    </a:lnTo>
                    <a:lnTo>
                      <a:pt x="28916" y="16677"/>
                    </a:lnTo>
                    <a:lnTo>
                      <a:pt x="28854" y="16760"/>
                    </a:lnTo>
                    <a:lnTo>
                      <a:pt x="28707" y="16760"/>
                    </a:lnTo>
                    <a:lnTo>
                      <a:pt x="28540" y="16823"/>
                    </a:lnTo>
                    <a:lnTo>
                      <a:pt x="28540" y="16928"/>
                    </a:lnTo>
                    <a:lnTo>
                      <a:pt x="28477" y="17116"/>
                    </a:lnTo>
                    <a:lnTo>
                      <a:pt x="28498" y="17242"/>
                    </a:lnTo>
                    <a:lnTo>
                      <a:pt x="28561" y="17242"/>
                    </a:lnTo>
                    <a:lnTo>
                      <a:pt x="28582" y="17137"/>
                    </a:lnTo>
                    <a:lnTo>
                      <a:pt x="28644" y="17116"/>
                    </a:lnTo>
                    <a:lnTo>
                      <a:pt x="28686" y="17137"/>
                    </a:lnTo>
                    <a:lnTo>
                      <a:pt x="28770" y="17200"/>
                    </a:lnTo>
                    <a:lnTo>
                      <a:pt x="28854" y="17200"/>
                    </a:lnTo>
                    <a:lnTo>
                      <a:pt x="28896" y="17179"/>
                    </a:lnTo>
                    <a:lnTo>
                      <a:pt x="28958" y="17179"/>
                    </a:lnTo>
                    <a:lnTo>
                      <a:pt x="29000" y="17221"/>
                    </a:lnTo>
                    <a:lnTo>
                      <a:pt x="29021" y="17304"/>
                    </a:lnTo>
                    <a:lnTo>
                      <a:pt x="28958" y="17409"/>
                    </a:lnTo>
                    <a:lnTo>
                      <a:pt x="28979" y="17514"/>
                    </a:lnTo>
                    <a:lnTo>
                      <a:pt x="28896" y="17597"/>
                    </a:lnTo>
                    <a:lnTo>
                      <a:pt x="28896" y="17744"/>
                    </a:lnTo>
                    <a:lnTo>
                      <a:pt x="28916" y="17806"/>
                    </a:lnTo>
                    <a:lnTo>
                      <a:pt x="28979" y="17765"/>
                    </a:lnTo>
                    <a:lnTo>
                      <a:pt x="29021" y="17806"/>
                    </a:lnTo>
                    <a:lnTo>
                      <a:pt x="29105" y="17806"/>
                    </a:lnTo>
                    <a:lnTo>
                      <a:pt x="29168" y="17744"/>
                    </a:lnTo>
                    <a:lnTo>
                      <a:pt x="29272" y="17744"/>
                    </a:lnTo>
                    <a:lnTo>
                      <a:pt x="29293" y="17702"/>
                    </a:lnTo>
                    <a:lnTo>
                      <a:pt x="29377" y="17639"/>
                    </a:lnTo>
                    <a:lnTo>
                      <a:pt x="29440" y="17639"/>
                    </a:lnTo>
                    <a:lnTo>
                      <a:pt x="29544" y="17555"/>
                    </a:lnTo>
                    <a:lnTo>
                      <a:pt x="29586" y="17430"/>
                    </a:lnTo>
                    <a:lnTo>
                      <a:pt x="29649" y="17346"/>
                    </a:lnTo>
                    <a:lnTo>
                      <a:pt x="29712" y="17283"/>
                    </a:lnTo>
                    <a:lnTo>
                      <a:pt x="29753" y="17283"/>
                    </a:lnTo>
                    <a:lnTo>
                      <a:pt x="29816" y="17325"/>
                    </a:lnTo>
                    <a:lnTo>
                      <a:pt x="29900" y="17283"/>
                    </a:lnTo>
                    <a:lnTo>
                      <a:pt x="29942" y="17242"/>
                    </a:lnTo>
                    <a:lnTo>
                      <a:pt x="30025" y="17242"/>
                    </a:lnTo>
                    <a:lnTo>
                      <a:pt x="30067" y="17095"/>
                    </a:lnTo>
                    <a:lnTo>
                      <a:pt x="30067" y="16970"/>
                    </a:lnTo>
                    <a:lnTo>
                      <a:pt x="30172" y="16886"/>
                    </a:lnTo>
                    <a:lnTo>
                      <a:pt x="30214" y="16802"/>
                    </a:lnTo>
                    <a:lnTo>
                      <a:pt x="30277" y="16802"/>
                    </a:lnTo>
                    <a:lnTo>
                      <a:pt x="30339" y="16865"/>
                    </a:lnTo>
                    <a:lnTo>
                      <a:pt x="30381" y="16802"/>
                    </a:lnTo>
                    <a:lnTo>
                      <a:pt x="30444" y="16781"/>
                    </a:lnTo>
                    <a:lnTo>
                      <a:pt x="30486" y="16802"/>
                    </a:lnTo>
                    <a:lnTo>
                      <a:pt x="30528" y="16907"/>
                    </a:lnTo>
                    <a:lnTo>
                      <a:pt x="30444" y="16970"/>
                    </a:lnTo>
                    <a:lnTo>
                      <a:pt x="30381" y="17011"/>
                    </a:lnTo>
                    <a:lnTo>
                      <a:pt x="30465" y="17074"/>
                    </a:lnTo>
                    <a:lnTo>
                      <a:pt x="30632" y="17074"/>
                    </a:lnTo>
                    <a:lnTo>
                      <a:pt x="30695" y="17095"/>
                    </a:lnTo>
                    <a:lnTo>
                      <a:pt x="30737" y="17179"/>
                    </a:lnTo>
                    <a:lnTo>
                      <a:pt x="30653" y="17283"/>
                    </a:lnTo>
                    <a:lnTo>
                      <a:pt x="30569" y="17304"/>
                    </a:lnTo>
                    <a:lnTo>
                      <a:pt x="30569" y="17430"/>
                    </a:lnTo>
                    <a:lnTo>
                      <a:pt x="30653" y="17451"/>
                    </a:lnTo>
                    <a:lnTo>
                      <a:pt x="30695" y="17430"/>
                    </a:lnTo>
                    <a:lnTo>
                      <a:pt x="30779" y="17430"/>
                    </a:lnTo>
                    <a:lnTo>
                      <a:pt x="30800" y="17451"/>
                    </a:lnTo>
                    <a:lnTo>
                      <a:pt x="30883" y="17430"/>
                    </a:lnTo>
                    <a:lnTo>
                      <a:pt x="30904" y="17514"/>
                    </a:lnTo>
                    <a:lnTo>
                      <a:pt x="31009" y="17514"/>
                    </a:lnTo>
                    <a:lnTo>
                      <a:pt x="31072" y="17555"/>
                    </a:lnTo>
                    <a:lnTo>
                      <a:pt x="31113" y="17555"/>
                    </a:lnTo>
                    <a:lnTo>
                      <a:pt x="31260" y="17639"/>
                    </a:lnTo>
                    <a:lnTo>
                      <a:pt x="31302" y="17618"/>
                    </a:lnTo>
                    <a:lnTo>
                      <a:pt x="31365" y="17493"/>
                    </a:lnTo>
                    <a:lnTo>
                      <a:pt x="31406" y="17451"/>
                    </a:lnTo>
                    <a:lnTo>
                      <a:pt x="31490" y="17346"/>
                    </a:lnTo>
                    <a:lnTo>
                      <a:pt x="31595" y="17346"/>
                    </a:lnTo>
                    <a:lnTo>
                      <a:pt x="31616" y="17304"/>
                    </a:lnTo>
                    <a:lnTo>
                      <a:pt x="31532" y="17283"/>
                    </a:lnTo>
                    <a:lnTo>
                      <a:pt x="31490" y="17200"/>
                    </a:lnTo>
                    <a:lnTo>
                      <a:pt x="31574" y="17179"/>
                    </a:lnTo>
                    <a:lnTo>
                      <a:pt x="31595" y="17095"/>
                    </a:lnTo>
                    <a:lnTo>
                      <a:pt x="31511" y="17053"/>
                    </a:lnTo>
                    <a:lnTo>
                      <a:pt x="31469" y="16990"/>
                    </a:lnTo>
                    <a:lnTo>
                      <a:pt x="31406" y="17011"/>
                    </a:lnTo>
                    <a:lnTo>
                      <a:pt x="31406" y="17095"/>
                    </a:lnTo>
                    <a:lnTo>
                      <a:pt x="31365" y="17116"/>
                    </a:lnTo>
                    <a:lnTo>
                      <a:pt x="31302" y="17095"/>
                    </a:lnTo>
                    <a:lnTo>
                      <a:pt x="31197" y="17032"/>
                    </a:lnTo>
                    <a:lnTo>
                      <a:pt x="31197" y="16970"/>
                    </a:lnTo>
                    <a:lnTo>
                      <a:pt x="31155" y="16990"/>
                    </a:lnTo>
                    <a:lnTo>
                      <a:pt x="31072" y="17074"/>
                    </a:lnTo>
                    <a:lnTo>
                      <a:pt x="30883" y="17074"/>
                    </a:lnTo>
                    <a:lnTo>
                      <a:pt x="30800" y="17011"/>
                    </a:lnTo>
                    <a:lnTo>
                      <a:pt x="30904" y="16970"/>
                    </a:lnTo>
                    <a:lnTo>
                      <a:pt x="30988" y="16970"/>
                    </a:lnTo>
                    <a:lnTo>
                      <a:pt x="31072" y="16907"/>
                    </a:lnTo>
                    <a:lnTo>
                      <a:pt x="31072" y="16823"/>
                    </a:lnTo>
                    <a:lnTo>
                      <a:pt x="31051" y="16802"/>
                    </a:lnTo>
                    <a:lnTo>
                      <a:pt x="31051" y="16677"/>
                    </a:lnTo>
                    <a:lnTo>
                      <a:pt x="31072" y="16593"/>
                    </a:lnTo>
                    <a:lnTo>
                      <a:pt x="31072" y="16551"/>
                    </a:lnTo>
                    <a:lnTo>
                      <a:pt x="31009" y="16488"/>
                    </a:lnTo>
                    <a:lnTo>
                      <a:pt x="31009" y="16405"/>
                    </a:lnTo>
                    <a:lnTo>
                      <a:pt x="30862" y="16258"/>
                    </a:lnTo>
                    <a:lnTo>
                      <a:pt x="30737" y="16195"/>
                    </a:lnTo>
                    <a:lnTo>
                      <a:pt x="30737" y="16153"/>
                    </a:lnTo>
                    <a:lnTo>
                      <a:pt x="30695" y="16028"/>
                    </a:lnTo>
                    <a:lnTo>
                      <a:pt x="30632" y="16028"/>
                    </a:lnTo>
                    <a:lnTo>
                      <a:pt x="30590" y="15944"/>
                    </a:lnTo>
                    <a:lnTo>
                      <a:pt x="30632" y="15819"/>
                    </a:lnTo>
                    <a:lnTo>
                      <a:pt x="30590" y="15735"/>
                    </a:lnTo>
                    <a:lnTo>
                      <a:pt x="30465" y="15735"/>
                    </a:lnTo>
                    <a:lnTo>
                      <a:pt x="30277" y="15651"/>
                    </a:lnTo>
                    <a:lnTo>
                      <a:pt x="30235" y="15547"/>
                    </a:lnTo>
                    <a:lnTo>
                      <a:pt x="30277" y="15505"/>
                    </a:lnTo>
                    <a:lnTo>
                      <a:pt x="30277" y="15442"/>
                    </a:lnTo>
                    <a:lnTo>
                      <a:pt x="30214" y="15358"/>
                    </a:lnTo>
                    <a:lnTo>
                      <a:pt x="30172" y="15296"/>
                    </a:lnTo>
                    <a:lnTo>
                      <a:pt x="30151" y="15296"/>
                    </a:lnTo>
                    <a:lnTo>
                      <a:pt x="30046" y="15421"/>
                    </a:lnTo>
                    <a:lnTo>
                      <a:pt x="30025" y="15526"/>
                    </a:lnTo>
                    <a:lnTo>
                      <a:pt x="29963" y="15568"/>
                    </a:lnTo>
                    <a:lnTo>
                      <a:pt x="29921" y="15526"/>
                    </a:lnTo>
                    <a:lnTo>
                      <a:pt x="29921" y="15400"/>
                    </a:lnTo>
                    <a:lnTo>
                      <a:pt x="29858" y="15296"/>
                    </a:lnTo>
                    <a:lnTo>
                      <a:pt x="29900" y="15212"/>
                    </a:lnTo>
                    <a:lnTo>
                      <a:pt x="30025" y="15212"/>
                    </a:lnTo>
                    <a:lnTo>
                      <a:pt x="30005" y="15128"/>
                    </a:lnTo>
                    <a:lnTo>
                      <a:pt x="30025" y="15024"/>
                    </a:lnTo>
                    <a:lnTo>
                      <a:pt x="30005" y="14919"/>
                    </a:lnTo>
                    <a:lnTo>
                      <a:pt x="29900" y="14940"/>
                    </a:lnTo>
                    <a:lnTo>
                      <a:pt x="29900" y="14877"/>
                    </a:lnTo>
                    <a:lnTo>
                      <a:pt x="29963" y="14773"/>
                    </a:lnTo>
                    <a:lnTo>
                      <a:pt x="29921" y="14731"/>
                    </a:lnTo>
                    <a:lnTo>
                      <a:pt x="29712" y="14814"/>
                    </a:lnTo>
                    <a:cubicBezTo>
                      <a:pt x="29691" y="14773"/>
                      <a:pt x="29628" y="14731"/>
                      <a:pt x="29607" y="14689"/>
                    </a:cubicBezTo>
                    <a:lnTo>
                      <a:pt x="29712" y="14605"/>
                    </a:lnTo>
                    <a:lnTo>
                      <a:pt x="29795" y="14584"/>
                    </a:lnTo>
                    <a:lnTo>
                      <a:pt x="29858" y="14417"/>
                    </a:lnTo>
                    <a:lnTo>
                      <a:pt x="29816" y="14312"/>
                    </a:lnTo>
                    <a:lnTo>
                      <a:pt x="29691" y="14291"/>
                    </a:lnTo>
                    <a:lnTo>
                      <a:pt x="29628" y="14208"/>
                    </a:lnTo>
                    <a:lnTo>
                      <a:pt x="29628" y="14103"/>
                    </a:lnTo>
                    <a:lnTo>
                      <a:pt x="29691" y="14082"/>
                    </a:lnTo>
                    <a:lnTo>
                      <a:pt x="29649" y="13998"/>
                    </a:lnTo>
                    <a:lnTo>
                      <a:pt x="29691" y="13915"/>
                    </a:lnTo>
                    <a:lnTo>
                      <a:pt x="29816" y="13998"/>
                    </a:lnTo>
                    <a:lnTo>
                      <a:pt x="29921" y="13977"/>
                    </a:lnTo>
                    <a:lnTo>
                      <a:pt x="30025" y="14061"/>
                    </a:lnTo>
                    <a:lnTo>
                      <a:pt x="30151" y="14061"/>
                    </a:lnTo>
                    <a:lnTo>
                      <a:pt x="30318" y="13977"/>
                    </a:lnTo>
                    <a:lnTo>
                      <a:pt x="30318" y="14019"/>
                    </a:lnTo>
                    <a:lnTo>
                      <a:pt x="30360" y="14061"/>
                    </a:lnTo>
                    <a:lnTo>
                      <a:pt x="30339" y="14082"/>
                    </a:lnTo>
                    <a:lnTo>
                      <a:pt x="30277" y="14249"/>
                    </a:lnTo>
                    <a:lnTo>
                      <a:pt x="30277" y="14312"/>
                    </a:lnTo>
                    <a:lnTo>
                      <a:pt x="30360" y="14291"/>
                    </a:lnTo>
                    <a:lnTo>
                      <a:pt x="30381" y="14354"/>
                    </a:lnTo>
                    <a:lnTo>
                      <a:pt x="30465" y="14375"/>
                    </a:lnTo>
                    <a:lnTo>
                      <a:pt x="30590" y="14459"/>
                    </a:lnTo>
                    <a:lnTo>
                      <a:pt x="30632" y="14354"/>
                    </a:lnTo>
                    <a:lnTo>
                      <a:pt x="30528" y="14249"/>
                    </a:lnTo>
                    <a:lnTo>
                      <a:pt x="30590" y="14145"/>
                    </a:lnTo>
                    <a:lnTo>
                      <a:pt x="30632" y="14208"/>
                    </a:lnTo>
                    <a:lnTo>
                      <a:pt x="30695" y="14249"/>
                    </a:lnTo>
                    <a:lnTo>
                      <a:pt x="30737" y="14354"/>
                    </a:lnTo>
                    <a:lnTo>
                      <a:pt x="30904" y="14501"/>
                    </a:lnTo>
                    <a:lnTo>
                      <a:pt x="30967" y="14501"/>
                    </a:lnTo>
                    <a:lnTo>
                      <a:pt x="30967" y="14417"/>
                    </a:lnTo>
                    <a:lnTo>
                      <a:pt x="30946" y="14375"/>
                    </a:lnTo>
                    <a:lnTo>
                      <a:pt x="30988" y="14291"/>
                    </a:lnTo>
                    <a:lnTo>
                      <a:pt x="30967" y="14145"/>
                    </a:lnTo>
                    <a:lnTo>
                      <a:pt x="30904" y="14103"/>
                    </a:lnTo>
                    <a:lnTo>
                      <a:pt x="30946" y="13957"/>
                    </a:lnTo>
                    <a:lnTo>
                      <a:pt x="30862" y="13768"/>
                    </a:lnTo>
                    <a:lnTo>
                      <a:pt x="30758" y="13726"/>
                    </a:lnTo>
                    <a:lnTo>
                      <a:pt x="30758" y="13622"/>
                    </a:lnTo>
                    <a:lnTo>
                      <a:pt x="30695" y="13580"/>
                    </a:lnTo>
                    <a:lnTo>
                      <a:pt x="30549" y="13685"/>
                    </a:lnTo>
                    <a:lnTo>
                      <a:pt x="30486" y="13685"/>
                    </a:lnTo>
                    <a:lnTo>
                      <a:pt x="30590" y="13538"/>
                    </a:lnTo>
                    <a:lnTo>
                      <a:pt x="30695" y="13538"/>
                    </a:lnTo>
                    <a:lnTo>
                      <a:pt x="30737" y="13559"/>
                    </a:lnTo>
                    <a:lnTo>
                      <a:pt x="30841" y="13517"/>
                    </a:lnTo>
                    <a:lnTo>
                      <a:pt x="30925" y="13622"/>
                    </a:lnTo>
                    <a:lnTo>
                      <a:pt x="30967" y="13643"/>
                    </a:lnTo>
                    <a:lnTo>
                      <a:pt x="30967" y="13873"/>
                    </a:lnTo>
                    <a:lnTo>
                      <a:pt x="31009" y="13873"/>
                    </a:lnTo>
                    <a:lnTo>
                      <a:pt x="31155" y="13768"/>
                    </a:lnTo>
                    <a:lnTo>
                      <a:pt x="31051" y="13936"/>
                    </a:lnTo>
                    <a:lnTo>
                      <a:pt x="31051" y="13998"/>
                    </a:lnTo>
                    <a:lnTo>
                      <a:pt x="30967" y="14040"/>
                    </a:lnTo>
                    <a:lnTo>
                      <a:pt x="30967" y="14082"/>
                    </a:lnTo>
                    <a:lnTo>
                      <a:pt x="31051" y="14166"/>
                    </a:lnTo>
                    <a:lnTo>
                      <a:pt x="31072" y="14291"/>
                    </a:lnTo>
                    <a:lnTo>
                      <a:pt x="31009" y="14375"/>
                    </a:lnTo>
                    <a:lnTo>
                      <a:pt x="31072" y="14417"/>
                    </a:lnTo>
                    <a:lnTo>
                      <a:pt x="31365" y="14354"/>
                    </a:lnTo>
                    <a:lnTo>
                      <a:pt x="31406" y="14249"/>
                    </a:lnTo>
                    <a:lnTo>
                      <a:pt x="31511" y="14249"/>
                    </a:lnTo>
                    <a:lnTo>
                      <a:pt x="31574" y="14270"/>
                    </a:lnTo>
                    <a:lnTo>
                      <a:pt x="31720" y="14082"/>
                    </a:lnTo>
                    <a:lnTo>
                      <a:pt x="31804" y="14082"/>
                    </a:lnTo>
                    <a:lnTo>
                      <a:pt x="31846" y="13998"/>
                    </a:lnTo>
                    <a:lnTo>
                      <a:pt x="31950" y="13936"/>
                    </a:lnTo>
                    <a:lnTo>
                      <a:pt x="31992" y="13789"/>
                    </a:lnTo>
                    <a:lnTo>
                      <a:pt x="32055" y="13747"/>
                    </a:lnTo>
                    <a:lnTo>
                      <a:pt x="32243" y="13747"/>
                    </a:lnTo>
                    <a:lnTo>
                      <a:pt x="32348" y="13789"/>
                    </a:lnTo>
                    <a:lnTo>
                      <a:pt x="32411" y="13726"/>
                    </a:lnTo>
                    <a:lnTo>
                      <a:pt x="32369" y="13622"/>
                    </a:lnTo>
                    <a:lnTo>
                      <a:pt x="32536" y="13475"/>
                    </a:lnTo>
                    <a:lnTo>
                      <a:pt x="32557" y="13413"/>
                    </a:lnTo>
                    <a:lnTo>
                      <a:pt x="32620" y="13371"/>
                    </a:lnTo>
                    <a:lnTo>
                      <a:pt x="32641" y="13245"/>
                    </a:lnTo>
                    <a:lnTo>
                      <a:pt x="32515" y="13015"/>
                    </a:lnTo>
                    <a:lnTo>
                      <a:pt x="32536" y="12931"/>
                    </a:lnTo>
                    <a:lnTo>
                      <a:pt x="32411" y="12827"/>
                    </a:lnTo>
                    <a:lnTo>
                      <a:pt x="32369" y="12701"/>
                    </a:lnTo>
                    <a:lnTo>
                      <a:pt x="32432" y="12596"/>
                    </a:lnTo>
                    <a:lnTo>
                      <a:pt x="32557" y="12534"/>
                    </a:lnTo>
                    <a:lnTo>
                      <a:pt x="32578" y="12471"/>
                    </a:lnTo>
                    <a:lnTo>
                      <a:pt x="32557" y="12471"/>
                    </a:lnTo>
                    <a:lnTo>
                      <a:pt x="32474" y="12534"/>
                    </a:lnTo>
                    <a:lnTo>
                      <a:pt x="32453" y="12534"/>
                    </a:lnTo>
                    <a:lnTo>
                      <a:pt x="32453" y="12471"/>
                    </a:lnTo>
                    <a:lnTo>
                      <a:pt x="32536" y="12366"/>
                    </a:lnTo>
                    <a:lnTo>
                      <a:pt x="32432" y="12366"/>
                    </a:lnTo>
                    <a:lnTo>
                      <a:pt x="32515" y="12283"/>
                    </a:lnTo>
                    <a:lnTo>
                      <a:pt x="32536" y="12199"/>
                    </a:lnTo>
                    <a:lnTo>
                      <a:pt x="32453" y="12157"/>
                    </a:lnTo>
                    <a:lnTo>
                      <a:pt x="32348" y="12115"/>
                    </a:lnTo>
                    <a:lnTo>
                      <a:pt x="32411" y="12094"/>
                    </a:lnTo>
                    <a:lnTo>
                      <a:pt x="32411" y="11990"/>
                    </a:lnTo>
                    <a:lnTo>
                      <a:pt x="32474" y="11990"/>
                    </a:lnTo>
                    <a:lnTo>
                      <a:pt x="32515" y="12052"/>
                    </a:lnTo>
                    <a:lnTo>
                      <a:pt x="32620" y="12052"/>
                    </a:lnTo>
                    <a:lnTo>
                      <a:pt x="32683" y="12157"/>
                    </a:lnTo>
                    <a:lnTo>
                      <a:pt x="32766" y="12178"/>
                    </a:lnTo>
                    <a:lnTo>
                      <a:pt x="32829" y="12094"/>
                    </a:lnTo>
                    <a:lnTo>
                      <a:pt x="32892" y="12115"/>
                    </a:lnTo>
                    <a:lnTo>
                      <a:pt x="33059" y="12073"/>
                    </a:lnTo>
                    <a:lnTo>
                      <a:pt x="33185" y="11990"/>
                    </a:lnTo>
                    <a:lnTo>
                      <a:pt x="33143" y="11948"/>
                    </a:lnTo>
                    <a:lnTo>
                      <a:pt x="33206" y="11843"/>
                    </a:lnTo>
                    <a:lnTo>
                      <a:pt x="33185" y="11801"/>
                    </a:lnTo>
                    <a:lnTo>
                      <a:pt x="33143" y="11801"/>
                    </a:lnTo>
                    <a:lnTo>
                      <a:pt x="33143" y="11739"/>
                    </a:lnTo>
                    <a:lnTo>
                      <a:pt x="33080" y="11697"/>
                    </a:lnTo>
                    <a:lnTo>
                      <a:pt x="32934" y="11697"/>
                    </a:lnTo>
                    <a:lnTo>
                      <a:pt x="32997" y="11655"/>
                    </a:lnTo>
                    <a:lnTo>
                      <a:pt x="33101" y="11634"/>
                    </a:lnTo>
                    <a:lnTo>
                      <a:pt x="33290" y="11488"/>
                    </a:lnTo>
                    <a:lnTo>
                      <a:pt x="33373" y="11383"/>
                    </a:lnTo>
                    <a:lnTo>
                      <a:pt x="33352" y="11341"/>
                    </a:lnTo>
                    <a:lnTo>
                      <a:pt x="33290" y="11320"/>
                    </a:lnTo>
                    <a:lnTo>
                      <a:pt x="33269" y="11236"/>
                    </a:lnTo>
                    <a:lnTo>
                      <a:pt x="33080" y="11174"/>
                    </a:lnTo>
                    <a:lnTo>
                      <a:pt x="32976" y="11216"/>
                    </a:lnTo>
                    <a:lnTo>
                      <a:pt x="32934" y="11174"/>
                    </a:lnTo>
                    <a:lnTo>
                      <a:pt x="33038" y="11153"/>
                    </a:lnTo>
                    <a:lnTo>
                      <a:pt x="33038" y="11027"/>
                    </a:lnTo>
                    <a:lnTo>
                      <a:pt x="32808" y="10860"/>
                    </a:lnTo>
                    <a:lnTo>
                      <a:pt x="32808" y="10818"/>
                    </a:lnTo>
                    <a:lnTo>
                      <a:pt x="32871" y="10818"/>
                    </a:lnTo>
                    <a:lnTo>
                      <a:pt x="32955" y="10902"/>
                    </a:lnTo>
                    <a:lnTo>
                      <a:pt x="33038" y="10860"/>
                    </a:lnTo>
                    <a:lnTo>
                      <a:pt x="32955" y="10797"/>
                    </a:lnTo>
                    <a:lnTo>
                      <a:pt x="33018" y="10755"/>
                    </a:lnTo>
                    <a:lnTo>
                      <a:pt x="33018" y="10713"/>
                    </a:lnTo>
                    <a:lnTo>
                      <a:pt x="32871" y="10651"/>
                    </a:lnTo>
                    <a:lnTo>
                      <a:pt x="32766" y="10588"/>
                    </a:lnTo>
                    <a:lnTo>
                      <a:pt x="32662" y="10651"/>
                    </a:lnTo>
                    <a:lnTo>
                      <a:pt x="32515" y="10588"/>
                    </a:lnTo>
                    <a:cubicBezTo>
                      <a:pt x="32536" y="10546"/>
                      <a:pt x="32536" y="10525"/>
                      <a:pt x="32536" y="10504"/>
                    </a:cubicBezTo>
                    <a:lnTo>
                      <a:pt x="32599" y="10504"/>
                    </a:lnTo>
                    <a:lnTo>
                      <a:pt x="32620" y="10483"/>
                    </a:lnTo>
                    <a:lnTo>
                      <a:pt x="32599" y="10420"/>
                    </a:lnTo>
                    <a:lnTo>
                      <a:pt x="32536" y="10420"/>
                    </a:lnTo>
                    <a:cubicBezTo>
                      <a:pt x="32536" y="10400"/>
                      <a:pt x="32536" y="10339"/>
                      <a:pt x="32517" y="10317"/>
                    </a:cubicBezTo>
                    <a:lnTo>
                      <a:pt x="32517" y="10317"/>
                    </a:lnTo>
                    <a:cubicBezTo>
                      <a:pt x="32518" y="10308"/>
                      <a:pt x="32523" y="10287"/>
                      <a:pt x="32536" y="10274"/>
                    </a:cubicBezTo>
                    <a:cubicBezTo>
                      <a:pt x="32536" y="10274"/>
                      <a:pt x="32536" y="10232"/>
                      <a:pt x="32557" y="10232"/>
                    </a:cubicBezTo>
                    <a:lnTo>
                      <a:pt x="32641" y="10316"/>
                    </a:lnTo>
                    <a:lnTo>
                      <a:pt x="32746" y="10274"/>
                    </a:lnTo>
                    <a:lnTo>
                      <a:pt x="32934" y="10232"/>
                    </a:lnTo>
                    <a:lnTo>
                      <a:pt x="32976" y="10337"/>
                    </a:lnTo>
                    <a:lnTo>
                      <a:pt x="33080" y="10379"/>
                    </a:lnTo>
                    <a:lnTo>
                      <a:pt x="33143" y="10441"/>
                    </a:lnTo>
                    <a:lnTo>
                      <a:pt x="33185" y="10420"/>
                    </a:lnTo>
                    <a:lnTo>
                      <a:pt x="33352" y="10525"/>
                    </a:lnTo>
                    <a:lnTo>
                      <a:pt x="33394" y="10483"/>
                    </a:lnTo>
                    <a:lnTo>
                      <a:pt x="33457" y="10504"/>
                    </a:lnTo>
                    <a:lnTo>
                      <a:pt x="33499" y="10420"/>
                    </a:lnTo>
                    <a:lnTo>
                      <a:pt x="33478" y="10337"/>
                    </a:lnTo>
                    <a:lnTo>
                      <a:pt x="33394" y="10295"/>
                    </a:lnTo>
                    <a:lnTo>
                      <a:pt x="33310" y="10190"/>
                    </a:lnTo>
                    <a:lnTo>
                      <a:pt x="33269" y="10107"/>
                    </a:lnTo>
                    <a:lnTo>
                      <a:pt x="33059" y="9918"/>
                    </a:lnTo>
                    <a:lnTo>
                      <a:pt x="33038" y="9855"/>
                    </a:lnTo>
                    <a:lnTo>
                      <a:pt x="33038" y="9855"/>
                    </a:lnTo>
                    <a:lnTo>
                      <a:pt x="33101" y="9897"/>
                    </a:lnTo>
                    <a:lnTo>
                      <a:pt x="33143" y="9960"/>
                    </a:lnTo>
                    <a:lnTo>
                      <a:pt x="33206" y="9981"/>
                    </a:lnTo>
                    <a:lnTo>
                      <a:pt x="33310" y="10107"/>
                    </a:lnTo>
                    <a:lnTo>
                      <a:pt x="33394" y="10127"/>
                    </a:lnTo>
                    <a:lnTo>
                      <a:pt x="33415" y="10190"/>
                    </a:lnTo>
                    <a:lnTo>
                      <a:pt x="33499" y="10295"/>
                    </a:lnTo>
                    <a:lnTo>
                      <a:pt x="33603" y="10400"/>
                    </a:lnTo>
                    <a:lnTo>
                      <a:pt x="33624" y="10462"/>
                    </a:lnTo>
                    <a:lnTo>
                      <a:pt x="33687" y="10504"/>
                    </a:lnTo>
                    <a:lnTo>
                      <a:pt x="33792" y="10609"/>
                    </a:lnTo>
                    <a:lnTo>
                      <a:pt x="33834" y="10713"/>
                    </a:lnTo>
                    <a:lnTo>
                      <a:pt x="33938" y="10713"/>
                    </a:lnTo>
                    <a:lnTo>
                      <a:pt x="33980" y="10672"/>
                    </a:lnTo>
                    <a:lnTo>
                      <a:pt x="33917" y="10546"/>
                    </a:lnTo>
                    <a:lnTo>
                      <a:pt x="33834" y="10337"/>
                    </a:lnTo>
                    <a:lnTo>
                      <a:pt x="34001" y="10358"/>
                    </a:lnTo>
                    <a:lnTo>
                      <a:pt x="34189" y="10462"/>
                    </a:lnTo>
                    <a:lnTo>
                      <a:pt x="34357" y="10462"/>
                    </a:lnTo>
                    <a:lnTo>
                      <a:pt x="34357" y="10567"/>
                    </a:lnTo>
                    <a:lnTo>
                      <a:pt x="34336" y="10630"/>
                    </a:lnTo>
                    <a:lnTo>
                      <a:pt x="34440" y="10713"/>
                    </a:lnTo>
                    <a:lnTo>
                      <a:pt x="34545" y="10713"/>
                    </a:lnTo>
                    <a:lnTo>
                      <a:pt x="34566" y="10734"/>
                    </a:lnTo>
                    <a:lnTo>
                      <a:pt x="34838" y="10734"/>
                    </a:lnTo>
                    <a:lnTo>
                      <a:pt x="34922" y="10672"/>
                    </a:lnTo>
                    <a:lnTo>
                      <a:pt x="34984" y="10546"/>
                    </a:lnTo>
                    <a:lnTo>
                      <a:pt x="34984" y="10441"/>
                    </a:lnTo>
                    <a:lnTo>
                      <a:pt x="35026" y="10337"/>
                    </a:lnTo>
                    <a:lnTo>
                      <a:pt x="34963" y="10295"/>
                    </a:lnTo>
                    <a:lnTo>
                      <a:pt x="34880" y="10086"/>
                    </a:lnTo>
                    <a:lnTo>
                      <a:pt x="34838" y="10086"/>
                    </a:lnTo>
                    <a:lnTo>
                      <a:pt x="34754" y="9939"/>
                    </a:lnTo>
                    <a:lnTo>
                      <a:pt x="34775" y="9814"/>
                    </a:lnTo>
                    <a:lnTo>
                      <a:pt x="34838" y="9793"/>
                    </a:lnTo>
                    <a:lnTo>
                      <a:pt x="34838" y="9709"/>
                    </a:lnTo>
                    <a:lnTo>
                      <a:pt x="34859" y="9688"/>
                    </a:lnTo>
                    <a:lnTo>
                      <a:pt x="34922" y="9730"/>
                    </a:lnTo>
                    <a:lnTo>
                      <a:pt x="34943" y="9835"/>
                    </a:lnTo>
                    <a:lnTo>
                      <a:pt x="34984" y="9730"/>
                    </a:lnTo>
                    <a:lnTo>
                      <a:pt x="34984" y="9583"/>
                    </a:lnTo>
                    <a:lnTo>
                      <a:pt x="35047" y="9542"/>
                    </a:lnTo>
                    <a:lnTo>
                      <a:pt x="35089" y="9500"/>
                    </a:lnTo>
                    <a:lnTo>
                      <a:pt x="35089" y="9604"/>
                    </a:lnTo>
                    <a:lnTo>
                      <a:pt x="35131" y="9667"/>
                    </a:lnTo>
                    <a:lnTo>
                      <a:pt x="35089" y="9709"/>
                    </a:lnTo>
                    <a:lnTo>
                      <a:pt x="34984" y="9772"/>
                    </a:lnTo>
                    <a:lnTo>
                      <a:pt x="34963" y="9897"/>
                    </a:lnTo>
                    <a:lnTo>
                      <a:pt x="35026" y="9918"/>
                    </a:lnTo>
                    <a:lnTo>
                      <a:pt x="35068" y="10002"/>
                    </a:lnTo>
                    <a:lnTo>
                      <a:pt x="35068" y="10086"/>
                    </a:lnTo>
                    <a:lnTo>
                      <a:pt x="35194" y="10232"/>
                    </a:lnTo>
                    <a:lnTo>
                      <a:pt x="35256" y="10274"/>
                    </a:lnTo>
                    <a:lnTo>
                      <a:pt x="35256" y="10190"/>
                    </a:lnTo>
                    <a:lnTo>
                      <a:pt x="35298" y="10169"/>
                    </a:lnTo>
                    <a:lnTo>
                      <a:pt x="35361" y="10211"/>
                    </a:lnTo>
                    <a:lnTo>
                      <a:pt x="35466" y="10169"/>
                    </a:lnTo>
                    <a:lnTo>
                      <a:pt x="35487" y="10211"/>
                    </a:lnTo>
                    <a:lnTo>
                      <a:pt x="35466" y="10253"/>
                    </a:lnTo>
                    <a:lnTo>
                      <a:pt x="35466" y="10358"/>
                    </a:lnTo>
                    <a:lnTo>
                      <a:pt x="35403" y="10525"/>
                    </a:lnTo>
                    <a:lnTo>
                      <a:pt x="35403" y="10567"/>
                    </a:lnTo>
                    <a:lnTo>
                      <a:pt x="35298" y="10734"/>
                    </a:lnTo>
                    <a:lnTo>
                      <a:pt x="35235" y="10923"/>
                    </a:lnTo>
                    <a:lnTo>
                      <a:pt x="35235" y="10964"/>
                    </a:lnTo>
                    <a:lnTo>
                      <a:pt x="35256" y="10964"/>
                    </a:lnTo>
                    <a:lnTo>
                      <a:pt x="35298" y="10860"/>
                    </a:lnTo>
                    <a:lnTo>
                      <a:pt x="35403" y="10902"/>
                    </a:lnTo>
                    <a:lnTo>
                      <a:pt x="35403" y="10923"/>
                    </a:lnTo>
                    <a:lnTo>
                      <a:pt x="35487" y="10923"/>
                    </a:lnTo>
                    <a:lnTo>
                      <a:pt x="35549" y="11006"/>
                    </a:lnTo>
                    <a:lnTo>
                      <a:pt x="35696" y="11027"/>
                    </a:lnTo>
                    <a:lnTo>
                      <a:pt x="35591" y="11069"/>
                    </a:lnTo>
                    <a:lnTo>
                      <a:pt x="35570" y="11132"/>
                    </a:lnTo>
                    <a:lnTo>
                      <a:pt x="35507" y="11153"/>
                    </a:lnTo>
                    <a:lnTo>
                      <a:pt x="35466" y="11111"/>
                    </a:lnTo>
                    <a:lnTo>
                      <a:pt x="35382" y="11132"/>
                    </a:lnTo>
                    <a:lnTo>
                      <a:pt x="35403" y="11216"/>
                    </a:lnTo>
                    <a:lnTo>
                      <a:pt x="35466" y="11236"/>
                    </a:lnTo>
                    <a:lnTo>
                      <a:pt x="35487" y="11257"/>
                    </a:lnTo>
                    <a:lnTo>
                      <a:pt x="35591" y="11257"/>
                    </a:lnTo>
                    <a:lnTo>
                      <a:pt x="35591" y="11341"/>
                    </a:lnTo>
                    <a:lnTo>
                      <a:pt x="35612" y="11383"/>
                    </a:lnTo>
                    <a:lnTo>
                      <a:pt x="35612" y="11467"/>
                    </a:lnTo>
                    <a:lnTo>
                      <a:pt x="35675" y="11550"/>
                    </a:lnTo>
                    <a:lnTo>
                      <a:pt x="35779" y="11571"/>
                    </a:lnTo>
                    <a:lnTo>
                      <a:pt x="35821" y="11655"/>
                    </a:lnTo>
                    <a:lnTo>
                      <a:pt x="35863" y="11739"/>
                    </a:lnTo>
                    <a:lnTo>
                      <a:pt x="35821" y="11843"/>
                    </a:lnTo>
                    <a:lnTo>
                      <a:pt x="35759" y="11906"/>
                    </a:lnTo>
                    <a:lnTo>
                      <a:pt x="35675" y="11906"/>
                    </a:lnTo>
                    <a:lnTo>
                      <a:pt x="35612" y="11948"/>
                    </a:lnTo>
                    <a:lnTo>
                      <a:pt x="35570" y="11906"/>
                    </a:lnTo>
                    <a:lnTo>
                      <a:pt x="35487" y="11885"/>
                    </a:lnTo>
                    <a:lnTo>
                      <a:pt x="35445" y="11906"/>
                    </a:lnTo>
                    <a:lnTo>
                      <a:pt x="35361" y="12011"/>
                    </a:lnTo>
                    <a:lnTo>
                      <a:pt x="35403" y="12052"/>
                    </a:lnTo>
                    <a:lnTo>
                      <a:pt x="35403" y="12094"/>
                    </a:lnTo>
                    <a:lnTo>
                      <a:pt x="35361" y="12178"/>
                    </a:lnTo>
                    <a:lnTo>
                      <a:pt x="35382" y="12220"/>
                    </a:lnTo>
                    <a:lnTo>
                      <a:pt x="35445" y="12220"/>
                    </a:lnTo>
                    <a:lnTo>
                      <a:pt x="35466" y="12199"/>
                    </a:lnTo>
                    <a:lnTo>
                      <a:pt x="35549" y="12178"/>
                    </a:lnTo>
                    <a:lnTo>
                      <a:pt x="35654" y="12178"/>
                    </a:lnTo>
                    <a:lnTo>
                      <a:pt x="35717" y="12115"/>
                    </a:lnTo>
                    <a:lnTo>
                      <a:pt x="35800" y="12115"/>
                    </a:lnTo>
                    <a:lnTo>
                      <a:pt x="35863" y="12011"/>
                    </a:lnTo>
                    <a:lnTo>
                      <a:pt x="35905" y="11990"/>
                    </a:lnTo>
                    <a:lnTo>
                      <a:pt x="35926" y="12115"/>
                    </a:lnTo>
                    <a:lnTo>
                      <a:pt x="35989" y="12157"/>
                    </a:lnTo>
                    <a:lnTo>
                      <a:pt x="36072" y="12094"/>
                    </a:lnTo>
                    <a:lnTo>
                      <a:pt x="36135" y="11969"/>
                    </a:lnTo>
                    <a:lnTo>
                      <a:pt x="36240" y="11885"/>
                    </a:lnTo>
                    <a:lnTo>
                      <a:pt x="36303" y="11948"/>
                    </a:lnTo>
                    <a:lnTo>
                      <a:pt x="36303" y="11990"/>
                    </a:lnTo>
                    <a:lnTo>
                      <a:pt x="36219" y="12011"/>
                    </a:lnTo>
                    <a:lnTo>
                      <a:pt x="36177" y="12073"/>
                    </a:lnTo>
                    <a:lnTo>
                      <a:pt x="36219" y="12094"/>
                    </a:lnTo>
                    <a:lnTo>
                      <a:pt x="36219" y="12157"/>
                    </a:lnTo>
                    <a:lnTo>
                      <a:pt x="36093" y="12199"/>
                    </a:lnTo>
                    <a:lnTo>
                      <a:pt x="36072" y="12220"/>
                    </a:lnTo>
                    <a:lnTo>
                      <a:pt x="36219" y="12199"/>
                    </a:lnTo>
                    <a:lnTo>
                      <a:pt x="36240" y="12283"/>
                    </a:lnTo>
                    <a:lnTo>
                      <a:pt x="36135" y="12366"/>
                    </a:lnTo>
                    <a:lnTo>
                      <a:pt x="36177" y="12492"/>
                    </a:lnTo>
                    <a:lnTo>
                      <a:pt x="36219" y="12513"/>
                    </a:lnTo>
                    <a:lnTo>
                      <a:pt x="36282" y="12617"/>
                    </a:lnTo>
                    <a:lnTo>
                      <a:pt x="36407" y="12596"/>
                    </a:lnTo>
                    <a:lnTo>
                      <a:pt x="36428" y="12534"/>
                    </a:lnTo>
                    <a:lnTo>
                      <a:pt x="36407" y="12471"/>
                    </a:lnTo>
                    <a:lnTo>
                      <a:pt x="36407" y="12387"/>
                    </a:lnTo>
                    <a:lnTo>
                      <a:pt x="36449" y="12366"/>
                    </a:lnTo>
                    <a:lnTo>
                      <a:pt x="36595" y="12471"/>
                    </a:lnTo>
                    <a:lnTo>
                      <a:pt x="36595" y="12534"/>
                    </a:lnTo>
                    <a:lnTo>
                      <a:pt x="36533" y="12638"/>
                    </a:lnTo>
                    <a:lnTo>
                      <a:pt x="36616" y="12701"/>
                    </a:lnTo>
                    <a:lnTo>
                      <a:pt x="36637" y="12743"/>
                    </a:lnTo>
                    <a:lnTo>
                      <a:pt x="36491" y="12827"/>
                    </a:lnTo>
                    <a:lnTo>
                      <a:pt x="36449" y="12889"/>
                    </a:lnTo>
                    <a:lnTo>
                      <a:pt x="36533" y="12952"/>
                    </a:lnTo>
                    <a:lnTo>
                      <a:pt x="36763" y="12952"/>
                    </a:lnTo>
                    <a:lnTo>
                      <a:pt x="36826" y="12994"/>
                    </a:lnTo>
                    <a:lnTo>
                      <a:pt x="36826" y="13099"/>
                    </a:lnTo>
                    <a:lnTo>
                      <a:pt x="36826" y="13161"/>
                    </a:lnTo>
                    <a:lnTo>
                      <a:pt x="36867" y="13140"/>
                    </a:lnTo>
                    <a:lnTo>
                      <a:pt x="36867" y="13057"/>
                    </a:lnTo>
                    <a:lnTo>
                      <a:pt x="36930" y="12994"/>
                    </a:lnTo>
                    <a:lnTo>
                      <a:pt x="36972" y="12994"/>
                    </a:lnTo>
                    <a:lnTo>
                      <a:pt x="36972" y="13057"/>
                    </a:lnTo>
                    <a:lnTo>
                      <a:pt x="36930" y="13161"/>
                    </a:lnTo>
                    <a:lnTo>
                      <a:pt x="36930" y="13245"/>
                    </a:lnTo>
                    <a:lnTo>
                      <a:pt x="36847" y="13266"/>
                    </a:lnTo>
                    <a:lnTo>
                      <a:pt x="36805" y="13433"/>
                    </a:lnTo>
                    <a:lnTo>
                      <a:pt x="36805" y="13475"/>
                    </a:lnTo>
                    <a:lnTo>
                      <a:pt x="36867" y="13517"/>
                    </a:lnTo>
                    <a:lnTo>
                      <a:pt x="36867" y="13622"/>
                    </a:lnTo>
                    <a:lnTo>
                      <a:pt x="36826" y="13726"/>
                    </a:lnTo>
                    <a:lnTo>
                      <a:pt x="36826" y="13831"/>
                    </a:lnTo>
                    <a:lnTo>
                      <a:pt x="36847" y="13852"/>
                    </a:lnTo>
                    <a:lnTo>
                      <a:pt x="36847" y="13873"/>
                    </a:lnTo>
                    <a:lnTo>
                      <a:pt x="36826" y="14082"/>
                    </a:lnTo>
                    <a:lnTo>
                      <a:pt x="36763" y="14166"/>
                    </a:lnTo>
                    <a:lnTo>
                      <a:pt x="36826" y="14270"/>
                    </a:lnTo>
                    <a:lnTo>
                      <a:pt x="36805" y="14354"/>
                    </a:lnTo>
                    <a:lnTo>
                      <a:pt x="36637" y="14396"/>
                    </a:lnTo>
                    <a:lnTo>
                      <a:pt x="36491" y="14375"/>
                    </a:lnTo>
                    <a:lnTo>
                      <a:pt x="36428" y="14396"/>
                    </a:lnTo>
                    <a:lnTo>
                      <a:pt x="36407" y="14480"/>
                    </a:lnTo>
                    <a:lnTo>
                      <a:pt x="36198" y="14626"/>
                    </a:lnTo>
                    <a:lnTo>
                      <a:pt x="36198" y="14710"/>
                    </a:lnTo>
                    <a:lnTo>
                      <a:pt x="36344" y="14793"/>
                    </a:lnTo>
                    <a:lnTo>
                      <a:pt x="36303" y="14793"/>
                    </a:lnTo>
                    <a:lnTo>
                      <a:pt x="36219" y="14814"/>
                    </a:lnTo>
                    <a:lnTo>
                      <a:pt x="36303" y="14814"/>
                    </a:lnTo>
                    <a:lnTo>
                      <a:pt x="36177" y="14982"/>
                    </a:lnTo>
                    <a:lnTo>
                      <a:pt x="36093" y="15024"/>
                    </a:lnTo>
                    <a:lnTo>
                      <a:pt x="35884" y="15149"/>
                    </a:lnTo>
                    <a:lnTo>
                      <a:pt x="35738" y="15296"/>
                    </a:lnTo>
                    <a:lnTo>
                      <a:pt x="35675" y="15296"/>
                    </a:lnTo>
                    <a:lnTo>
                      <a:pt x="35633" y="15337"/>
                    </a:lnTo>
                    <a:lnTo>
                      <a:pt x="35591" y="15463"/>
                    </a:lnTo>
                    <a:lnTo>
                      <a:pt x="35675" y="15568"/>
                    </a:lnTo>
                    <a:lnTo>
                      <a:pt x="35696" y="15672"/>
                    </a:lnTo>
                    <a:lnTo>
                      <a:pt x="35800" y="15840"/>
                    </a:lnTo>
                    <a:lnTo>
                      <a:pt x="35842" y="16133"/>
                    </a:lnTo>
                    <a:lnTo>
                      <a:pt x="35779" y="16174"/>
                    </a:lnTo>
                    <a:lnTo>
                      <a:pt x="35738" y="16153"/>
                    </a:lnTo>
                    <a:lnTo>
                      <a:pt x="35675" y="16195"/>
                    </a:lnTo>
                    <a:lnTo>
                      <a:pt x="35654" y="16300"/>
                    </a:lnTo>
                    <a:lnTo>
                      <a:pt x="35633" y="16195"/>
                    </a:lnTo>
                    <a:lnTo>
                      <a:pt x="35633" y="16049"/>
                    </a:lnTo>
                    <a:lnTo>
                      <a:pt x="35570" y="15986"/>
                    </a:lnTo>
                    <a:lnTo>
                      <a:pt x="35466" y="16049"/>
                    </a:lnTo>
                    <a:lnTo>
                      <a:pt x="35424" y="16153"/>
                    </a:lnTo>
                    <a:lnTo>
                      <a:pt x="35319" y="16216"/>
                    </a:lnTo>
                    <a:lnTo>
                      <a:pt x="35235" y="16174"/>
                    </a:lnTo>
                    <a:lnTo>
                      <a:pt x="35256" y="16112"/>
                    </a:lnTo>
                    <a:lnTo>
                      <a:pt x="35256" y="16070"/>
                    </a:lnTo>
                    <a:lnTo>
                      <a:pt x="35047" y="16070"/>
                    </a:lnTo>
                    <a:lnTo>
                      <a:pt x="35005" y="16174"/>
                    </a:lnTo>
                    <a:lnTo>
                      <a:pt x="34922" y="16258"/>
                    </a:lnTo>
                    <a:lnTo>
                      <a:pt x="34796" y="16216"/>
                    </a:lnTo>
                    <a:lnTo>
                      <a:pt x="34712" y="16216"/>
                    </a:lnTo>
                    <a:lnTo>
                      <a:pt x="34650" y="16174"/>
                    </a:lnTo>
                    <a:lnTo>
                      <a:pt x="34587" y="16174"/>
                    </a:lnTo>
                    <a:lnTo>
                      <a:pt x="34503" y="16258"/>
                    </a:lnTo>
                    <a:lnTo>
                      <a:pt x="34357" y="16195"/>
                    </a:lnTo>
                    <a:lnTo>
                      <a:pt x="34315" y="16174"/>
                    </a:lnTo>
                    <a:lnTo>
                      <a:pt x="34231" y="16070"/>
                    </a:lnTo>
                    <a:lnTo>
                      <a:pt x="34106" y="15986"/>
                    </a:lnTo>
                    <a:lnTo>
                      <a:pt x="33980" y="15965"/>
                    </a:lnTo>
                    <a:lnTo>
                      <a:pt x="33834" y="15777"/>
                    </a:lnTo>
                    <a:lnTo>
                      <a:pt x="33813" y="15840"/>
                    </a:lnTo>
                    <a:lnTo>
                      <a:pt x="33813" y="15902"/>
                    </a:lnTo>
                    <a:lnTo>
                      <a:pt x="33792" y="15965"/>
                    </a:lnTo>
                    <a:lnTo>
                      <a:pt x="33750" y="15944"/>
                    </a:lnTo>
                    <a:lnTo>
                      <a:pt x="33708" y="15965"/>
                    </a:lnTo>
                    <a:lnTo>
                      <a:pt x="33708" y="16049"/>
                    </a:lnTo>
                    <a:lnTo>
                      <a:pt x="33771" y="16112"/>
                    </a:lnTo>
                    <a:lnTo>
                      <a:pt x="33750" y="16195"/>
                    </a:lnTo>
                    <a:lnTo>
                      <a:pt x="33687" y="16195"/>
                    </a:lnTo>
                    <a:lnTo>
                      <a:pt x="33582" y="16216"/>
                    </a:lnTo>
                    <a:lnTo>
                      <a:pt x="33499" y="16300"/>
                    </a:lnTo>
                    <a:lnTo>
                      <a:pt x="33373" y="16300"/>
                    </a:lnTo>
                    <a:lnTo>
                      <a:pt x="33290" y="16384"/>
                    </a:lnTo>
                    <a:lnTo>
                      <a:pt x="33290" y="16488"/>
                    </a:lnTo>
                    <a:lnTo>
                      <a:pt x="33206" y="16530"/>
                    </a:lnTo>
                    <a:lnTo>
                      <a:pt x="33164" y="16677"/>
                    </a:lnTo>
                    <a:lnTo>
                      <a:pt x="33248" y="16886"/>
                    </a:lnTo>
                    <a:lnTo>
                      <a:pt x="33352" y="16990"/>
                    </a:lnTo>
                    <a:lnTo>
                      <a:pt x="33394" y="16949"/>
                    </a:lnTo>
                    <a:lnTo>
                      <a:pt x="33499" y="17095"/>
                    </a:lnTo>
                    <a:lnTo>
                      <a:pt x="33478" y="17158"/>
                    </a:lnTo>
                    <a:lnTo>
                      <a:pt x="33666" y="17158"/>
                    </a:lnTo>
                    <a:lnTo>
                      <a:pt x="33771" y="17200"/>
                    </a:lnTo>
                    <a:lnTo>
                      <a:pt x="33813" y="17137"/>
                    </a:lnTo>
                    <a:lnTo>
                      <a:pt x="33917" y="17137"/>
                    </a:lnTo>
                    <a:lnTo>
                      <a:pt x="33980" y="17095"/>
                    </a:lnTo>
                    <a:lnTo>
                      <a:pt x="34106" y="17095"/>
                    </a:lnTo>
                    <a:lnTo>
                      <a:pt x="34189" y="17053"/>
                    </a:lnTo>
                    <a:lnTo>
                      <a:pt x="34273" y="17095"/>
                    </a:lnTo>
                    <a:lnTo>
                      <a:pt x="34315" y="17032"/>
                    </a:lnTo>
                    <a:lnTo>
                      <a:pt x="34315" y="16928"/>
                    </a:lnTo>
                    <a:lnTo>
                      <a:pt x="34336" y="16865"/>
                    </a:lnTo>
                    <a:lnTo>
                      <a:pt x="34398" y="16865"/>
                    </a:lnTo>
                    <a:lnTo>
                      <a:pt x="34503" y="17032"/>
                    </a:lnTo>
                    <a:lnTo>
                      <a:pt x="34587" y="17032"/>
                    </a:lnTo>
                    <a:lnTo>
                      <a:pt x="34650" y="17116"/>
                    </a:lnTo>
                    <a:lnTo>
                      <a:pt x="34796" y="17137"/>
                    </a:lnTo>
                    <a:lnTo>
                      <a:pt x="34817" y="17074"/>
                    </a:lnTo>
                    <a:lnTo>
                      <a:pt x="34901" y="16970"/>
                    </a:lnTo>
                    <a:lnTo>
                      <a:pt x="34943" y="16970"/>
                    </a:lnTo>
                    <a:lnTo>
                      <a:pt x="35026" y="16886"/>
                    </a:lnTo>
                    <a:lnTo>
                      <a:pt x="35131" y="16865"/>
                    </a:lnTo>
                    <a:lnTo>
                      <a:pt x="35110" y="16928"/>
                    </a:lnTo>
                    <a:lnTo>
                      <a:pt x="35110" y="17032"/>
                    </a:lnTo>
                    <a:lnTo>
                      <a:pt x="35026" y="17137"/>
                    </a:lnTo>
                    <a:lnTo>
                      <a:pt x="35026" y="17262"/>
                    </a:lnTo>
                    <a:lnTo>
                      <a:pt x="35131" y="17221"/>
                    </a:lnTo>
                    <a:lnTo>
                      <a:pt x="35173" y="17032"/>
                    </a:lnTo>
                    <a:lnTo>
                      <a:pt x="35215" y="17074"/>
                    </a:lnTo>
                    <a:lnTo>
                      <a:pt x="35256" y="17032"/>
                    </a:lnTo>
                    <a:lnTo>
                      <a:pt x="35340" y="17074"/>
                    </a:lnTo>
                    <a:lnTo>
                      <a:pt x="35256" y="17200"/>
                    </a:lnTo>
                    <a:lnTo>
                      <a:pt x="35277" y="17283"/>
                    </a:lnTo>
                    <a:lnTo>
                      <a:pt x="35277" y="17179"/>
                    </a:lnTo>
                    <a:lnTo>
                      <a:pt x="35466" y="17011"/>
                    </a:lnTo>
                    <a:lnTo>
                      <a:pt x="35487" y="17074"/>
                    </a:lnTo>
                    <a:lnTo>
                      <a:pt x="35361" y="17179"/>
                    </a:lnTo>
                    <a:lnTo>
                      <a:pt x="35361" y="17242"/>
                    </a:lnTo>
                    <a:lnTo>
                      <a:pt x="35445" y="17304"/>
                    </a:lnTo>
                    <a:lnTo>
                      <a:pt x="35487" y="17451"/>
                    </a:lnTo>
                    <a:lnTo>
                      <a:pt x="35487" y="17555"/>
                    </a:lnTo>
                    <a:lnTo>
                      <a:pt x="35507" y="17660"/>
                    </a:lnTo>
                    <a:lnTo>
                      <a:pt x="35612" y="17639"/>
                    </a:lnTo>
                    <a:lnTo>
                      <a:pt x="35612" y="17765"/>
                    </a:lnTo>
                    <a:lnTo>
                      <a:pt x="35675" y="17827"/>
                    </a:lnTo>
                    <a:lnTo>
                      <a:pt x="35759" y="17681"/>
                    </a:lnTo>
                    <a:lnTo>
                      <a:pt x="35717" y="17869"/>
                    </a:lnTo>
                    <a:lnTo>
                      <a:pt x="35654" y="17953"/>
                    </a:lnTo>
                    <a:lnTo>
                      <a:pt x="35759" y="18058"/>
                    </a:lnTo>
                    <a:lnTo>
                      <a:pt x="35759" y="17974"/>
                    </a:lnTo>
                    <a:lnTo>
                      <a:pt x="35800" y="17869"/>
                    </a:lnTo>
                    <a:lnTo>
                      <a:pt x="35863" y="17848"/>
                    </a:lnTo>
                    <a:lnTo>
                      <a:pt x="35863" y="17848"/>
                    </a:lnTo>
                    <a:lnTo>
                      <a:pt x="35821" y="17890"/>
                    </a:lnTo>
                    <a:lnTo>
                      <a:pt x="35863" y="18037"/>
                    </a:lnTo>
                    <a:lnTo>
                      <a:pt x="35926" y="18162"/>
                    </a:lnTo>
                    <a:lnTo>
                      <a:pt x="36093" y="18141"/>
                    </a:lnTo>
                    <a:lnTo>
                      <a:pt x="36031" y="18183"/>
                    </a:lnTo>
                    <a:lnTo>
                      <a:pt x="35821" y="18309"/>
                    </a:lnTo>
                    <a:lnTo>
                      <a:pt x="35675" y="18309"/>
                    </a:lnTo>
                    <a:lnTo>
                      <a:pt x="35654" y="18371"/>
                    </a:lnTo>
                    <a:lnTo>
                      <a:pt x="35759" y="18413"/>
                    </a:lnTo>
                    <a:lnTo>
                      <a:pt x="35759" y="18560"/>
                    </a:lnTo>
                    <a:lnTo>
                      <a:pt x="35821" y="18664"/>
                    </a:lnTo>
                    <a:lnTo>
                      <a:pt x="35905" y="18727"/>
                    </a:lnTo>
                    <a:lnTo>
                      <a:pt x="35989" y="18727"/>
                    </a:lnTo>
                    <a:lnTo>
                      <a:pt x="35989" y="18790"/>
                    </a:lnTo>
                    <a:lnTo>
                      <a:pt x="36093" y="18874"/>
                    </a:lnTo>
                    <a:lnTo>
                      <a:pt x="36156" y="18915"/>
                    </a:lnTo>
                    <a:lnTo>
                      <a:pt x="36219" y="18915"/>
                    </a:lnTo>
                    <a:lnTo>
                      <a:pt x="36407" y="19041"/>
                    </a:lnTo>
                    <a:lnTo>
                      <a:pt x="36512" y="19041"/>
                    </a:lnTo>
                    <a:lnTo>
                      <a:pt x="36512" y="19104"/>
                    </a:lnTo>
                    <a:lnTo>
                      <a:pt x="36575" y="19125"/>
                    </a:lnTo>
                    <a:lnTo>
                      <a:pt x="36595" y="19083"/>
                    </a:lnTo>
                    <a:lnTo>
                      <a:pt x="36616" y="19041"/>
                    </a:lnTo>
                    <a:lnTo>
                      <a:pt x="36721" y="19104"/>
                    </a:lnTo>
                    <a:lnTo>
                      <a:pt x="36679" y="19125"/>
                    </a:lnTo>
                    <a:lnTo>
                      <a:pt x="36616" y="19187"/>
                    </a:lnTo>
                    <a:lnTo>
                      <a:pt x="36679" y="19292"/>
                    </a:lnTo>
                    <a:lnTo>
                      <a:pt x="36742" y="19334"/>
                    </a:lnTo>
                    <a:lnTo>
                      <a:pt x="36805" y="19334"/>
                    </a:lnTo>
                    <a:lnTo>
                      <a:pt x="36805" y="19418"/>
                    </a:lnTo>
                    <a:lnTo>
                      <a:pt x="36930" y="19543"/>
                    </a:lnTo>
                    <a:lnTo>
                      <a:pt x="37014" y="19543"/>
                    </a:lnTo>
                    <a:lnTo>
                      <a:pt x="37056" y="19606"/>
                    </a:lnTo>
                    <a:lnTo>
                      <a:pt x="37098" y="19648"/>
                    </a:lnTo>
                    <a:lnTo>
                      <a:pt x="37265" y="19731"/>
                    </a:lnTo>
                    <a:lnTo>
                      <a:pt x="37328" y="19711"/>
                    </a:lnTo>
                    <a:lnTo>
                      <a:pt x="37370" y="19731"/>
                    </a:lnTo>
                    <a:lnTo>
                      <a:pt x="37453" y="19731"/>
                    </a:lnTo>
                    <a:lnTo>
                      <a:pt x="37537" y="19773"/>
                    </a:lnTo>
                    <a:lnTo>
                      <a:pt x="37558" y="19857"/>
                    </a:lnTo>
                    <a:lnTo>
                      <a:pt x="37725" y="19983"/>
                    </a:lnTo>
                    <a:lnTo>
                      <a:pt x="37788" y="19983"/>
                    </a:lnTo>
                    <a:lnTo>
                      <a:pt x="37872" y="20045"/>
                    </a:lnTo>
                    <a:lnTo>
                      <a:pt x="38060" y="20087"/>
                    </a:lnTo>
                    <a:lnTo>
                      <a:pt x="38165" y="20150"/>
                    </a:lnTo>
                    <a:lnTo>
                      <a:pt x="38269" y="20150"/>
                    </a:lnTo>
                    <a:lnTo>
                      <a:pt x="38290" y="20129"/>
                    </a:lnTo>
                    <a:lnTo>
                      <a:pt x="38290" y="20066"/>
                    </a:lnTo>
                    <a:lnTo>
                      <a:pt x="38207" y="19983"/>
                    </a:lnTo>
                    <a:lnTo>
                      <a:pt x="38165" y="19920"/>
                    </a:lnTo>
                    <a:lnTo>
                      <a:pt x="38207" y="19857"/>
                    </a:lnTo>
                    <a:lnTo>
                      <a:pt x="38290" y="19878"/>
                    </a:lnTo>
                    <a:lnTo>
                      <a:pt x="38311" y="19815"/>
                    </a:lnTo>
                    <a:lnTo>
                      <a:pt x="38290" y="19752"/>
                    </a:lnTo>
                    <a:lnTo>
                      <a:pt x="38248" y="19773"/>
                    </a:lnTo>
                    <a:lnTo>
                      <a:pt x="38207" y="19731"/>
                    </a:lnTo>
                    <a:lnTo>
                      <a:pt x="38248" y="19606"/>
                    </a:lnTo>
                    <a:lnTo>
                      <a:pt x="38207" y="19564"/>
                    </a:lnTo>
                    <a:lnTo>
                      <a:pt x="38102" y="19669"/>
                    </a:lnTo>
                    <a:lnTo>
                      <a:pt x="38102" y="19627"/>
                    </a:lnTo>
                    <a:lnTo>
                      <a:pt x="38081" y="19543"/>
                    </a:lnTo>
                    <a:lnTo>
                      <a:pt x="38018" y="19543"/>
                    </a:lnTo>
                    <a:lnTo>
                      <a:pt x="38123" y="19439"/>
                    </a:lnTo>
                    <a:lnTo>
                      <a:pt x="38102" y="19313"/>
                    </a:lnTo>
                    <a:lnTo>
                      <a:pt x="38060" y="19292"/>
                    </a:lnTo>
                    <a:lnTo>
                      <a:pt x="37956" y="19292"/>
                    </a:lnTo>
                    <a:lnTo>
                      <a:pt x="37976" y="19187"/>
                    </a:lnTo>
                    <a:lnTo>
                      <a:pt x="37935" y="19083"/>
                    </a:lnTo>
                    <a:lnTo>
                      <a:pt x="37893" y="18999"/>
                    </a:lnTo>
                    <a:lnTo>
                      <a:pt x="37788" y="18999"/>
                    </a:lnTo>
                    <a:lnTo>
                      <a:pt x="37851" y="18915"/>
                    </a:lnTo>
                    <a:lnTo>
                      <a:pt x="37767" y="18894"/>
                    </a:lnTo>
                    <a:lnTo>
                      <a:pt x="37725" y="18894"/>
                    </a:lnTo>
                    <a:lnTo>
                      <a:pt x="37746" y="18832"/>
                    </a:lnTo>
                    <a:lnTo>
                      <a:pt x="37663" y="18727"/>
                    </a:lnTo>
                    <a:lnTo>
                      <a:pt x="37663" y="18748"/>
                    </a:lnTo>
                    <a:lnTo>
                      <a:pt x="37621" y="18748"/>
                    </a:lnTo>
                    <a:lnTo>
                      <a:pt x="37621" y="18602"/>
                    </a:lnTo>
                    <a:lnTo>
                      <a:pt x="37621" y="18539"/>
                    </a:lnTo>
                    <a:lnTo>
                      <a:pt x="37621" y="18476"/>
                    </a:lnTo>
                    <a:lnTo>
                      <a:pt x="37453" y="18350"/>
                    </a:lnTo>
                    <a:lnTo>
                      <a:pt x="37432" y="18225"/>
                    </a:lnTo>
                    <a:lnTo>
                      <a:pt x="37432" y="18120"/>
                    </a:lnTo>
                    <a:lnTo>
                      <a:pt x="37516" y="18162"/>
                    </a:lnTo>
                    <a:lnTo>
                      <a:pt x="37558" y="18078"/>
                    </a:lnTo>
                    <a:lnTo>
                      <a:pt x="37663" y="18120"/>
                    </a:lnTo>
                    <a:lnTo>
                      <a:pt x="37663" y="18225"/>
                    </a:lnTo>
                    <a:lnTo>
                      <a:pt x="37746" y="18371"/>
                    </a:lnTo>
                    <a:lnTo>
                      <a:pt x="37872" y="18434"/>
                    </a:lnTo>
                    <a:lnTo>
                      <a:pt x="37935" y="18476"/>
                    </a:lnTo>
                    <a:lnTo>
                      <a:pt x="37935" y="18560"/>
                    </a:lnTo>
                    <a:lnTo>
                      <a:pt x="37976" y="18602"/>
                    </a:lnTo>
                    <a:lnTo>
                      <a:pt x="37976" y="18539"/>
                    </a:lnTo>
                    <a:lnTo>
                      <a:pt x="37935" y="18392"/>
                    </a:lnTo>
                    <a:lnTo>
                      <a:pt x="37935" y="18350"/>
                    </a:lnTo>
                    <a:lnTo>
                      <a:pt x="37976" y="18309"/>
                    </a:lnTo>
                    <a:lnTo>
                      <a:pt x="38018" y="18392"/>
                    </a:lnTo>
                    <a:lnTo>
                      <a:pt x="38018" y="18455"/>
                    </a:lnTo>
                    <a:lnTo>
                      <a:pt x="38081" y="18497"/>
                    </a:lnTo>
                    <a:lnTo>
                      <a:pt x="38123" y="18685"/>
                    </a:lnTo>
                    <a:lnTo>
                      <a:pt x="38207" y="18706"/>
                    </a:lnTo>
                    <a:lnTo>
                      <a:pt x="38207" y="18769"/>
                    </a:lnTo>
                    <a:lnTo>
                      <a:pt x="38290" y="18832"/>
                    </a:lnTo>
                    <a:lnTo>
                      <a:pt x="38374" y="19020"/>
                    </a:lnTo>
                    <a:lnTo>
                      <a:pt x="38416" y="18936"/>
                    </a:lnTo>
                    <a:lnTo>
                      <a:pt x="38395" y="18832"/>
                    </a:lnTo>
                    <a:lnTo>
                      <a:pt x="38395" y="18664"/>
                    </a:lnTo>
                    <a:lnTo>
                      <a:pt x="38416" y="18560"/>
                    </a:lnTo>
                    <a:lnTo>
                      <a:pt x="38416" y="18643"/>
                    </a:lnTo>
                    <a:lnTo>
                      <a:pt x="38479" y="18811"/>
                    </a:lnTo>
                    <a:lnTo>
                      <a:pt x="38479" y="18915"/>
                    </a:lnTo>
                    <a:lnTo>
                      <a:pt x="38479" y="18999"/>
                    </a:lnTo>
                    <a:lnTo>
                      <a:pt x="38520" y="19020"/>
                    </a:lnTo>
                    <a:lnTo>
                      <a:pt x="38604" y="19083"/>
                    </a:lnTo>
                    <a:lnTo>
                      <a:pt x="38625" y="18999"/>
                    </a:lnTo>
                    <a:lnTo>
                      <a:pt x="38583" y="18957"/>
                    </a:lnTo>
                    <a:lnTo>
                      <a:pt x="38583" y="18894"/>
                    </a:lnTo>
                    <a:lnTo>
                      <a:pt x="38667" y="18915"/>
                    </a:lnTo>
                    <a:lnTo>
                      <a:pt x="38688" y="19020"/>
                    </a:lnTo>
                    <a:lnTo>
                      <a:pt x="38688" y="19104"/>
                    </a:lnTo>
                    <a:lnTo>
                      <a:pt x="38709" y="19125"/>
                    </a:lnTo>
                    <a:lnTo>
                      <a:pt x="38709" y="19062"/>
                    </a:lnTo>
                    <a:lnTo>
                      <a:pt x="38772" y="19020"/>
                    </a:lnTo>
                    <a:lnTo>
                      <a:pt x="38772" y="19187"/>
                    </a:lnTo>
                    <a:lnTo>
                      <a:pt x="38813" y="19271"/>
                    </a:lnTo>
                    <a:lnTo>
                      <a:pt x="38897" y="19271"/>
                    </a:lnTo>
                    <a:lnTo>
                      <a:pt x="38939" y="19208"/>
                    </a:lnTo>
                    <a:lnTo>
                      <a:pt x="38939" y="19313"/>
                    </a:lnTo>
                    <a:lnTo>
                      <a:pt x="38918" y="19376"/>
                    </a:lnTo>
                    <a:lnTo>
                      <a:pt x="38981" y="19543"/>
                    </a:lnTo>
                    <a:lnTo>
                      <a:pt x="39023" y="19627"/>
                    </a:lnTo>
                    <a:lnTo>
                      <a:pt x="39127" y="19627"/>
                    </a:lnTo>
                    <a:lnTo>
                      <a:pt x="39127" y="19543"/>
                    </a:lnTo>
                    <a:lnTo>
                      <a:pt x="39106" y="19522"/>
                    </a:lnTo>
                    <a:lnTo>
                      <a:pt x="39106" y="19397"/>
                    </a:lnTo>
                    <a:lnTo>
                      <a:pt x="39044" y="19187"/>
                    </a:lnTo>
                    <a:lnTo>
                      <a:pt x="39127" y="19187"/>
                    </a:lnTo>
                    <a:lnTo>
                      <a:pt x="39169" y="19271"/>
                    </a:lnTo>
                    <a:lnTo>
                      <a:pt x="39274" y="19292"/>
                    </a:lnTo>
                    <a:lnTo>
                      <a:pt x="39316" y="19271"/>
                    </a:lnTo>
                    <a:lnTo>
                      <a:pt x="39253" y="19166"/>
                    </a:lnTo>
                    <a:lnTo>
                      <a:pt x="39295" y="19083"/>
                    </a:lnTo>
                    <a:lnTo>
                      <a:pt x="39295" y="18894"/>
                    </a:lnTo>
                    <a:lnTo>
                      <a:pt x="39211" y="18706"/>
                    </a:lnTo>
                    <a:lnTo>
                      <a:pt x="39232" y="18560"/>
                    </a:lnTo>
                    <a:lnTo>
                      <a:pt x="39232" y="18392"/>
                    </a:lnTo>
                    <a:lnTo>
                      <a:pt x="39253" y="18560"/>
                    </a:lnTo>
                    <a:lnTo>
                      <a:pt x="39232" y="18664"/>
                    </a:lnTo>
                    <a:lnTo>
                      <a:pt x="39253" y="18790"/>
                    </a:lnTo>
                    <a:lnTo>
                      <a:pt x="39420" y="18957"/>
                    </a:lnTo>
                    <a:lnTo>
                      <a:pt x="39441" y="18894"/>
                    </a:lnTo>
                    <a:lnTo>
                      <a:pt x="39420" y="18769"/>
                    </a:lnTo>
                    <a:lnTo>
                      <a:pt x="39462" y="18664"/>
                    </a:lnTo>
                    <a:lnTo>
                      <a:pt x="39462" y="18497"/>
                    </a:lnTo>
                    <a:lnTo>
                      <a:pt x="39546" y="18455"/>
                    </a:lnTo>
                    <a:lnTo>
                      <a:pt x="39525" y="18434"/>
                    </a:lnTo>
                    <a:lnTo>
                      <a:pt x="39399" y="18246"/>
                    </a:lnTo>
                    <a:lnTo>
                      <a:pt x="39357" y="18120"/>
                    </a:lnTo>
                    <a:lnTo>
                      <a:pt x="39316" y="18078"/>
                    </a:lnTo>
                    <a:lnTo>
                      <a:pt x="39336" y="18016"/>
                    </a:lnTo>
                    <a:lnTo>
                      <a:pt x="39253" y="17869"/>
                    </a:lnTo>
                    <a:lnTo>
                      <a:pt x="39190" y="17786"/>
                    </a:lnTo>
                    <a:lnTo>
                      <a:pt x="39316" y="17765"/>
                    </a:lnTo>
                    <a:lnTo>
                      <a:pt x="39336" y="17723"/>
                    </a:lnTo>
                    <a:lnTo>
                      <a:pt x="39420" y="17639"/>
                    </a:lnTo>
                    <a:lnTo>
                      <a:pt x="39357" y="17576"/>
                    </a:lnTo>
                    <a:lnTo>
                      <a:pt x="39295" y="17618"/>
                    </a:lnTo>
                    <a:lnTo>
                      <a:pt x="39148" y="17639"/>
                    </a:lnTo>
                    <a:lnTo>
                      <a:pt x="39106" y="17597"/>
                    </a:lnTo>
                    <a:lnTo>
                      <a:pt x="39127" y="17555"/>
                    </a:lnTo>
                    <a:lnTo>
                      <a:pt x="39148" y="17514"/>
                    </a:lnTo>
                    <a:lnTo>
                      <a:pt x="39232" y="17430"/>
                    </a:lnTo>
                    <a:lnTo>
                      <a:pt x="39253" y="17325"/>
                    </a:lnTo>
                    <a:lnTo>
                      <a:pt x="39211" y="17242"/>
                    </a:lnTo>
                    <a:lnTo>
                      <a:pt x="39148" y="17242"/>
                    </a:lnTo>
                    <a:lnTo>
                      <a:pt x="39148" y="17304"/>
                    </a:lnTo>
                    <a:lnTo>
                      <a:pt x="39106" y="17388"/>
                    </a:lnTo>
                    <a:lnTo>
                      <a:pt x="39106" y="17304"/>
                    </a:lnTo>
                    <a:lnTo>
                      <a:pt x="39085" y="17325"/>
                    </a:lnTo>
                    <a:lnTo>
                      <a:pt x="38939" y="17346"/>
                    </a:lnTo>
                    <a:lnTo>
                      <a:pt x="38918" y="17304"/>
                    </a:lnTo>
                    <a:lnTo>
                      <a:pt x="39002" y="17242"/>
                    </a:lnTo>
                    <a:lnTo>
                      <a:pt x="39023" y="17200"/>
                    </a:lnTo>
                    <a:lnTo>
                      <a:pt x="38981" y="17137"/>
                    </a:lnTo>
                    <a:lnTo>
                      <a:pt x="38939" y="17032"/>
                    </a:lnTo>
                    <a:lnTo>
                      <a:pt x="38876" y="16990"/>
                    </a:lnTo>
                    <a:lnTo>
                      <a:pt x="38813" y="17011"/>
                    </a:lnTo>
                    <a:lnTo>
                      <a:pt x="38813" y="17116"/>
                    </a:lnTo>
                    <a:lnTo>
                      <a:pt x="38792" y="17179"/>
                    </a:lnTo>
                    <a:lnTo>
                      <a:pt x="38772" y="17137"/>
                    </a:lnTo>
                    <a:lnTo>
                      <a:pt x="38772" y="17011"/>
                    </a:lnTo>
                    <a:lnTo>
                      <a:pt x="38730" y="16928"/>
                    </a:lnTo>
                    <a:lnTo>
                      <a:pt x="38688" y="16928"/>
                    </a:lnTo>
                    <a:lnTo>
                      <a:pt x="38709" y="16865"/>
                    </a:lnTo>
                    <a:lnTo>
                      <a:pt x="38667" y="16865"/>
                    </a:lnTo>
                    <a:lnTo>
                      <a:pt x="38667" y="16823"/>
                    </a:lnTo>
                    <a:lnTo>
                      <a:pt x="38688" y="16823"/>
                    </a:lnTo>
                    <a:lnTo>
                      <a:pt x="38667" y="16760"/>
                    </a:lnTo>
                    <a:lnTo>
                      <a:pt x="38604" y="16718"/>
                    </a:lnTo>
                    <a:lnTo>
                      <a:pt x="38625" y="16677"/>
                    </a:lnTo>
                    <a:lnTo>
                      <a:pt x="38730" y="16677"/>
                    </a:lnTo>
                    <a:lnTo>
                      <a:pt x="38792" y="16656"/>
                    </a:lnTo>
                    <a:lnTo>
                      <a:pt x="38730" y="16593"/>
                    </a:lnTo>
                    <a:lnTo>
                      <a:pt x="38625" y="16593"/>
                    </a:lnTo>
                    <a:lnTo>
                      <a:pt x="38583" y="16572"/>
                    </a:lnTo>
                    <a:lnTo>
                      <a:pt x="38625" y="16488"/>
                    </a:lnTo>
                    <a:lnTo>
                      <a:pt x="38730" y="16446"/>
                    </a:lnTo>
                    <a:lnTo>
                      <a:pt x="38730" y="16405"/>
                    </a:lnTo>
                    <a:lnTo>
                      <a:pt x="38688" y="16363"/>
                    </a:lnTo>
                    <a:lnTo>
                      <a:pt x="38520" y="16363"/>
                    </a:lnTo>
                    <a:lnTo>
                      <a:pt x="38500" y="16405"/>
                    </a:lnTo>
                    <a:lnTo>
                      <a:pt x="38458" y="16488"/>
                    </a:lnTo>
                    <a:lnTo>
                      <a:pt x="38248" y="16530"/>
                    </a:lnTo>
                    <a:lnTo>
                      <a:pt x="38353" y="16467"/>
                    </a:lnTo>
                    <a:lnTo>
                      <a:pt x="38500" y="16321"/>
                    </a:lnTo>
                    <a:lnTo>
                      <a:pt x="38562" y="16216"/>
                    </a:lnTo>
                    <a:lnTo>
                      <a:pt x="38562" y="16174"/>
                    </a:lnTo>
                    <a:lnTo>
                      <a:pt x="38458" y="16174"/>
                    </a:lnTo>
                    <a:lnTo>
                      <a:pt x="38395" y="16153"/>
                    </a:lnTo>
                    <a:lnTo>
                      <a:pt x="38458" y="16091"/>
                    </a:lnTo>
                    <a:lnTo>
                      <a:pt x="38416" y="16049"/>
                    </a:lnTo>
                    <a:lnTo>
                      <a:pt x="38374" y="16070"/>
                    </a:lnTo>
                    <a:lnTo>
                      <a:pt x="38374" y="15986"/>
                    </a:lnTo>
                    <a:lnTo>
                      <a:pt x="38416" y="15923"/>
                    </a:lnTo>
                    <a:lnTo>
                      <a:pt x="38416" y="15819"/>
                    </a:lnTo>
                    <a:lnTo>
                      <a:pt x="38290" y="15777"/>
                    </a:lnTo>
                    <a:lnTo>
                      <a:pt x="38207" y="15756"/>
                    </a:lnTo>
                    <a:lnTo>
                      <a:pt x="38081" y="15756"/>
                    </a:lnTo>
                    <a:lnTo>
                      <a:pt x="38039" y="15693"/>
                    </a:lnTo>
                    <a:lnTo>
                      <a:pt x="38165" y="15693"/>
                    </a:lnTo>
                    <a:lnTo>
                      <a:pt x="38269" y="15672"/>
                    </a:lnTo>
                    <a:lnTo>
                      <a:pt x="38311" y="15630"/>
                    </a:lnTo>
                    <a:lnTo>
                      <a:pt x="38374" y="15693"/>
                    </a:lnTo>
                    <a:lnTo>
                      <a:pt x="38395" y="15756"/>
                    </a:lnTo>
                    <a:lnTo>
                      <a:pt x="38500" y="15756"/>
                    </a:lnTo>
                    <a:lnTo>
                      <a:pt x="38604" y="15798"/>
                    </a:lnTo>
                    <a:lnTo>
                      <a:pt x="38625" y="15881"/>
                    </a:lnTo>
                    <a:lnTo>
                      <a:pt x="38604" y="15965"/>
                    </a:lnTo>
                    <a:lnTo>
                      <a:pt x="38625" y="16049"/>
                    </a:lnTo>
                    <a:lnTo>
                      <a:pt x="38730" y="16174"/>
                    </a:lnTo>
                    <a:lnTo>
                      <a:pt x="38772" y="16174"/>
                    </a:lnTo>
                    <a:lnTo>
                      <a:pt x="38792" y="16070"/>
                    </a:lnTo>
                    <a:lnTo>
                      <a:pt x="38834" y="16133"/>
                    </a:lnTo>
                    <a:lnTo>
                      <a:pt x="38981" y="16153"/>
                    </a:lnTo>
                    <a:lnTo>
                      <a:pt x="39023" y="16133"/>
                    </a:lnTo>
                    <a:lnTo>
                      <a:pt x="39023" y="16070"/>
                    </a:lnTo>
                    <a:lnTo>
                      <a:pt x="38981" y="16049"/>
                    </a:lnTo>
                    <a:lnTo>
                      <a:pt x="38981" y="15965"/>
                    </a:lnTo>
                    <a:lnTo>
                      <a:pt x="38939" y="15861"/>
                    </a:lnTo>
                    <a:lnTo>
                      <a:pt x="38876" y="15777"/>
                    </a:lnTo>
                    <a:lnTo>
                      <a:pt x="38792" y="15756"/>
                    </a:lnTo>
                    <a:lnTo>
                      <a:pt x="38813" y="15672"/>
                    </a:lnTo>
                    <a:lnTo>
                      <a:pt x="38813" y="15589"/>
                    </a:lnTo>
                    <a:lnTo>
                      <a:pt x="38772" y="15547"/>
                    </a:lnTo>
                    <a:lnTo>
                      <a:pt x="38792" y="15526"/>
                    </a:lnTo>
                    <a:lnTo>
                      <a:pt x="38834" y="15547"/>
                    </a:lnTo>
                    <a:lnTo>
                      <a:pt x="38876" y="15651"/>
                    </a:lnTo>
                    <a:lnTo>
                      <a:pt x="38918" y="15693"/>
                    </a:lnTo>
                    <a:lnTo>
                      <a:pt x="39002" y="15672"/>
                    </a:lnTo>
                    <a:lnTo>
                      <a:pt x="38981" y="15651"/>
                    </a:lnTo>
                    <a:lnTo>
                      <a:pt x="39002" y="15630"/>
                    </a:lnTo>
                    <a:lnTo>
                      <a:pt x="39085" y="15651"/>
                    </a:lnTo>
                    <a:lnTo>
                      <a:pt x="39044" y="15547"/>
                    </a:lnTo>
                    <a:lnTo>
                      <a:pt x="39002" y="15442"/>
                    </a:lnTo>
                    <a:lnTo>
                      <a:pt x="38897" y="15379"/>
                    </a:lnTo>
                    <a:lnTo>
                      <a:pt x="39002" y="15379"/>
                    </a:lnTo>
                    <a:lnTo>
                      <a:pt x="39044" y="15442"/>
                    </a:lnTo>
                    <a:lnTo>
                      <a:pt x="39106" y="15484"/>
                    </a:lnTo>
                    <a:lnTo>
                      <a:pt x="39190" y="15463"/>
                    </a:lnTo>
                    <a:lnTo>
                      <a:pt x="39148" y="15421"/>
                    </a:lnTo>
                    <a:lnTo>
                      <a:pt x="39148" y="15337"/>
                    </a:lnTo>
                    <a:lnTo>
                      <a:pt x="39190" y="15337"/>
                    </a:lnTo>
                    <a:lnTo>
                      <a:pt x="39232" y="15379"/>
                    </a:lnTo>
                    <a:lnTo>
                      <a:pt x="39295" y="15421"/>
                    </a:lnTo>
                    <a:lnTo>
                      <a:pt x="39295" y="15463"/>
                    </a:lnTo>
                    <a:lnTo>
                      <a:pt x="39232" y="15484"/>
                    </a:lnTo>
                    <a:lnTo>
                      <a:pt x="39232" y="15589"/>
                    </a:lnTo>
                    <a:lnTo>
                      <a:pt x="39232" y="15630"/>
                    </a:lnTo>
                    <a:lnTo>
                      <a:pt x="39295" y="15630"/>
                    </a:lnTo>
                    <a:lnTo>
                      <a:pt x="39336" y="15651"/>
                    </a:lnTo>
                    <a:lnTo>
                      <a:pt x="39336" y="15693"/>
                    </a:lnTo>
                    <a:lnTo>
                      <a:pt x="39295" y="15735"/>
                    </a:lnTo>
                    <a:lnTo>
                      <a:pt x="39253" y="15777"/>
                    </a:lnTo>
                    <a:lnTo>
                      <a:pt x="39316" y="15798"/>
                    </a:lnTo>
                    <a:lnTo>
                      <a:pt x="39357" y="15777"/>
                    </a:lnTo>
                    <a:lnTo>
                      <a:pt x="39399" y="15798"/>
                    </a:lnTo>
                    <a:lnTo>
                      <a:pt x="39357" y="15881"/>
                    </a:lnTo>
                    <a:lnTo>
                      <a:pt x="39399" y="15944"/>
                    </a:lnTo>
                    <a:lnTo>
                      <a:pt x="39441" y="15965"/>
                    </a:lnTo>
                    <a:lnTo>
                      <a:pt x="39525" y="15944"/>
                    </a:lnTo>
                    <a:lnTo>
                      <a:pt x="39734" y="15798"/>
                    </a:lnTo>
                    <a:lnTo>
                      <a:pt x="39818" y="15672"/>
                    </a:lnTo>
                    <a:lnTo>
                      <a:pt x="39818" y="15756"/>
                    </a:lnTo>
                    <a:lnTo>
                      <a:pt x="39755" y="15798"/>
                    </a:lnTo>
                    <a:lnTo>
                      <a:pt x="39734" y="15861"/>
                    </a:lnTo>
                    <a:lnTo>
                      <a:pt x="39629" y="15902"/>
                    </a:lnTo>
                    <a:lnTo>
                      <a:pt x="39462" y="16070"/>
                    </a:lnTo>
                    <a:lnTo>
                      <a:pt x="39462" y="16112"/>
                    </a:lnTo>
                    <a:lnTo>
                      <a:pt x="39546" y="16153"/>
                    </a:lnTo>
                    <a:lnTo>
                      <a:pt x="39650" y="16112"/>
                    </a:lnTo>
                    <a:lnTo>
                      <a:pt x="39818" y="16007"/>
                    </a:lnTo>
                    <a:lnTo>
                      <a:pt x="39880" y="16007"/>
                    </a:lnTo>
                    <a:lnTo>
                      <a:pt x="40027" y="15965"/>
                    </a:lnTo>
                    <a:lnTo>
                      <a:pt x="40069" y="15881"/>
                    </a:lnTo>
                    <a:lnTo>
                      <a:pt x="40132" y="15861"/>
                    </a:lnTo>
                    <a:lnTo>
                      <a:pt x="40236" y="15777"/>
                    </a:lnTo>
                    <a:lnTo>
                      <a:pt x="40278" y="15777"/>
                    </a:lnTo>
                    <a:lnTo>
                      <a:pt x="40278" y="15840"/>
                    </a:lnTo>
                    <a:lnTo>
                      <a:pt x="40236" y="15861"/>
                    </a:lnTo>
                    <a:lnTo>
                      <a:pt x="40152" y="15965"/>
                    </a:lnTo>
                    <a:lnTo>
                      <a:pt x="40090" y="16070"/>
                    </a:lnTo>
                    <a:lnTo>
                      <a:pt x="40027" y="16112"/>
                    </a:lnTo>
                    <a:lnTo>
                      <a:pt x="39943" y="16195"/>
                    </a:lnTo>
                    <a:lnTo>
                      <a:pt x="39839" y="16216"/>
                    </a:lnTo>
                    <a:lnTo>
                      <a:pt x="39776" y="16258"/>
                    </a:lnTo>
                    <a:lnTo>
                      <a:pt x="39713" y="16384"/>
                    </a:lnTo>
                    <a:lnTo>
                      <a:pt x="39713" y="16426"/>
                    </a:lnTo>
                    <a:lnTo>
                      <a:pt x="39734" y="16467"/>
                    </a:lnTo>
                    <a:lnTo>
                      <a:pt x="39776" y="16426"/>
                    </a:lnTo>
                    <a:lnTo>
                      <a:pt x="39860" y="16426"/>
                    </a:lnTo>
                    <a:lnTo>
                      <a:pt x="39943" y="16467"/>
                    </a:lnTo>
                    <a:lnTo>
                      <a:pt x="39860" y="16488"/>
                    </a:lnTo>
                    <a:lnTo>
                      <a:pt x="39776" y="16509"/>
                    </a:lnTo>
                    <a:lnTo>
                      <a:pt x="39734" y="16551"/>
                    </a:lnTo>
                    <a:lnTo>
                      <a:pt x="39734" y="16593"/>
                    </a:lnTo>
                    <a:lnTo>
                      <a:pt x="39776" y="16614"/>
                    </a:lnTo>
                    <a:lnTo>
                      <a:pt x="39860" y="16593"/>
                    </a:lnTo>
                    <a:lnTo>
                      <a:pt x="39922" y="16572"/>
                    </a:lnTo>
                    <a:lnTo>
                      <a:pt x="39839" y="16677"/>
                    </a:lnTo>
                    <a:lnTo>
                      <a:pt x="39755" y="16698"/>
                    </a:lnTo>
                    <a:lnTo>
                      <a:pt x="39734" y="16739"/>
                    </a:lnTo>
                    <a:lnTo>
                      <a:pt x="39755" y="16781"/>
                    </a:lnTo>
                    <a:lnTo>
                      <a:pt x="39839" y="16802"/>
                    </a:lnTo>
                    <a:lnTo>
                      <a:pt x="39922" y="16781"/>
                    </a:lnTo>
                    <a:lnTo>
                      <a:pt x="39985" y="16781"/>
                    </a:lnTo>
                    <a:lnTo>
                      <a:pt x="40027" y="16802"/>
                    </a:lnTo>
                    <a:lnTo>
                      <a:pt x="39964" y="16823"/>
                    </a:lnTo>
                    <a:lnTo>
                      <a:pt x="39964" y="16865"/>
                    </a:lnTo>
                    <a:lnTo>
                      <a:pt x="39860" y="16907"/>
                    </a:lnTo>
                    <a:lnTo>
                      <a:pt x="39839" y="16970"/>
                    </a:lnTo>
                    <a:lnTo>
                      <a:pt x="39860" y="17032"/>
                    </a:lnTo>
                    <a:lnTo>
                      <a:pt x="39922" y="17116"/>
                    </a:lnTo>
                    <a:lnTo>
                      <a:pt x="39922" y="17200"/>
                    </a:lnTo>
                    <a:lnTo>
                      <a:pt x="39943" y="17221"/>
                    </a:lnTo>
                    <a:lnTo>
                      <a:pt x="39985" y="17137"/>
                    </a:lnTo>
                    <a:lnTo>
                      <a:pt x="40048" y="17032"/>
                    </a:lnTo>
                    <a:lnTo>
                      <a:pt x="40090" y="16990"/>
                    </a:lnTo>
                    <a:lnTo>
                      <a:pt x="40132" y="16990"/>
                    </a:lnTo>
                    <a:lnTo>
                      <a:pt x="40090" y="17032"/>
                    </a:lnTo>
                    <a:lnTo>
                      <a:pt x="40090" y="17095"/>
                    </a:lnTo>
                    <a:lnTo>
                      <a:pt x="40048" y="17116"/>
                    </a:lnTo>
                    <a:lnTo>
                      <a:pt x="40048" y="17137"/>
                    </a:lnTo>
                    <a:lnTo>
                      <a:pt x="40090" y="17200"/>
                    </a:lnTo>
                    <a:lnTo>
                      <a:pt x="40069" y="17242"/>
                    </a:lnTo>
                    <a:lnTo>
                      <a:pt x="40132" y="17304"/>
                    </a:lnTo>
                    <a:lnTo>
                      <a:pt x="40152" y="17304"/>
                    </a:lnTo>
                    <a:lnTo>
                      <a:pt x="40173" y="17242"/>
                    </a:lnTo>
                    <a:lnTo>
                      <a:pt x="40257" y="17221"/>
                    </a:lnTo>
                    <a:lnTo>
                      <a:pt x="40278" y="17221"/>
                    </a:lnTo>
                    <a:lnTo>
                      <a:pt x="40278" y="17283"/>
                    </a:lnTo>
                    <a:lnTo>
                      <a:pt x="40236" y="17325"/>
                    </a:lnTo>
                    <a:lnTo>
                      <a:pt x="40236" y="17346"/>
                    </a:lnTo>
                    <a:lnTo>
                      <a:pt x="40278" y="17388"/>
                    </a:lnTo>
                    <a:lnTo>
                      <a:pt x="40278" y="17430"/>
                    </a:lnTo>
                    <a:lnTo>
                      <a:pt x="40299" y="17451"/>
                    </a:lnTo>
                    <a:lnTo>
                      <a:pt x="40299" y="17514"/>
                    </a:lnTo>
                    <a:lnTo>
                      <a:pt x="40362" y="17534"/>
                    </a:lnTo>
                    <a:lnTo>
                      <a:pt x="40383" y="17493"/>
                    </a:lnTo>
                    <a:lnTo>
                      <a:pt x="40487" y="17451"/>
                    </a:lnTo>
                    <a:lnTo>
                      <a:pt x="40508" y="17388"/>
                    </a:lnTo>
                    <a:lnTo>
                      <a:pt x="40508" y="17325"/>
                    </a:lnTo>
                    <a:lnTo>
                      <a:pt x="40445" y="17242"/>
                    </a:lnTo>
                    <a:lnTo>
                      <a:pt x="40466" y="17242"/>
                    </a:lnTo>
                    <a:lnTo>
                      <a:pt x="40508" y="17283"/>
                    </a:lnTo>
                    <a:lnTo>
                      <a:pt x="40550" y="17283"/>
                    </a:lnTo>
                    <a:lnTo>
                      <a:pt x="40550" y="17221"/>
                    </a:lnTo>
                    <a:lnTo>
                      <a:pt x="40508" y="17137"/>
                    </a:lnTo>
                    <a:lnTo>
                      <a:pt x="40508" y="17095"/>
                    </a:lnTo>
                    <a:lnTo>
                      <a:pt x="40571" y="17074"/>
                    </a:lnTo>
                    <a:lnTo>
                      <a:pt x="40571" y="16990"/>
                    </a:lnTo>
                    <a:lnTo>
                      <a:pt x="40571" y="16928"/>
                    </a:lnTo>
                    <a:lnTo>
                      <a:pt x="40508" y="16928"/>
                    </a:lnTo>
                    <a:lnTo>
                      <a:pt x="40466" y="16886"/>
                    </a:lnTo>
                    <a:lnTo>
                      <a:pt x="40466" y="16865"/>
                    </a:lnTo>
                    <a:lnTo>
                      <a:pt x="40487" y="16886"/>
                    </a:lnTo>
                    <a:lnTo>
                      <a:pt x="40571" y="16907"/>
                    </a:lnTo>
                    <a:lnTo>
                      <a:pt x="40613" y="16865"/>
                    </a:lnTo>
                    <a:lnTo>
                      <a:pt x="40592" y="16802"/>
                    </a:lnTo>
                    <a:lnTo>
                      <a:pt x="40550" y="16802"/>
                    </a:lnTo>
                    <a:lnTo>
                      <a:pt x="40508" y="16781"/>
                    </a:lnTo>
                    <a:lnTo>
                      <a:pt x="40592" y="16781"/>
                    </a:lnTo>
                    <a:lnTo>
                      <a:pt x="40655" y="16718"/>
                    </a:lnTo>
                    <a:lnTo>
                      <a:pt x="40655" y="16572"/>
                    </a:lnTo>
                    <a:lnTo>
                      <a:pt x="40676" y="16509"/>
                    </a:lnTo>
                    <a:lnTo>
                      <a:pt x="40696" y="16572"/>
                    </a:lnTo>
                    <a:lnTo>
                      <a:pt x="40696" y="16656"/>
                    </a:lnTo>
                    <a:lnTo>
                      <a:pt x="40717" y="16718"/>
                    </a:lnTo>
                    <a:lnTo>
                      <a:pt x="40696" y="16802"/>
                    </a:lnTo>
                    <a:lnTo>
                      <a:pt x="40759" y="16823"/>
                    </a:lnTo>
                    <a:lnTo>
                      <a:pt x="40822" y="16802"/>
                    </a:lnTo>
                    <a:lnTo>
                      <a:pt x="40864" y="16760"/>
                    </a:lnTo>
                    <a:lnTo>
                      <a:pt x="40906" y="16718"/>
                    </a:lnTo>
                    <a:lnTo>
                      <a:pt x="40906" y="16823"/>
                    </a:lnTo>
                    <a:lnTo>
                      <a:pt x="40927" y="16865"/>
                    </a:lnTo>
                    <a:lnTo>
                      <a:pt x="40989" y="16865"/>
                    </a:lnTo>
                    <a:lnTo>
                      <a:pt x="41010" y="16823"/>
                    </a:lnTo>
                    <a:lnTo>
                      <a:pt x="41010" y="16698"/>
                    </a:lnTo>
                    <a:lnTo>
                      <a:pt x="41010" y="16593"/>
                    </a:lnTo>
                    <a:lnTo>
                      <a:pt x="40969" y="16572"/>
                    </a:lnTo>
                    <a:lnTo>
                      <a:pt x="40927" y="16551"/>
                    </a:lnTo>
                    <a:lnTo>
                      <a:pt x="41010" y="16572"/>
                    </a:lnTo>
                    <a:lnTo>
                      <a:pt x="41094" y="16614"/>
                    </a:lnTo>
                    <a:lnTo>
                      <a:pt x="41115" y="16698"/>
                    </a:lnTo>
                    <a:lnTo>
                      <a:pt x="41178" y="16698"/>
                    </a:lnTo>
                    <a:lnTo>
                      <a:pt x="41199" y="16656"/>
                    </a:lnTo>
                    <a:lnTo>
                      <a:pt x="41199" y="16509"/>
                    </a:lnTo>
                    <a:lnTo>
                      <a:pt x="41136" y="16446"/>
                    </a:lnTo>
                    <a:lnTo>
                      <a:pt x="41031" y="16363"/>
                    </a:lnTo>
                    <a:lnTo>
                      <a:pt x="41010" y="16300"/>
                    </a:lnTo>
                    <a:lnTo>
                      <a:pt x="41031" y="16300"/>
                    </a:lnTo>
                    <a:lnTo>
                      <a:pt x="41094" y="16363"/>
                    </a:lnTo>
                    <a:lnTo>
                      <a:pt x="41199" y="16446"/>
                    </a:lnTo>
                    <a:lnTo>
                      <a:pt x="41220" y="16509"/>
                    </a:lnTo>
                    <a:lnTo>
                      <a:pt x="41387" y="16509"/>
                    </a:lnTo>
                    <a:lnTo>
                      <a:pt x="41408" y="16446"/>
                    </a:lnTo>
                    <a:lnTo>
                      <a:pt x="41387" y="16384"/>
                    </a:lnTo>
                    <a:lnTo>
                      <a:pt x="41324" y="16363"/>
                    </a:lnTo>
                    <a:lnTo>
                      <a:pt x="41282" y="16300"/>
                    </a:lnTo>
                    <a:lnTo>
                      <a:pt x="41178" y="16300"/>
                    </a:lnTo>
                    <a:lnTo>
                      <a:pt x="41115" y="16258"/>
                    </a:lnTo>
                    <a:lnTo>
                      <a:pt x="41136" y="16153"/>
                    </a:lnTo>
                    <a:lnTo>
                      <a:pt x="41178" y="16195"/>
                    </a:lnTo>
                    <a:lnTo>
                      <a:pt x="41241" y="16258"/>
                    </a:lnTo>
                    <a:lnTo>
                      <a:pt x="41324" y="16258"/>
                    </a:lnTo>
                    <a:lnTo>
                      <a:pt x="41345" y="16195"/>
                    </a:lnTo>
                    <a:lnTo>
                      <a:pt x="41324" y="16133"/>
                    </a:lnTo>
                    <a:lnTo>
                      <a:pt x="41282" y="16091"/>
                    </a:lnTo>
                    <a:lnTo>
                      <a:pt x="41282" y="16049"/>
                    </a:lnTo>
                    <a:lnTo>
                      <a:pt x="41324" y="16028"/>
                    </a:lnTo>
                    <a:lnTo>
                      <a:pt x="41345" y="16049"/>
                    </a:lnTo>
                    <a:lnTo>
                      <a:pt x="41429" y="16091"/>
                    </a:lnTo>
                    <a:lnTo>
                      <a:pt x="41429" y="16153"/>
                    </a:lnTo>
                    <a:lnTo>
                      <a:pt x="41408" y="16237"/>
                    </a:lnTo>
                    <a:lnTo>
                      <a:pt x="41513" y="16258"/>
                    </a:lnTo>
                    <a:lnTo>
                      <a:pt x="41617" y="16279"/>
                    </a:lnTo>
                    <a:lnTo>
                      <a:pt x="41701" y="16258"/>
                    </a:lnTo>
                    <a:lnTo>
                      <a:pt x="41764" y="16258"/>
                    </a:lnTo>
                    <a:lnTo>
                      <a:pt x="41826" y="16174"/>
                    </a:lnTo>
                    <a:lnTo>
                      <a:pt x="41826" y="16133"/>
                    </a:lnTo>
                    <a:lnTo>
                      <a:pt x="41638" y="16133"/>
                    </a:lnTo>
                    <a:lnTo>
                      <a:pt x="41617" y="16091"/>
                    </a:lnTo>
                    <a:lnTo>
                      <a:pt x="41659" y="16049"/>
                    </a:lnTo>
                    <a:lnTo>
                      <a:pt x="41743" y="16070"/>
                    </a:lnTo>
                    <a:lnTo>
                      <a:pt x="41805" y="16049"/>
                    </a:lnTo>
                    <a:lnTo>
                      <a:pt x="41764" y="15986"/>
                    </a:lnTo>
                    <a:lnTo>
                      <a:pt x="41722" y="15965"/>
                    </a:lnTo>
                    <a:lnTo>
                      <a:pt x="41743" y="15944"/>
                    </a:lnTo>
                    <a:lnTo>
                      <a:pt x="41722" y="15881"/>
                    </a:lnTo>
                    <a:lnTo>
                      <a:pt x="41659" y="15861"/>
                    </a:lnTo>
                    <a:lnTo>
                      <a:pt x="41596" y="15881"/>
                    </a:lnTo>
                    <a:lnTo>
                      <a:pt x="41638" y="15819"/>
                    </a:lnTo>
                    <a:lnTo>
                      <a:pt x="41701" y="15756"/>
                    </a:lnTo>
                    <a:lnTo>
                      <a:pt x="41722" y="15777"/>
                    </a:lnTo>
                    <a:lnTo>
                      <a:pt x="41764" y="15819"/>
                    </a:lnTo>
                    <a:lnTo>
                      <a:pt x="41826" y="15881"/>
                    </a:lnTo>
                    <a:lnTo>
                      <a:pt x="41826" y="15965"/>
                    </a:lnTo>
                    <a:lnTo>
                      <a:pt x="41952" y="15965"/>
                    </a:lnTo>
                    <a:lnTo>
                      <a:pt x="42015" y="15944"/>
                    </a:lnTo>
                    <a:lnTo>
                      <a:pt x="42036" y="15923"/>
                    </a:lnTo>
                    <a:lnTo>
                      <a:pt x="42015" y="15840"/>
                    </a:lnTo>
                    <a:lnTo>
                      <a:pt x="41931" y="15777"/>
                    </a:lnTo>
                    <a:lnTo>
                      <a:pt x="41931" y="15714"/>
                    </a:lnTo>
                    <a:lnTo>
                      <a:pt x="41910" y="15651"/>
                    </a:lnTo>
                    <a:lnTo>
                      <a:pt x="41805" y="15651"/>
                    </a:lnTo>
                    <a:lnTo>
                      <a:pt x="41847" y="15547"/>
                    </a:lnTo>
                    <a:lnTo>
                      <a:pt x="41805" y="15463"/>
                    </a:lnTo>
                    <a:lnTo>
                      <a:pt x="41701" y="15463"/>
                    </a:lnTo>
                    <a:lnTo>
                      <a:pt x="41743" y="15400"/>
                    </a:lnTo>
                    <a:lnTo>
                      <a:pt x="41722" y="15358"/>
                    </a:lnTo>
                    <a:lnTo>
                      <a:pt x="41596" y="15442"/>
                    </a:lnTo>
                    <a:lnTo>
                      <a:pt x="41533" y="15526"/>
                    </a:lnTo>
                    <a:lnTo>
                      <a:pt x="41554" y="15651"/>
                    </a:lnTo>
                    <a:lnTo>
                      <a:pt x="41533" y="15651"/>
                    </a:lnTo>
                    <a:lnTo>
                      <a:pt x="41492" y="15609"/>
                    </a:lnTo>
                    <a:lnTo>
                      <a:pt x="41492" y="15442"/>
                    </a:lnTo>
                    <a:lnTo>
                      <a:pt x="41450" y="15421"/>
                    </a:lnTo>
                    <a:lnTo>
                      <a:pt x="41408" y="15442"/>
                    </a:lnTo>
                    <a:lnTo>
                      <a:pt x="41408" y="15526"/>
                    </a:lnTo>
                    <a:lnTo>
                      <a:pt x="41324" y="15651"/>
                    </a:lnTo>
                    <a:lnTo>
                      <a:pt x="41282" y="15714"/>
                    </a:lnTo>
                    <a:lnTo>
                      <a:pt x="41282" y="15714"/>
                    </a:lnTo>
                    <a:lnTo>
                      <a:pt x="41303" y="15630"/>
                    </a:lnTo>
                    <a:lnTo>
                      <a:pt x="41303" y="15505"/>
                    </a:lnTo>
                    <a:lnTo>
                      <a:pt x="41387" y="15358"/>
                    </a:lnTo>
                    <a:lnTo>
                      <a:pt x="41387" y="15296"/>
                    </a:lnTo>
                    <a:lnTo>
                      <a:pt x="41282" y="15317"/>
                    </a:lnTo>
                    <a:lnTo>
                      <a:pt x="41178" y="15442"/>
                    </a:lnTo>
                    <a:lnTo>
                      <a:pt x="41178" y="15505"/>
                    </a:lnTo>
                    <a:lnTo>
                      <a:pt x="41094" y="15568"/>
                    </a:lnTo>
                    <a:lnTo>
                      <a:pt x="41010" y="15568"/>
                    </a:lnTo>
                    <a:lnTo>
                      <a:pt x="41010" y="15505"/>
                    </a:lnTo>
                    <a:lnTo>
                      <a:pt x="41073" y="15400"/>
                    </a:lnTo>
                    <a:lnTo>
                      <a:pt x="41199" y="15337"/>
                    </a:lnTo>
                    <a:lnTo>
                      <a:pt x="41241" y="15233"/>
                    </a:lnTo>
                    <a:lnTo>
                      <a:pt x="41303" y="15149"/>
                    </a:lnTo>
                    <a:lnTo>
                      <a:pt x="41345" y="15149"/>
                    </a:lnTo>
                    <a:lnTo>
                      <a:pt x="41429" y="15086"/>
                    </a:lnTo>
                    <a:lnTo>
                      <a:pt x="41450" y="15024"/>
                    </a:lnTo>
                    <a:lnTo>
                      <a:pt x="41387" y="15003"/>
                    </a:lnTo>
                    <a:lnTo>
                      <a:pt x="41282" y="15086"/>
                    </a:lnTo>
                    <a:lnTo>
                      <a:pt x="41199" y="15149"/>
                    </a:lnTo>
                    <a:lnTo>
                      <a:pt x="41115" y="15191"/>
                    </a:lnTo>
                    <a:lnTo>
                      <a:pt x="41010" y="15296"/>
                    </a:lnTo>
                    <a:lnTo>
                      <a:pt x="41073" y="15191"/>
                    </a:lnTo>
                    <a:lnTo>
                      <a:pt x="41136" y="15086"/>
                    </a:lnTo>
                    <a:lnTo>
                      <a:pt x="41115" y="15086"/>
                    </a:lnTo>
                    <a:lnTo>
                      <a:pt x="41010" y="15107"/>
                    </a:lnTo>
                    <a:lnTo>
                      <a:pt x="40969" y="15149"/>
                    </a:lnTo>
                    <a:lnTo>
                      <a:pt x="40801" y="15128"/>
                    </a:lnTo>
                    <a:lnTo>
                      <a:pt x="40696" y="15128"/>
                    </a:lnTo>
                    <a:lnTo>
                      <a:pt x="40655" y="15086"/>
                    </a:lnTo>
                    <a:lnTo>
                      <a:pt x="40759" y="15086"/>
                    </a:lnTo>
                    <a:lnTo>
                      <a:pt x="40969" y="15024"/>
                    </a:lnTo>
                    <a:lnTo>
                      <a:pt x="40864" y="14982"/>
                    </a:lnTo>
                    <a:lnTo>
                      <a:pt x="40780" y="14919"/>
                    </a:lnTo>
                    <a:lnTo>
                      <a:pt x="40864" y="14919"/>
                    </a:lnTo>
                    <a:lnTo>
                      <a:pt x="40927" y="14898"/>
                    </a:lnTo>
                    <a:lnTo>
                      <a:pt x="40885" y="14793"/>
                    </a:lnTo>
                    <a:lnTo>
                      <a:pt x="40801" y="14773"/>
                    </a:lnTo>
                    <a:lnTo>
                      <a:pt x="40801" y="14731"/>
                    </a:lnTo>
                    <a:lnTo>
                      <a:pt x="40885" y="14689"/>
                    </a:lnTo>
                    <a:lnTo>
                      <a:pt x="40885" y="14605"/>
                    </a:lnTo>
                    <a:lnTo>
                      <a:pt x="40864" y="14480"/>
                    </a:lnTo>
                    <a:lnTo>
                      <a:pt x="40822" y="14417"/>
                    </a:lnTo>
                    <a:lnTo>
                      <a:pt x="40696" y="14480"/>
                    </a:lnTo>
                    <a:lnTo>
                      <a:pt x="40655" y="14521"/>
                    </a:lnTo>
                    <a:lnTo>
                      <a:pt x="40592" y="14501"/>
                    </a:lnTo>
                    <a:lnTo>
                      <a:pt x="40571" y="14521"/>
                    </a:lnTo>
                    <a:lnTo>
                      <a:pt x="40550" y="14501"/>
                    </a:lnTo>
                    <a:lnTo>
                      <a:pt x="40592" y="14417"/>
                    </a:lnTo>
                    <a:lnTo>
                      <a:pt x="40613" y="14312"/>
                    </a:lnTo>
                    <a:lnTo>
                      <a:pt x="40759" y="14291"/>
                    </a:lnTo>
                    <a:lnTo>
                      <a:pt x="40801" y="14249"/>
                    </a:lnTo>
                    <a:lnTo>
                      <a:pt x="40801" y="14103"/>
                    </a:lnTo>
                    <a:lnTo>
                      <a:pt x="40780" y="14061"/>
                    </a:lnTo>
                    <a:lnTo>
                      <a:pt x="40696" y="14145"/>
                    </a:lnTo>
                    <a:lnTo>
                      <a:pt x="40571" y="14249"/>
                    </a:lnTo>
                    <a:lnTo>
                      <a:pt x="40508" y="14312"/>
                    </a:lnTo>
                    <a:lnTo>
                      <a:pt x="40445" y="14375"/>
                    </a:lnTo>
                    <a:lnTo>
                      <a:pt x="40445" y="14480"/>
                    </a:lnTo>
                    <a:lnTo>
                      <a:pt x="40445" y="14563"/>
                    </a:lnTo>
                    <a:lnTo>
                      <a:pt x="40278" y="14291"/>
                    </a:lnTo>
                    <a:lnTo>
                      <a:pt x="40278" y="14187"/>
                    </a:lnTo>
                    <a:lnTo>
                      <a:pt x="40278" y="14082"/>
                    </a:lnTo>
                    <a:lnTo>
                      <a:pt x="40341" y="13998"/>
                    </a:lnTo>
                    <a:lnTo>
                      <a:pt x="40424" y="13873"/>
                    </a:lnTo>
                    <a:lnTo>
                      <a:pt x="40466" y="13789"/>
                    </a:lnTo>
                    <a:lnTo>
                      <a:pt x="40424" y="13768"/>
                    </a:lnTo>
                    <a:lnTo>
                      <a:pt x="40362" y="13831"/>
                    </a:lnTo>
                    <a:lnTo>
                      <a:pt x="40299" y="13894"/>
                    </a:lnTo>
                    <a:lnTo>
                      <a:pt x="40299" y="13936"/>
                    </a:lnTo>
                    <a:lnTo>
                      <a:pt x="40194" y="13977"/>
                    </a:lnTo>
                    <a:lnTo>
                      <a:pt x="40152" y="14061"/>
                    </a:lnTo>
                    <a:lnTo>
                      <a:pt x="40152" y="14103"/>
                    </a:lnTo>
                    <a:lnTo>
                      <a:pt x="40069" y="14249"/>
                    </a:lnTo>
                    <a:lnTo>
                      <a:pt x="40027" y="14270"/>
                    </a:lnTo>
                    <a:lnTo>
                      <a:pt x="40027" y="14187"/>
                    </a:lnTo>
                    <a:lnTo>
                      <a:pt x="40069" y="14082"/>
                    </a:lnTo>
                    <a:lnTo>
                      <a:pt x="40173" y="13894"/>
                    </a:lnTo>
                    <a:lnTo>
                      <a:pt x="40215" y="13852"/>
                    </a:lnTo>
                    <a:lnTo>
                      <a:pt x="40194" y="13768"/>
                    </a:lnTo>
                    <a:lnTo>
                      <a:pt x="40111" y="13768"/>
                    </a:lnTo>
                    <a:lnTo>
                      <a:pt x="40048" y="13852"/>
                    </a:lnTo>
                    <a:lnTo>
                      <a:pt x="40048" y="13936"/>
                    </a:lnTo>
                    <a:lnTo>
                      <a:pt x="40006" y="13957"/>
                    </a:lnTo>
                    <a:lnTo>
                      <a:pt x="40006" y="13873"/>
                    </a:lnTo>
                    <a:lnTo>
                      <a:pt x="40069" y="13747"/>
                    </a:lnTo>
                    <a:lnTo>
                      <a:pt x="40090" y="13685"/>
                    </a:lnTo>
                    <a:lnTo>
                      <a:pt x="40048" y="13622"/>
                    </a:lnTo>
                    <a:lnTo>
                      <a:pt x="39943" y="13580"/>
                    </a:lnTo>
                    <a:lnTo>
                      <a:pt x="39964" y="13559"/>
                    </a:lnTo>
                    <a:lnTo>
                      <a:pt x="39901" y="13517"/>
                    </a:lnTo>
                    <a:lnTo>
                      <a:pt x="39776" y="13517"/>
                    </a:lnTo>
                    <a:lnTo>
                      <a:pt x="39692" y="13538"/>
                    </a:lnTo>
                    <a:lnTo>
                      <a:pt x="39734" y="13454"/>
                    </a:lnTo>
                    <a:lnTo>
                      <a:pt x="39818" y="13433"/>
                    </a:lnTo>
                    <a:lnTo>
                      <a:pt x="39713" y="13413"/>
                    </a:lnTo>
                    <a:lnTo>
                      <a:pt x="39567" y="13413"/>
                    </a:lnTo>
                    <a:lnTo>
                      <a:pt x="39504" y="13517"/>
                    </a:lnTo>
                    <a:lnTo>
                      <a:pt x="39504" y="13433"/>
                    </a:lnTo>
                    <a:lnTo>
                      <a:pt x="39671" y="13350"/>
                    </a:lnTo>
                    <a:lnTo>
                      <a:pt x="39818" y="13329"/>
                    </a:lnTo>
                    <a:lnTo>
                      <a:pt x="39860" y="13371"/>
                    </a:lnTo>
                    <a:lnTo>
                      <a:pt x="39964" y="13392"/>
                    </a:lnTo>
                    <a:lnTo>
                      <a:pt x="39985" y="13350"/>
                    </a:lnTo>
                    <a:lnTo>
                      <a:pt x="40027" y="13266"/>
                    </a:lnTo>
                    <a:lnTo>
                      <a:pt x="39943" y="13266"/>
                    </a:lnTo>
                    <a:lnTo>
                      <a:pt x="39839" y="13245"/>
                    </a:lnTo>
                    <a:lnTo>
                      <a:pt x="39734" y="13182"/>
                    </a:lnTo>
                    <a:lnTo>
                      <a:pt x="39650" y="13182"/>
                    </a:lnTo>
                    <a:lnTo>
                      <a:pt x="39650" y="13287"/>
                    </a:lnTo>
                    <a:lnTo>
                      <a:pt x="39608" y="13287"/>
                    </a:lnTo>
                    <a:lnTo>
                      <a:pt x="39608" y="13245"/>
                    </a:lnTo>
                    <a:lnTo>
                      <a:pt x="39629" y="13182"/>
                    </a:lnTo>
                    <a:lnTo>
                      <a:pt x="39629" y="13140"/>
                    </a:lnTo>
                    <a:lnTo>
                      <a:pt x="39525" y="13140"/>
                    </a:lnTo>
                    <a:lnTo>
                      <a:pt x="39525" y="13182"/>
                    </a:lnTo>
                    <a:lnTo>
                      <a:pt x="39462" y="13224"/>
                    </a:lnTo>
                    <a:lnTo>
                      <a:pt x="39441" y="13161"/>
                    </a:lnTo>
                    <a:lnTo>
                      <a:pt x="39441" y="13078"/>
                    </a:lnTo>
                    <a:lnTo>
                      <a:pt x="39399" y="13057"/>
                    </a:lnTo>
                    <a:lnTo>
                      <a:pt x="39357" y="13078"/>
                    </a:lnTo>
                    <a:lnTo>
                      <a:pt x="39316" y="13036"/>
                    </a:lnTo>
                    <a:lnTo>
                      <a:pt x="39232" y="12994"/>
                    </a:lnTo>
                    <a:lnTo>
                      <a:pt x="39148" y="12994"/>
                    </a:lnTo>
                    <a:lnTo>
                      <a:pt x="39232" y="12910"/>
                    </a:lnTo>
                    <a:lnTo>
                      <a:pt x="39295" y="12868"/>
                    </a:lnTo>
                    <a:lnTo>
                      <a:pt x="39441" y="12973"/>
                    </a:lnTo>
                    <a:lnTo>
                      <a:pt x="39504" y="12973"/>
                    </a:lnTo>
                    <a:lnTo>
                      <a:pt x="39462" y="12931"/>
                    </a:lnTo>
                    <a:lnTo>
                      <a:pt x="39169" y="12764"/>
                    </a:lnTo>
                    <a:lnTo>
                      <a:pt x="39044" y="12743"/>
                    </a:lnTo>
                    <a:lnTo>
                      <a:pt x="39023" y="12722"/>
                    </a:lnTo>
                    <a:lnTo>
                      <a:pt x="39106" y="12722"/>
                    </a:lnTo>
                    <a:lnTo>
                      <a:pt x="39316" y="12806"/>
                    </a:lnTo>
                    <a:lnTo>
                      <a:pt x="39441" y="12806"/>
                    </a:lnTo>
                    <a:lnTo>
                      <a:pt x="39650" y="12848"/>
                    </a:lnTo>
                    <a:lnTo>
                      <a:pt x="39692" y="12848"/>
                    </a:lnTo>
                    <a:lnTo>
                      <a:pt x="39671" y="12806"/>
                    </a:lnTo>
                    <a:lnTo>
                      <a:pt x="39671" y="12722"/>
                    </a:lnTo>
                    <a:lnTo>
                      <a:pt x="39629" y="12659"/>
                    </a:lnTo>
                    <a:lnTo>
                      <a:pt x="39546" y="12638"/>
                    </a:lnTo>
                    <a:lnTo>
                      <a:pt x="39462" y="12596"/>
                    </a:lnTo>
                    <a:lnTo>
                      <a:pt x="39483" y="12555"/>
                    </a:lnTo>
                    <a:lnTo>
                      <a:pt x="39546" y="12555"/>
                    </a:lnTo>
                    <a:lnTo>
                      <a:pt x="39567" y="12617"/>
                    </a:lnTo>
                    <a:lnTo>
                      <a:pt x="39629" y="12638"/>
                    </a:lnTo>
                    <a:lnTo>
                      <a:pt x="39671" y="12617"/>
                    </a:lnTo>
                    <a:lnTo>
                      <a:pt x="39776" y="12617"/>
                    </a:lnTo>
                    <a:lnTo>
                      <a:pt x="39797" y="12596"/>
                    </a:lnTo>
                    <a:lnTo>
                      <a:pt x="39797" y="12534"/>
                    </a:lnTo>
                    <a:lnTo>
                      <a:pt x="39734" y="12513"/>
                    </a:lnTo>
                    <a:lnTo>
                      <a:pt x="39734" y="12450"/>
                    </a:lnTo>
                    <a:lnTo>
                      <a:pt x="39671" y="12387"/>
                    </a:lnTo>
                    <a:lnTo>
                      <a:pt x="39588" y="12408"/>
                    </a:lnTo>
                    <a:lnTo>
                      <a:pt x="39525" y="12450"/>
                    </a:lnTo>
                    <a:lnTo>
                      <a:pt x="39378" y="12450"/>
                    </a:lnTo>
                    <a:lnTo>
                      <a:pt x="39357" y="12513"/>
                    </a:lnTo>
                    <a:lnTo>
                      <a:pt x="39316" y="12513"/>
                    </a:lnTo>
                    <a:lnTo>
                      <a:pt x="39274" y="12429"/>
                    </a:lnTo>
                    <a:lnTo>
                      <a:pt x="39378" y="12387"/>
                    </a:lnTo>
                    <a:lnTo>
                      <a:pt x="39525" y="12387"/>
                    </a:lnTo>
                    <a:lnTo>
                      <a:pt x="39567" y="12345"/>
                    </a:lnTo>
                    <a:lnTo>
                      <a:pt x="39692" y="12345"/>
                    </a:lnTo>
                    <a:lnTo>
                      <a:pt x="39734" y="12304"/>
                    </a:lnTo>
                    <a:lnTo>
                      <a:pt x="39650" y="12283"/>
                    </a:lnTo>
                    <a:lnTo>
                      <a:pt x="39546" y="12241"/>
                    </a:lnTo>
                    <a:lnTo>
                      <a:pt x="39525" y="12199"/>
                    </a:lnTo>
                    <a:lnTo>
                      <a:pt x="39588" y="12241"/>
                    </a:lnTo>
                    <a:lnTo>
                      <a:pt x="39776" y="12241"/>
                    </a:lnTo>
                    <a:lnTo>
                      <a:pt x="39839" y="12283"/>
                    </a:lnTo>
                    <a:lnTo>
                      <a:pt x="39964" y="12429"/>
                    </a:lnTo>
                    <a:lnTo>
                      <a:pt x="40048" y="12450"/>
                    </a:lnTo>
                    <a:lnTo>
                      <a:pt x="40090" y="12429"/>
                    </a:lnTo>
                    <a:lnTo>
                      <a:pt x="40111" y="12492"/>
                    </a:lnTo>
                    <a:lnTo>
                      <a:pt x="40173" y="12513"/>
                    </a:lnTo>
                    <a:lnTo>
                      <a:pt x="40215" y="12450"/>
                    </a:lnTo>
                    <a:lnTo>
                      <a:pt x="40278" y="12450"/>
                    </a:lnTo>
                    <a:lnTo>
                      <a:pt x="40320" y="12555"/>
                    </a:lnTo>
                    <a:lnTo>
                      <a:pt x="40404" y="12555"/>
                    </a:lnTo>
                    <a:lnTo>
                      <a:pt x="40466" y="12534"/>
                    </a:lnTo>
                    <a:lnTo>
                      <a:pt x="40466" y="12408"/>
                    </a:lnTo>
                    <a:lnTo>
                      <a:pt x="40404" y="12324"/>
                    </a:lnTo>
                    <a:lnTo>
                      <a:pt x="40383" y="12241"/>
                    </a:lnTo>
                    <a:lnTo>
                      <a:pt x="40278" y="12199"/>
                    </a:lnTo>
                    <a:lnTo>
                      <a:pt x="40194" y="12136"/>
                    </a:lnTo>
                    <a:lnTo>
                      <a:pt x="40152" y="12115"/>
                    </a:lnTo>
                    <a:lnTo>
                      <a:pt x="40090" y="12136"/>
                    </a:lnTo>
                    <a:lnTo>
                      <a:pt x="40048" y="12178"/>
                    </a:lnTo>
                    <a:lnTo>
                      <a:pt x="39964" y="12115"/>
                    </a:lnTo>
                    <a:lnTo>
                      <a:pt x="39797" y="11990"/>
                    </a:lnTo>
                    <a:lnTo>
                      <a:pt x="39692" y="11969"/>
                    </a:lnTo>
                    <a:lnTo>
                      <a:pt x="39483" y="11990"/>
                    </a:lnTo>
                    <a:lnTo>
                      <a:pt x="39420" y="11969"/>
                    </a:lnTo>
                    <a:lnTo>
                      <a:pt x="39588" y="11927"/>
                    </a:lnTo>
                    <a:lnTo>
                      <a:pt x="39671" y="11864"/>
                    </a:lnTo>
                    <a:lnTo>
                      <a:pt x="39755" y="11864"/>
                    </a:lnTo>
                    <a:lnTo>
                      <a:pt x="39776" y="11885"/>
                    </a:lnTo>
                    <a:lnTo>
                      <a:pt x="39860" y="11885"/>
                    </a:lnTo>
                    <a:lnTo>
                      <a:pt x="39943" y="11822"/>
                    </a:lnTo>
                    <a:lnTo>
                      <a:pt x="40006" y="11780"/>
                    </a:lnTo>
                    <a:lnTo>
                      <a:pt x="40173" y="11780"/>
                    </a:lnTo>
                    <a:lnTo>
                      <a:pt x="40257" y="11822"/>
                    </a:lnTo>
                    <a:lnTo>
                      <a:pt x="40383" y="11822"/>
                    </a:lnTo>
                    <a:lnTo>
                      <a:pt x="40424" y="11760"/>
                    </a:lnTo>
                    <a:lnTo>
                      <a:pt x="40466" y="11676"/>
                    </a:lnTo>
                    <a:lnTo>
                      <a:pt x="40404" y="11592"/>
                    </a:lnTo>
                    <a:lnTo>
                      <a:pt x="40383" y="11467"/>
                    </a:lnTo>
                    <a:lnTo>
                      <a:pt x="40278" y="11236"/>
                    </a:lnTo>
                    <a:lnTo>
                      <a:pt x="40257" y="11090"/>
                    </a:lnTo>
                    <a:lnTo>
                      <a:pt x="40194" y="11132"/>
                    </a:lnTo>
                    <a:lnTo>
                      <a:pt x="40173" y="11090"/>
                    </a:lnTo>
                    <a:lnTo>
                      <a:pt x="40090" y="11132"/>
                    </a:lnTo>
                    <a:lnTo>
                      <a:pt x="40090" y="11174"/>
                    </a:lnTo>
                    <a:lnTo>
                      <a:pt x="40048" y="11278"/>
                    </a:lnTo>
                    <a:lnTo>
                      <a:pt x="40069" y="11299"/>
                    </a:lnTo>
                    <a:lnTo>
                      <a:pt x="40069" y="11383"/>
                    </a:lnTo>
                    <a:lnTo>
                      <a:pt x="40006" y="11404"/>
                    </a:lnTo>
                    <a:lnTo>
                      <a:pt x="39901" y="11467"/>
                    </a:lnTo>
                    <a:lnTo>
                      <a:pt x="39839" y="11550"/>
                    </a:lnTo>
                    <a:lnTo>
                      <a:pt x="39734" y="11508"/>
                    </a:lnTo>
                    <a:lnTo>
                      <a:pt x="39650" y="11488"/>
                    </a:lnTo>
                    <a:lnTo>
                      <a:pt x="39546" y="11508"/>
                    </a:lnTo>
                    <a:lnTo>
                      <a:pt x="39462" y="11613"/>
                    </a:lnTo>
                    <a:lnTo>
                      <a:pt x="39357" y="11718"/>
                    </a:lnTo>
                    <a:lnTo>
                      <a:pt x="39316" y="11697"/>
                    </a:lnTo>
                    <a:lnTo>
                      <a:pt x="39232" y="11676"/>
                    </a:lnTo>
                    <a:lnTo>
                      <a:pt x="39127" y="11697"/>
                    </a:lnTo>
                    <a:lnTo>
                      <a:pt x="39085" y="11697"/>
                    </a:lnTo>
                    <a:lnTo>
                      <a:pt x="39190" y="11592"/>
                    </a:lnTo>
                    <a:lnTo>
                      <a:pt x="39232" y="11571"/>
                    </a:lnTo>
                    <a:lnTo>
                      <a:pt x="39316" y="11613"/>
                    </a:lnTo>
                    <a:lnTo>
                      <a:pt x="39420" y="11571"/>
                    </a:lnTo>
                    <a:lnTo>
                      <a:pt x="39462" y="11467"/>
                    </a:lnTo>
                    <a:lnTo>
                      <a:pt x="39546" y="11404"/>
                    </a:lnTo>
                    <a:lnTo>
                      <a:pt x="39588" y="11404"/>
                    </a:lnTo>
                    <a:lnTo>
                      <a:pt x="39692" y="11362"/>
                    </a:lnTo>
                    <a:lnTo>
                      <a:pt x="39776" y="11299"/>
                    </a:lnTo>
                    <a:lnTo>
                      <a:pt x="39776" y="11174"/>
                    </a:lnTo>
                    <a:lnTo>
                      <a:pt x="39776" y="11132"/>
                    </a:lnTo>
                    <a:lnTo>
                      <a:pt x="39692" y="11132"/>
                    </a:lnTo>
                    <a:lnTo>
                      <a:pt x="39629" y="11153"/>
                    </a:lnTo>
                    <a:lnTo>
                      <a:pt x="39546" y="11132"/>
                    </a:lnTo>
                    <a:lnTo>
                      <a:pt x="39420" y="11132"/>
                    </a:lnTo>
                    <a:lnTo>
                      <a:pt x="39253" y="11278"/>
                    </a:lnTo>
                    <a:lnTo>
                      <a:pt x="39148" y="11383"/>
                    </a:lnTo>
                    <a:lnTo>
                      <a:pt x="38960" y="11404"/>
                    </a:lnTo>
                    <a:lnTo>
                      <a:pt x="39023" y="11362"/>
                    </a:lnTo>
                    <a:lnTo>
                      <a:pt x="39148" y="11341"/>
                    </a:lnTo>
                    <a:lnTo>
                      <a:pt x="39169" y="11257"/>
                    </a:lnTo>
                    <a:lnTo>
                      <a:pt x="39127" y="11236"/>
                    </a:lnTo>
                    <a:lnTo>
                      <a:pt x="39023" y="11236"/>
                    </a:lnTo>
                    <a:lnTo>
                      <a:pt x="39190" y="11153"/>
                    </a:lnTo>
                    <a:lnTo>
                      <a:pt x="39295" y="11153"/>
                    </a:lnTo>
                    <a:lnTo>
                      <a:pt x="39441" y="11048"/>
                    </a:lnTo>
                    <a:lnTo>
                      <a:pt x="39567" y="11048"/>
                    </a:lnTo>
                    <a:lnTo>
                      <a:pt x="39650" y="11027"/>
                    </a:lnTo>
                    <a:lnTo>
                      <a:pt x="39839" y="11027"/>
                    </a:lnTo>
                    <a:lnTo>
                      <a:pt x="39922" y="10944"/>
                    </a:lnTo>
                    <a:lnTo>
                      <a:pt x="39964" y="10881"/>
                    </a:lnTo>
                    <a:lnTo>
                      <a:pt x="39985" y="10839"/>
                    </a:lnTo>
                    <a:lnTo>
                      <a:pt x="40069" y="10818"/>
                    </a:lnTo>
                    <a:lnTo>
                      <a:pt x="40069" y="10923"/>
                    </a:lnTo>
                    <a:lnTo>
                      <a:pt x="40132" y="10944"/>
                    </a:lnTo>
                    <a:lnTo>
                      <a:pt x="40236" y="10839"/>
                    </a:lnTo>
                    <a:lnTo>
                      <a:pt x="40257" y="10734"/>
                    </a:lnTo>
                    <a:lnTo>
                      <a:pt x="40236" y="10672"/>
                    </a:lnTo>
                    <a:lnTo>
                      <a:pt x="40152" y="10630"/>
                    </a:lnTo>
                    <a:lnTo>
                      <a:pt x="40090" y="10525"/>
                    </a:lnTo>
                    <a:lnTo>
                      <a:pt x="39964" y="10400"/>
                    </a:lnTo>
                    <a:lnTo>
                      <a:pt x="39922" y="10295"/>
                    </a:lnTo>
                    <a:lnTo>
                      <a:pt x="39839" y="10295"/>
                    </a:lnTo>
                    <a:lnTo>
                      <a:pt x="39755" y="10337"/>
                    </a:lnTo>
                    <a:lnTo>
                      <a:pt x="39713" y="10400"/>
                    </a:lnTo>
                    <a:lnTo>
                      <a:pt x="39629" y="10420"/>
                    </a:lnTo>
                    <a:lnTo>
                      <a:pt x="39525" y="10504"/>
                    </a:lnTo>
                    <a:lnTo>
                      <a:pt x="39420" y="10504"/>
                    </a:lnTo>
                    <a:lnTo>
                      <a:pt x="39336" y="10567"/>
                    </a:lnTo>
                    <a:lnTo>
                      <a:pt x="39316" y="10546"/>
                    </a:lnTo>
                    <a:lnTo>
                      <a:pt x="39336" y="10441"/>
                    </a:lnTo>
                    <a:lnTo>
                      <a:pt x="39420" y="10400"/>
                    </a:lnTo>
                    <a:lnTo>
                      <a:pt x="39525" y="10400"/>
                    </a:lnTo>
                    <a:lnTo>
                      <a:pt x="39650" y="10253"/>
                    </a:lnTo>
                    <a:lnTo>
                      <a:pt x="39713" y="10190"/>
                    </a:lnTo>
                    <a:lnTo>
                      <a:pt x="39713" y="10127"/>
                    </a:lnTo>
                    <a:lnTo>
                      <a:pt x="39629" y="10148"/>
                    </a:lnTo>
                    <a:lnTo>
                      <a:pt x="39462" y="10211"/>
                    </a:lnTo>
                    <a:lnTo>
                      <a:pt x="39316" y="10316"/>
                    </a:lnTo>
                    <a:lnTo>
                      <a:pt x="39253" y="10316"/>
                    </a:lnTo>
                    <a:lnTo>
                      <a:pt x="39211" y="10358"/>
                    </a:lnTo>
                    <a:lnTo>
                      <a:pt x="39169" y="10441"/>
                    </a:lnTo>
                    <a:lnTo>
                      <a:pt x="39106" y="10630"/>
                    </a:lnTo>
                    <a:lnTo>
                      <a:pt x="38918" y="10839"/>
                    </a:lnTo>
                    <a:lnTo>
                      <a:pt x="38730" y="10944"/>
                    </a:lnTo>
                    <a:lnTo>
                      <a:pt x="38730" y="10923"/>
                    </a:lnTo>
                    <a:lnTo>
                      <a:pt x="38813" y="10839"/>
                    </a:lnTo>
                    <a:lnTo>
                      <a:pt x="38939" y="10713"/>
                    </a:lnTo>
                    <a:lnTo>
                      <a:pt x="39023" y="10567"/>
                    </a:lnTo>
                    <a:lnTo>
                      <a:pt x="39064" y="10525"/>
                    </a:lnTo>
                    <a:lnTo>
                      <a:pt x="39064" y="10462"/>
                    </a:lnTo>
                    <a:lnTo>
                      <a:pt x="39023" y="10462"/>
                    </a:lnTo>
                    <a:lnTo>
                      <a:pt x="39002" y="10441"/>
                    </a:lnTo>
                    <a:lnTo>
                      <a:pt x="38939" y="10462"/>
                    </a:lnTo>
                    <a:lnTo>
                      <a:pt x="38855" y="10609"/>
                    </a:lnTo>
                    <a:lnTo>
                      <a:pt x="38730" y="10734"/>
                    </a:lnTo>
                    <a:lnTo>
                      <a:pt x="38688" y="10734"/>
                    </a:lnTo>
                    <a:lnTo>
                      <a:pt x="38709" y="10651"/>
                    </a:lnTo>
                    <a:lnTo>
                      <a:pt x="38730" y="10567"/>
                    </a:lnTo>
                    <a:lnTo>
                      <a:pt x="38834" y="10462"/>
                    </a:lnTo>
                    <a:lnTo>
                      <a:pt x="38876" y="10400"/>
                    </a:lnTo>
                    <a:lnTo>
                      <a:pt x="38918" y="10316"/>
                    </a:lnTo>
                    <a:lnTo>
                      <a:pt x="39002" y="10316"/>
                    </a:lnTo>
                    <a:lnTo>
                      <a:pt x="39044" y="10337"/>
                    </a:lnTo>
                    <a:lnTo>
                      <a:pt x="39148" y="10337"/>
                    </a:lnTo>
                    <a:lnTo>
                      <a:pt x="39190" y="10295"/>
                    </a:lnTo>
                    <a:lnTo>
                      <a:pt x="39253" y="10211"/>
                    </a:lnTo>
                    <a:lnTo>
                      <a:pt x="39357" y="10148"/>
                    </a:lnTo>
                    <a:lnTo>
                      <a:pt x="39462" y="10023"/>
                    </a:lnTo>
                    <a:lnTo>
                      <a:pt x="39525" y="9918"/>
                    </a:lnTo>
                    <a:lnTo>
                      <a:pt x="39483" y="9814"/>
                    </a:lnTo>
                    <a:lnTo>
                      <a:pt x="39525" y="9730"/>
                    </a:lnTo>
                    <a:lnTo>
                      <a:pt x="39483" y="9709"/>
                    </a:lnTo>
                    <a:lnTo>
                      <a:pt x="39336" y="9793"/>
                    </a:lnTo>
                    <a:lnTo>
                      <a:pt x="39274" y="9876"/>
                    </a:lnTo>
                    <a:lnTo>
                      <a:pt x="39274" y="9981"/>
                    </a:lnTo>
                    <a:lnTo>
                      <a:pt x="39253" y="10107"/>
                    </a:lnTo>
                    <a:lnTo>
                      <a:pt x="39211" y="10127"/>
                    </a:lnTo>
                    <a:lnTo>
                      <a:pt x="39232" y="10086"/>
                    </a:lnTo>
                    <a:lnTo>
                      <a:pt x="39232" y="10023"/>
                    </a:lnTo>
                    <a:lnTo>
                      <a:pt x="39148" y="9981"/>
                    </a:lnTo>
                    <a:lnTo>
                      <a:pt x="39044" y="9981"/>
                    </a:lnTo>
                    <a:lnTo>
                      <a:pt x="38939" y="10044"/>
                    </a:lnTo>
                    <a:lnTo>
                      <a:pt x="38855" y="10023"/>
                    </a:lnTo>
                    <a:lnTo>
                      <a:pt x="38730" y="10044"/>
                    </a:lnTo>
                    <a:lnTo>
                      <a:pt x="38625" y="10107"/>
                    </a:lnTo>
                    <a:lnTo>
                      <a:pt x="38500" y="10107"/>
                    </a:lnTo>
                    <a:lnTo>
                      <a:pt x="38583" y="10044"/>
                    </a:lnTo>
                    <a:lnTo>
                      <a:pt x="38688" y="10002"/>
                    </a:lnTo>
                    <a:lnTo>
                      <a:pt x="38772" y="9897"/>
                    </a:lnTo>
                    <a:lnTo>
                      <a:pt x="38730" y="9814"/>
                    </a:lnTo>
                    <a:lnTo>
                      <a:pt x="38688" y="9814"/>
                    </a:lnTo>
                    <a:lnTo>
                      <a:pt x="38541" y="9835"/>
                    </a:lnTo>
                    <a:lnTo>
                      <a:pt x="38604" y="9772"/>
                    </a:lnTo>
                    <a:lnTo>
                      <a:pt x="38688" y="9772"/>
                    </a:lnTo>
                    <a:lnTo>
                      <a:pt x="38772" y="9709"/>
                    </a:lnTo>
                    <a:lnTo>
                      <a:pt x="38813" y="9604"/>
                    </a:lnTo>
                    <a:lnTo>
                      <a:pt x="38897" y="9583"/>
                    </a:lnTo>
                    <a:lnTo>
                      <a:pt x="38939" y="9521"/>
                    </a:lnTo>
                    <a:lnTo>
                      <a:pt x="39002" y="9521"/>
                    </a:lnTo>
                    <a:lnTo>
                      <a:pt x="39106" y="9604"/>
                    </a:lnTo>
                    <a:lnTo>
                      <a:pt x="39169" y="9667"/>
                    </a:lnTo>
                    <a:lnTo>
                      <a:pt x="39253" y="9667"/>
                    </a:lnTo>
                    <a:lnTo>
                      <a:pt x="39357" y="9521"/>
                    </a:lnTo>
                    <a:lnTo>
                      <a:pt x="39441" y="9458"/>
                    </a:lnTo>
                    <a:lnTo>
                      <a:pt x="39441" y="9395"/>
                    </a:lnTo>
                    <a:lnTo>
                      <a:pt x="39336" y="9270"/>
                    </a:lnTo>
                    <a:lnTo>
                      <a:pt x="39316" y="9165"/>
                    </a:lnTo>
                    <a:lnTo>
                      <a:pt x="39274" y="9060"/>
                    </a:lnTo>
                    <a:lnTo>
                      <a:pt x="39169" y="8956"/>
                    </a:lnTo>
                    <a:lnTo>
                      <a:pt x="39106" y="8893"/>
                    </a:lnTo>
                    <a:lnTo>
                      <a:pt x="39023" y="8726"/>
                    </a:lnTo>
                    <a:lnTo>
                      <a:pt x="38960" y="8747"/>
                    </a:lnTo>
                    <a:lnTo>
                      <a:pt x="38960" y="8830"/>
                    </a:lnTo>
                    <a:lnTo>
                      <a:pt x="38918" y="8893"/>
                    </a:lnTo>
                    <a:lnTo>
                      <a:pt x="38855" y="8935"/>
                    </a:lnTo>
                    <a:lnTo>
                      <a:pt x="38834" y="8977"/>
                    </a:lnTo>
                    <a:lnTo>
                      <a:pt x="38834" y="9060"/>
                    </a:lnTo>
                    <a:lnTo>
                      <a:pt x="38751" y="9102"/>
                    </a:lnTo>
                    <a:lnTo>
                      <a:pt x="38709" y="9186"/>
                    </a:lnTo>
                    <a:lnTo>
                      <a:pt x="38709" y="9291"/>
                    </a:lnTo>
                    <a:lnTo>
                      <a:pt x="38583" y="9353"/>
                    </a:lnTo>
                    <a:lnTo>
                      <a:pt x="38500" y="9458"/>
                    </a:lnTo>
                    <a:lnTo>
                      <a:pt x="38479" y="9542"/>
                    </a:lnTo>
                    <a:lnTo>
                      <a:pt x="38416" y="9604"/>
                    </a:lnTo>
                    <a:lnTo>
                      <a:pt x="38374" y="9583"/>
                    </a:lnTo>
                    <a:lnTo>
                      <a:pt x="38395" y="9458"/>
                    </a:lnTo>
                    <a:lnTo>
                      <a:pt x="38500" y="9291"/>
                    </a:lnTo>
                    <a:lnTo>
                      <a:pt x="38583" y="9270"/>
                    </a:lnTo>
                    <a:lnTo>
                      <a:pt x="38583" y="9228"/>
                    </a:lnTo>
                    <a:lnTo>
                      <a:pt x="38541" y="9186"/>
                    </a:lnTo>
                    <a:lnTo>
                      <a:pt x="38500" y="9123"/>
                    </a:lnTo>
                    <a:lnTo>
                      <a:pt x="38186" y="9332"/>
                    </a:lnTo>
                    <a:lnTo>
                      <a:pt x="38060" y="9500"/>
                    </a:lnTo>
                    <a:lnTo>
                      <a:pt x="37997" y="9583"/>
                    </a:lnTo>
                    <a:lnTo>
                      <a:pt x="37893" y="9604"/>
                    </a:lnTo>
                    <a:lnTo>
                      <a:pt x="37893" y="9583"/>
                    </a:lnTo>
                    <a:lnTo>
                      <a:pt x="37956" y="9542"/>
                    </a:lnTo>
                    <a:lnTo>
                      <a:pt x="38039" y="9374"/>
                    </a:lnTo>
                    <a:lnTo>
                      <a:pt x="38060" y="9291"/>
                    </a:lnTo>
                    <a:lnTo>
                      <a:pt x="38186" y="9165"/>
                    </a:lnTo>
                    <a:lnTo>
                      <a:pt x="38248" y="9081"/>
                    </a:lnTo>
                    <a:lnTo>
                      <a:pt x="38207" y="9019"/>
                    </a:lnTo>
                    <a:lnTo>
                      <a:pt x="38207" y="8935"/>
                    </a:lnTo>
                    <a:lnTo>
                      <a:pt x="38081" y="9019"/>
                    </a:lnTo>
                    <a:lnTo>
                      <a:pt x="37935" y="9144"/>
                    </a:lnTo>
                    <a:lnTo>
                      <a:pt x="37893" y="9249"/>
                    </a:lnTo>
                    <a:lnTo>
                      <a:pt x="37809" y="9353"/>
                    </a:lnTo>
                    <a:lnTo>
                      <a:pt x="37788" y="9332"/>
                    </a:lnTo>
                    <a:lnTo>
                      <a:pt x="37809" y="9228"/>
                    </a:lnTo>
                    <a:lnTo>
                      <a:pt x="37872" y="9123"/>
                    </a:lnTo>
                    <a:lnTo>
                      <a:pt x="37809" y="9081"/>
                    </a:lnTo>
                    <a:lnTo>
                      <a:pt x="37809" y="9039"/>
                    </a:lnTo>
                    <a:lnTo>
                      <a:pt x="37893" y="9019"/>
                    </a:lnTo>
                    <a:lnTo>
                      <a:pt x="38081" y="8872"/>
                    </a:lnTo>
                    <a:lnTo>
                      <a:pt x="38269" y="8726"/>
                    </a:lnTo>
                    <a:lnTo>
                      <a:pt x="38269" y="8642"/>
                    </a:lnTo>
                    <a:lnTo>
                      <a:pt x="38186" y="8642"/>
                    </a:lnTo>
                    <a:lnTo>
                      <a:pt x="38060" y="8726"/>
                    </a:lnTo>
                    <a:lnTo>
                      <a:pt x="38018" y="8809"/>
                    </a:lnTo>
                    <a:lnTo>
                      <a:pt x="37914" y="8851"/>
                    </a:lnTo>
                    <a:lnTo>
                      <a:pt x="37914" y="8809"/>
                    </a:lnTo>
                    <a:lnTo>
                      <a:pt x="37893" y="8747"/>
                    </a:lnTo>
                    <a:lnTo>
                      <a:pt x="37704" y="8872"/>
                    </a:lnTo>
                    <a:lnTo>
                      <a:pt x="37642" y="8977"/>
                    </a:lnTo>
                    <a:lnTo>
                      <a:pt x="37558" y="9165"/>
                    </a:lnTo>
                    <a:lnTo>
                      <a:pt x="37432" y="9249"/>
                    </a:lnTo>
                    <a:lnTo>
                      <a:pt x="37349" y="9249"/>
                    </a:lnTo>
                    <a:lnTo>
                      <a:pt x="37432" y="9165"/>
                    </a:lnTo>
                    <a:lnTo>
                      <a:pt x="37558" y="9060"/>
                    </a:lnTo>
                    <a:lnTo>
                      <a:pt x="37600" y="8956"/>
                    </a:lnTo>
                    <a:lnTo>
                      <a:pt x="37579" y="8935"/>
                    </a:lnTo>
                    <a:lnTo>
                      <a:pt x="37495" y="8935"/>
                    </a:lnTo>
                    <a:lnTo>
                      <a:pt x="37600" y="8851"/>
                    </a:lnTo>
                    <a:lnTo>
                      <a:pt x="37746" y="8830"/>
                    </a:lnTo>
                    <a:lnTo>
                      <a:pt x="37788" y="8767"/>
                    </a:lnTo>
                    <a:lnTo>
                      <a:pt x="37767" y="8726"/>
                    </a:lnTo>
                    <a:lnTo>
                      <a:pt x="37683" y="8747"/>
                    </a:lnTo>
                    <a:lnTo>
                      <a:pt x="37558" y="8767"/>
                    </a:lnTo>
                    <a:lnTo>
                      <a:pt x="37474" y="8851"/>
                    </a:lnTo>
                    <a:lnTo>
                      <a:pt x="37391" y="8830"/>
                    </a:lnTo>
                    <a:lnTo>
                      <a:pt x="37600" y="8726"/>
                    </a:lnTo>
                    <a:lnTo>
                      <a:pt x="37579" y="8663"/>
                    </a:lnTo>
                    <a:lnTo>
                      <a:pt x="37474" y="8663"/>
                    </a:lnTo>
                    <a:lnTo>
                      <a:pt x="37537" y="8600"/>
                    </a:lnTo>
                    <a:lnTo>
                      <a:pt x="37642" y="8600"/>
                    </a:lnTo>
                    <a:lnTo>
                      <a:pt x="37683" y="8642"/>
                    </a:lnTo>
                    <a:lnTo>
                      <a:pt x="37809" y="8642"/>
                    </a:lnTo>
                    <a:lnTo>
                      <a:pt x="37872" y="8537"/>
                    </a:lnTo>
                    <a:lnTo>
                      <a:pt x="37997" y="8495"/>
                    </a:lnTo>
                    <a:lnTo>
                      <a:pt x="37997" y="8412"/>
                    </a:lnTo>
                    <a:lnTo>
                      <a:pt x="38060" y="8328"/>
                    </a:lnTo>
                    <a:lnTo>
                      <a:pt x="38060" y="8286"/>
                    </a:lnTo>
                    <a:lnTo>
                      <a:pt x="37976" y="8286"/>
                    </a:lnTo>
                    <a:lnTo>
                      <a:pt x="37914" y="8223"/>
                    </a:lnTo>
                    <a:lnTo>
                      <a:pt x="37809" y="8203"/>
                    </a:lnTo>
                    <a:lnTo>
                      <a:pt x="37683" y="8307"/>
                    </a:lnTo>
                    <a:lnTo>
                      <a:pt x="37537" y="8349"/>
                    </a:lnTo>
                    <a:lnTo>
                      <a:pt x="37453" y="8495"/>
                    </a:lnTo>
                    <a:lnTo>
                      <a:pt x="37244" y="8705"/>
                    </a:lnTo>
                    <a:lnTo>
                      <a:pt x="37181" y="8705"/>
                    </a:lnTo>
                    <a:lnTo>
                      <a:pt x="37223" y="8621"/>
                    </a:lnTo>
                    <a:lnTo>
                      <a:pt x="37265" y="8621"/>
                    </a:lnTo>
                    <a:lnTo>
                      <a:pt x="37370" y="8537"/>
                    </a:lnTo>
                    <a:lnTo>
                      <a:pt x="37495" y="8349"/>
                    </a:lnTo>
                    <a:lnTo>
                      <a:pt x="37642" y="8286"/>
                    </a:lnTo>
                    <a:lnTo>
                      <a:pt x="37704" y="8203"/>
                    </a:lnTo>
                    <a:lnTo>
                      <a:pt x="37683" y="8140"/>
                    </a:lnTo>
                    <a:lnTo>
                      <a:pt x="37495" y="8140"/>
                    </a:lnTo>
                    <a:lnTo>
                      <a:pt x="37328" y="8286"/>
                    </a:lnTo>
                    <a:lnTo>
                      <a:pt x="37495" y="8119"/>
                    </a:lnTo>
                    <a:lnTo>
                      <a:pt x="37663" y="8077"/>
                    </a:lnTo>
                    <a:lnTo>
                      <a:pt x="37767" y="8098"/>
                    </a:lnTo>
                    <a:lnTo>
                      <a:pt x="37851" y="8119"/>
                    </a:lnTo>
                    <a:lnTo>
                      <a:pt x="37956" y="8014"/>
                    </a:lnTo>
                    <a:lnTo>
                      <a:pt x="37956" y="7931"/>
                    </a:lnTo>
                    <a:lnTo>
                      <a:pt x="37914" y="7889"/>
                    </a:lnTo>
                    <a:lnTo>
                      <a:pt x="37914" y="7805"/>
                    </a:lnTo>
                    <a:lnTo>
                      <a:pt x="37914" y="7721"/>
                    </a:lnTo>
                    <a:lnTo>
                      <a:pt x="37788" y="7679"/>
                    </a:lnTo>
                    <a:lnTo>
                      <a:pt x="37746" y="7596"/>
                    </a:lnTo>
                    <a:lnTo>
                      <a:pt x="37642" y="7575"/>
                    </a:lnTo>
                    <a:lnTo>
                      <a:pt x="37600" y="7617"/>
                    </a:lnTo>
                    <a:lnTo>
                      <a:pt x="37558" y="7617"/>
                    </a:lnTo>
                    <a:lnTo>
                      <a:pt x="37558" y="7533"/>
                    </a:lnTo>
                    <a:lnTo>
                      <a:pt x="37474" y="7512"/>
                    </a:lnTo>
                    <a:lnTo>
                      <a:pt x="37391" y="7428"/>
                    </a:lnTo>
                    <a:lnTo>
                      <a:pt x="37391" y="7366"/>
                    </a:lnTo>
                    <a:lnTo>
                      <a:pt x="37244" y="7282"/>
                    </a:lnTo>
                    <a:lnTo>
                      <a:pt x="37181" y="7282"/>
                    </a:lnTo>
                    <a:lnTo>
                      <a:pt x="37139" y="7219"/>
                    </a:lnTo>
                    <a:lnTo>
                      <a:pt x="37014" y="7219"/>
                    </a:lnTo>
                    <a:lnTo>
                      <a:pt x="36826" y="7261"/>
                    </a:lnTo>
                    <a:lnTo>
                      <a:pt x="36721" y="7366"/>
                    </a:lnTo>
                    <a:lnTo>
                      <a:pt x="36595" y="7366"/>
                    </a:lnTo>
                    <a:lnTo>
                      <a:pt x="36491" y="7533"/>
                    </a:lnTo>
                    <a:lnTo>
                      <a:pt x="36512" y="7596"/>
                    </a:lnTo>
                    <a:lnTo>
                      <a:pt x="36595" y="7617"/>
                    </a:lnTo>
                    <a:lnTo>
                      <a:pt x="36805" y="7805"/>
                    </a:lnTo>
                    <a:lnTo>
                      <a:pt x="36826" y="7847"/>
                    </a:lnTo>
                    <a:lnTo>
                      <a:pt x="36909" y="7889"/>
                    </a:lnTo>
                    <a:lnTo>
                      <a:pt x="36951" y="7993"/>
                    </a:lnTo>
                    <a:lnTo>
                      <a:pt x="36909" y="7993"/>
                    </a:lnTo>
                    <a:lnTo>
                      <a:pt x="36826" y="7931"/>
                    </a:lnTo>
                    <a:lnTo>
                      <a:pt x="36700" y="7931"/>
                    </a:lnTo>
                    <a:lnTo>
                      <a:pt x="36700" y="7847"/>
                    </a:lnTo>
                    <a:lnTo>
                      <a:pt x="36512" y="7679"/>
                    </a:lnTo>
                    <a:lnTo>
                      <a:pt x="36428" y="7700"/>
                    </a:lnTo>
                    <a:lnTo>
                      <a:pt x="36386" y="7721"/>
                    </a:lnTo>
                    <a:lnTo>
                      <a:pt x="36386" y="7721"/>
                    </a:lnTo>
                    <a:lnTo>
                      <a:pt x="36407" y="7638"/>
                    </a:lnTo>
                    <a:lnTo>
                      <a:pt x="36428" y="7533"/>
                    </a:lnTo>
                    <a:lnTo>
                      <a:pt x="36303" y="7491"/>
                    </a:lnTo>
                    <a:lnTo>
                      <a:pt x="36240" y="7512"/>
                    </a:lnTo>
                    <a:lnTo>
                      <a:pt x="36240" y="7721"/>
                    </a:lnTo>
                    <a:lnTo>
                      <a:pt x="36303" y="7826"/>
                    </a:lnTo>
                    <a:lnTo>
                      <a:pt x="36323" y="7951"/>
                    </a:lnTo>
                    <a:lnTo>
                      <a:pt x="36303" y="8035"/>
                    </a:lnTo>
                    <a:lnTo>
                      <a:pt x="36303" y="7931"/>
                    </a:lnTo>
                    <a:lnTo>
                      <a:pt x="36219" y="7784"/>
                    </a:lnTo>
                    <a:lnTo>
                      <a:pt x="36135" y="7889"/>
                    </a:lnTo>
                    <a:lnTo>
                      <a:pt x="36093" y="7993"/>
                    </a:lnTo>
                    <a:lnTo>
                      <a:pt x="36135" y="8056"/>
                    </a:lnTo>
                    <a:lnTo>
                      <a:pt x="36072" y="8119"/>
                    </a:lnTo>
                    <a:lnTo>
                      <a:pt x="35968" y="8056"/>
                    </a:lnTo>
                    <a:lnTo>
                      <a:pt x="35863" y="8035"/>
                    </a:lnTo>
                    <a:lnTo>
                      <a:pt x="35905" y="7951"/>
                    </a:lnTo>
                    <a:lnTo>
                      <a:pt x="36010" y="7889"/>
                    </a:lnTo>
                    <a:lnTo>
                      <a:pt x="36135" y="7700"/>
                    </a:lnTo>
                    <a:lnTo>
                      <a:pt x="36177" y="7596"/>
                    </a:lnTo>
                    <a:lnTo>
                      <a:pt x="36093" y="7512"/>
                    </a:lnTo>
                    <a:lnTo>
                      <a:pt x="36072" y="7407"/>
                    </a:lnTo>
                    <a:lnTo>
                      <a:pt x="35926" y="7533"/>
                    </a:lnTo>
                    <a:lnTo>
                      <a:pt x="35884" y="7596"/>
                    </a:lnTo>
                    <a:lnTo>
                      <a:pt x="35863" y="7533"/>
                    </a:lnTo>
                    <a:lnTo>
                      <a:pt x="35884" y="7407"/>
                    </a:lnTo>
                    <a:lnTo>
                      <a:pt x="35779" y="7387"/>
                    </a:lnTo>
                    <a:lnTo>
                      <a:pt x="35717" y="7407"/>
                    </a:lnTo>
                    <a:lnTo>
                      <a:pt x="35696" y="7491"/>
                    </a:lnTo>
                    <a:lnTo>
                      <a:pt x="35717" y="7617"/>
                    </a:lnTo>
                    <a:lnTo>
                      <a:pt x="35717" y="7742"/>
                    </a:lnTo>
                    <a:lnTo>
                      <a:pt x="35675" y="7700"/>
                    </a:lnTo>
                    <a:lnTo>
                      <a:pt x="35675" y="7533"/>
                    </a:lnTo>
                    <a:lnTo>
                      <a:pt x="35654" y="7512"/>
                    </a:lnTo>
                    <a:lnTo>
                      <a:pt x="35591" y="7617"/>
                    </a:lnTo>
                    <a:lnTo>
                      <a:pt x="35487" y="7638"/>
                    </a:lnTo>
                    <a:lnTo>
                      <a:pt x="35487" y="7721"/>
                    </a:lnTo>
                    <a:lnTo>
                      <a:pt x="35403" y="7826"/>
                    </a:lnTo>
                    <a:lnTo>
                      <a:pt x="35340" y="7847"/>
                    </a:lnTo>
                    <a:lnTo>
                      <a:pt x="35277" y="7931"/>
                    </a:lnTo>
                    <a:lnTo>
                      <a:pt x="35173" y="7931"/>
                    </a:lnTo>
                    <a:lnTo>
                      <a:pt x="35256" y="7847"/>
                    </a:lnTo>
                    <a:lnTo>
                      <a:pt x="35256" y="7784"/>
                    </a:lnTo>
                    <a:lnTo>
                      <a:pt x="35194" y="7721"/>
                    </a:lnTo>
                    <a:lnTo>
                      <a:pt x="35152" y="7721"/>
                    </a:lnTo>
                    <a:lnTo>
                      <a:pt x="35152" y="7679"/>
                    </a:lnTo>
                    <a:lnTo>
                      <a:pt x="35235" y="7679"/>
                    </a:lnTo>
                    <a:lnTo>
                      <a:pt x="35277" y="7700"/>
                    </a:lnTo>
                    <a:lnTo>
                      <a:pt x="35298" y="7638"/>
                    </a:lnTo>
                    <a:lnTo>
                      <a:pt x="35298" y="7596"/>
                    </a:lnTo>
                    <a:lnTo>
                      <a:pt x="35298" y="7554"/>
                    </a:lnTo>
                    <a:lnTo>
                      <a:pt x="35403" y="7491"/>
                    </a:lnTo>
                    <a:lnTo>
                      <a:pt x="35570" y="7345"/>
                    </a:lnTo>
                    <a:lnTo>
                      <a:pt x="35591" y="7261"/>
                    </a:lnTo>
                    <a:lnTo>
                      <a:pt x="35675" y="7177"/>
                    </a:lnTo>
                    <a:lnTo>
                      <a:pt x="35570" y="7177"/>
                    </a:lnTo>
                    <a:lnTo>
                      <a:pt x="35403" y="7282"/>
                    </a:lnTo>
                    <a:lnTo>
                      <a:pt x="35277" y="7407"/>
                    </a:lnTo>
                    <a:lnTo>
                      <a:pt x="35194" y="7407"/>
                    </a:lnTo>
                    <a:lnTo>
                      <a:pt x="35277" y="7324"/>
                    </a:lnTo>
                    <a:lnTo>
                      <a:pt x="35361" y="7219"/>
                    </a:lnTo>
                    <a:lnTo>
                      <a:pt x="35445" y="7156"/>
                    </a:lnTo>
                    <a:lnTo>
                      <a:pt x="35549" y="7114"/>
                    </a:lnTo>
                    <a:lnTo>
                      <a:pt x="35612" y="7052"/>
                    </a:lnTo>
                    <a:lnTo>
                      <a:pt x="35696" y="7052"/>
                    </a:lnTo>
                    <a:lnTo>
                      <a:pt x="35779" y="6905"/>
                    </a:lnTo>
                    <a:lnTo>
                      <a:pt x="35779" y="6863"/>
                    </a:lnTo>
                    <a:lnTo>
                      <a:pt x="35696" y="6780"/>
                    </a:lnTo>
                    <a:lnTo>
                      <a:pt x="35696" y="6675"/>
                    </a:lnTo>
                    <a:lnTo>
                      <a:pt x="35717" y="6591"/>
                    </a:lnTo>
                    <a:lnTo>
                      <a:pt x="35884" y="6424"/>
                    </a:lnTo>
                    <a:lnTo>
                      <a:pt x="35905" y="6361"/>
                    </a:lnTo>
                    <a:lnTo>
                      <a:pt x="35863" y="6257"/>
                    </a:lnTo>
                    <a:lnTo>
                      <a:pt x="35842" y="6194"/>
                    </a:lnTo>
                    <a:lnTo>
                      <a:pt x="35800" y="6131"/>
                    </a:lnTo>
                    <a:lnTo>
                      <a:pt x="35884" y="6006"/>
                    </a:lnTo>
                    <a:lnTo>
                      <a:pt x="35968" y="5922"/>
                    </a:lnTo>
                    <a:lnTo>
                      <a:pt x="35989" y="5838"/>
                    </a:lnTo>
                    <a:lnTo>
                      <a:pt x="36010" y="5587"/>
                    </a:lnTo>
                    <a:lnTo>
                      <a:pt x="36051" y="5524"/>
                    </a:lnTo>
                    <a:lnTo>
                      <a:pt x="36010" y="5462"/>
                    </a:lnTo>
                    <a:lnTo>
                      <a:pt x="35842" y="5399"/>
                    </a:lnTo>
                    <a:lnTo>
                      <a:pt x="35654" y="5399"/>
                    </a:lnTo>
                    <a:lnTo>
                      <a:pt x="35487" y="5357"/>
                    </a:lnTo>
                    <a:lnTo>
                      <a:pt x="35361" y="5420"/>
                    </a:lnTo>
                    <a:lnTo>
                      <a:pt x="35235" y="5420"/>
                    </a:lnTo>
                    <a:lnTo>
                      <a:pt x="35068" y="5503"/>
                    </a:lnTo>
                    <a:lnTo>
                      <a:pt x="34796" y="5587"/>
                    </a:lnTo>
                    <a:lnTo>
                      <a:pt x="34754" y="5671"/>
                    </a:lnTo>
                    <a:lnTo>
                      <a:pt x="34859" y="5796"/>
                    </a:lnTo>
                    <a:lnTo>
                      <a:pt x="34859" y="5880"/>
                    </a:lnTo>
                    <a:lnTo>
                      <a:pt x="34817" y="5922"/>
                    </a:lnTo>
                    <a:lnTo>
                      <a:pt x="34754" y="5775"/>
                    </a:lnTo>
                    <a:lnTo>
                      <a:pt x="34712" y="5713"/>
                    </a:lnTo>
                    <a:lnTo>
                      <a:pt x="34650" y="5587"/>
                    </a:lnTo>
                    <a:lnTo>
                      <a:pt x="34524" y="5587"/>
                    </a:lnTo>
                    <a:lnTo>
                      <a:pt x="34440" y="5671"/>
                    </a:lnTo>
                    <a:lnTo>
                      <a:pt x="34440" y="5734"/>
                    </a:lnTo>
                    <a:lnTo>
                      <a:pt x="34398" y="5796"/>
                    </a:lnTo>
                    <a:lnTo>
                      <a:pt x="34378" y="5713"/>
                    </a:lnTo>
                    <a:lnTo>
                      <a:pt x="34398" y="5608"/>
                    </a:lnTo>
                    <a:lnTo>
                      <a:pt x="34336" y="5587"/>
                    </a:lnTo>
                    <a:lnTo>
                      <a:pt x="34189" y="5608"/>
                    </a:lnTo>
                    <a:lnTo>
                      <a:pt x="34126" y="5713"/>
                    </a:lnTo>
                    <a:lnTo>
                      <a:pt x="34126" y="5796"/>
                    </a:lnTo>
                    <a:lnTo>
                      <a:pt x="34273" y="5901"/>
                    </a:lnTo>
                    <a:lnTo>
                      <a:pt x="34378" y="6047"/>
                    </a:lnTo>
                    <a:lnTo>
                      <a:pt x="34503" y="6131"/>
                    </a:lnTo>
                    <a:lnTo>
                      <a:pt x="34440" y="6131"/>
                    </a:lnTo>
                    <a:lnTo>
                      <a:pt x="34294" y="6047"/>
                    </a:lnTo>
                    <a:lnTo>
                      <a:pt x="34106" y="5880"/>
                    </a:lnTo>
                    <a:lnTo>
                      <a:pt x="34064" y="5880"/>
                    </a:lnTo>
                    <a:lnTo>
                      <a:pt x="34022" y="5922"/>
                    </a:lnTo>
                    <a:lnTo>
                      <a:pt x="33854" y="5922"/>
                    </a:lnTo>
                    <a:lnTo>
                      <a:pt x="33813" y="5943"/>
                    </a:lnTo>
                    <a:lnTo>
                      <a:pt x="33875" y="6006"/>
                    </a:lnTo>
                    <a:lnTo>
                      <a:pt x="34001" y="6006"/>
                    </a:lnTo>
                    <a:lnTo>
                      <a:pt x="34022" y="6047"/>
                    </a:lnTo>
                    <a:lnTo>
                      <a:pt x="34064" y="6152"/>
                    </a:lnTo>
                    <a:lnTo>
                      <a:pt x="34210" y="6257"/>
                    </a:lnTo>
                    <a:lnTo>
                      <a:pt x="34231" y="6340"/>
                    </a:lnTo>
                    <a:lnTo>
                      <a:pt x="34315" y="6424"/>
                    </a:lnTo>
                    <a:lnTo>
                      <a:pt x="34210" y="6424"/>
                    </a:lnTo>
                    <a:lnTo>
                      <a:pt x="34126" y="6319"/>
                    </a:lnTo>
                    <a:lnTo>
                      <a:pt x="33980" y="6236"/>
                    </a:lnTo>
                    <a:lnTo>
                      <a:pt x="33980" y="6152"/>
                    </a:lnTo>
                    <a:lnTo>
                      <a:pt x="33875" y="6047"/>
                    </a:lnTo>
                    <a:lnTo>
                      <a:pt x="33750" y="6047"/>
                    </a:lnTo>
                    <a:lnTo>
                      <a:pt x="33666" y="6131"/>
                    </a:lnTo>
                    <a:lnTo>
                      <a:pt x="33666" y="6215"/>
                    </a:lnTo>
                    <a:lnTo>
                      <a:pt x="33582" y="6361"/>
                    </a:lnTo>
                    <a:lnTo>
                      <a:pt x="33541" y="6529"/>
                    </a:lnTo>
                    <a:lnTo>
                      <a:pt x="33603" y="6633"/>
                    </a:lnTo>
                    <a:lnTo>
                      <a:pt x="33478" y="6675"/>
                    </a:lnTo>
                    <a:lnTo>
                      <a:pt x="33478" y="6759"/>
                    </a:lnTo>
                    <a:lnTo>
                      <a:pt x="33541" y="6822"/>
                    </a:lnTo>
                    <a:lnTo>
                      <a:pt x="33562" y="6926"/>
                    </a:lnTo>
                    <a:lnTo>
                      <a:pt x="33645" y="6926"/>
                    </a:lnTo>
                    <a:lnTo>
                      <a:pt x="33813" y="6780"/>
                    </a:lnTo>
                    <a:lnTo>
                      <a:pt x="33896" y="6780"/>
                    </a:lnTo>
                    <a:lnTo>
                      <a:pt x="33917" y="6842"/>
                    </a:lnTo>
                    <a:lnTo>
                      <a:pt x="33813" y="6863"/>
                    </a:lnTo>
                    <a:lnTo>
                      <a:pt x="33771" y="6884"/>
                    </a:lnTo>
                    <a:lnTo>
                      <a:pt x="33771" y="6947"/>
                    </a:lnTo>
                    <a:lnTo>
                      <a:pt x="33687" y="6947"/>
                    </a:lnTo>
                    <a:lnTo>
                      <a:pt x="33603" y="7052"/>
                    </a:lnTo>
                    <a:lnTo>
                      <a:pt x="33603" y="7156"/>
                    </a:lnTo>
                    <a:lnTo>
                      <a:pt x="33541" y="7240"/>
                    </a:lnTo>
                    <a:lnTo>
                      <a:pt x="33478" y="7177"/>
                    </a:lnTo>
                    <a:lnTo>
                      <a:pt x="33499" y="7094"/>
                    </a:lnTo>
                    <a:lnTo>
                      <a:pt x="33436" y="6947"/>
                    </a:lnTo>
                    <a:lnTo>
                      <a:pt x="33352" y="6926"/>
                    </a:lnTo>
                    <a:lnTo>
                      <a:pt x="33290" y="7031"/>
                    </a:lnTo>
                    <a:lnTo>
                      <a:pt x="33331" y="7094"/>
                    </a:lnTo>
                    <a:lnTo>
                      <a:pt x="33269" y="7177"/>
                    </a:lnTo>
                    <a:lnTo>
                      <a:pt x="33164" y="7198"/>
                    </a:lnTo>
                    <a:lnTo>
                      <a:pt x="33122" y="7261"/>
                    </a:lnTo>
                    <a:lnTo>
                      <a:pt x="33080" y="7177"/>
                    </a:lnTo>
                    <a:lnTo>
                      <a:pt x="33038" y="7198"/>
                    </a:lnTo>
                    <a:lnTo>
                      <a:pt x="33059" y="7303"/>
                    </a:lnTo>
                    <a:lnTo>
                      <a:pt x="33122" y="7407"/>
                    </a:lnTo>
                    <a:lnTo>
                      <a:pt x="33122" y="7554"/>
                    </a:lnTo>
                    <a:lnTo>
                      <a:pt x="33143" y="7575"/>
                    </a:lnTo>
                    <a:lnTo>
                      <a:pt x="33143" y="7700"/>
                    </a:lnTo>
                    <a:lnTo>
                      <a:pt x="33227" y="7721"/>
                    </a:lnTo>
                    <a:lnTo>
                      <a:pt x="33290" y="7784"/>
                    </a:lnTo>
                    <a:lnTo>
                      <a:pt x="33269" y="7868"/>
                    </a:lnTo>
                    <a:lnTo>
                      <a:pt x="33290" y="7931"/>
                    </a:lnTo>
                    <a:lnTo>
                      <a:pt x="33290" y="8035"/>
                    </a:lnTo>
                    <a:lnTo>
                      <a:pt x="33185" y="8119"/>
                    </a:lnTo>
                    <a:lnTo>
                      <a:pt x="33143" y="8203"/>
                    </a:lnTo>
                    <a:lnTo>
                      <a:pt x="33122" y="8412"/>
                    </a:lnTo>
                    <a:lnTo>
                      <a:pt x="33059" y="8454"/>
                    </a:lnTo>
                    <a:lnTo>
                      <a:pt x="32934" y="8663"/>
                    </a:lnTo>
                    <a:lnTo>
                      <a:pt x="32934" y="8747"/>
                    </a:lnTo>
                    <a:lnTo>
                      <a:pt x="32808" y="8872"/>
                    </a:lnTo>
                    <a:lnTo>
                      <a:pt x="32829" y="8830"/>
                    </a:lnTo>
                    <a:lnTo>
                      <a:pt x="32829" y="8726"/>
                    </a:lnTo>
                    <a:lnTo>
                      <a:pt x="32871" y="8558"/>
                    </a:lnTo>
                    <a:lnTo>
                      <a:pt x="32955" y="8495"/>
                    </a:lnTo>
                    <a:lnTo>
                      <a:pt x="32934" y="8433"/>
                    </a:lnTo>
                    <a:lnTo>
                      <a:pt x="32913" y="8454"/>
                    </a:lnTo>
                    <a:lnTo>
                      <a:pt x="32829" y="8454"/>
                    </a:lnTo>
                    <a:lnTo>
                      <a:pt x="32746" y="8391"/>
                    </a:lnTo>
                    <a:lnTo>
                      <a:pt x="32704" y="8349"/>
                    </a:lnTo>
                    <a:lnTo>
                      <a:pt x="32746" y="8328"/>
                    </a:lnTo>
                    <a:lnTo>
                      <a:pt x="32829" y="8307"/>
                    </a:lnTo>
                    <a:lnTo>
                      <a:pt x="32913" y="8307"/>
                    </a:lnTo>
                    <a:lnTo>
                      <a:pt x="32913" y="8244"/>
                    </a:lnTo>
                    <a:lnTo>
                      <a:pt x="32955" y="8244"/>
                    </a:lnTo>
                    <a:lnTo>
                      <a:pt x="32976" y="8349"/>
                    </a:lnTo>
                    <a:lnTo>
                      <a:pt x="33038" y="8244"/>
                    </a:lnTo>
                    <a:lnTo>
                      <a:pt x="33038" y="8140"/>
                    </a:lnTo>
                    <a:lnTo>
                      <a:pt x="32934" y="8098"/>
                    </a:lnTo>
                    <a:lnTo>
                      <a:pt x="32913" y="8035"/>
                    </a:lnTo>
                    <a:lnTo>
                      <a:pt x="32808" y="7910"/>
                    </a:lnTo>
                    <a:lnTo>
                      <a:pt x="32808" y="7763"/>
                    </a:lnTo>
                    <a:lnTo>
                      <a:pt x="32746" y="7679"/>
                    </a:lnTo>
                    <a:lnTo>
                      <a:pt x="32725" y="7512"/>
                    </a:lnTo>
                    <a:lnTo>
                      <a:pt x="32704" y="7491"/>
                    </a:lnTo>
                    <a:lnTo>
                      <a:pt x="32704" y="7407"/>
                    </a:lnTo>
                    <a:lnTo>
                      <a:pt x="32746" y="7366"/>
                    </a:lnTo>
                    <a:lnTo>
                      <a:pt x="32829" y="7198"/>
                    </a:lnTo>
                    <a:lnTo>
                      <a:pt x="32829" y="7094"/>
                    </a:lnTo>
                    <a:lnTo>
                      <a:pt x="32934" y="6989"/>
                    </a:lnTo>
                    <a:lnTo>
                      <a:pt x="33018" y="6884"/>
                    </a:lnTo>
                    <a:lnTo>
                      <a:pt x="33122" y="6842"/>
                    </a:lnTo>
                    <a:lnTo>
                      <a:pt x="33122" y="6738"/>
                    </a:lnTo>
                    <a:lnTo>
                      <a:pt x="33059" y="6654"/>
                    </a:lnTo>
                    <a:lnTo>
                      <a:pt x="33018" y="6550"/>
                    </a:lnTo>
                    <a:lnTo>
                      <a:pt x="33038" y="6424"/>
                    </a:lnTo>
                    <a:lnTo>
                      <a:pt x="33143" y="6215"/>
                    </a:lnTo>
                    <a:lnTo>
                      <a:pt x="33227" y="6173"/>
                    </a:lnTo>
                    <a:lnTo>
                      <a:pt x="33394" y="6068"/>
                    </a:lnTo>
                    <a:lnTo>
                      <a:pt x="33603" y="5817"/>
                    </a:lnTo>
                    <a:lnTo>
                      <a:pt x="33813" y="5608"/>
                    </a:lnTo>
                    <a:lnTo>
                      <a:pt x="33959" y="5587"/>
                    </a:lnTo>
                    <a:lnTo>
                      <a:pt x="34064" y="5441"/>
                    </a:lnTo>
                    <a:lnTo>
                      <a:pt x="34106" y="5378"/>
                    </a:lnTo>
                    <a:lnTo>
                      <a:pt x="34210" y="5378"/>
                    </a:lnTo>
                    <a:lnTo>
                      <a:pt x="34398" y="5294"/>
                    </a:lnTo>
                    <a:lnTo>
                      <a:pt x="34545" y="5231"/>
                    </a:lnTo>
                    <a:lnTo>
                      <a:pt x="34587" y="5169"/>
                    </a:lnTo>
                    <a:lnTo>
                      <a:pt x="34545" y="5085"/>
                    </a:lnTo>
                    <a:lnTo>
                      <a:pt x="34315" y="4980"/>
                    </a:lnTo>
                    <a:lnTo>
                      <a:pt x="34189" y="4897"/>
                    </a:lnTo>
                    <a:lnTo>
                      <a:pt x="34001" y="4897"/>
                    </a:lnTo>
                    <a:lnTo>
                      <a:pt x="33959" y="4876"/>
                    </a:lnTo>
                    <a:lnTo>
                      <a:pt x="33875" y="4897"/>
                    </a:lnTo>
                    <a:lnTo>
                      <a:pt x="33708" y="4876"/>
                    </a:lnTo>
                    <a:lnTo>
                      <a:pt x="33645" y="4897"/>
                    </a:lnTo>
                    <a:lnTo>
                      <a:pt x="33436" y="4897"/>
                    </a:lnTo>
                    <a:lnTo>
                      <a:pt x="33122" y="5001"/>
                    </a:lnTo>
                    <a:lnTo>
                      <a:pt x="32934" y="5190"/>
                    </a:lnTo>
                    <a:lnTo>
                      <a:pt x="32725" y="5273"/>
                    </a:lnTo>
                    <a:lnTo>
                      <a:pt x="32704" y="5378"/>
                    </a:lnTo>
                    <a:lnTo>
                      <a:pt x="32725" y="5482"/>
                    </a:lnTo>
                    <a:lnTo>
                      <a:pt x="32641" y="5441"/>
                    </a:lnTo>
                    <a:lnTo>
                      <a:pt x="32557" y="5441"/>
                    </a:lnTo>
                    <a:lnTo>
                      <a:pt x="32494" y="5545"/>
                    </a:lnTo>
                    <a:lnTo>
                      <a:pt x="32348" y="5545"/>
                    </a:lnTo>
                    <a:lnTo>
                      <a:pt x="32243" y="5692"/>
                    </a:lnTo>
                    <a:lnTo>
                      <a:pt x="32243" y="5796"/>
                    </a:lnTo>
                    <a:lnTo>
                      <a:pt x="32181" y="5796"/>
                    </a:lnTo>
                    <a:lnTo>
                      <a:pt x="32034" y="6006"/>
                    </a:lnTo>
                    <a:lnTo>
                      <a:pt x="32097" y="6068"/>
                    </a:lnTo>
                    <a:lnTo>
                      <a:pt x="32034" y="6152"/>
                    </a:lnTo>
                    <a:lnTo>
                      <a:pt x="31992" y="6068"/>
                    </a:lnTo>
                    <a:lnTo>
                      <a:pt x="31930" y="6068"/>
                    </a:lnTo>
                    <a:lnTo>
                      <a:pt x="31888" y="6257"/>
                    </a:lnTo>
                    <a:lnTo>
                      <a:pt x="31762" y="6257"/>
                    </a:lnTo>
                    <a:lnTo>
                      <a:pt x="31678" y="6361"/>
                    </a:lnTo>
                    <a:lnTo>
                      <a:pt x="31616" y="6424"/>
                    </a:lnTo>
                    <a:lnTo>
                      <a:pt x="31553" y="6570"/>
                    </a:lnTo>
                    <a:lnTo>
                      <a:pt x="31448" y="6759"/>
                    </a:lnTo>
                    <a:lnTo>
                      <a:pt x="31448" y="6863"/>
                    </a:lnTo>
                    <a:lnTo>
                      <a:pt x="31490" y="6842"/>
                    </a:lnTo>
                    <a:lnTo>
                      <a:pt x="31511" y="6842"/>
                    </a:lnTo>
                    <a:lnTo>
                      <a:pt x="31490" y="6905"/>
                    </a:lnTo>
                    <a:lnTo>
                      <a:pt x="31406" y="6905"/>
                    </a:lnTo>
                    <a:lnTo>
                      <a:pt x="31260" y="6989"/>
                    </a:lnTo>
                    <a:lnTo>
                      <a:pt x="31239" y="7094"/>
                    </a:lnTo>
                    <a:lnTo>
                      <a:pt x="31155" y="7114"/>
                    </a:lnTo>
                    <a:lnTo>
                      <a:pt x="31134" y="7198"/>
                    </a:lnTo>
                    <a:lnTo>
                      <a:pt x="31134" y="7407"/>
                    </a:lnTo>
                    <a:lnTo>
                      <a:pt x="31072" y="7512"/>
                    </a:lnTo>
                    <a:lnTo>
                      <a:pt x="30988" y="7512"/>
                    </a:lnTo>
                    <a:lnTo>
                      <a:pt x="30967" y="7659"/>
                    </a:lnTo>
                    <a:lnTo>
                      <a:pt x="30967" y="7721"/>
                    </a:lnTo>
                    <a:lnTo>
                      <a:pt x="30862" y="7784"/>
                    </a:lnTo>
                    <a:lnTo>
                      <a:pt x="30821" y="7972"/>
                    </a:lnTo>
                    <a:lnTo>
                      <a:pt x="30862" y="8077"/>
                    </a:lnTo>
                    <a:lnTo>
                      <a:pt x="31072" y="8182"/>
                    </a:lnTo>
                    <a:lnTo>
                      <a:pt x="31176" y="8182"/>
                    </a:lnTo>
                    <a:lnTo>
                      <a:pt x="31302" y="8244"/>
                    </a:lnTo>
                    <a:lnTo>
                      <a:pt x="31385" y="8244"/>
                    </a:lnTo>
                    <a:lnTo>
                      <a:pt x="31511" y="8328"/>
                    </a:lnTo>
                    <a:lnTo>
                      <a:pt x="31678" y="8328"/>
                    </a:lnTo>
                    <a:lnTo>
                      <a:pt x="31699" y="8495"/>
                    </a:lnTo>
                    <a:lnTo>
                      <a:pt x="31867" y="8558"/>
                    </a:lnTo>
                    <a:lnTo>
                      <a:pt x="31888" y="8642"/>
                    </a:lnTo>
                    <a:lnTo>
                      <a:pt x="31971" y="8705"/>
                    </a:lnTo>
                    <a:lnTo>
                      <a:pt x="31804" y="8705"/>
                    </a:lnTo>
                    <a:lnTo>
                      <a:pt x="31762" y="8726"/>
                    </a:lnTo>
                    <a:lnTo>
                      <a:pt x="31574" y="8726"/>
                    </a:lnTo>
                    <a:lnTo>
                      <a:pt x="31365" y="8642"/>
                    </a:lnTo>
                    <a:lnTo>
                      <a:pt x="31344" y="8537"/>
                    </a:lnTo>
                    <a:lnTo>
                      <a:pt x="31239" y="8454"/>
                    </a:lnTo>
                    <a:lnTo>
                      <a:pt x="31051" y="8454"/>
                    </a:lnTo>
                    <a:lnTo>
                      <a:pt x="30988" y="8412"/>
                    </a:lnTo>
                    <a:lnTo>
                      <a:pt x="30883" y="8391"/>
                    </a:lnTo>
                    <a:lnTo>
                      <a:pt x="30862" y="8433"/>
                    </a:lnTo>
                    <a:lnTo>
                      <a:pt x="30925" y="8558"/>
                    </a:lnTo>
                    <a:lnTo>
                      <a:pt x="30925" y="8642"/>
                    </a:lnTo>
                    <a:lnTo>
                      <a:pt x="30841" y="8642"/>
                    </a:lnTo>
                    <a:lnTo>
                      <a:pt x="30821" y="8726"/>
                    </a:lnTo>
                    <a:lnTo>
                      <a:pt x="30862" y="8914"/>
                    </a:lnTo>
                    <a:lnTo>
                      <a:pt x="30883" y="9039"/>
                    </a:lnTo>
                    <a:lnTo>
                      <a:pt x="30862" y="9165"/>
                    </a:lnTo>
                    <a:lnTo>
                      <a:pt x="30883" y="9270"/>
                    </a:lnTo>
                    <a:lnTo>
                      <a:pt x="31030" y="9353"/>
                    </a:lnTo>
                    <a:lnTo>
                      <a:pt x="31134" y="9458"/>
                    </a:lnTo>
                    <a:lnTo>
                      <a:pt x="31134" y="9500"/>
                    </a:lnTo>
                    <a:lnTo>
                      <a:pt x="31072" y="9458"/>
                    </a:lnTo>
                    <a:lnTo>
                      <a:pt x="31051" y="9458"/>
                    </a:lnTo>
                    <a:lnTo>
                      <a:pt x="31072" y="9563"/>
                    </a:lnTo>
                    <a:lnTo>
                      <a:pt x="31155" y="9667"/>
                    </a:lnTo>
                    <a:lnTo>
                      <a:pt x="31197" y="9667"/>
                    </a:lnTo>
                    <a:lnTo>
                      <a:pt x="31197" y="9583"/>
                    </a:lnTo>
                    <a:lnTo>
                      <a:pt x="31281" y="9563"/>
                    </a:lnTo>
                    <a:lnTo>
                      <a:pt x="31385" y="9583"/>
                    </a:lnTo>
                    <a:lnTo>
                      <a:pt x="31469" y="9667"/>
                    </a:lnTo>
                    <a:lnTo>
                      <a:pt x="31553" y="9688"/>
                    </a:lnTo>
                    <a:lnTo>
                      <a:pt x="31574" y="9646"/>
                    </a:lnTo>
                    <a:lnTo>
                      <a:pt x="31553" y="9583"/>
                    </a:lnTo>
                    <a:lnTo>
                      <a:pt x="31574" y="9500"/>
                    </a:lnTo>
                    <a:lnTo>
                      <a:pt x="31616" y="9479"/>
                    </a:lnTo>
                    <a:lnTo>
                      <a:pt x="31678" y="9542"/>
                    </a:lnTo>
                    <a:lnTo>
                      <a:pt x="31657" y="9646"/>
                    </a:lnTo>
                    <a:lnTo>
                      <a:pt x="31678" y="9709"/>
                    </a:lnTo>
                    <a:lnTo>
                      <a:pt x="31720" y="9709"/>
                    </a:lnTo>
                    <a:lnTo>
                      <a:pt x="31783" y="9583"/>
                    </a:lnTo>
                    <a:lnTo>
                      <a:pt x="31909" y="9563"/>
                    </a:lnTo>
                    <a:lnTo>
                      <a:pt x="31992" y="9479"/>
                    </a:lnTo>
                    <a:lnTo>
                      <a:pt x="32013" y="9500"/>
                    </a:lnTo>
                    <a:lnTo>
                      <a:pt x="31971" y="9583"/>
                    </a:lnTo>
                    <a:lnTo>
                      <a:pt x="31783" y="9688"/>
                    </a:lnTo>
                    <a:lnTo>
                      <a:pt x="31762" y="9793"/>
                    </a:lnTo>
                    <a:lnTo>
                      <a:pt x="31867" y="9876"/>
                    </a:lnTo>
                    <a:lnTo>
                      <a:pt x="31888" y="10023"/>
                    </a:lnTo>
                    <a:lnTo>
                      <a:pt x="32013" y="10169"/>
                    </a:lnTo>
                    <a:lnTo>
                      <a:pt x="32181" y="10169"/>
                    </a:lnTo>
                    <a:lnTo>
                      <a:pt x="32222" y="10107"/>
                    </a:lnTo>
                    <a:lnTo>
                      <a:pt x="32118" y="10023"/>
                    </a:lnTo>
                    <a:lnTo>
                      <a:pt x="32181" y="10002"/>
                    </a:lnTo>
                    <a:lnTo>
                      <a:pt x="32285" y="10023"/>
                    </a:lnTo>
                    <a:lnTo>
                      <a:pt x="32348" y="10107"/>
                    </a:lnTo>
                    <a:lnTo>
                      <a:pt x="32411" y="10086"/>
                    </a:lnTo>
                    <a:lnTo>
                      <a:pt x="32494" y="10002"/>
                    </a:lnTo>
                    <a:lnTo>
                      <a:pt x="32599" y="9897"/>
                    </a:lnTo>
                    <a:lnTo>
                      <a:pt x="32662" y="9897"/>
                    </a:lnTo>
                    <a:lnTo>
                      <a:pt x="32662" y="9960"/>
                    </a:lnTo>
                    <a:lnTo>
                      <a:pt x="32599" y="9981"/>
                    </a:lnTo>
                    <a:lnTo>
                      <a:pt x="32432" y="10127"/>
                    </a:lnTo>
                    <a:lnTo>
                      <a:pt x="32432" y="10211"/>
                    </a:lnTo>
                    <a:lnTo>
                      <a:pt x="32453" y="10232"/>
                    </a:lnTo>
                    <a:cubicBezTo>
                      <a:pt x="32411" y="10295"/>
                      <a:pt x="32390" y="10379"/>
                      <a:pt x="32348" y="10441"/>
                    </a:cubicBezTo>
                    <a:lnTo>
                      <a:pt x="32306" y="10441"/>
                    </a:lnTo>
                    <a:lnTo>
                      <a:pt x="32222" y="10504"/>
                    </a:lnTo>
                    <a:lnTo>
                      <a:pt x="32139" y="10504"/>
                    </a:lnTo>
                    <a:lnTo>
                      <a:pt x="32097" y="10420"/>
                    </a:lnTo>
                    <a:lnTo>
                      <a:pt x="31992" y="10400"/>
                    </a:lnTo>
                    <a:lnTo>
                      <a:pt x="32013" y="10441"/>
                    </a:lnTo>
                    <a:lnTo>
                      <a:pt x="32097" y="10504"/>
                    </a:lnTo>
                    <a:lnTo>
                      <a:pt x="32076" y="10609"/>
                    </a:lnTo>
                    <a:lnTo>
                      <a:pt x="31971" y="10609"/>
                    </a:lnTo>
                    <a:lnTo>
                      <a:pt x="31971" y="10630"/>
                    </a:lnTo>
                    <a:lnTo>
                      <a:pt x="31992" y="10692"/>
                    </a:lnTo>
                    <a:lnTo>
                      <a:pt x="31909" y="10755"/>
                    </a:lnTo>
                    <a:lnTo>
                      <a:pt x="31909" y="10839"/>
                    </a:lnTo>
                    <a:lnTo>
                      <a:pt x="31971" y="10923"/>
                    </a:lnTo>
                    <a:lnTo>
                      <a:pt x="31888" y="10923"/>
                    </a:lnTo>
                    <a:lnTo>
                      <a:pt x="31888" y="11027"/>
                    </a:lnTo>
                    <a:lnTo>
                      <a:pt x="31804" y="11111"/>
                    </a:lnTo>
                    <a:lnTo>
                      <a:pt x="31804" y="11278"/>
                    </a:lnTo>
                    <a:lnTo>
                      <a:pt x="31867" y="11278"/>
                    </a:lnTo>
                    <a:lnTo>
                      <a:pt x="31909" y="11383"/>
                    </a:lnTo>
                    <a:lnTo>
                      <a:pt x="31950" y="11383"/>
                    </a:lnTo>
                    <a:lnTo>
                      <a:pt x="32013" y="11488"/>
                    </a:lnTo>
                    <a:lnTo>
                      <a:pt x="31950" y="11508"/>
                    </a:lnTo>
                    <a:lnTo>
                      <a:pt x="31888" y="11508"/>
                    </a:lnTo>
                    <a:lnTo>
                      <a:pt x="31825" y="11571"/>
                    </a:lnTo>
                    <a:lnTo>
                      <a:pt x="31783" y="11508"/>
                    </a:lnTo>
                    <a:lnTo>
                      <a:pt x="31637" y="11550"/>
                    </a:lnTo>
                    <a:lnTo>
                      <a:pt x="31595" y="11634"/>
                    </a:lnTo>
                    <a:lnTo>
                      <a:pt x="31699" y="11739"/>
                    </a:lnTo>
                    <a:lnTo>
                      <a:pt x="31741" y="11739"/>
                    </a:lnTo>
                    <a:lnTo>
                      <a:pt x="31741" y="11801"/>
                    </a:lnTo>
                    <a:lnTo>
                      <a:pt x="31637" y="11843"/>
                    </a:lnTo>
                    <a:lnTo>
                      <a:pt x="31595" y="11780"/>
                    </a:lnTo>
                    <a:lnTo>
                      <a:pt x="31511" y="11864"/>
                    </a:lnTo>
                    <a:lnTo>
                      <a:pt x="31427" y="11739"/>
                    </a:lnTo>
                    <a:lnTo>
                      <a:pt x="31323" y="11801"/>
                    </a:lnTo>
                    <a:lnTo>
                      <a:pt x="31218" y="12011"/>
                    </a:lnTo>
                    <a:lnTo>
                      <a:pt x="31113" y="12262"/>
                    </a:lnTo>
                    <a:lnTo>
                      <a:pt x="30988" y="12492"/>
                    </a:lnTo>
                    <a:lnTo>
                      <a:pt x="30779" y="12638"/>
                    </a:lnTo>
                    <a:lnTo>
                      <a:pt x="30737" y="12743"/>
                    </a:lnTo>
                    <a:lnTo>
                      <a:pt x="30674" y="12743"/>
                    </a:lnTo>
                    <a:lnTo>
                      <a:pt x="30569" y="12910"/>
                    </a:lnTo>
                    <a:lnTo>
                      <a:pt x="30465" y="12952"/>
                    </a:lnTo>
                    <a:lnTo>
                      <a:pt x="30444" y="13140"/>
                    </a:lnTo>
                    <a:lnTo>
                      <a:pt x="30360" y="13224"/>
                    </a:lnTo>
                    <a:lnTo>
                      <a:pt x="30339" y="13350"/>
                    </a:lnTo>
                    <a:lnTo>
                      <a:pt x="30277" y="13350"/>
                    </a:lnTo>
                    <a:lnTo>
                      <a:pt x="30235" y="13224"/>
                    </a:lnTo>
                    <a:lnTo>
                      <a:pt x="30151" y="13224"/>
                    </a:lnTo>
                    <a:lnTo>
                      <a:pt x="30067" y="13308"/>
                    </a:lnTo>
                    <a:lnTo>
                      <a:pt x="30109" y="13350"/>
                    </a:lnTo>
                    <a:lnTo>
                      <a:pt x="30130" y="13475"/>
                    </a:lnTo>
                    <a:lnTo>
                      <a:pt x="30046" y="13475"/>
                    </a:lnTo>
                    <a:lnTo>
                      <a:pt x="29963" y="13413"/>
                    </a:lnTo>
                    <a:lnTo>
                      <a:pt x="30005" y="13308"/>
                    </a:lnTo>
                    <a:lnTo>
                      <a:pt x="29921" y="13140"/>
                    </a:lnTo>
                    <a:lnTo>
                      <a:pt x="29837" y="12743"/>
                    </a:lnTo>
                    <a:lnTo>
                      <a:pt x="29837" y="12576"/>
                    </a:lnTo>
                    <a:lnTo>
                      <a:pt x="29816" y="12492"/>
                    </a:lnTo>
                    <a:lnTo>
                      <a:pt x="29858" y="12366"/>
                    </a:lnTo>
                    <a:lnTo>
                      <a:pt x="29942" y="12262"/>
                    </a:lnTo>
                    <a:lnTo>
                      <a:pt x="29921" y="12115"/>
                    </a:lnTo>
                    <a:lnTo>
                      <a:pt x="29963" y="12011"/>
                    </a:lnTo>
                    <a:lnTo>
                      <a:pt x="30046" y="11969"/>
                    </a:lnTo>
                    <a:lnTo>
                      <a:pt x="30130" y="12011"/>
                    </a:lnTo>
                    <a:lnTo>
                      <a:pt x="30214" y="11990"/>
                    </a:lnTo>
                    <a:lnTo>
                      <a:pt x="30277" y="11885"/>
                    </a:lnTo>
                    <a:lnTo>
                      <a:pt x="30256" y="11655"/>
                    </a:lnTo>
                    <a:lnTo>
                      <a:pt x="30318" y="11550"/>
                    </a:lnTo>
                    <a:lnTo>
                      <a:pt x="30318" y="11153"/>
                    </a:lnTo>
                    <a:lnTo>
                      <a:pt x="30214" y="11027"/>
                    </a:lnTo>
                    <a:lnTo>
                      <a:pt x="30172" y="10860"/>
                    </a:lnTo>
                    <a:lnTo>
                      <a:pt x="30109" y="10692"/>
                    </a:lnTo>
                    <a:lnTo>
                      <a:pt x="30067" y="10588"/>
                    </a:lnTo>
                    <a:lnTo>
                      <a:pt x="30025" y="10525"/>
                    </a:lnTo>
                    <a:lnTo>
                      <a:pt x="29963" y="10525"/>
                    </a:lnTo>
                    <a:lnTo>
                      <a:pt x="29921" y="10630"/>
                    </a:lnTo>
                    <a:lnTo>
                      <a:pt x="29795" y="10839"/>
                    </a:lnTo>
                    <a:lnTo>
                      <a:pt x="29628" y="10964"/>
                    </a:lnTo>
                    <a:lnTo>
                      <a:pt x="29607" y="11069"/>
                    </a:lnTo>
                    <a:lnTo>
                      <a:pt x="29607" y="11278"/>
                    </a:lnTo>
                    <a:lnTo>
                      <a:pt x="29544" y="11341"/>
                    </a:lnTo>
                    <a:lnTo>
                      <a:pt x="29481" y="11278"/>
                    </a:lnTo>
                    <a:lnTo>
                      <a:pt x="29398" y="11362"/>
                    </a:lnTo>
                    <a:lnTo>
                      <a:pt x="29419" y="11383"/>
                    </a:lnTo>
                    <a:lnTo>
                      <a:pt x="29398" y="11446"/>
                    </a:lnTo>
                    <a:lnTo>
                      <a:pt x="29230" y="11529"/>
                    </a:lnTo>
                    <a:lnTo>
                      <a:pt x="29189" y="11592"/>
                    </a:lnTo>
                    <a:lnTo>
                      <a:pt x="29084" y="11697"/>
                    </a:lnTo>
                    <a:lnTo>
                      <a:pt x="29000" y="11697"/>
                    </a:lnTo>
                    <a:lnTo>
                      <a:pt x="29000" y="11634"/>
                    </a:lnTo>
                    <a:lnTo>
                      <a:pt x="29084" y="11592"/>
                    </a:lnTo>
                    <a:lnTo>
                      <a:pt x="29084" y="11467"/>
                    </a:lnTo>
                    <a:lnTo>
                      <a:pt x="29042" y="11425"/>
                    </a:lnTo>
                    <a:lnTo>
                      <a:pt x="29147" y="11278"/>
                    </a:lnTo>
                    <a:lnTo>
                      <a:pt x="29168" y="11174"/>
                    </a:lnTo>
                    <a:lnTo>
                      <a:pt x="29168" y="11069"/>
                    </a:lnTo>
                    <a:lnTo>
                      <a:pt x="29251" y="11027"/>
                    </a:lnTo>
                    <a:lnTo>
                      <a:pt x="29251" y="10923"/>
                    </a:lnTo>
                    <a:lnTo>
                      <a:pt x="29209" y="10902"/>
                    </a:lnTo>
                    <a:lnTo>
                      <a:pt x="29251" y="10755"/>
                    </a:lnTo>
                    <a:lnTo>
                      <a:pt x="29147" y="10609"/>
                    </a:lnTo>
                    <a:lnTo>
                      <a:pt x="29147" y="10525"/>
                    </a:lnTo>
                    <a:lnTo>
                      <a:pt x="29084" y="10420"/>
                    </a:lnTo>
                    <a:lnTo>
                      <a:pt x="29084" y="10379"/>
                    </a:lnTo>
                    <a:lnTo>
                      <a:pt x="29147" y="10400"/>
                    </a:lnTo>
                    <a:lnTo>
                      <a:pt x="29189" y="10400"/>
                    </a:lnTo>
                    <a:lnTo>
                      <a:pt x="29209" y="10525"/>
                    </a:lnTo>
                    <a:lnTo>
                      <a:pt x="29272" y="10504"/>
                    </a:lnTo>
                    <a:lnTo>
                      <a:pt x="29377" y="10379"/>
                    </a:lnTo>
                    <a:lnTo>
                      <a:pt x="29481" y="10379"/>
                    </a:lnTo>
                    <a:lnTo>
                      <a:pt x="29565" y="10295"/>
                    </a:lnTo>
                    <a:lnTo>
                      <a:pt x="29481" y="10232"/>
                    </a:lnTo>
                    <a:lnTo>
                      <a:pt x="29377" y="10316"/>
                    </a:lnTo>
                    <a:lnTo>
                      <a:pt x="29293" y="10232"/>
                    </a:lnTo>
                    <a:lnTo>
                      <a:pt x="29189" y="10211"/>
                    </a:lnTo>
                    <a:lnTo>
                      <a:pt x="29189" y="10107"/>
                    </a:lnTo>
                    <a:lnTo>
                      <a:pt x="29230" y="10065"/>
                    </a:lnTo>
                    <a:lnTo>
                      <a:pt x="29209" y="10002"/>
                    </a:lnTo>
                    <a:lnTo>
                      <a:pt x="29126" y="10023"/>
                    </a:lnTo>
                    <a:lnTo>
                      <a:pt x="29105" y="10107"/>
                    </a:lnTo>
                    <a:lnTo>
                      <a:pt x="28958" y="10169"/>
                    </a:lnTo>
                    <a:lnTo>
                      <a:pt x="28854" y="10065"/>
                    </a:lnTo>
                    <a:lnTo>
                      <a:pt x="28854" y="9939"/>
                    </a:lnTo>
                    <a:lnTo>
                      <a:pt x="28770" y="9918"/>
                    </a:lnTo>
                    <a:lnTo>
                      <a:pt x="28665" y="9939"/>
                    </a:lnTo>
                    <a:lnTo>
                      <a:pt x="28603" y="9897"/>
                    </a:lnTo>
                    <a:lnTo>
                      <a:pt x="28644" y="9793"/>
                    </a:lnTo>
                    <a:lnTo>
                      <a:pt x="28707" y="9772"/>
                    </a:lnTo>
                    <a:lnTo>
                      <a:pt x="28749" y="9709"/>
                    </a:lnTo>
                    <a:lnTo>
                      <a:pt x="28812" y="9709"/>
                    </a:lnTo>
                    <a:lnTo>
                      <a:pt x="29126" y="9500"/>
                    </a:lnTo>
                    <a:lnTo>
                      <a:pt x="29168" y="9458"/>
                    </a:lnTo>
                    <a:lnTo>
                      <a:pt x="29042" y="9332"/>
                    </a:lnTo>
                    <a:lnTo>
                      <a:pt x="28875" y="9353"/>
                    </a:lnTo>
                    <a:lnTo>
                      <a:pt x="28875" y="9332"/>
                    </a:lnTo>
                    <a:lnTo>
                      <a:pt x="28979" y="9270"/>
                    </a:lnTo>
                    <a:lnTo>
                      <a:pt x="29042" y="9144"/>
                    </a:lnTo>
                    <a:lnTo>
                      <a:pt x="29168" y="9081"/>
                    </a:lnTo>
                    <a:lnTo>
                      <a:pt x="29147" y="9228"/>
                    </a:lnTo>
                    <a:lnTo>
                      <a:pt x="29189" y="9332"/>
                    </a:lnTo>
                    <a:lnTo>
                      <a:pt x="29293" y="9291"/>
                    </a:lnTo>
                    <a:lnTo>
                      <a:pt x="29377" y="9332"/>
                    </a:lnTo>
                    <a:lnTo>
                      <a:pt x="29461" y="9249"/>
                    </a:lnTo>
                    <a:lnTo>
                      <a:pt x="29461" y="9144"/>
                    </a:lnTo>
                    <a:lnTo>
                      <a:pt x="29377" y="9039"/>
                    </a:lnTo>
                    <a:lnTo>
                      <a:pt x="29293" y="9019"/>
                    </a:lnTo>
                    <a:lnTo>
                      <a:pt x="29293" y="8935"/>
                    </a:lnTo>
                    <a:lnTo>
                      <a:pt x="29314" y="8830"/>
                    </a:lnTo>
                    <a:lnTo>
                      <a:pt x="29293" y="8726"/>
                    </a:lnTo>
                    <a:lnTo>
                      <a:pt x="29314" y="8663"/>
                    </a:lnTo>
                    <a:lnTo>
                      <a:pt x="29314" y="8600"/>
                    </a:lnTo>
                    <a:lnTo>
                      <a:pt x="29209" y="8454"/>
                    </a:lnTo>
                    <a:lnTo>
                      <a:pt x="29272" y="8349"/>
                    </a:lnTo>
                    <a:lnTo>
                      <a:pt x="29209" y="8244"/>
                    </a:lnTo>
                    <a:lnTo>
                      <a:pt x="29272" y="8223"/>
                    </a:lnTo>
                    <a:lnTo>
                      <a:pt x="29272" y="8077"/>
                    </a:lnTo>
                    <a:lnTo>
                      <a:pt x="29356" y="7931"/>
                    </a:lnTo>
                    <a:lnTo>
                      <a:pt x="29356" y="7847"/>
                    </a:lnTo>
                    <a:lnTo>
                      <a:pt x="29419" y="7742"/>
                    </a:lnTo>
                    <a:lnTo>
                      <a:pt x="29419" y="7700"/>
                    </a:lnTo>
                    <a:lnTo>
                      <a:pt x="29356" y="7659"/>
                    </a:lnTo>
                    <a:lnTo>
                      <a:pt x="29377" y="7449"/>
                    </a:lnTo>
                    <a:lnTo>
                      <a:pt x="29356" y="7324"/>
                    </a:lnTo>
                    <a:lnTo>
                      <a:pt x="29251" y="7261"/>
                    </a:lnTo>
                    <a:lnTo>
                      <a:pt x="29272" y="7177"/>
                    </a:lnTo>
                    <a:lnTo>
                      <a:pt x="29251" y="7073"/>
                    </a:lnTo>
                    <a:lnTo>
                      <a:pt x="29293" y="7052"/>
                    </a:lnTo>
                    <a:lnTo>
                      <a:pt x="29335" y="6947"/>
                    </a:lnTo>
                    <a:lnTo>
                      <a:pt x="29272" y="6884"/>
                    </a:lnTo>
                    <a:lnTo>
                      <a:pt x="29230" y="6863"/>
                    </a:lnTo>
                    <a:cubicBezTo>
                      <a:pt x="29272" y="6842"/>
                      <a:pt x="29293" y="6801"/>
                      <a:pt x="29293" y="6759"/>
                    </a:cubicBezTo>
                    <a:cubicBezTo>
                      <a:pt x="29314" y="6696"/>
                      <a:pt x="29335" y="6654"/>
                      <a:pt x="29335" y="6591"/>
                    </a:cubicBezTo>
                    <a:lnTo>
                      <a:pt x="29377" y="6550"/>
                    </a:lnTo>
                    <a:lnTo>
                      <a:pt x="29377" y="6445"/>
                    </a:lnTo>
                    <a:lnTo>
                      <a:pt x="29440" y="6445"/>
                    </a:lnTo>
                    <a:lnTo>
                      <a:pt x="29523" y="6361"/>
                    </a:lnTo>
                    <a:lnTo>
                      <a:pt x="29586" y="6257"/>
                    </a:lnTo>
                    <a:lnTo>
                      <a:pt x="29649" y="6215"/>
                    </a:lnTo>
                    <a:lnTo>
                      <a:pt x="29753" y="6215"/>
                    </a:lnTo>
                    <a:lnTo>
                      <a:pt x="29816" y="6131"/>
                    </a:lnTo>
                    <a:lnTo>
                      <a:pt x="29900" y="6068"/>
                    </a:lnTo>
                    <a:lnTo>
                      <a:pt x="29942" y="5964"/>
                    </a:lnTo>
                    <a:lnTo>
                      <a:pt x="29942" y="5838"/>
                    </a:lnTo>
                    <a:lnTo>
                      <a:pt x="29900" y="5796"/>
                    </a:lnTo>
                    <a:lnTo>
                      <a:pt x="29963" y="5713"/>
                    </a:lnTo>
                    <a:lnTo>
                      <a:pt x="30005" y="5629"/>
                    </a:lnTo>
                    <a:lnTo>
                      <a:pt x="29795" y="5629"/>
                    </a:lnTo>
                    <a:lnTo>
                      <a:pt x="29733" y="5587"/>
                    </a:lnTo>
                    <a:lnTo>
                      <a:pt x="29753" y="5503"/>
                    </a:lnTo>
                    <a:lnTo>
                      <a:pt x="29837" y="5503"/>
                    </a:lnTo>
                    <a:lnTo>
                      <a:pt x="29921" y="5545"/>
                    </a:lnTo>
                    <a:lnTo>
                      <a:pt x="30025" y="5545"/>
                    </a:lnTo>
                    <a:lnTo>
                      <a:pt x="30130" y="5587"/>
                    </a:lnTo>
                    <a:lnTo>
                      <a:pt x="30214" y="5524"/>
                    </a:lnTo>
                    <a:lnTo>
                      <a:pt x="30297" y="5545"/>
                    </a:lnTo>
                    <a:lnTo>
                      <a:pt x="30318" y="5650"/>
                    </a:lnTo>
                    <a:lnTo>
                      <a:pt x="30465" y="5796"/>
                    </a:lnTo>
                    <a:lnTo>
                      <a:pt x="30549" y="5796"/>
                    </a:lnTo>
                    <a:lnTo>
                      <a:pt x="30569" y="5838"/>
                    </a:lnTo>
                    <a:lnTo>
                      <a:pt x="30653" y="5859"/>
                    </a:lnTo>
                    <a:lnTo>
                      <a:pt x="30779" y="5817"/>
                    </a:lnTo>
                    <a:lnTo>
                      <a:pt x="30988" y="5692"/>
                    </a:lnTo>
                    <a:lnTo>
                      <a:pt x="31134" y="5524"/>
                    </a:lnTo>
                    <a:lnTo>
                      <a:pt x="31302" y="5399"/>
                    </a:lnTo>
                    <a:lnTo>
                      <a:pt x="31365" y="5315"/>
                    </a:lnTo>
                    <a:lnTo>
                      <a:pt x="31302" y="5294"/>
                    </a:lnTo>
                    <a:lnTo>
                      <a:pt x="31344" y="5231"/>
                    </a:lnTo>
                    <a:lnTo>
                      <a:pt x="31469" y="5231"/>
                    </a:lnTo>
                    <a:lnTo>
                      <a:pt x="31595" y="5085"/>
                    </a:lnTo>
                    <a:lnTo>
                      <a:pt x="31825" y="4897"/>
                    </a:lnTo>
                    <a:lnTo>
                      <a:pt x="31825" y="4855"/>
                    </a:lnTo>
                    <a:lnTo>
                      <a:pt x="31930" y="4834"/>
                    </a:lnTo>
                    <a:lnTo>
                      <a:pt x="32013" y="4687"/>
                    </a:lnTo>
                    <a:lnTo>
                      <a:pt x="32181" y="4541"/>
                    </a:lnTo>
                    <a:lnTo>
                      <a:pt x="32222" y="4415"/>
                    </a:lnTo>
                    <a:lnTo>
                      <a:pt x="32285" y="4415"/>
                    </a:lnTo>
                    <a:lnTo>
                      <a:pt x="32327" y="4436"/>
                    </a:lnTo>
                    <a:lnTo>
                      <a:pt x="32327" y="4436"/>
                    </a:lnTo>
                    <a:lnTo>
                      <a:pt x="32306" y="4353"/>
                    </a:lnTo>
                    <a:lnTo>
                      <a:pt x="32222" y="4311"/>
                    </a:lnTo>
                    <a:lnTo>
                      <a:pt x="32222" y="4227"/>
                    </a:lnTo>
                    <a:lnTo>
                      <a:pt x="32076" y="4122"/>
                    </a:lnTo>
                    <a:lnTo>
                      <a:pt x="31804" y="4081"/>
                    </a:lnTo>
                    <a:lnTo>
                      <a:pt x="31657" y="4060"/>
                    </a:lnTo>
                    <a:lnTo>
                      <a:pt x="31574" y="4081"/>
                    </a:lnTo>
                    <a:lnTo>
                      <a:pt x="31511" y="4060"/>
                    </a:lnTo>
                    <a:lnTo>
                      <a:pt x="31511" y="3976"/>
                    </a:lnTo>
                    <a:lnTo>
                      <a:pt x="31469" y="3871"/>
                    </a:lnTo>
                    <a:lnTo>
                      <a:pt x="31406" y="3871"/>
                    </a:lnTo>
                    <a:lnTo>
                      <a:pt x="31385" y="3850"/>
                    </a:lnTo>
                    <a:lnTo>
                      <a:pt x="31281" y="3829"/>
                    </a:lnTo>
                    <a:lnTo>
                      <a:pt x="31197" y="3704"/>
                    </a:lnTo>
                    <a:lnTo>
                      <a:pt x="31051" y="3704"/>
                    </a:lnTo>
                    <a:lnTo>
                      <a:pt x="30967" y="3788"/>
                    </a:lnTo>
                    <a:lnTo>
                      <a:pt x="30946" y="3704"/>
                    </a:lnTo>
                    <a:lnTo>
                      <a:pt x="30841" y="3704"/>
                    </a:lnTo>
                    <a:lnTo>
                      <a:pt x="30779" y="3641"/>
                    </a:lnTo>
                    <a:lnTo>
                      <a:pt x="30674" y="3662"/>
                    </a:lnTo>
                    <a:lnTo>
                      <a:pt x="30507" y="3662"/>
                    </a:lnTo>
                    <a:lnTo>
                      <a:pt x="30235" y="3725"/>
                    </a:lnTo>
                    <a:lnTo>
                      <a:pt x="30130" y="3871"/>
                    </a:lnTo>
                    <a:lnTo>
                      <a:pt x="30214" y="3976"/>
                    </a:lnTo>
                    <a:lnTo>
                      <a:pt x="30130" y="4018"/>
                    </a:lnTo>
                    <a:lnTo>
                      <a:pt x="30109" y="4060"/>
                    </a:lnTo>
                    <a:lnTo>
                      <a:pt x="30193" y="4164"/>
                    </a:lnTo>
                    <a:lnTo>
                      <a:pt x="30214" y="4290"/>
                    </a:lnTo>
                    <a:lnTo>
                      <a:pt x="30088" y="4290"/>
                    </a:lnTo>
                    <a:lnTo>
                      <a:pt x="30046" y="4185"/>
                    </a:lnTo>
                    <a:lnTo>
                      <a:pt x="29984" y="4060"/>
                    </a:lnTo>
                    <a:lnTo>
                      <a:pt x="29900" y="4039"/>
                    </a:lnTo>
                    <a:lnTo>
                      <a:pt x="29816" y="4164"/>
                    </a:lnTo>
                    <a:lnTo>
                      <a:pt x="29837" y="4227"/>
                    </a:lnTo>
                    <a:lnTo>
                      <a:pt x="29837" y="4290"/>
                    </a:lnTo>
                    <a:lnTo>
                      <a:pt x="29733" y="4332"/>
                    </a:lnTo>
                    <a:lnTo>
                      <a:pt x="29712" y="4478"/>
                    </a:lnTo>
                    <a:lnTo>
                      <a:pt x="29565" y="4646"/>
                    </a:lnTo>
                    <a:lnTo>
                      <a:pt x="29523" y="4771"/>
                    </a:lnTo>
                    <a:lnTo>
                      <a:pt x="29502" y="4855"/>
                    </a:lnTo>
                    <a:lnTo>
                      <a:pt x="29565" y="4876"/>
                    </a:lnTo>
                    <a:lnTo>
                      <a:pt x="29461" y="4959"/>
                    </a:lnTo>
                    <a:lnTo>
                      <a:pt x="29461" y="5064"/>
                    </a:lnTo>
                    <a:lnTo>
                      <a:pt x="29377" y="5106"/>
                    </a:lnTo>
                    <a:lnTo>
                      <a:pt x="29272" y="5357"/>
                    </a:lnTo>
                    <a:lnTo>
                      <a:pt x="29272" y="5482"/>
                    </a:lnTo>
                    <a:lnTo>
                      <a:pt x="29209" y="5566"/>
                    </a:lnTo>
                    <a:lnTo>
                      <a:pt x="29293" y="5629"/>
                    </a:lnTo>
                    <a:lnTo>
                      <a:pt x="29293" y="5713"/>
                    </a:lnTo>
                    <a:lnTo>
                      <a:pt x="29251" y="5734"/>
                    </a:lnTo>
                    <a:lnTo>
                      <a:pt x="29251" y="5838"/>
                    </a:lnTo>
                    <a:lnTo>
                      <a:pt x="29189" y="6026"/>
                    </a:lnTo>
                    <a:lnTo>
                      <a:pt x="29063" y="6215"/>
                    </a:lnTo>
                    <a:lnTo>
                      <a:pt x="29084" y="6257"/>
                    </a:lnTo>
                    <a:lnTo>
                      <a:pt x="29189" y="6257"/>
                    </a:lnTo>
                    <a:lnTo>
                      <a:pt x="29209" y="6319"/>
                    </a:lnTo>
                    <a:cubicBezTo>
                      <a:pt x="29189" y="6319"/>
                      <a:pt x="29168" y="6340"/>
                      <a:pt x="29168" y="6340"/>
                    </a:cubicBezTo>
                    <a:lnTo>
                      <a:pt x="29105" y="6319"/>
                    </a:lnTo>
                    <a:lnTo>
                      <a:pt x="29042" y="6361"/>
                    </a:lnTo>
                    <a:lnTo>
                      <a:pt x="28958" y="6508"/>
                    </a:lnTo>
                    <a:lnTo>
                      <a:pt x="29042" y="6508"/>
                    </a:lnTo>
                    <a:cubicBezTo>
                      <a:pt x="29000" y="6529"/>
                      <a:pt x="28979" y="6550"/>
                      <a:pt x="28979" y="6612"/>
                    </a:cubicBezTo>
                    <a:lnTo>
                      <a:pt x="28875" y="6570"/>
                    </a:lnTo>
                    <a:lnTo>
                      <a:pt x="28791" y="6633"/>
                    </a:lnTo>
                    <a:lnTo>
                      <a:pt x="28791" y="6738"/>
                    </a:lnTo>
                    <a:lnTo>
                      <a:pt x="28644" y="6842"/>
                    </a:lnTo>
                    <a:lnTo>
                      <a:pt x="28582" y="6884"/>
                    </a:lnTo>
                    <a:cubicBezTo>
                      <a:pt x="28665" y="6612"/>
                      <a:pt x="28728" y="6257"/>
                      <a:pt x="28749" y="5943"/>
                    </a:cubicBezTo>
                    <a:lnTo>
                      <a:pt x="28937" y="5838"/>
                    </a:lnTo>
                    <a:lnTo>
                      <a:pt x="28937" y="5734"/>
                    </a:lnTo>
                    <a:lnTo>
                      <a:pt x="29000" y="5566"/>
                    </a:lnTo>
                    <a:lnTo>
                      <a:pt x="29000" y="5399"/>
                    </a:lnTo>
                    <a:lnTo>
                      <a:pt x="29063" y="5315"/>
                    </a:lnTo>
                    <a:lnTo>
                      <a:pt x="28979" y="5315"/>
                    </a:lnTo>
                    <a:lnTo>
                      <a:pt x="28937" y="5378"/>
                    </a:lnTo>
                    <a:lnTo>
                      <a:pt x="28791" y="5420"/>
                    </a:lnTo>
                    <a:lnTo>
                      <a:pt x="28728" y="5545"/>
                    </a:lnTo>
                    <a:lnTo>
                      <a:pt x="28686" y="5503"/>
                    </a:lnTo>
                    <a:lnTo>
                      <a:pt x="28686" y="5399"/>
                    </a:lnTo>
                    <a:lnTo>
                      <a:pt x="28770" y="5357"/>
                    </a:lnTo>
                    <a:lnTo>
                      <a:pt x="28770" y="5231"/>
                    </a:lnTo>
                    <a:lnTo>
                      <a:pt x="28749" y="5169"/>
                    </a:lnTo>
                    <a:lnTo>
                      <a:pt x="28665" y="5127"/>
                    </a:lnTo>
                    <a:lnTo>
                      <a:pt x="28749" y="5127"/>
                    </a:lnTo>
                    <a:lnTo>
                      <a:pt x="28791" y="5106"/>
                    </a:lnTo>
                    <a:lnTo>
                      <a:pt x="28770" y="4980"/>
                    </a:lnTo>
                    <a:lnTo>
                      <a:pt x="28582" y="4876"/>
                    </a:lnTo>
                    <a:lnTo>
                      <a:pt x="28540" y="4897"/>
                    </a:lnTo>
                    <a:lnTo>
                      <a:pt x="28352" y="4918"/>
                    </a:lnTo>
                    <a:lnTo>
                      <a:pt x="28331" y="4980"/>
                    </a:lnTo>
                    <a:lnTo>
                      <a:pt x="28247" y="4980"/>
                    </a:lnTo>
                    <a:lnTo>
                      <a:pt x="28247" y="4897"/>
                    </a:lnTo>
                    <a:lnTo>
                      <a:pt x="28331" y="4771"/>
                    </a:lnTo>
                    <a:lnTo>
                      <a:pt x="28414" y="4771"/>
                    </a:lnTo>
                    <a:lnTo>
                      <a:pt x="28540" y="4666"/>
                    </a:lnTo>
                    <a:lnTo>
                      <a:pt x="28749" y="4604"/>
                    </a:lnTo>
                    <a:lnTo>
                      <a:pt x="28791" y="4562"/>
                    </a:lnTo>
                    <a:lnTo>
                      <a:pt x="28937" y="4541"/>
                    </a:lnTo>
                    <a:lnTo>
                      <a:pt x="29000" y="4541"/>
                    </a:lnTo>
                    <a:lnTo>
                      <a:pt x="29063" y="4583"/>
                    </a:lnTo>
                    <a:lnTo>
                      <a:pt x="29105" y="4562"/>
                    </a:lnTo>
                    <a:lnTo>
                      <a:pt x="29147" y="4394"/>
                    </a:lnTo>
                    <a:lnTo>
                      <a:pt x="29189" y="4332"/>
                    </a:lnTo>
                    <a:lnTo>
                      <a:pt x="29063" y="4248"/>
                    </a:lnTo>
                    <a:lnTo>
                      <a:pt x="29042" y="4185"/>
                    </a:lnTo>
                    <a:lnTo>
                      <a:pt x="29105" y="4164"/>
                    </a:lnTo>
                    <a:lnTo>
                      <a:pt x="29168" y="4122"/>
                    </a:lnTo>
                    <a:lnTo>
                      <a:pt x="29189" y="4164"/>
                    </a:lnTo>
                    <a:lnTo>
                      <a:pt x="29272" y="4185"/>
                    </a:lnTo>
                    <a:lnTo>
                      <a:pt x="29419" y="4122"/>
                    </a:lnTo>
                    <a:lnTo>
                      <a:pt x="29481" y="4039"/>
                    </a:lnTo>
                    <a:lnTo>
                      <a:pt x="29461" y="3955"/>
                    </a:lnTo>
                    <a:lnTo>
                      <a:pt x="29481" y="3913"/>
                    </a:lnTo>
                    <a:lnTo>
                      <a:pt x="29461" y="3829"/>
                    </a:lnTo>
                    <a:lnTo>
                      <a:pt x="29377" y="3850"/>
                    </a:lnTo>
                    <a:lnTo>
                      <a:pt x="29293" y="3746"/>
                    </a:lnTo>
                    <a:lnTo>
                      <a:pt x="29042" y="3746"/>
                    </a:lnTo>
                    <a:lnTo>
                      <a:pt x="28958" y="3725"/>
                    </a:lnTo>
                    <a:lnTo>
                      <a:pt x="28896" y="3767"/>
                    </a:lnTo>
                    <a:lnTo>
                      <a:pt x="28770" y="3767"/>
                    </a:lnTo>
                    <a:lnTo>
                      <a:pt x="28665" y="3725"/>
                    </a:lnTo>
                    <a:lnTo>
                      <a:pt x="28582" y="3746"/>
                    </a:lnTo>
                    <a:lnTo>
                      <a:pt x="28519" y="3641"/>
                    </a:lnTo>
                    <a:lnTo>
                      <a:pt x="28435" y="3599"/>
                    </a:lnTo>
                    <a:lnTo>
                      <a:pt x="28435" y="3516"/>
                    </a:lnTo>
                    <a:lnTo>
                      <a:pt x="28477" y="3453"/>
                    </a:lnTo>
                    <a:lnTo>
                      <a:pt x="28456" y="3411"/>
                    </a:lnTo>
                    <a:lnTo>
                      <a:pt x="28310" y="3390"/>
                    </a:lnTo>
                    <a:lnTo>
                      <a:pt x="28226" y="3432"/>
                    </a:lnTo>
                    <a:lnTo>
                      <a:pt x="28163" y="3495"/>
                    </a:lnTo>
                    <a:lnTo>
                      <a:pt x="28226" y="3537"/>
                    </a:lnTo>
                    <a:lnTo>
                      <a:pt x="28331" y="3537"/>
                    </a:lnTo>
                    <a:lnTo>
                      <a:pt x="28268" y="3641"/>
                    </a:lnTo>
                    <a:lnTo>
                      <a:pt x="28142" y="3620"/>
                    </a:lnTo>
                    <a:lnTo>
                      <a:pt x="28059" y="3495"/>
                    </a:lnTo>
                    <a:lnTo>
                      <a:pt x="28017" y="3516"/>
                    </a:lnTo>
                    <a:lnTo>
                      <a:pt x="27954" y="3495"/>
                    </a:lnTo>
                    <a:lnTo>
                      <a:pt x="27849" y="3537"/>
                    </a:lnTo>
                    <a:lnTo>
                      <a:pt x="27828" y="3641"/>
                    </a:lnTo>
                    <a:lnTo>
                      <a:pt x="27787" y="3662"/>
                    </a:lnTo>
                    <a:lnTo>
                      <a:pt x="27808" y="3767"/>
                    </a:lnTo>
                    <a:lnTo>
                      <a:pt x="27808" y="3871"/>
                    </a:lnTo>
                    <a:lnTo>
                      <a:pt x="27891" y="3934"/>
                    </a:lnTo>
                    <a:lnTo>
                      <a:pt x="27891" y="4060"/>
                    </a:lnTo>
                    <a:lnTo>
                      <a:pt x="27828" y="4122"/>
                    </a:lnTo>
                    <a:lnTo>
                      <a:pt x="27808" y="4248"/>
                    </a:lnTo>
                    <a:lnTo>
                      <a:pt x="27787" y="4248"/>
                    </a:lnTo>
                    <a:lnTo>
                      <a:pt x="27745" y="4018"/>
                    </a:lnTo>
                    <a:lnTo>
                      <a:pt x="27703" y="3913"/>
                    </a:lnTo>
                    <a:lnTo>
                      <a:pt x="27619" y="3850"/>
                    </a:lnTo>
                    <a:lnTo>
                      <a:pt x="27598" y="3934"/>
                    </a:lnTo>
                    <a:lnTo>
                      <a:pt x="27515" y="3934"/>
                    </a:lnTo>
                    <a:lnTo>
                      <a:pt x="27431" y="4018"/>
                    </a:lnTo>
                    <a:lnTo>
                      <a:pt x="27431" y="4143"/>
                    </a:lnTo>
                    <a:lnTo>
                      <a:pt x="27515" y="4248"/>
                    </a:lnTo>
                    <a:lnTo>
                      <a:pt x="27515" y="4332"/>
                    </a:lnTo>
                    <a:lnTo>
                      <a:pt x="27619" y="4457"/>
                    </a:lnTo>
                    <a:lnTo>
                      <a:pt x="27745" y="4457"/>
                    </a:lnTo>
                    <a:lnTo>
                      <a:pt x="27808" y="4353"/>
                    </a:lnTo>
                    <a:lnTo>
                      <a:pt x="27828" y="4353"/>
                    </a:lnTo>
                    <a:lnTo>
                      <a:pt x="27849" y="4457"/>
                    </a:lnTo>
                    <a:lnTo>
                      <a:pt x="27933" y="4583"/>
                    </a:lnTo>
                    <a:lnTo>
                      <a:pt x="27933" y="4666"/>
                    </a:lnTo>
                    <a:lnTo>
                      <a:pt x="27849" y="4666"/>
                    </a:lnTo>
                    <a:lnTo>
                      <a:pt x="27808" y="4562"/>
                    </a:lnTo>
                    <a:lnTo>
                      <a:pt x="27724" y="4541"/>
                    </a:lnTo>
                    <a:lnTo>
                      <a:pt x="27619" y="4562"/>
                    </a:lnTo>
                    <a:lnTo>
                      <a:pt x="27577" y="4604"/>
                    </a:lnTo>
                    <a:lnTo>
                      <a:pt x="27619" y="4708"/>
                    </a:lnTo>
                    <a:lnTo>
                      <a:pt x="27598" y="4792"/>
                    </a:lnTo>
                    <a:lnTo>
                      <a:pt x="27515" y="4876"/>
                    </a:lnTo>
                    <a:lnTo>
                      <a:pt x="27536" y="4959"/>
                    </a:lnTo>
                    <a:lnTo>
                      <a:pt x="27473" y="5085"/>
                    </a:lnTo>
                    <a:lnTo>
                      <a:pt x="27410" y="5127"/>
                    </a:lnTo>
                    <a:lnTo>
                      <a:pt x="27431" y="5231"/>
                    </a:lnTo>
                    <a:lnTo>
                      <a:pt x="27389" y="5294"/>
                    </a:lnTo>
                    <a:lnTo>
                      <a:pt x="27284" y="5273"/>
                    </a:lnTo>
                    <a:lnTo>
                      <a:pt x="27201" y="5169"/>
                    </a:lnTo>
                    <a:lnTo>
                      <a:pt x="27201" y="5064"/>
                    </a:lnTo>
                    <a:lnTo>
                      <a:pt x="27075" y="4897"/>
                    </a:lnTo>
                    <a:lnTo>
                      <a:pt x="27075" y="4792"/>
                    </a:lnTo>
                    <a:lnTo>
                      <a:pt x="27054" y="4708"/>
                    </a:lnTo>
                    <a:lnTo>
                      <a:pt x="26950" y="4687"/>
                    </a:lnTo>
                    <a:lnTo>
                      <a:pt x="26950" y="4646"/>
                    </a:lnTo>
                    <a:lnTo>
                      <a:pt x="26992" y="4604"/>
                    </a:lnTo>
                    <a:lnTo>
                      <a:pt x="27033" y="4562"/>
                    </a:lnTo>
                    <a:lnTo>
                      <a:pt x="26992" y="4478"/>
                    </a:lnTo>
                    <a:lnTo>
                      <a:pt x="26887" y="4457"/>
                    </a:lnTo>
                    <a:lnTo>
                      <a:pt x="26740" y="4499"/>
                    </a:lnTo>
                    <a:lnTo>
                      <a:pt x="26699" y="4457"/>
                    </a:lnTo>
                    <a:lnTo>
                      <a:pt x="26657" y="4478"/>
                    </a:lnTo>
                    <a:lnTo>
                      <a:pt x="26594" y="4562"/>
                    </a:lnTo>
                    <a:lnTo>
                      <a:pt x="26489" y="4604"/>
                    </a:lnTo>
                    <a:lnTo>
                      <a:pt x="26364" y="4792"/>
                    </a:lnTo>
                    <a:lnTo>
                      <a:pt x="26427" y="4876"/>
                    </a:lnTo>
                    <a:lnTo>
                      <a:pt x="26427" y="5064"/>
                    </a:lnTo>
                    <a:lnTo>
                      <a:pt x="26385" y="5127"/>
                    </a:lnTo>
                    <a:lnTo>
                      <a:pt x="26448" y="5210"/>
                    </a:lnTo>
                    <a:lnTo>
                      <a:pt x="26427" y="5378"/>
                    </a:lnTo>
                    <a:lnTo>
                      <a:pt x="26322" y="5420"/>
                    </a:lnTo>
                    <a:lnTo>
                      <a:pt x="26322" y="5545"/>
                    </a:lnTo>
                    <a:lnTo>
                      <a:pt x="26364" y="5608"/>
                    </a:lnTo>
                    <a:lnTo>
                      <a:pt x="26448" y="5587"/>
                    </a:lnTo>
                    <a:lnTo>
                      <a:pt x="26489" y="5629"/>
                    </a:lnTo>
                    <a:lnTo>
                      <a:pt x="26573" y="5587"/>
                    </a:lnTo>
                    <a:lnTo>
                      <a:pt x="26636" y="5608"/>
                    </a:lnTo>
                    <a:lnTo>
                      <a:pt x="26636" y="5734"/>
                    </a:lnTo>
                    <a:lnTo>
                      <a:pt x="26657" y="5796"/>
                    </a:lnTo>
                    <a:lnTo>
                      <a:pt x="26699" y="5796"/>
                    </a:lnTo>
                    <a:lnTo>
                      <a:pt x="26782" y="5922"/>
                    </a:lnTo>
                    <a:lnTo>
                      <a:pt x="26782" y="6110"/>
                    </a:lnTo>
                    <a:lnTo>
                      <a:pt x="26887" y="6236"/>
                    </a:lnTo>
                    <a:lnTo>
                      <a:pt x="26887" y="6319"/>
                    </a:lnTo>
                    <a:lnTo>
                      <a:pt x="26929" y="6424"/>
                    </a:lnTo>
                    <a:lnTo>
                      <a:pt x="27012" y="6466"/>
                    </a:lnTo>
                    <a:lnTo>
                      <a:pt x="26992" y="6550"/>
                    </a:lnTo>
                    <a:lnTo>
                      <a:pt x="27012" y="6696"/>
                    </a:lnTo>
                    <a:lnTo>
                      <a:pt x="26929" y="6842"/>
                    </a:lnTo>
                    <a:lnTo>
                      <a:pt x="27012" y="6905"/>
                    </a:lnTo>
                    <a:lnTo>
                      <a:pt x="27033" y="7052"/>
                    </a:lnTo>
                    <a:lnTo>
                      <a:pt x="27012" y="7156"/>
                    </a:lnTo>
                    <a:lnTo>
                      <a:pt x="27033" y="7198"/>
                    </a:lnTo>
                    <a:lnTo>
                      <a:pt x="27117" y="7156"/>
                    </a:lnTo>
                    <a:lnTo>
                      <a:pt x="27180" y="7198"/>
                    </a:lnTo>
                    <a:lnTo>
                      <a:pt x="27180" y="7324"/>
                    </a:lnTo>
                    <a:lnTo>
                      <a:pt x="27264" y="7387"/>
                    </a:lnTo>
                    <a:lnTo>
                      <a:pt x="27410" y="7324"/>
                    </a:lnTo>
                    <a:lnTo>
                      <a:pt x="27452" y="7198"/>
                    </a:lnTo>
                    <a:lnTo>
                      <a:pt x="27598" y="7114"/>
                    </a:lnTo>
                    <a:lnTo>
                      <a:pt x="27619" y="7010"/>
                    </a:lnTo>
                    <a:lnTo>
                      <a:pt x="27556" y="6968"/>
                    </a:lnTo>
                    <a:lnTo>
                      <a:pt x="27494" y="6759"/>
                    </a:lnTo>
                    <a:lnTo>
                      <a:pt x="27515" y="6654"/>
                    </a:lnTo>
                    <a:lnTo>
                      <a:pt x="27703" y="6466"/>
                    </a:lnTo>
                    <a:lnTo>
                      <a:pt x="27703" y="6550"/>
                    </a:lnTo>
                    <a:lnTo>
                      <a:pt x="27598" y="6675"/>
                    </a:lnTo>
                    <a:lnTo>
                      <a:pt x="27640" y="6905"/>
                    </a:lnTo>
                    <a:lnTo>
                      <a:pt x="27724" y="6947"/>
                    </a:lnTo>
                    <a:lnTo>
                      <a:pt x="27828" y="6884"/>
                    </a:lnTo>
                    <a:lnTo>
                      <a:pt x="27954" y="6968"/>
                    </a:lnTo>
                    <a:lnTo>
                      <a:pt x="28121" y="6905"/>
                    </a:lnTo>
                    <a:lnTo>
                      <a:pt x="28121" y="6842"/>
                    </a:lnTo>
                    <a:lnTo>
                      <a:pt x="28247" y="6780"/>
                    </a:lnTo>
                    <a:lnTo>
                      <a:pt x="28352" y="6780"/>
                    </a:lnTo>
                    <a:lnTo>
                      <a:pt x="28435" y="6738"/>
                    </a:lnTo>
                    <a:lnTo>
                      <a:pt x="28477" y="6780"/>
                    </a:lnTo>
                    <a:lnTo>
                      <a:pt x="28498" y="6759"/>
                    </a:lnTo>
                    <a:lnTo>
                      <a:pt x="28498" y="6759"/>
                    </a:lnTo>
                    <a:cubicBezTo>
                      <a:pt x="28477" y="6863"/>
                      <a:pt x="28456" y="6989"/>
                      <a:pt x="28456" y="7094"/>
                    </a:cubicBezTo>
                    <a:lnTo>
                      <a:pt x="28435" y="7114"/>
                    </a:lnTo>
                    <a:lnTo>
                      <a:pt x="28456" y="7156"/>
                    </a:lnTo>
                    <a:lnTo>
                      <a:pt x="28456" y="7219"/>
                    </a:lnTo>
                    <a:cubicBezTo>
                      <a:pt x="28456" y="7283"/>
                      <a:pt x="28503" y="7308"/>
                      <a:pt x="28554" y="7308"/>
                    </a:cubicBezTo>
                    <a:cubicBezTo>
                      <a:pt x="28586" y="7308"/>
                      <a:pt x="28620" y="7298"/>
                      <a:pt x="28644" y="7282"/>
                    </a:cubicBezTo>
                    <a:lnTo>
                      <a:pt x="28707" y="7282"/>
                    </a:lnTo>
                    <a:lnTo>
                      <a:pt x="28707" y="7324"/>
                    </a:lnTo>
                    <a:lnTo>
                      <a:pt x="28582" y="7533"/>
                    </a:lnTo>
                    <a:lnTo>
                      <a:pt x="28561" y="7617"/>
                    </a:lnTo>
                    <a:lnTo>
                      <a:pt x="28456" y="7679"/>
                    </a:lnTo>
                    <a:lnTo>
                      <a:pt x="28477" y="7596"/>
                    </a:lnTo>
                    <a:lnTo>
                      <a:pt x="28435" y="7533"/>
                    </a:lnTo>
                    <a:lnTo>
                      <a:pt x="28477" y="7407"/>
                    </a:lnTo>
                    <a:lnTo>
                      <a:pt x="28393" y="7324"/>
                    </a:lnTo>
                    <a:lnTo>
                      <a:pt x="28268" y="7387"/>
                    </a:lnTo>
                    <a:lnTo>
                      <a:pt x="28184" y="7512"/>
                    </a:lnTo>
                    <a:lnTo>
                      <a:pt x="28121" y="7512"/>
                    </a:lnTo>
                    <a:lnTo>
                      <a:pt x="28038" y="7679"/>
                    </a:lnTo>
                    <a:lnTo>
                      <a:pt x="27954" y="7700"/>
                    </a:lnTo>
                    <a:lnTo>
                      <a:pt x="27870" y="7910"/>
                    </a:lnTo>
                    <a:lnTo>
                      <a:pt x="27724" y="8056"/>
                    </a:lnTo>
                    <a:lnTo>
                      <a:pt x="27703" y="8203"/>
                    </a:lnTo>
                    <a:lnTo>
                      <a:pt x="27745" y="8328"/>
                    </a:lnTo>
                    <a:lnTo>
                      <a:pt x="27745" y="8412"/>
                    </a:lnTo>
                    <a:lnTo>
                      <a:pt x="27808" y="8433"/>
                    </a:lnTo>
                    <a:lnTo>
                      <a:pt x="27870" y="8370"/>
                    </a:lnTo>
                    <a:lnTo>
                      <a:pt x="27933" y="8370"/>
                    </a:lnTo>
                    <a:lnTo>
                      <a:pt x="27933" y="8454"/>
                    </a:lnTo>
                    <a:lnTo>
                      <a:pt x="27828" y="8537"/>
                    </a:lnTo>
                    <a:lnTo>
                      <a:pt x="27828" y="8579"/>
                    </a:lnTo>
                    <a:lnTo>
                      <a:pt x="27724" y="8579"/>
                    </a:lnTo>
                    <a:lnTo>
                      <a:pt x="27619" y="8642"/>
                    </a:lnTo>
                    <a:lnTo>
                      <a:pt x="27431" y="8830"/>
                    </a:lnTo>
                    <a:lnTo>
                      <a:pt x="27347" y="8935"/>
                    </a:lnTo>
                    <a:lnTo>
                      <a:pt x="27326" y="9207"/>
                    </a:lnTo>
                    <a:lnTo>
                      <a:pt x="27389" y="9311"/>
                    </a:lnTo>
                    <a:lnTo>
                      <a:pt x="27389" y="9395"/>
                    </a:lnTo>
                    <a:lnTo>
                      <a:pt x="27326" y="9500"/>
                    </a:lnTo>
                    <a:lnTo>
                      <a:pt x="27347" y="9563"/>
                    </a:lnTo>
                    <a:lnTo>
                      <a:pt x="27389" y="9625"/>
                    </a:lnTo>
                    <a:lnTo>
                      <a:pt x="27452" y="9625"/>
                    </a:lnTo>
                    <a:lnTo>
                      <a:pt x="27515" y="9667"/>
                    </a:lnTo>
                    <a:lnTo>
                      <a:pt x="27536" y="9793"/>
                    </a:lnTo>
                    <a:lnTo>
                      <a:pt x="27640" y="9835"/>
                    </a:lnTo>
                    <a:lnTo>
                      <a:pt x="27703" y="9939"/>
                    </a:lnTo>
                    <a:lnTo>
                      <a:pt x="27745" y="9939"/>
                    </a:lnTo>
                    <a:lnTo>
                      <a:pt x="27828" y="9814"/>
                    </a:lnTo>
                    <a:lnTo>
                      <a:pt x="27808" y="9939"/>
                    </a:lnTo>
                    <a:lnTo>
                      <a:pt x="27849" y="10107"/>
                    </a:lnTo>
                    <a:lnTo>
                      <a:pt x="28017" y="10127"/>
                    </a:lnTo>
                    <a:lnTo>
                      <a:pt x="28080" y="10190"/>
                    </a:lnTo>
                    <a:lnTo>
                      <a:pt x="28184" y="10190"/>
                    </a:lnTo>
                    <a:lnTo>
                      <a:pt x="28331" y="10211"/>
                    </a:lnTo>
                    <a:lnTo>
                      <a:pt x="28331" y="10295"/>
                    </a:lnTo>
                    <a:lnTo>
                      <a:pt x="28226" y="10504"/>
                    </a:lnTo>
                    <a:lnTo>
                      <a:pt x="28121" y="10546"/>
                    </a:lnTo>
                    <a:lnTo>
                      <a:pt x="28080" y="10525"/>
                    </a:lnTo>
                    <a:lnTo>
                      <a:pt x="28121" y="10420"/>
                    </a:lnTo>
                    <a:lnTo>
                      <a:pt x="28226" y="10379"/>
                    </a:lnTo>
                    <a:lnTo>
                      <a:pt x="28080" y="10337"/>
                    </a:lnTo>
                    <a:lnTo>
                      <a:pt x="27954" y="10379"/>
                    </a:lnTo>
                    <a:lnTo>
                      <a:pt x="27849" y="10504"/>
                    </a:lnTo>
                    <a:lnTo>
                      <a:pt x="27912" y="10546"/>
                    </a:lnTo>
                    <a:lnTo>
                      <a:pt x="27912" y="10630"/>
                    </a:lnTo>
                    <a:lnTo>
                      <a:pt x="27745" y="10713"/>
                    </a:lnTo>
                    <a:lnTo>
                      <a:pt x="27661" y="10797"/>
                    </a:lnTo>
                    <a:lnTo>
                      <a:pt x="27598" y="10797"/>
                    </a:lnTo>
                    <a:lnTo>
                      <a:pt x="27515" y="10944"/>
                    </a:lnTo>
                    <a:lnTo>
                      <a:pt x="27536" y="11006"/>
                    </a:lnTo>
                    <a:lnTo>
                      <a:pt x="27619" y="11006"/>
                    </a:lnTo>
                    <a:lnTo>
                      <a:pt x="27661" y="11048"/>
                    </a:lnTo>
                    <a:lnTo>
                      <a:pt x="27766" y="11027"/>
                    </a:lnTo>
                    <a:lnTo>
                      <a:pt x="27828" y="10923"/>
                    </a:lnTo>
                    <a:lnTo>
                      <a:pt x="27808" y="10860"/>
                    </a:lnTo>
                    <a:lnTo>
                      <a:pt x="27870" y="10839"/>
                    </a:lnTo>
                    <a:lnTo>
                      <a:pt x="27954" y="10797"/>
                    </a:lnTo>
                    <a:lnTo>
                      <a:pt x="28017" y="10839"/>
                    </a:lnTo>
                    <a:lnTo>
                      <a:pt x="27975" y="10944"/>
                    </a:lnTo>
                    <a:lnTo>
                      <a:pt x="27912" y="11069"/>
                    </a:lnTo>
                    <a:lnTo>
                      <a:pt x="27870" y="11236"/>
                    </a:lnTo>
                    <a:lnTo>
                      <a:pt x="27870" y="11320"/>
                    </a:lnTo>
                    <a:lnTo>
                      <a:pt x="27808" y="11383"/>
                    </a:lnTo>
                    <a:lnTo>
                      <a:pt x="27640" y="11425"/>
                    </a:lnTo>
                    <a:lnTo>
                      <a:pt x="27536" y="11529"/>
                    </a:lnTo>
                    <a:lnTo>
                      <a:pt x="27452" y="11550"/>
                    </a:lnTo>
                    <a:lnTo>
                      <a:pt x="27452" y="11592"/>
                    </a:lnTo>
                    <a:lnTo>
                      <a:pt x="27410" y="11697"/>
                    </a:lnTo>
                    <a:lnTo>
                      <a:pt x="27138" y="11801"/>
                    </a:lnTo>
                    <a:lnTo>
                      <a:pt x="27075" y="11906"/>
                    </a:lnTo>
                    <a:lnTo>
                      <a:pt x="26971" y="11948"/>
                    </a:lnTo>
                    <a:lnTo>
                      <a:pt x="26929" y="11885"/>
                    </a:lnTo>
                    <a:lnTo>
                      <a:pt x="26887" y="11885"/>
                    </a:lnTo>
                    <a:lnTo>
                      <a:pt x="26866" y="11843"/>
                    </a:lnTo>
                    <a:lnTo>
                      <a:pt x="26803" y="11906"/>
                    </a:lnTo>
                    <a:lnTo>
                      <a:pt x="26720" y="11948"/>
                    </a:lnTo>
                    <a:lnTo>
                      <a:pt x="26720" y="11948"/>
                    </a:lnTo>
                    <a:lnTo>
                      <a:pt x="26761" y="11885"/>
                    </a:lnTo>
                    <a:lnTo>
                      <a:pt x="26720" y="11843"/>
                    </a:lnTo>
                    <a:lnTo>
                      <a:pt x="26615" y="11948"/>
                    </a:lnTo>
                    <a:lnTo>
                      <a:pt x="26573" y="12094"/>
                    </a:lnTo>
                    <a:lnTo>
                      <a:pt x="26468" y="12262"/>
                    </a:lnTo>
                    <a:lnTo>
                      <a:pt x="26448" y="12304"/>
                    </a:lnTo>
                    <a:lnTo>
                      <a:pt x="26489" y="12387"/>
                    </a:lnTo>
                    <a:lnTo>
                      <a:pt x="26489" y="12471"/>
                    </a:lnTo>
                    <a:lnTo>
                      <a:pt x="26406" y="12617"/>
                    </a:lnTo>
                    <a:lnTo>
                      <a:pt x="26406" y="12701"/>
                    </a:lnTo>
                    <a:lnTo>
                      <a:pt x="26468" y="12785"/>
                    </a:lnTo>
                    <a:lnTo>
                      <a:pt x="26385" y="12827"/>
                    </a:lnTo>
                    <a:lnTo>
                      <a:pt x="26343" y="12952"/>
                    </a:lnTo>
                    <a:lnTo>
                      <a:pt x="26364" y="12952"/>
                    </a:lnTo>
                    <a:lnTo>
                      <a:pt x="26448" y="12931"/>
                    </a:lnTo>
                    <a:lnTo>
                      <a:pt x="26489" y="12848"/>
                    </a:lnTo>
                    <a:lnTo>
                      <a:pt x="26594" y="12889"/>
                    </a:lnTo>
                    <a:lnTo>
                      <a:pt x="26699" y="12806"/>
                    </a:lnTo>
                    <a:lnTo>
                      <a:pt x="26615" y="12910"/>
                    </a:lnTo>
                    <a:lnTo>
                      <a:pt x="26510" y="12910"/>
                    </a:lnTo>
                    <a:lnTo>
                      <a:pt x="26406" y="13015"/>
                    </a:lnTo>
                    <a:lnTo>
                      <a:pt x="26259" y="13057"/>
                    </a:lnTo>
                    <a:lnTo>
                      <a:pt x="26259" y="13203"/>
                    </a:lnTo>
                    <a:lnTo>
                      <a:pt x="26176" y="13266"/>
                    </a:lnTo>
                    <a:lnTo>
                      <a:pt x="26071" y="13203"/>
                    </a:lnTo>
                    <a:lnTo>
                      <a:pt x="25945" y="13203"/>
                    </a:lnTo>
                    <a:lnTo>
                      <a:pt x="25862" y="13120"/>
                    </a:lnTo>
                    <a:lnTo>
                      <a:pt x="25778" y="13161"/>
                    </a:lnTo>
                    <a:lnTo>
                      <a:pt x="25820" y="13350"/>
                    </a:lnTo>
                    <a:lnTo>
                      <a:pt x="25631" y="13245"/>
                    </a:lnTo>
                    <a:lnTo>
                      <a:pt x="25694" y="12994"/>
                    </a:lnTo>
                    <a:lnTo>
                      <a:pt x="25631" y="12827"/>
                    </a:lnTo>
                    <a:lnTo>
                      <a:pt x="25548" y="12722"/>
                    </a:lnTo>
                    <a:lnTo>
                      <a:pt x="25590" y="12555"/>
                    </a:lnTo>
                    <a:lnTo>
                      <a:pt x="25631" y="12555"/>
                    </a:lnTo>
                    <a:lnTo>
                      <a:pt x="25673" y="12722"/>
                    </a:lnTo>
                    <a:lnTo>
                      <a:pt x="25820" y="12638"/>
                    </a:lnTo>
                    <a:lnTo>
                      <a:pt x="25862" y="12743"/>
                    </a:lnTo>
                    <a:lnTo>
                      <a:pt x="25987" y="12806"/>
                    </a:lnTo>
                    <a:lnTo>
                      <a:pt x="26071" y="12722"/>
                    </a:lnTo>
                    <a:lnTo>
                      <a:pt x="26071" y="12638"/>
                    </a:lnTo>
                    <a:lnTo>
                      <a:pt x="26134" y="12492"/>
                    </a:lnTo>
                    <a:lnTo>
                      <a:pt x="26029" y="12513"/>
                    </a:lnTo>
                    <a:lnTo>
                      <a:pt x="25945" y="12492"/>
                    </a:lnTo>
                    <a:lnTo>
                      <a:pt x="26029" y="12429"/>
                    </a:lnTo>
                    <a:lnTo>
                      <a:pt x="26092" y="12304"/>
                    </a:lnTo>
                    <a:lnTo>
                      <a:pt x="26029" y="12304"/>
                    </a:lnTo>
                    <a:lnTo>
                      <a:pt x="25945" y="12387"/>
                    </a:lnTo>
                    <a:lnTo>
                      <a:pt x="25778" y="12429"/>
                    </a:lnTo>
                    <a:lnTo>
                      <a:pt x="25778" y="12345"/>
                    </a:lnTo>
                    <a:lnTo>
                      <a:pt x="25924" y="12283"/>
                    </a:lnTo>
                    <a:lnTo>
                      <a:pt x="25924" y="12178"/>
                    </a:lnTo>
                    <a:lnTo>
                      <a:pt x="25841" y="12178"/>
                    </a:lnTo>
                    <a:lnTo>
                      <a:pt x="25736" y="12220"/>
                    </a:lnTo>
                    <a:lnTo>
                      <a:pt x="25736" y="12136"/>
                    </a:lnTo>
                    <a:lnTo>
                      <a:pt x="25778" y="11969"/>
                    </a:lnTo>
                    <a:lnTo>
                      <a:pt x="25862" y="11864"/>
                    </a:lnTo>
                    <a:lnTo>
                      <a:pt x="25883" y="11969"/>
                    </a:lnTo>
                    <a:lnTo>
                      <a:pt x="25945" y="11906"/>
                    </a:lnTo>
                    <a:lnTo>
                      <a:pt x="25945" y="11822"/>
                    </a:lnTo>
                    <a:lnTo>
                      <a:pt x="26092" y="11676"/>
                    </a:lnTo>
                    <a:lnTo>
                      <a:pt x="26092" y="11592"/>
                    </a:lnTo>
                    <a:lnTo>
                      <a:pt x="26280" y="11488"/>
                    </a:lnTo>
                    <a:lnTo>
                      <a:pt x="26280" y="11362"/>
                    </a:lnTo>
                    <a:lnTo>
                      <a:pt x="26364" y="11299"/>
                    </a:lnTo>
                    <a:lnTo>
                      <a:pt x="26448" y="11278"/>
                    </a:lnTo>
                    <a:lnTo>
                      <a:pt x="26448" y="11236"/>
                    </a:lnTo>
                    <a:lnTo>
                      <a:pt x="26343" y="11236"/>
                    </a:lnTo>
                    <a:lnTo>
                      <a:pt x="26196" y="11257"/>
                    </a:lnTo>
                    <a:lnTo>
                      <a:pt x="26155" y="11425"/>
                    </a:lnTo>
                    <a:lnTo>
                      <a:pt x="26029" y="11488"/>
                    </a:lnTo>
                    <a:lnTo>
                      <a:pt x="25945" y="11467"/>
                    </a:lnTo>
                    <a:lnTo>
                      <a:pt x="25966" y="11425"/>
                    </a:lnTo>
                    <a:lnTo>
                      <a:pt x="26113" y="11362"/>
                    </a:lnTo>
                    <a:lnTo>
                      <a:pt x="26134" y="11257"/>
                    </a:lnTo>
                    <a:lnTo>
                      <a:pt x="26050" y="11216"/>
                    </a:lnTo>
                    <a:lnTo>
                      <a:pt x="25966" y="11236"/>
                    </a:lnTo>
                    <a:lnTo>
                      <a:pt x="25883" y="11153"/>
                    </a:lnTo>
                    <a:lnTo>
                      <a:pt x="25924" y="11069"/>
                    </a:lnTo>
                    <a:lnTo>
                      <a:pt x="25945" y="10944"/>
                    </a:lnTo>
                    <a:lnTo>
                      <a:pt x="25862" y="10860"/>
                    </a:lnTo>
                    <a:lnTo>
                      <a:pt x="25820" y="10902"/>
                    </a:lnTo>
                    <a:lnTo>
                      <a:pt x="25778" y="10964"/>
                    </a:lnTo>
                    <a:lnTo>
                      <a:pt x="25778" y="10902"/>
                    </a:lnTo>
                    <a:lnTo>
                      <a:pt x="25820" y="10818"/>
                    </a:lnTo>
                    <a:lnTo>
                      <a:pt x="25757" y="10713"/>
                    </a:lnTo>
                    <a:lnTo>
                      <a:pt x="25652" y="10713"/>
                    </a:lnTo>
                    <a:lnTo>
                      <a:pt x="25631" y="10902"/>
                    </a:lnTo>
                    <a:lnTo>
                      <a:pt x="25527" y="10964"/>
                    </a:lnTo>
                    <a:lnTo>
                      <a:pt x="25506" y="11027"/>
                    </a:lnTo>
                    <a:lnTo>
                      <a:pt x="25443" y="10985"/>
                    </a:lnTo>
                    <a:lnTo>
                      <a:pt x="25443" y="10923"/>
                    </a:lnTo>
                    <a:lnTo>
                      <a:pt x="25401" y="10839"/>
                    </a:lnTo>
                    <a:lnTo>
                      <a:pt x="25318" y="10839"/>
                    </a:lnTo>
                    <a:lnTo>
                      <a:pt x="25297" y="10923"/>
                    </a:lnTo>
                    <a:lnTo>
                      <a:pt x="25318" y="10964"/>
                    </a:lnTo>
                    <a:lnTo>
                      <a:pt x="25297" y="11027"/>
                    </a:lnTo>
                    <a:lnTo>
                      <a:pt x="25339" y="11132"/>
                    </a:lnTo>
                    <a:lnTo>
                      <a:pt x="25339" y="11195"/>
                    </a:lnTo>
                    <a:lnTo>
                      <a:pt x="25297" y="11257"/>
                    </a:lnTo>
                    <a:lnTo>
                      <a:pt x="25234" y="11195"/>
                    </a:lnTo>
                    <a:lnTo>
                      <a:pt x="25234" y="11132"/>
                    </a:lnTo>
                    <a:lnTo>
                      <a:pt x="25192" y="11132"/>
                    </a:lnTo>
                    <a:lnTo>
                      <a:pt x="25171" y="11195"/>
                    </a:lnTo>
                    <a:lnTo>
                      <a:pt x="25213" y="11446"/>
                    </a:lnTo>
                    <a:lnTo>
                      <a:pt x="25234" y="11592"/>
                    </a:lnTo>
                    <a:lnTo>
                      <a:pt x="25401" y="11676"/>
                    </a:lnTo>
                    <a:lnTo>
                      <a:pt x="25443" y="11760"/>
                    </a:lnTo>
                    <a:lnTo>
                      <a:pt x="25443" y="11990"/>
                    </a:lnTo>
                    <a:lnTo>
                      <a:pt x="25422" y="11864"/>
                    </a:lnTo>
                    <a:lnTo>
                      <a:pt x="25339" y="11801"/>
                    </a:lnTo>
                    <a:lnTo>
                      <a:pt x="25192" y="11613"/>
                    </a:lnTo>
                    <a:lnTo>
                      <a:pt x="25171" y="11467"/>
                    </a:lnTo>
                    <a:lnTo>
                      <a:pt x="25108" y="11278"/>
                    </a:lnTo>
                    <a:lnTo>
                      <a:pt x="25025" y="11278"/>
                    </a:lnTo>
                    <a:lnTo>
                      <a:pt x="24983" y="11341"/>
                    </a:lnTo>
                    <a:lnTo>
                      <a:pt x="25004" y="11488"/>
                    </a:lnTo>
                    <a:lnTo>
                      <a:pt x="25087" y="11592"/>
                    </a:lnTo>
                    <a:lnTo>
                      <a:pt x="25108" y="11718"/>
                    </a:lnTo>
                    <a:lnTo>
                      <a:pt x="25067" y="11760"/>
                    </a:lnTo>
                    <a:lnTo>
                      <a:pt x="24983" y="11655"/>
                    </a:lnTo>
                    <a:lnTo>
                      <a:pt x="24774" y="11697"/>
                    </a:lnTo>
                    <a:lnTo>
                      <a:pt x="24711" y="11760"/>
                    </a:lnTo>
                    <a:lnTo>
                      <a:pt x="24648" y="11676"/>
                    </a:lnTo>
                    <a:lnTo>
                      <a:pt x="24564" y="11655"/>
                    </a:lnTo>
                    <a:lnTo>
                      <a:pt x="24376" y="11488"/>
                    </a:lnTo>
                    <a:lnTo>
                      <a:pt x="24146" y="11488"/>
                    </a:lnTo>
                    <a:lnTo>
                      <a:pt x="24125" y="11404"/>
                    </a:lnTo>
                    <a:lnTo>
                      <a:pt x="24083" y="11404"/>
                    </a:lnTo>
                    <a:lnTo>
                      <a:pt x="23937" y="11488"/>
                    </a:lnTo>
                    <a:lnTo>
                      <a:pt x="23874" y="11571"/>
                    </a:lnTo>
                    <a:lnTo>
                      <a:pt x="23707" y="11571"/>
                    </a:lnTo>
                    <a:lnTo>
                      <a:pt x="23560" y="11655"/>
                    </a:lnTo>
                    <a:lnTo>
                      <a:pt x="23435" y="11550"/>
                    </a:lnTo>
                    <a:lnTo>
                      <a:pt x="23414" y="11550"/>
                    </a:lnTo>
                    <a:lnTo>
                      <a:pt x="23393" y="11446"/>
                    </a:lnTo>
                    <a:lnTo>
                      <a:pt x="23330" y="11404"/>
                    </a:lnTo>
                    <a:lnTo>
                      <a:pt x="23204" y="11488"/>
                    </a:lnTo>
                    <a:lnTo>
                      <a:pt x="23204" y="11404"/>
                    </a:lnTo>
                    <a:lnTo>
                      <a:pt x="23037" y="11257"/>
                    </a:lnTo>
                    <a:lnTo>
                      <a:pt x="23016" y="11174"/>
                    </a:lnTo>
                    <a:lnTo>
                      <a:pt x="22974" y="11153"/>
                    </a:lnTo>
                    <a:lnTo>
                      <a:pt x="22974" y="11069"/>
                    </a:lnTo>
                    <a:lnTo>
                      <a:pt x="22995" y="11027"/>
                    </a:lnTo>
                    <a:lnTo>
                      <a:pt x="22932" y="10944"/>
                    </a:lnTo>
                    <a:lnTo>
                      <a:pt x="22890" y="10964"/>
                    </a:lnTo>
                    <a:lnTo>
                      <a:pt x="22870" y="10944"/>
                    </a:lnTo>
                    <a:lnTo>
                      <a:pt x="22870" y="10860"/>
                    </a:lnTo>
                    <a:lnTo>
                      <a:pt x="22807" y="10839"/>
                    </a:lnTo>
                    <a:lnTo>
                      <a:pt x="22702" y="10881"/>
                    </a:lnTo>
                    <a:lnTo>
                      <a:pt x="22577" y="10881"/>
                    </a:lnTo>
                    <a:lnTo>
                      <a:pt x="22493" y="10818"/>
                    </a:lnTo>
                    <a:lnTo>
                      <a:pt x="22451" y="10818"/>
                    </a:lnTo>
                    <a:lnTo>
                      <a:pt x="22409" y="10755"/>
                    </a:lnTo>
                    <a:lnTo>
                      <a:pt x="22305" y="10713"/>
                    </a:lnTo>
                    <a:lnTo>
                      <a:pt x="22200" y="10713"/>
                    </a:lnTo>
                    <a:lnTo>
                      <a:pt x="22263" y="10630"/>
                    </a:lnTo>
                    <a:lnTo>
                      <a:pt x="22263" y="10546"/>
                    </a:lnTo>
                    <a:lnTo>
                      <a:pt x="22346" y="10462"/>
                    </a:lnTo>
                    <a:lnTo>
                      <a:pt x="22346" y="10420"/>
                    </a:lnTo>
                    <a:lnTo>
                      <a:pt x="22263" y="10400"/>
                    </a:lnTo>
                    <a:lnTo>
                      <a:pt x="22179" y="10400"/>
                    </a:lnTo>
                    <a:lnTo>
                      <a:pt x="22158" y="10148"/>
                    </a:lnTo>
                    <a:lnTo>
                      <a:pt x="22095" y="10127"/>
                    </a:lnTo>
                    <a:lnTo>
                      <a:pt x="22095" y="10086"/>
                    </a:lnTo>
                    <a:lnTo>
                      <a:pt x="22179" y="10023"/>
                    </a:lnTo>
                    <a:lnTo>
                      <a:pt x="22200" y="9981"/>
                    </a:lnTo>
                    <a:lnTo>
                      <a:pt x="22158" y="9939"/>
                    </a:lnTo>
                    <a:lnTo>
                      <a:pt x="22179" y="9876"/>
                    </a:lnTo>
                    <a:lnTo>
                      <a:pt x="22179" y="9772"/>
                    </a:lnTo>
                    <a:cubicBezTo>
                      <a:pt x="22284" y="9709"/>
                      <a:pt x="22388" y="9688"/>
                      <a:pt x="22493" y="9604"/>
                    </a:cubicBezTo>
                    <a:lnTo>
                      <a:pt x="22514" y="9625"/>
                    </a:lnTo>
                    <a:lnTo>
                      <a:pt x="22598" y="9604"/>
                    </a:lnTo>
                    <a:lnTo>
                      <a:pt x="22681" y="9500"/>
                    </a:lnTo>
                    <a:lnTo>
                      <a:pt x="22702" y="9500"/>
                    </a:lnTo>
                    <a:lnTo>
                      <a:pt x="22702" y="9604"/>
                    </a:lnTo>
                    <a:lnTo>
                      <a:pt x="22765" y="9709"/>
                    </a:lnTo>
                    <a:lnTo>
                      <a:pt x="22828" y="9730"/>
                    </a:lnTo>
                    <a:lnTo>
                      <a:pt x="22911" y="9688"/>
                    </a:lnTo>
                    <a:lnTo>
                      <a:pt x="22995" y="9709"/>
                    </a:lnTo>
                    <a:lnTo>
                      <a:pt x="23037" y="9793"/>
                    </a:lnTo>
                    <a:lnTo>
                      <a:pt x="23121" y="9793"/>
                    </a:lnTo>
                    <a:lnTo>
                      <a:pt x="23183" y="9835"/>
                    </a:lnTo>
                    <a:lnTo>
                      <a:pt x="23225" y="9835"/>
                    </a:lnTo>
                    <a:lnTo>
                      <a:pt x="23225" y="9730"/>
                    </a:lnTo>
                    <a:lnTo>
                      <a:pt x="23288" y="9730"/>
                    </a:lnTo>
                    <a:lnTo>
                      <a:pt x="23351" y="9709"/>
                    </a:lnTo>
                    <a:lnTo>
                      <a:pt x="23414" y="9730"/>
                    </a:lnTo>
                    <a:lnTo>
                      <a:pt x="23414" y="9814"/>
                    </a:lnTo>
                    <a:lnTo>
                      <a:pt x="23455" y="9835"/>
                    </a:lnTo>
                    <a:lnTo>
                      <a:pt x="23539" y="9814"/>
                    </a:lnTo>
                    <a:lnTo>
                      <a:pt x="23602" y="9730"/>
                    </a:lnTo>
                    <a:lnTo>
                      <a:pt x="23644" y="9772"/>
                    </a:lnTo>
                    <a:lnTo>
                      <a:pt x="23665" y="9835"/>
                    </a:lnTo>
                    <a:lnTo>
                      <a:pt x="23727" y="9835"/>
                    </a:lnTo>
                    <a:lnTo>
                      <a:pt x="23748" y="9793"/>
                    </a:lnTo>
                    <a:lnTo>
                      <a:pt x="23769" y="9793"/>
                    </a:lnTo>
                    <a:lnTo>
                      <a:pt x="23832" y="9709"/>
                    </a:lnTo>
                    <a:lnTo>
                      <a:pt x="23916" y="9709"/>
                    </a:lnTo>
                    <a:lnTo>
                      <a:pt x="23937" y="9772"/>
                    </a:lnTo>
                    <a:lnTo>
                      <a:pt x="23979" y="9793"/>
                    </a:lnTo>
                    <a:lnTo>
                      <a:pt x="24041" y="9772"/>
                    </a:lnTo>
                    <a:lnTo>
                      <a:pt x="24041" y="9709"/>
                    </a:lnTo>
                    <a:lnTo>
                      <a:pt x="24020" y="9667"/>
                    </a:lnTo>
                    <a:lnTo>
                      <a:pt x="24083" y="9583"/>
                    </a:lnTo>
                    <a:lnTo>
                      <a:pt x="24083" y="9521"/>
                    </a:lnTo>
                    <a:lnTo>
                      <a:pt x="24146" y="9458"/>
                    </a:lnTo>
                    <a:lnTo>
                      <a:pt x="24146" y="9374"/>
                    </a:lnTo>
                    <a:lnTo>
                      <a:pt x="24062" y="9374"/>
                    </a:lnTo>
                    <a:lnTo>
                      <a:pt x="24041" y="9291"/>
                    </a:lnTo>
                    <a:lnTo>
                      <a:pt x="24062" y="9186"/>
                    </a:lnTo>
                    <a:lnTo>
                      <a:pt x="24146" y="9165"/>
                    </a:lnTo>
                    <a:lnTo>
                      <a:pt x="24146" y="9060"/>
                    </a:lnTo>
                    <a:lnTo>
                      <a:pt x="24041" y="8998"/>
                    </a:lnTo>
                    <a:lnTo>
                      <a:pt x="23958" y="9039"/>
                    </a:lnTo>
                    <a:lnTo>
                      <a:pt x="23958" y="9102"/>
                    </a:lnTo>
                    <a:lnTo>
                      <a:pt x="23916" y="9165"/>
                    </a:lnTo>
                    <a:lnTo>
                      <a:pt x="23832" y="9102"/>
                    </a:lnTo>
                    <a:lnTo>
                      <a:pt x="23707" y="9102"/>
                    </a:lnTo>
                    <a:lnTo>
                      <a:pt x="23560" y="9249"/>
                    </a:lnTo>
                    <a:lnTo>
                      <a:pt x="23455" y="9311"/>
                    </a:lnTo>
                    <a:lnTo>
                      <a:pt x="23455" y="9270"/>
                    </a:lnTo>
                    <a:lnTo>
                      <a:pt x="23602" y="9186"/>
                    </a:lnTo>
                    <a:lnTo>
                      <a:pt x="23644" y="9102"/>
                    </a:lnTo>
                    <a:lnTo>
                      <a:pt x="23644" y="8977"/>
                    </a:lnTo>
                    <a:lnTo>
                      <a:pt x="23602" y="9060"/>
                    </a:lnTo>
                    <a:lnTo>
                      <a:pt x="23539" y="9039"/>
                    </a:lnTo>
                    <a:lnTo>
                      <a:pt x="23539" y="8935"/>
                    </a:lnTo>
                    <a:lnTo>
                      <a:pt x="23644" y="8851"/>
                    </a:lnTo>
                    <a:lnTo>
                      <a:pt x="23560" y="8726"/>
                    </a:lnTo>
                    <a:lnTo>
                      <a:pt x="23644" y="8642"/>
                    </a:lnTo>
                    <a:lnTo>
                      <a:pt x="23727" y="8642"/>
                    </a:lnTo>
                    <a:lnTo>
                      <a:pt x="23707" y="8684"/>
                    </a:lnTo>
                    <a:lnTo>
                      <a:pt x="23748" y="8851"/>
                    </a:lnTo>
                    <a:lnTo>
                      <a:pt x="23832" y="8935"/>
                    </a:lnTo>
                    <a:lnTo>
                      <a:pt x="23874" y="8893"/>
                    </a:lnTo>
                    <a:lnTo>
                      <a:pt x="23979" y="8893"/>
                    </a:lnTo>
                    <a:lnTo>
                      <a:pt x="24041" y="8767"/>
                    </a:lnTo>
                    <a:lnTo>
                      <a:pt x="23979" y="8726"/>
                    </a:lnTo>
                    <a:lnTo>
                      <a:pt x="23979" y="8663"/>
                    </a:lnTo>
                    <a:lnTo>
                      <a:pt x="24062" y="8663"/>
                    </a:lnTo>
                    <a:lnTo>
                      <a:pt x="24083" y="8726"/>
                    </a:lnTo>
                    <a:lnTo>
                      <a:pt x="24146" y="8684"/>
                    </a:lnTo>
                    <a:lnTo>
                      <a:pt x="24251" y="8621"/>
                    </a:lnTo>
                    <a:lnTo>
                      <a:pt x="24271" y="8475"/>
                    </a:lnTo>
                    <a:lnTo>
                      <a:pt x="24292" y="8579"/>
                    </a:lnTo>
                    <a:lnTo>
                      <a:pt x="24355" y="8579"/>
                    </a:lnTo>
                    <a:lnTo>
                      <a:pt x="24460" y="8516"/>
                    </a:lnTo>
                    <a:lnTo>
                      <a:pt x="24376" y="8684"/>
                    </a:lnTo>
                    <a:lnTo>
                      <a:pt x="24376" y="8851"/>
                    </a:lnTo>
                    <a:lnTo>
                      <a:pt x="24439" y="8830"/>
                    </a:lnTo>
                    <a:lnTo>
                      <a:pt x="24481" y="8851"/>
                    </a:lnTo>
                    <a:lnTo>
                      <a:pt x="24439" y="8935"/>
                    </a:lnTo>
                    <a:lnTo>
                      <a:pt x="24502" y="8935"/>
                    </a:lnTo>
                    <a:lnTo>
                      <a:pt x="24564" y="8788"/>
                    </a:lnTo>
                    <a:lnTo>
                      <a:pt x="24606" y="8747"/>
                    </a:lnTo>
                    <a:lnTo>
                      <a:pt x="24690" y="8579"/>
                    </a:lnTo>
                    <a:lnTo>
                      <a:pt x="24774" y="8558"/>
                    </a:lnTo>
                    <a:lnTo>
                      <a:pt x="24753" y="8684"/>
                    </a:lnTo>
                    <a:lnTo>
                      <a:pt x="24648" y="8788"/>
                    </a:lnTo>
                    <a:lnTo>
                      <a:pt x="24669" y="8977"/>
                    </a:lnTo>
                    <a:lnTo>
                      <a:pt x="24753" y="8977"/>
                    </a:lnTo>
                    <a:lnTo>
                      <a:pt x="24815" y="9039"/>
                    </a:lnTo>
                    <a:lnTo>
                      <a:pt x="24878" y="8956"/>
                    </a:lnTo>
                    <a:lnTo>
                      <a:pt x="25004" y="8851"/>
                    </a:lnTo>
                    <a:lnTo>
                      <a:pt x="25067" y="8684"/>
                    </a:lnTo>
                    <a:lnTo>
                      <a:pt x="25108" y="8558"/>
                    </a:lnTo>
                    <a:lnTo>
                      <a:pt x="25087" y="8433"/>
                    </a:lnTo>
                    <a:lnTo>
                      <a:pt x="25129" y="8370"/>
                    </a:lnTo>
                    <a:lnTo>
                      <a:pt x="25108" y="8328"/>
                    </a:lnTo>
                    <a:lnTo>
                      <a:pt x="25025" y="8328"/>
                    </a:lnTo>
                    <a:lnTo>
                      <a:pt x="24983" y="8307"/>
                    </a:lnTo>
                    <a:lnTo>
                      <a:pt x="24899" y="8349"/>
                    </a:lnTo>
                    <a:lnTo>
                      <a:pt x="24899" y="8223"/>
                    </a:lnTo>
                    <a:lnTo>
                      <a:pt x="24941" y="8203"/>
                    </a:lnTo>
                    <a:lnTo>
                      <a:pt x="24920" y="8140"/>
                    </a:lnTo>
                    <a:lnTo>
                      <a:pt x="24815" y="8140"/>
                    </a:lnTo>
                    <a:lnTo>
                      <a:pt x="24795" y="8098"/>
                    </a:lnTo>
                    <a:lnTo>
                      <a:pt x="24690" y="8014"/>
                    </a:lnTo>
                    <a:lnTo>
                      <a:pt x="24690" y="7931"/>
                    </a:lnTo>
                    <a:lnTo>
                      <a:pt x="24606" y="7742"/>
                    </a:lnTo>
                    <a:lnTo>
                      <a:pt x="24585" y="7617"/>
                    </a:lnTo>
                    <a:lnTo>
                      <a:pt x="24627" y="7491"/>
                    </a:lnTo>
                    <a:lnTo>
                      <a:pt x="24585" y="7324"/>
                    </a:lnTo>
                    <a:lnTo>
                      <a:pt x="24502" y="7470"/>
                    </a:lnTo>
                    <a:lnTo>
                      <a:pt x="24502" y="7575"/>
                    </a:lnTo>
                    <a:lnTo>
                      <a:pt x="24418" y="7428"/>
                    </a:lnTo>
                    <a:lnTo>
                      <a:pt x="24292" y="7366"/>
                    </a:lnTo>
                    <a:lnTo>
                      <a:pt x="24271" y="7114"/>
                    </a:lnTo>
                    <a:lnTo>
                      <a:pt x="24188" y="7073"/>
                    </a:lnTo>
                    <a:lnTo>
                      <a:pt x="24167" y="6884"/>
                    </a:lnTo>
                    <a:lnTo>
                      <a:pt x="24083" y="6780"/>
                    </a:lnTo>
                    <a:lnTo>
                      <a:pt x="24083" y="6675"/>
                    </a:lnTo>
                    <a:lnTo>
                      <a:pt x="24041" y="6591"/>
                    </a:lnTo>
                    <a:lnTo>
                      <a:pt x="24041" y="6529"/>
                    </a:lnTo>
                    <a:lnTo>
                      <a:pt x="24146" y="6529"/>
                    </a:lnTo>
                    <a:lnTo>
                      <a:pt x="24167" y="6382"/>
                    </a:lnTo>
                    <a:lnTo>
                      <a:pt x="24251" y="6382"/>
                    </a:lnTo>
                    <a:lnTo>
                      <a:pt x="24271" y="6424"/>
                    </a:lnTo>
                    <a:lnTo>
                      <a:pt x="24355" y="6361"/>
                    </a:lnTo>
                    <a:lnTo>
                      <a:pt x="24355" y="6257"/>
                    </a:lnTo>
                    <a:lnTo>
                      <a:pt x="24460" y="6026"/>
                    </a:lnTo>
                    <a:lnTo>
                      <a:pt x="24460" y="5922"/>
                    </a:lnTo>
                    <a:lnTo>
                      <a:pt x="24481" y="5880"/>
                    </a:lnTo>
                    <a:lnTo>
                      <a:pt x="24397" y="5692"/>
                    </a:lnTo>
                    <a:lnTo>
                      <a:pt x="24460" y="5566"/>
                    </a:lnTo>
                    <a:lnTo>
                      <a:pt x="24523" y="5566"/>
                    </a:lnTo>
                    <a:lnTo>
                      <a:pt x="24523" y="5399"/>
                    </a:lnTo>
                    <a:lnTo>
                      <a:pt x="24627" y="5252"/>
                    </a:lnTo>
                    <a:lnTo>
                      <a:pt x="24627" y="5148"/>
                    </a:lnTo>
                    <a:lnTo>
                      <a:pt x="24690" y="5064"/>
                    </a:lnTo>
                    <a:lnTo>
                      <a:pt x="24690" y="4855"/>
                    </a:lnTo>
                    <a:lnTo>
                      <a:pt x="24774" y="4834"/>
                    </a:lnTo>
                    <a:lnTo>
                      <a:pt x="24774" y="4729"/>
                    </a:lnTo>
                    <a:lnTo>
                      <a:pt x="24899" y="4583"/>
                    </a:lnTo>
                    <a:lnTo>
                      <a:pt x="24899" y="4478"/>
                    </a:lnTo>
                    <a:cubicBezTo>
                      <a:pt x="24918" y="4516"/>
                      <a:pt x="24966" y="4536"/>
                      <a:pt x="25020" y="4536"/>
                    </a:cubicBezTo>
                    <a:cubicBezTo>
                      <a:pt x="25085" y="4536"/>
                      <a:pt x="25158" y="4505"/>
                      <a:pt x="25192" y="4436"/>
                    </a:cubicBezTo>
                    <a:lnTo>
                      <a:pt x="25255" y="4122"/>
                    </a:lnTo>
                    <a:lnTo>
                      <a:pt x="25359" y="4122"/>
                    </a:lnTo>
                    <a:lnTo>
                      <a:pt x="25506" y="3955"/>
                    </a:lnTo>
                    <a:lnTo>
                      <a:pt x="25652" y="3892"/>
                    </a:lnTo>
                    <a:lnTo>
                      <a:pt x="25820" y="3725"/>
                    </a:lnTo>
                    <a:lnTo>
                      <a:pt x="25862" y="3725"/>
                    </a:lnTo>
                    <a:lnTo>
                      <a:pt x="25987" y="3599"/>
                    </a:lnTo>
                    <a:lnTo>
                      <a:pt x="25987" y="3516"/>
                    </a:lnTo>
                    <a:lnTo>
                      <a:pt x="26050" y="3474"/>
                    </a:lnTo>
                    <a:lnTo>
                      <a:pt x="26050" y="3390"/>
                    </a:lnTo>
                    <a:lnTo>
                      <a:pt x="25966" y="3285"/>
                    </a:lnTo>
                    <a:lnTo>
                      <a:pt x="25987" y="3223"/>
                    </a:lnTo>
                    <a:lnTo>
                      <a:pt x="25987" y="3160"/>
                    </a:lnTo>
                    <a:lnTo>
                      <a:pt x="25883" y="2993"/>
                    </a:lnTo>
                    <a:lnTo>
                      <a:pt x="25820" y="2993"/>
                    </a:lnTo>
                    <a:lnTo>
                      <a:pt x="25736" y="3013"/>
                    </a:lnTo>
                    <a:lnTo>
                      <a:pt x="25631" y="2972"/>
                    </a:lnTo>
                    <a:lnTo>
                      <a:pt x="25548" y="2993"/>
                    </a:lnTo>
                    <a:lnTo>
                      <a:pt x="25443" y="2909"/>
                    </a:lnTo>
                    <a:lnTo>
                      <a:pt x="25359" y="2909"/>
                    </a:lnTo>
                    <a:lnTo>
                      <a:pt x="25297" y="2846"/>
                    </a:lnTo>
                    <a:lnTo>
                      <a:pt x="25129" y="2867"/>
                    </a:lnTo>
                    <a:lnTo>
                      <a:pt x="25025" y="2972"/>
                    </a:lnTo>
                    <a:lnTo>
                      <a:pt x="24941" y="2993"/>
                    </a:lnTo>
                    <a:lnTo>
                      <a:pt x="24774" y="3118"/>
                    </a:lnTo>
                    <a:lnTo>
                      <a:pt x="24774" y="3181"/>
                    </a:lnTo>
                    <a:lnTo>
                      <a:pt x="24878" y="3265"/>
                    </a:lnTo>
                    <a:lnTo>
                      <a:pt x="24941" y="3390"/>
                    </a:lnTo>
                    <a:lnTo>
                      <a:pt x="24941" y="3516"/>
                    </a:lnTo>
                    <a:lnTo>
                      <a:pt x="24983" y="3641"/>
                    </a:lnTo>
                    <a:lnTo>
                      <a:pt x="24941" y="3704"/>
                    </a:lnTo>
                    <a:lnTo>
                      <a:pt x="24941" y="3809"/>
                    </a:lnTo>
                    <a:lnTo>
                      <a:pt x="25025" y="3913"/>
                    </a:lnTo>
                    <a:lnTo>
                      <a:pt x="25025" y="3934"/>
                    </a:lnTo>
                    <a:lnTo>
                      <a:pt x="25004" y="3955"/>
                    </a:lnTo>
                    <a:cubicBezTo>
                      <a:pt x="24983" y="4018"/>
                      <a:pt x="24941" y="4081"/>
                      <a:pt x="24920" y="4143"/>
                    </a:cubicBezTo>
                    <a:lnTo>
                      <a:pt x="24899" y="4081"/>
                    </a:lnTo>
                    <a:lnTo>
                      <a:pt x="24920" y="4018"/>
                    </a:lnTo>
                    <a:lnTo>
                      <a:pt x="24920" y="3934"/>
                    </a:lnTo>
                    <a:lnTo>
                      <a:pt x="24815" y="3871"/>
                    </a:lnTo>
                    <a:lnTo>
                      <a:pt x="24774" y="3725"/>
                    </a:lnTo>
                    <a:lnTo>
                      <a:pt x="24795" y="3662"/>
                    </a:lnTo>
                    <a:lnTo>
                      <a:pt x="24711" y="3495"/>
                    </a:lnTo>
                    <a:lnTo>
                      <a:pt x="24606" y="3474"/>
                    </a:lnTo>
                    <a:lnTo>
                      <a:pt x="24564" y="3411"/>
                    </a:lnTo>
                    <a:lnTo>
                      <a:pt x="24502" y="3411"/>
                    </a:lnTo>
                    <a:lnTo>
                      <a:pt x="24481" y="3578"/>
                    </a:lnTo>
                    <a:lnTo>
                      <a:pt x="24418" y="3578"/>
                    </a:lnTo>
                    <a:lnTo>
                      <a:pt x="24292" y="3369"/>
                    </a:lnTo>
                    <a:lnTo>
                      <a:pt x="24209" y="3369"/>
                    </a:lnTo>
                    <a:lnTo>
                      <a:pt x="24146" y="3285"/>
                    </a:lnTo>
                    <a:lnTo>
                      <a:pt x="24062" y="3327"/>
                    </a:lnTo>
                    <a:lnTo>
                      <a:pt x="24083" y="3495"/>
                    </a:lnTo>
                    <a:lnTo>
                      <a:pt x="24041" y="3516"/>
                    </a:lnTo>
                    <a:lnTo>
                      <a:pt x="23958" y="3495"/>
                    </a:lnTo>
                    <a:lnTo>
                      <a:pt x="23895" y="3620"/>
                    </a:lnTo>
                    <a:lnTo>
                      <a:pt x="23895" y="3704"/>
                    </a:lnTo>
                    <a:lnTo>
                      <a:pt x="23832" y="3746"/>
                    </a:lnTo>
                    <a:lnTo>
                      <a:pt x="23748" y="4039"/>
                    </a:lnTo>
                    <a:lnTo>
                      <a:pt x="23748" y="4143"/>
                    </a:lnTo>
                    <a:lnTo>
                      <a:pt x="23686" y="4227"/>
                    </a:lnTo>
                    <a:lnTo>
                      <a:pt x="23686" y="4353"/>
                    </a:lnTo>
                    <a:lnTo>
                      <a:pt x="23665" y="4374"/>
                    </a:lnTo>
                    <a:lnTo>
                      <a:pt x="23665" y="4478"/>
                    </a:lnTo>
                    <a:lnTo>
                      <a:pt x="23581" y="4541"/>
                    </a:lnTo>
                    <a:lnTo>
                      <a:pt x="23581" y="4771"/>
                    </a:lnTo>
                    <a:lnTo>
                      <a:pt x="23518" y="4813"/>
                    </a:lnTo>
                    <a:lnTo>
                      <a:pt x="23455" y="4792"/>
                    </a:lnTo>
                    <a:lnTo>
                      <a:pt x="23372" y="4980"/>
                    </a:lnTo>
                    <a:lnTo>
                      <a:pt x="23414" y="5064"/>
                    </a:lnTo>
                    <a:lnTo>
                      <a:pt x="23372" y="5169"/>
                    </a:lnTo>
                    <a:lnTo>
                      <a:pt x="23372" y="5273"/>
                    </a:lnTo>
                    <a:lnTo>
                      <a:pt x="23309" y="5378"/>
                    </a:lnTo>
                    <a:lnTo>
                      <a:pt x="23351" y="5462"/>
                    </a:lnTo>
                    <a:lnTo>
                      <a:pt x="23330" y="5524"/>
                    </a:lnTo>
                    <a:lnTo>
                      <a:pt x="23204" y="5524"/>
                    </a:lnTo>
                    <a:lnTo>
                      <a:pt x="23246" y="5587"/>
                    </a:lnTo>
                    <a:lnTo>
                      <a:pt x="23351" y="5629"/>
                    </a:lnTo>
                    <a:lnTo>
                      <a:pt x="23351" y="5734"/>
                    </a:lnTo>
                    <a:lnTo>
                      <a:pt x="23267" y="5713"/>
                    </a:lnTo>
                    <a:lnTo>
                      <a:pt x="23204" y="5734"/>
                    </a:lnTo>
                    <a:lnTo>
                      <a:pt x="23121" y="5796"/>
                    </a:lnTo>
                    <a:lnTo>
                      <a:pt x="23037" y="5754"/>
                    </a:lnTo>
                    <a:lnTo>
                      <a:pt x="22995" y="5817"/>
                    </a:lnTo>
                    <a:lnTo>
                      <a:pt x="22995" y="5922"/>
                    </a:lnTo>
                    <a:lnTo>
                      <a:pt x="22932" y="5964"/>
                    </a:lnTo>
                    <a:lnTo>
                      <a:pt x="22849" y="5922"/>
                    </a:lnTo>
                    <a:lnTo>
                      <a:pt x="22849" y="5817"/>
                    </a:lnTo>
                    <a:lnTo>
                      <a:pt x="22890" y="5734"/>
                    </a:lnTo>
                    <a:lnTo>
                      <a:pt x="22828" y="5650"/>
                    </a:lnTo>
                    <a:lnTo>
                      <a:pt x="22828" y="5482"/>
                    </a:lnTo>
                    <a:lnTo>
                      <a:pt x="22911" y="5294"/>
                    </a:lnTo>
                    <a:lnTo>
                      <a:pt x="22932" y="5169"/>
                    </a:lnTo>
                    <a:lnTo>
                      <a:pt x="23016" y="5085"/>
                    </a:lnTo>
                    <a:lnTo>
                      <a:pt x="23016" y="4980"/>
                    </a:lnTo>
                    <a:lnTo>
                      <a:pt x="23037" y="4876"/>
                    </a:lnTo>
                    <a:lnTo>
                      <a:pt x="23100" y="4646"/>
                    </a:lnTo>
                    <a:lnTo>
                      <a:pt x="23225" y="4562"/>
                    </a:lnTo>
                    <a:lnTo>
                      <a:pt x="23225" y="4436"/>
                    </a:lnTo>
                    <a:lnTo>
                      <a:pt x="23100" y="4436"/>
                    </a:lnTo>
                    <a:lnTo>
                      <a:pt x="23100" y="4353"/>
                    </a:lnTo>
                    <a:lnTo>
                      <a:pt x="23163" y="4269"/>
                    </a:lnTo>
                    <a:lnTo>
                      <a:pt x="23163" y="4039"/>
                    </a:lnTo>
                    <a:lnTo>
                      <a:pt x="23121" y="3976"/>
                    </a:lnTo>
                    <a:lnTo>
                      <a:pt x="23058" y="3850"/>
                    </a:lnTo>
                    <a:lnTo>
                      <a:pt x="23100" y="3809"/>
                    </a:lnTo>
                    <a:lnTo>
                      <a:pt x="23100" y="3662"/>
                    </a:lnTo>
                    <a:lnTo>
                      <a:pt x="23016" y="3662"/>
                    </a:lnTo>
                    <a:lnTo>
                      <a:pt x="22911" y="3537"/>
                    </a:lnTo>
                    <a:lnTo>
                      <a:pt x="22744" y="3599"/>
                    </a:lnTo>
                    <a:lnTo>
                      <a:pt x="22723" y="3725"/>
                    </a:lnTo>
                    <a:lnTo>
                      <a:pt x="22828" y="3809"/>
                    </a:lnTo>
                    <a:lnTo>
                      <a:pt x="22828" y="3913"/>
                    </a:lnTo>
                    <a:lnTo>
                      <a:pt x="22890" y="3976"/>
                    </a:lnTo>
                    <a:lnTo>
                      <a:pt x="22890" y="4060"/>
                    </a:lnTo>
                    <a:lnTo>
                      <a:pt x="22807" y="4060"/>
                    </a:lnTo>
                    <a:lnTo>
                      <a:pt x="22786" y="3955"/>
                    </a:lnTo>
                    <a:lnTo>
                      <a:pt x="22702" y="3955"/>
                    </a:lnTo>
                    <a:lnTo>
                      <a:pt x="22639" y="4081"/>
                    </a:lnTo>
                    <a:lnTo>
                      <a:pt x="22702" y="4122"/>
                    </a:lnTo>
                    <a:lnTo>
                      <a:pt x="22723" y="4227"/>
                    </a:lnTo>
                    <a:lnTo>
                      <a:pt x="22786" y="4353"/>
                    </a:lnTo>
                    <a:lnTo>
                      <a:pt x="22723" y="4394"/>
                    </a:lnTo>
                    <a:lnTo>
                      <a:pt x="22702" y="4353"/>
                    </a:lnTo>
                    <a:lnTo>
                      <a:pt x="22639" y="4290"/>
                    </a:lnTo>
                    <a:lnTo>
                      <a:pt x="22618" y="4436"/>
                    </a:lnTo>
                    <a:lnTo>
                      <a:pt x="22514" y="4353"/>
                    </a:lnTo>
                    <a:lnTo>
                      <a:pt x="22514" y="4248"/>
                    </a:lnTo>
                    <a:lnTo>
                      <a:pt x="22430" y="4248"/>
                    </a:lnTo>
                    <a:lnTo>
                      <a:pt x="22388" y="4353"/>
                    </a:lnTo>
                    <a:lnTo>
                      <a:pt x="22326" y="4332"/>
                    </a:lnTo>
                    <a:lnTo>
                      <a:pt x="22326" y="4185"/>
                    </a:lnTo>
                    <a:lnTo>
                      <a:pt x="22409" y="4122"/>
                    </a:lnTo>
                    <a:lnTo>
                      <a:pt x="22388" y="4081"/>
                    </a:lnTo>
                    <a:lnTo>
                      <a:pt x="22221" y="4143"/>
                    </a:lnTo>
                    <a:lnTo>
                      <a:pt x="22095" y="4269"/>
                    </a:lnTo>
                    <a:lnTo>
                      <a:pt x="22012" y="4143"/>
                    </a:lnTo>
                    <a:lnTo>
                      <a:pt x="21949" y="4143"/>
                    </a:lnTo>
                    <a:lnTo>
                      <a:pt x="21865" y="4227"/>
                    </a:lnTo>
                    <a:lnTo>
                      <a:pt x="21740" y="4227"/>
                    </a:lnTo>
                    <a:lnTo>
                      <a:pt x="21698" y="4164"/>
                    </a:lnTo>
                    <a:lnTo>
                      <a:pt x="21572" y="4185"/>
                    </a:lnTo>
                    <a:lnTo>
                      <a:pt x="21530" y="4143"/>
                    </a:lnTo>
                    <a:lnTo>
                      <a:pt x="21635" y="4060"/>
                    </a:lnTo>
                    <a:lnTo>
                      <a:pt x="21782" y="4039"/>
                    </a:lnTo>
                    <a:lnTo>
                      <a:pt x="21865" y="4060"/>
                    </a:lnTo>
                    <a:lnTo>
                      <a:pt x="21991" y="4039"/>
                    </a:lnTo>
                    <a:lnTo>
                      <a:pt x="21991" y="3955"/>
                    </a:lnTo>
                    <a:lnTo>
                      <a:pt x="22074" y="3934"/>
                    </a:lnTo>
                    <a:lnTo>
                      <a:pt x="22158" y="3955"/>
                    </a:lnTo>
                    <a:lnTo>
                      <a:pt x="22263" y="3850"/>
                    </a:lnTo>
                    <a:lnTo>
                      <a:pt x="22263" y="3746"/>
                    </a:lnTo>
                    <a:lnTo>
                      <a:pt x="22284" y="3662"/>
                    </a:lnTo>
                    <a:lnTo>
                      <a:pt x="22200" y="3599"/>
                    </a:lnTo>
                    <a:lnTo>
                      <a:pt x="22095" y="3411"/>
                    </a:lnTo>
                    <a:lnTo>
                      <a:pt x="21970" y="3348"/>
                    </a:lnTo>
                    <a:lnTo>
                      <a:pt x="21949" y="3285"/>
                    </a:lnTo>
                    <a:lnTo>
                      <a:pt x="21761" y="3118"/>
                    </a:lnTo>
                    <a:lnTo>
                      <a:pt x="21740" y="3076"/>
                    </a:lnTo>
                    <a:lnTo>
                      <a:pt x="21635" y="3076"/>
                    </a:lnTo>
                    <a:lnTo>
                      <a:pt x="21489" y="3139"/>
                    </a:lnTo>
                    <a:lnTo>
                      <a:pt x="21426" y="3139"/>
                    </a:lnTo>
                    <a:lnTo>
                      <a:pt x="21238" y="3327"/>
                    </a:lnTo>
                    <a:lnTo>
                      <a:pt x="21279" y="3390"/>
                    </a:lnTo>
                    <a:lnTo>
                      <a:pt x="21279" y="3453"/>
                    </a:lnTo>
                    <a:lnTo>
                      <a:pt x="21217" y="3495"/>
                    </a:lnTo>
                    <a:lnTo>
                      <a:pt x="21133" y="3516"/>
                    </a:lnTo>
                    <a:lnTo>
                      <a:pt x="21133" y="3453"/>
                    </a:lnTo>
                    <a:lnTo>
                      <a:pt x="21049" y="3495"/>
                    </a:lnTo>
                    <a:lnTo>
                      <a:pt x="20966" y="3432"/>
                    </a:lnTo>
                    <a:lnTo>
                      <a:pt x="20861" y="3432"/>
                    </a:lnTo>
                    <a:lnTo>
                      <a:pt x="20819" y="3495"/>
                    </a:lnTo>
                    <a:lnTo>
                      <a:pt x="20714" y="3495"/>
                    </a:lnTo>
                    <a:lnTo>
                      <a:pt x="20652" y="3432"/>
                    </a:lnTo>
                    <a:lnTo>
                      <a:pt x="20714" y="3390"/>
                    </a:lnTo>
                    <a:lnTo>
                      <a:pt x="20861" y="3348"/>
                    </a:lnTo>
                    <a:lnTo>
                      <a:pt x="20924" y="3244"/>
                    </a:lnTo>
                    <a:lnTo>
                      <a:pt x="21028" y="3223"/>
                    </a:lnTo>
                    <a:lnTo>
                      <a:pt x="21112" y="3244"/>
                    </a:lnTo>
                    <a:lnTo>
                      <a:pt x="21175" y="3139"/>
                    </a:lnTo>
                    <a:lnTo>
                      <a:pt x="21175" y="3013"/>
                    </a:lnTo>
                    <a:lnTo>
                      <a:pt x="21238" y="2972"/>
                    </a:lnTo>
                    <a:lnTo>
                      <a:pt x="21321" y="2972"/>
                    </a:lnTo>
                    <a:lnTo>
                      <a:pt x="21384" y="2804"/>
                    </a:lnTo>
                    <a:lnTo>
                      <a:pt x="21384" y="2616"/>
                    </a:lnTo>
                    <a:lnTo>
                      <a:pt x="21426" y="2553"/>
                    </a:lnTo>
                    <a:lnTo>
                      <a:pt x="21384" y="2449"/>
                    </a:lnTo>
                    <a:lnTo>
                      <a:pt x="21279" y="2449"/>
                    </a:lnTo>
                    <a:lnTo>
                      <a:pt x="21112" y="2490"/>
                    </a:lnTo>
                    <a:lnTo>
                      <a:pt x="20903" y="2553"/>
                    </a:lnTo>
                    <a:lnTo>
                      <a:pt x="20694" y="2616"/>
                    </a:lnTo>
                    <a:lnTo>
                      <a:pt x="20547" y="2658"/>
                    </a:lnTo>
                    <a:cubicBezTo>
                      <a:pt x="20652" y="2616"/>
                      <a:pt x="20798" y="2574"/>
                      <a:pt x="20903" y="2511"/>
                    </a:cubicBezTo>
                    <a:cubicBezTo>
                      <a:pt x="20945" y="2511"/>
                      <a:pt x="21028" y="2490"/>
                      <a:pt x="21070" y="2490"/>
                    </a:cubicBezTo>
                    <a:cubicBezTo>
                      <a:pt x="21217" y="2469"/>
                      <a:pt x="21238" y="2344"/>
                      <a:pt x="21175" y="2239"/>
                    </a:cubicBezTo>
                    <a:lnTo>
                      <a:pt x="21238" y="2177"/>
                    </a:lnTo>
                    <a:lnTo>
                      <a:pt x="21217" y="2072"/>
                    </a:lnTo>
                    <a:lnTo>
                      <a:pt x="21217" y="1967"/>
                    </a:lnTo>
                    <a:lnTo>
                      <a:pt x="21154" y="1884"/>
                    </a:lnTo>
                    <a:lnTo>
                      <a:pt x="21217" y="1842"/>
                    </a:lnTo>
                    <a:lnTo>
                      <a:pt x="21217" y="1674"/>
                    </a:lnTo>
                    <a:lnTo>
                      <a:pt x="21133" y="1507"/>
                    </a:lnTo>
                    <a:lnTo>
                      <a:pt x="21175" y="1402"/>
                    </a:lnTo>
                    <a:lnTo>
                      <a:pt x="21154" y="1109"/>
                    </a:lnTo>
                    <a:lnTo>
                      <a:pt x="20945" y="879"/>
                    </a:lnTo>
                    <a:lnTo>
                      <a:pt x="20924" y="775"/>
                    </a:lnTo>
                    <a:lnTo>
                      <a:pt x="20840" y="733"/>
                    </a:lnTo>
                    <a:lnTo>
                      <a:pt x="20694" y="796"/>
                    </a:lnTo>
                    <a:lnTo>
                      <a:pt x="20526" y="775"/>
                    </a:lnTo>
                    <a:lnTo>
                      <a:pt x="20442" y="837"/>
                    </a:lnTo>
                    <a:lnTo>
                      <a:pt x="20442" y="984"/>
                    </a:lnTo>
                    <a:lnTo>
                      <a:pt x="20212" y="1109"/>
                    </a:lnTo>
                    <a:lnTo>
                      <a:pt x="20212" y="1047"/>
                    </a:lnTo>
                    <a:lnTo>
                      <a:pt x="20380" y="900"/>
                    </a:lnTo>
                    <a:lnTo>
                      <a:pt x="20422" y="754"/>
                    </a:lnTo>
                    <a:lnTo>
                      <a:pt x="20317" y="670"/>
                    </a:lnTo>
                    <a:lnTo>
                      <a:pt x="20212" y="712"/>
                    </a:lnTo>
                    <a:lnTo>
                      <a:pt x="20129" y="733"/>
                    </a:lnTo>
                    <a:lnTo>
                      <a:pt x="20212" y="670"/>
                    </a:lnTo>
                    <a:lnTo>
                      <a:pt x="20191" y="586"/>
                    </a:lnTo>
                    <a:lnTo>
                      <a:pt x="19898" y="419"/>
                    </a:lnTo>
                    <a:lnTo>
                      <a:pt x="19815" y="293"/>
                    </a:lnTo>
                    <a:lnTo>
                      <a:pt x="19752" y="252"/>
                    </a:lnTo>
                    <a:lnTo>
                      <a:pt x="19773" y="105"/>
                    </a:lnTo>
                    <a:lnTo>
                      <a:pt x="1945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A6CBC2"/>
                  </a:solidFill>
                </a:endParaRPr>
              </a:p>
            </p:txBody>
          </p:sp>
        </p:grpSp>
        <p:sp>
          <p:nvSpPr>
            <p:cNvPr id="2196" name="Google Shape;2196;p45"/>
            <p:cNvSpPr/>
            <p:nvPr/>
          </p:nvSpPr>
          <p:spPr>
            <a:xfrm>
              <a:off x="3216902" y="3020658"/>
              <a:ext cx="15456" cy="5959"/>
            </a:xfrm>
            <a:custGeom>
              <a:avLst/>
              <a:gdLst/>
              <a:ahLst/>
              <a:cxnLst/>
              <a:rect l="l" t="t" r="r" b="b"/>
              <a:pathLst>
                <a:path w="1298" h="524" extrusionOk="0">
                  <a:moveTo>
                    <a:pt x="503" y="0"/>
                  </a:moveTo>
                  <a:lnTo>
                    <a:pt x="293" y="42"/>
                  </a:lnTo>
                  <a:lnTo>
                    <a:pt x="168" y="21"/>
                  </a:lnTo>
                  <a:lnTo>
                    <a:pt x="63" y="42"/>
                  </a:lnTo>
                  <a:lnTo>
                    <a:pt x="1" y="147"/>
                  </a:lnTo>
                  <a:lnTo>
                    <a:pt x="105" y="230"/>
                  </a:lnTo>
                  <a:lnTo>
                    <a:pt x="189" y="209"/>
                  </a:lnTo>
                  <a:lnTo>
                    <a:pt x="252" y="230"/>
                  </a:lnTo>
                  <a:lnTo>
                    <a:pt x="314" y="377"/>
                  </a:lnTo>
                  <a:lnTo>
                    <a:pt x="398" y="439"/>
                  </a:lnTo>
                  <a:lnTo>
                    <a:pt x="524" y="439"/>
                  </a:lnTo>
                  <a:lnTo>
                    <a:pt x="607" y="523"/>
                  </a:lnTo>
                  <a:lnTo>
                    <a:pt x="775" y="523"/>
                  </a:lnTo>
                  <a:lnTo>
                    <a:pt x="775" y="377"/>
                  </a:lnTo>
                  <a:lnTo>
                    <a:pt x="879" y="377"/>
                  </a:lnTo>
                  <a:lnTo>
                    <a:pt x="900" y="439"/>
                  </a:lnTo>
                  <a:lnTo>
                    <a:pt x="984" y="439"/>
                  </a:lnTo>
                  <a:lnTo>
                    <a:pt x="1005" y="335"/>
                  </a:lnTo>
                  <a:lnTo>
                    <a:pt x="1089" y="377"/>
                  </a:lnTo>
                  <a:lnTo>
                    <a:pt x="1298" y="377"/>
                  </a:lnTo>
                  <a:lnTo>
                    <a:pt x="1298" y="335"/>
                  </a:lnTo>
                  <a:lnTo>
                    <a:pt x="1193" y="230"/>
                  </a:lnTo>
                  <a:lnTo>
                    <a:pt x="1047" y="209"/>
                  </a:lnTo>
                  <a:lnTo>
                    <a:pt x="942" y="21"/>
                  </a:lnTo>
                  <a:lnTo>
                    <a:pt x="5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7" name="Google Shape;2197;p45"/>
            <p:cNvSpPr/>
            <p:nvPr/>
          </p:nvSpPr>
          <p:spPr>
            <a:xfrm>
              <a:off x="3243063" y="3010423"/>
              <a:ext cx="19695" cy="13340"/>
            </a:xfrm>
            <a:custGeom>
              <a:avLst/>
              <a:gdLst/>
              <a:ahLst/>
              <a:cxnLst/>
              <a:rect l="l" t="t" r="r" b="b"/>
              <a:pathLst>
                <a:path w="1654" h="1173" extrusionOk="0">
                  <a:moveTo>
                    <a:pt x="1089" y="0"/>
                  </a:moveTo>
                  <a:lnTo>
                    <a:pt x="1005" y="63"/>
                  </a:lnTo>
                  <a:lnTo>
                    <a:pt x="900" y="21"/>
                  </a:lnTo>
                  <a:lnTo>
                    <a:pt x="691" y="21"/>
                  </a:lnTo>
                  <a:lnTo>
                    <a:pt x="649" y="84"/>
                  </a:lnTo>
                  <a:lnTo>
                    <a:pt x="754" y="168"/>
                  </a:lnTo>
                  <a:lnTo>
                    <a:pt x="1068" y="272"/>
                  </a:lnTo>
                  <a:lnTo>
                    <a:pt x="1047" y="314"/>
                  </a:lnTo>
                  <a:lnTo>
                    <a:pt x="1109" y="398"/>
                  </a:lnTo>
                  <a:lnTo>
                    <a:pt x="1047" y="544"/>
                  </a:lnTo>
                  <a:lnTo>
                    <a:pt x="1109" y="649"/>
                  </a:lnTo>
                  <a:lnTo>
                    <a:pt x="1214" y="691"/>
                  </a:lnTo>
                  <a:lnTo>
                    <a:pt x="1340" y="795"/>
                  </a:lnTo>
                  <a:lnTo>
                    <a:pt x="1319" y="858"/>
                  </a:lnTo>
                  <a:lnTo>
                    <a:pt x="1068" y="858"/>
                  </a:lnTo>
                  <a:lnTo>
                    <a:pt x="1026" y="900"/>
                  </a:lnTo>
                  <a:lnTo>
                    <a:pt x="921" y="858"/>
                  </a:lnTo>
                  <a:lnTo>
                    <a:pt x="796" y="858"/>
                  </a:lnTo>
                  <a:lnTo>
                    <a:pt x="649" y="816"/>
                  </a:lnTo>
                  <a:lnTo>
                    <a:pt x="524" y="858"/>
                  </a:lnTo>
                  <a:lnTo>
                    <a:pt x="524" y="816"/>
                  </a:lnTo>
                  <a:lnTo>
                    <a:pt x="482" y="795"/>
                  </a:lnTo>
                  <a:lnTo>
                    <a:pt x="293" y="837"/>
                  </a:lnTo>
                  <a:lnTo>
                    <a:pt x="189" y="733"/>
                  </a:lnTo>
                  <a:lnTo>
                    <a:pt x="63" y="795"/>
                  </a:lnTo>
                  <a:lnTo>
                    <a:pt x="0" y="858"/>
                  </a:lnTo>
                  <a:lnTo>
                    <a:pt x="63" y="963"/>
                  </a:lnTo>
                  <a:lnTo>
                    <a:pt x="189" y="1005"/>
                  </a:lnTo>
                  <a:lnTo>
                    <a:pt x="314" y="1151"/>
                  </a:lnTo>
                  <a:lnTo>
                    <a:pt x="377" y="1172"/>
                  </a:lnTo>
                  <a:lnTo>
                    <a:pt x="377" y="1067"/>
                  </a:lnTo>
                  <a:lnTo>
                    <a:pt x="419" y="1026"/>
                  </a:lnTo>
                  <a:lnTo>
                    <a:pt x="691" y="1026"/>
                  </a:lnTo>
                  <a:lnTo>
                    <a:pt x="796" y="1067"/>
                  </a:lnTo>
                  <a:lnTo>
                    <a:pt x="1109" y="1067"/>
                  </a:lnTo>
                  <a:lnTo>
                    <a:pt x="1151" y="1047"/>
                  </a:lnTo>
                  <a:lnTo>
                    <a:pt x="1256" y="1109"/>
                  </a:lnTo>
                  <a:lnTo>
                    <a:pt x="1340" y="1109"/>
                  </a:lnTo>
                  <a:lnTo>
                    <a:pt x="1340" y="1047"/>
                  </a:lnTo>
                  <a:lnTo>
                    <a:pt x="1570" y="921"/>
                  </a:lnTo>
                  <a:lnTo>
                    <a:pt x="1570" y="837"/>
                  </a:lnTo>
                  <a:lnTo>
                    <a:pt x="1570" y="733"/>
                  </a:lnTo>
                  <a:lnTo>
                    <a:pt x="1528" y="607"/>
                  </a:lnTo>
                  <a:lnTo>
                    <a:pt x="1549" y="544"/>
                  </a:lnTo>
                  <a:lnTo>
                    <a:pt x="1633" y="502"/>
                  </a:lnTo>
                  <a:lnTo>
                    <a:pt x="1653" y="377"/>
                  </a:lnTo>
                  <a:lnTo>
                    <a:pt x="1612" y="293"/>
                  </a:lnTo>
                  <a:lnTo>
                    <a:pt x="1653" y="189"/>
                  </a:lnTo>
                  <a:lnTo>
                    <a:pt x="1633" y="126"/>
                  </a:lnTo>
                  <a:lnTo>
                    <a:pt x="1528" y="105"/>
                  </a:lnTo>
                  <a:lnTo>
                    <a:pt x="1423" y="126"/>
                  </a:lnTo>
                  <a:lnTo>
                    <a:pt x="1319" y="21"/>
                  </a:lnTo>
                  <a:lnTo>
                    <a:pt x="108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8" name="Google Shape;2198;p45"/>
            <p:cNvSpPr/>
            <p:nvPr/>
          </p:nvSpPr>
          <p:spPr>
            <a:xfrm>
              <a:off x="3173297" y="2986859"/>
              <a:ext cx="73267" cy="24997"/>
            </a:xfrm>
            <a:custGeom>
              <a:avLst/>
              <a:gdLst/>
              <a:ahLst/>
              <a:cxnLst/>
              <a:rect l="l" t="t" r="r" b="b"/>
              <a:pathLst>
                <a:path w="6153" h="2198" extrusionOk="0">
                  <a:moveTo>
                    <a:pt x="1570" y="1"/>
                  </a:moveTo>
                  <a:lnTo>
                    <a:pt x="1445" y="106"/>
                  </a:lnTo>
                  <a:lnTo>
                    <a:pt x="1131" y="106"/>
                  </a:lnTo>
                  <a:lnTo>
                    <a:pt x="901" y="168"/>
                  </a:lnTo>
                  <a:lnTo>
                    <a:pt x="817" y="252"/>
                  </a:lnTo>
                  <a:lnTo>
                    <a:pt x="566" y="315"/>
                  </a:lnTo>
                  <a:lnTo>
                    <a:pt x="482" y="419"/>
                  </a:lnTo>
                  <a:lnTo>
                    <a:pt x="377" y="482"/>
                  </a:lnTo>
                  <a:lnTo>
                    <a:pt x="357" y="608"/>
                  </a:lnTo>
                  <a:lnTo>
                    <a:pt x="419" y="712"/>
                  </a:lnTo>
                  <a:lnTo>
                    <a:pt x="398" y="775"/>
                  </a:lnTo>
                  <a:lnTo>
                    <a:pt x="294" y="712"/>
                  </a:lnTo>
                  <a:lnTo>
                    <a:pt x="85" y="817"/>
                  </a:lnTo>
                  <a:lnTo>
                    <a:pt x="1" y="796"/>
                  </a:lnTo>
                  <a:lnTo>
                    <a:pt x="1" y="880"/>
                  </a:lnTo>
                  <a:lnTo>
                    <a:pt x="105" y="922"/>
                  </a:lnTo>
                  <a:lnTo>
                    <a:pt x="252" y="796"/>
                  </a:lnTo>
                  <a:lnTo>
                    <a:pt x="273" y="817"/>
                  </a:lnTo>
                  <a:lnTo>
                    <a:pt x="273" y="922"/>
                  </a:lnTo>
                  <a:lnTo>
                    <a:pt x="419" y="817"/>
                  </a:lnTo>
                  <a:lnTo>
                    <a:pt x="524" y="817"/>
                  </a:lnTo>
                  <a:lnTo>
                    <a:pt x="629" y="629"/>
                  </a:lnTo>
                  <a:lnTo>
                    <a:pt x="796" y="670"/>
                  </a:lnTo>
                  <a:lnTo>
                    <a:pt x="838" y="608"/>
                  </a:lnTo>
                  <a:lnTo>
                    <a:pt x="922" y="691"/>
                  </a:lnTo>
                  <a:lnTo>
                    <a:pt x="1026" y="670"/>
                  </a:lnTo>
                  <a:lnTo>
                    <a:pt x="1214" y="461"/>
                  </a:lnTo>
                  <a:lnTo>
                    <a:pt x="1319" y="419"/>
                  </a:lnTo>
                  <a:lnTo>
                    <a:pt x="1361" y="357"/>
                  </a:lnTo>
                  <a:lnTo>
                    <a:pt x="1528" y="378"/>
                  </a:lnTo>
                  <a:lnTo>
                    <a:pt x="1654" y="378"/>
                  </a:lnTo>
                  <a:lnTo>
                    <a:pt x="1884" y="398"/>
                  </a:lnTo>
                  <a:lnTo>
                    <a:pt x="1968" y="461"/>
                  </a:lnTo>
                  <a:lnTo>
                    <a:pt x="1884" y="503"/>
                  </a:lnTo>
                  <a:lnTo>
                    <a:pt x="1758" y="503"/>
                  </a:lnTo>
                  <a:lnTo>
                    <a:pt x="1675" y="566"/>
                  </a:lnTo>
                  <a:lnTo>
                    <a:pt x="1758" y="629"/>
                  </a:lnTo>
                  <a:lnTo>
                    <a:pt x="2093" y="691"/>
                  </a:lnTo>
                  <a:lnTo>
                    <a:pt x="2177" y="670"/>
                  </a:lnTo>
                  <a:lnTo>
                    <a:pt x="2282" y="670"/>
                  </a:lnTo>
                  <a:lnTo>
                    <a:pt x="2386" y="733"/>
                  </a:lnTo>
                  <a:lnTo>
                    <a:pt x="2554" y="775"/>
                  </a:lnTo>
                  <a:lnTo>
                    <a:pt x="2616" y="775"/>
                  </a:lnTo>
                  <a:lnTo>
                    <a:pt x="2658" y="691"/>
                  </a:lnTo>
                  <a:lnTo>
                    <a:pt x="2721" y="775"/>
                  </a:lnTo>
                  <a:lnTo>
                    <a:pt x="2763" y="817"/>
                  </a:lnTo>
                  <a:lnTo>
                    <a:pt x="2930" y="942"/>
                  </a:lnTo>
                  <a:lnTo>
                    <a:pt x="3077" y="984"/>
                  </a:lnTo>
                  <a:lnTo>
                    <a:pt x="3139" y="942"/>
                  </a:lnTo>
                  <a:lnTo>
                    <a:pt x="3244" y="1026"/>
                  </a:lnTo>
                  <a:lnTo>
                    <a:pt x="3349" y="1005"/>
                  </a:lnTo>
                  <a:lnTo>
                    <a:pt x="3432" y="1047"/>
                  </a:lnTo>
                  <a:lnTo>
                    <a:pt x="3600" y="1005"/>
                  </a:lnTo>
                  <a:lnTo>
                    <a:pt x="3663" y="1026"/>
                  </a:lnTo>
                  <a:lnTo>
                    <a:pt x="3746" y="1361"/>
                  </a:lnTo>
                  <a:lnTo>
                    <a:pt x="3955" y="1570"/>
                  </a:lnTo>
                  <a:lnTo>
                    <a:pt x="4039" y="1612"/>
                  </a:lnTo>
                  <a:lnTo>
                    <a:pt x="4081" y="1549"/>
                  </a:lnTo>
                  <a:lnTo>
                    <a:pt x="4227" y="1633"/>
                  </a:lnTo>
                  <a:lnTo>
                    <a:pt x="4437" y="1633"/>
                  </a:lnTo>
                  <a:lnTo>
                    <a:pt x="4458" y="1675"/>
                  </a:lnTo>
                  <a:lnTo>
                    <a:pt x="4541" y="1738"/>
                  </a:lnTo>
                  <a:lnTo>
                    <a:pt x="4541" y="1842"/>
                  </a:lnTo>
                  <a:lnTo>
                    <a:pt x="4374" y="1863"/>
                  </a:lnTo>
                  <a:lnTo>
                    <a:pt x="4186" y="2051"/>
                  </a:lnTo>
                  <a:lnTo>
                    <a:pt x="4186" y="2156"/>
                  </a:lnTo>
                  <a:lnTo>
                    <a:pt x="4374" y="2177"/>
                  </a:lnTo>
                  <a:lnTo>
                    <a:pt x="4541" y="2135"/>
                  </a:lnTo>
                  <a:lnTo>
                    <a:pt x="4604" y="2156"/>
                  </a:lnTo>
                  <a:lnTo>
                    <a:pt x="4897" y="2093"/>
                  </a:lnTo>
                  <a:lnTo>
                    <a:pt x="5064" y="2093"/>
                  </a:lnTo>
                  <a:lnTo>
                    <a:pt x="5274" y="2198"/>
                  </a:lnTo>
                  <a:lnTo>
                    <a:pt x="5546" y="2135"/>
                  </a:lnTo>
                  <a:lnTo>
                    <a:pt x="5587" y="2072"/>
                  </a:lnTo>
                  <a:lnTo>
                    <a:pt x="5650" y="2072"/>
                  </a:lnTo>
                  <a:lnTo>
                    <a:pt x="5734" y="2030"/>
                  </a:lnTo>
                  <a:lnTo>
                    <a:pt x="5943" y="2051"/>
                  </a:lnTo>
                  <a:lnTo>
                    <a:pt x="6069" y="1989"/>
                  </a:lnTo>
                  <a:lnTo>
                    <a:pt x="6152" y="1884"/>
                  </a:lnTo>
                  <a:lnTo>
                    <a:pt x="6111" y="1842"/>
                  </a:lnTo>
                  <a:lnTo>
                    <a:pt x="6006" y="1821"/>
                  </a:lnTo>
                  <a:lnTo>
                    <a:pt x="5922" y="1654"/>
                  </a:lnTo>
                  <a:lnTo>
                    <a:pt x="5692" y="1549"/>
                  </a:lnTo>
                  <a:lnTo>
                    <a:pt x="5378" y="1549"/>
                  </a:lnTo>
                  <a:lnTo>
                    <a:pt x="5295" y="1528"/>
                  </a:lnTo>
                  <a:lnTo>
                    <a:pt x="5336" y="1466"/>
                  </a:lnTo>
                  <a:lnTo>
                    <a:pt x="5399" y="1319"/>
                  </a:lnTo>
                  <a:lnTo>
                    <a:pt x="5315" y="1298"/>
                  </a:lnTo>
                  <a:lnTo>
                    <a:pt x="5232" y="1340"/>
                  </a:lnTo>
                  <a:lnTo>
                    <a:pt x="5127" y="1340"/>
                  </a:lnTo>
                  <a:lnTo>
                    <a:pt x="4918" y="1194"/>
                  </a:lnTo>
                  <a:lnTo>
                    <a:pt x="4855" y="1235"/>
                  </a:lnTo>
                  <a:lnTo>
                    <a:pt x="4771" y="1152"/>
                  </a:lnTo>
                  <a:lnTo>
                    <a:pt x="4604" y="1026"/>
                  </a:lnTo>
                  <a:lnTo>
                    <a:pt x="4541" y="1131"/>
                  </a:lnTo>
                  <a:lnTo>
                    <a:pt x="4479" y="1089"/>
                  </a:lnTo>
                  <a:lnTo>
                    <a:pt x="4499" y="1005"/>
                  </a:lnTo>
                  <a:lnTo>
                    <a:pt x="4437" y="984"/>
                  </a:lnTo>
                  <a:lnTo>
                    <a:pt x="4395" y="1047"/>
                  </a:lnTo>
                  <a:lnTo>
                    <a:pt x="4332" y="984"/>
                  </a:lnTo>
                  <a:lnTo>
                    <a:pt x="4123" y="922"/>
                  </a:lnTo>
                  <a:lnTo>
                    <a:pt x="3955" y="796"/>
                  </a:lnTo>
                  <a:lnTo>
                    <a:pt x="3830" y="712"/>
                  </a:lnTo>
                  <a:lnTo>
                    <a:pt x="3704" y="587"/>
                  </a:lnTo>
                  <a:lnTo>
                    <a:pt x="3349" y="587"/>
                  </a:lnTo>
                  <a:lnTo>
                    <a:pt x="3244" y="524"/>
                  </a:lnTo>
                  <a:lnTo>
                    <a:pt x="3202" y="398"/>
                  </a:lnTo>
                  <a:lnTo>
                    <a:pt x="3077" y="252"/>
                  </a:lnTo>
                  <a:lnTo>
                    <a:pt x="2972" y="273"/>
                  </a:lnTo>
                  <a:lnTo>
                    <a:pt x="2909" y="210"/>
                  </a:lnTo>
                  <a:lnTo>
                    <a:pt x="2491" y="147"/>
                  </a:lnTo>
                  <a:lnTo>
                    <a:pt x="2365" y="210"/>
                  </a:lnTo>
                  <a:lnTo>
                    <a:pt x="2177" y="168"/>
                  </a:lnTo>
                  <a:lnTo>
                    <a:pt x="2072" y="43"/>
                  </a:lnTo>
                  <a:lnTo>
                    <a:pt x="182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45"/>
            <p:cNvSpPr/>
            <p:nvPr/>
          </p:nvSpPr>
          <p:spPr>
            <a:xfrm>
              <a:off x="3371128" y="3527019"/>
              <a:ext cx="18695" cy="10247"/>
            </a:xfrm>
            <a:custGeom>
              <a:avLst/>
              <a:gdLst/>
              <a:ahLst/>
              <a:cxnLst/>
              <a:rect l="l" t="t" r="r" b="b"/>
              <a:pathLst>
                <a:path w="1570" h="901" extrusionOk="0">
                  <a:moveTo>
                    <a:pt x="1025" y="0"/>
                  </a:moveTo>
                  <a:lnTo>
                    <a:pt x="984" y="84"/>
                  </a:lnTo>
                  <a:lnTo>
                    <a:pt x="921" y="105"/>
                  </a:lnTo>
                  <a:lnTo>
                    <a:pt x="942" y="189"/>
                  </a:lnTo>
                  <a:lnTo>
                    <a:pt x="921" y="252"/>
                  </a:lnTo>
                  <a:lnTo>
                    <a:pt x="691" y="314"/>
                  </a:lnTo>
                  <a:lnTo>
                    <a:pt x="733" y="273"/>
                  </a:lnTo>
                  <a:lnTo>
                    <a:pt x="774" y="126"/>
                  </a:lnTo>
                  <a:lnTo>
                    <a:pt x="733" y="63"/>
                  </a:lnTo>
                  <a:lnTo>
                    <a:pt x="649" y="84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461" y="84"/>
                  </a:lnTo>
                  <a:lnTo>
                    <a:pt x="377" y="84"/>
                  </a:lnTo>
                  <a:lnTo>
                    <a:pt x="377" y="252"/>
                  </a:lnTo>
                  <a:lnTo>
                    <a:pt x="272" y="210"/>
                  </a:lnTo>
                  <a:lnTo>
                    <a:pt x="168" y="105"/>
                  </a:lnTo>
                  <a:lnTo>
                    <a:pt x="105" y="168"/>
                  </a:lnTo>
                  <a:lnTo>
                    <a:pt x="230" y="356"/>
                  </a:lnTo>
                  <a:lnTo>
                    <a:pt x="377" y="377"/>
                  </a:lnTo>
                  <a:lnTo>
                    <a:pt x="377" y="419"/>
                  </a:lnTo>
                  <a:lnTo>
                    <a:pt x="230" y="419"/>
                  </a:lnTo>
                  <a:lnTo>
                    <a:pt x="168" y="482"/>
                  </a:lnTo>
                  <a:lnTo>
                    <a:pt x="189" y="565"/>
                  </a:lnTo>
                  <a:lnTo>
                    <a:pt x="84" y="670"/>
                  </a:lnTo>
                  <a:lnTo>
                    <a:pt x="0" y="670"/>
                  </a:lnTo>
                  <a:lnTo>
                    <a:pt x="0" y="712"/>
                  </a:lnTo>
                  <a:lnTo>
                    <a:pt x="126" y="796"/>
                  </a:lnTo>
                  <a:lnTo>
                    <a:pt x="189" y="712"/>
                  </a:lnTo>
                  <a:lnTo>
                    <a:pt x="293" y="796"/>
                  </a:lnTo>
                  <a:lnTo>
                    <a:pt x="377" y="691"/>
                  </a:lnTo>
                  <a:lnTo>
                    <a:pt x="230" y="628"/>
                  </a:lnTo>
                  <a:lnTo>
                    <a:pt x="335" y="586"/>
                  </a:lnTo>
                  <a:lnTo>
                    <a:pt x="523" y="607"/>
                  </a:lnTo>
                  <a:lnTo>
                    <a:pt x="649" y="565"/>
                  </a:lnTo>
                  <a:lnTo>
                    <a:pt x="649" y="461"/>
                  </a:lnTo>
                  <a:cubicBezTo>
                    <a:pt x="649" y="461"/>
                    <a:pt x="667" y="470"/>
                    <a:pt x="680" y="470"/>
                  </a:cubicBezTo>
                  <a:cubicBezTo>
                    <a:pt x="686" y="470"/>
                    <a:pt x="691" y="468"/>
                    <a:pt x="691" y="461"/>
                  </a:cubicBezTo>
                  <a:cubicBezTo>
                    <a:pt x="795" y="398"/>
                    <a:pt x="900" y="377"/>
                    <a:pt x="1005" y="314"/>
                  </a:cubicBezTo>
                  <a:lnTo>
                    <a:pt x="1046" y="398"/>
                  </a:lnTo>
                  <a:lnTo>
                    <a:pt x="1025" y="461"/>
                  </a:lnTo>
                  <a:lnTo>
                    <a:pt x="942" y="419"/>
                  </a:lnTo>
                  <a:lnTo>
                    <a:pt x="858" y="461"/>
                  </a:lnTo>
                  <a:lnTo>
                    <a:pt x="691" y="712"/>
                  </a:lnTo>
                  <a:lnTo>
                    <a:pt x="753" y="733"/>
                  </a:lnTo>
                  <a:lnTo>
                    <a:pt x="837" y="879"/>
                  </a:lnTo>
                  <a:lnTo>
                    <a:pt x="921" y="900"/>
                  </a:lnTo>
                  <a:lnTo>
                    <a:pt x="921" y="837"/>
                  </a:lnTo>
                  <a:lnTo>
                    <a:pt x="837" y="733"/>
                  </a:lnTo>
                  <a:lnTo>
                    <a:pt x="858" y="712"/>
                  </a:lnTo>
                  <a:lnTo>
                    <a:pt x="963" y="775"/>
                  </a:lnTo>
                  <a:lnTo>
                    <a:pt x="1025" y="733"/>
                  </a:lnTo>
                  <a:lnTo>
                    <a:pt x="963" y="691"/>
                  </a:lnTo>
                  <a:lnTo>
                    <a:pt x="963" y="607"/>
                  </a:lnTo>
                  <a:lnTo>
                    <a:pt x="1067" y="628"/>
                  </a:lnTo>
                  <a:lnTo>
                    <a:pt x="1172" y="607"/>
                  </a:lnTo>
                  <a:lnTo>
                    <a:pt x="1172" y="586"/>
                  </a:lnTo>
                  <a:lnTo>
                    <a:pt x="1088" y="586"/>
                  </a:lnTo>
                  <a:lnTo>
                    <a:pt x="1046" y="524"/>
                  </a:lnTo>
                  <a:lnTo>
                    <a:pt x="1088" y="503"/>
                  </a:lnTo>
                  <a:lnTo>
                    <a:pt x="1193" y="524"/>
                  </a:lnTo>
                  <a:lnTo>
                    <a:pt x="1339" y="503"/>
                  </a:lnTo>
                  <a:lnTo>
                    <a:pt x="1444" y="419"/>
                  </a:lnTo>
                  <a:lnTo>
                    <a:pt x="1549" y="398"/>
                  </a:lnTo>
                  <a:lnTo>
                    <a:pt x="1507" y="314"/>
                  </a:lnTo>
                  <a:lnTo>
                    <a:pt x="1465" y="293"/>
                  </a:lnTo>
                  <a:lnTo>
                    <a:pt x="1444" y="273"/>
                  </a:lnTo>
                  <a:lnTo>
                    <a:pt x="1486" y="210"/>
                  </a:lnTo>
                  <a:lnTo>
                    <a:pt x="1569" y="189"/>
                  </a:lnTo>
                  <a:lnTo>
                    <a:pt x="1528" y="126"/>
                  </a:lnTo>
                  <a:lnTo>
                    <a:pt x="1381" y="105"/>
                  </a:lnTo>
                  <a:lnTo>
                    <a:pt x="1318" y="126"/>
                  </a:lnTo>
                  <a:lnTo>
                    <a:pt x="1339" y="189"/>
                  </a:lnTo>
                  <a:lnTo>
                    <a:pt x="1256" y="210"/>
                  </a:lnTo>
                  <a:lnTo>
                    <a:pt x="1172" y="105"/>
                  </a:lnTo>
                  <a:lnTo>
                    <a:pt x="1172" y="42"/>
                  </a:lnTo>
                  <a:lnTo>
                    <a:pt x="102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45"/>
            <p:cNvSpPr/>
            <p:nvPr/>
          </p:nvSpPr>
          <p:spPr>
            <a:xfrm>
              <a:off x="3183264" y="3080853"/>
              <a:ext cx="38140" cy="16672"/>
            </a:xfrm>
            <a:custGeom>
              <a:avLst/>
              <a:gdLst/>
              <a:ahLst/>
              <a:cxnLst/>
              <a:rect l="l" t="t" r="r" b="b"/>
              <a:pathLst>
                <a:path w="3203" h="1466" extrusionOk="0">
                  <a:moveTo>
                    <a:pt x="2072" y="1"/>
                  </a:moveTo>
                  <a:lnTo>
                    <a:pt x="2030" y="43"/>
                  </a:lnTo>
                  <a:lnTo>
                    <a:pt x="1863" y="147"/>
                  </a:lnTo>
                  <a:lnTo>
                    <a:pt x="1675" y="189"/>
                  </a:lnTo>
                  <a:lnTo>
                    <a:pt x="1319" y="377"/>
                  </a:lnTo>
                  <a:lnTo>
                    <a:pt x="1214" y="461"/>
                  </a:lnTo>
                  <a:lnTo>
                    <a:pt x="1131" y="482"/>
                  </a:lnTo>
                  <a:lnTo>
                    <a:pt x="921" y="482"/>
                  </a:lnTo>
                  <a:lnTo>
                    <a:pt x="733" y="315"/>
                  </a:lnTo>
                  <a:lnTo>
                    <a:pt x="608" y="273"/>
                  </a:lnTo>
                  <a:lnTo>
                    <a:pt x="566" y="294"/>
                  </a:lnTo>
                  <a:lnTo>
                    <a:pt x="629" y="356"/>
                  </a:lnTo>
                  <a:lnTo>
                    <a:pt x="629" y="398"/>
                  </a:lnTo>
                  <a:lnTo>
                    <a:pt x="566" y="419"/>
                  </a:lnTo>
                  <a:lnTo>
                    <a:pt x="461" y="377"/>
                  </a:lnTo>
                  <a:lnTo>
                    <a:pt x="419" y="315"/>
                  </a:lnTo>
                  <a:lnTo>
                    <a:pt x="461" y="294"/>
                  </a:lnTo>
                  <a:lnTo>
                    <a:pt x="482" y="294"/>
                  </a:lnTo>
                  <a:lnTo>
                    <a:pt x="461" y="252"/>
                  </a:lnTo>
                  <a:lnTo>
                    <a:pt x="398" y="252"/>
                  </a:lnTo>
                  <a:lnTo>
                    <a:pt x="315" y="210"/>
                  </a:lnTo>
                  <a:lnTo>
                    <a:pt x="273" y="168"/>
                  </a:lnTo>
                  <a:lnTo>
                    <a:pt x="252" y="84"/>
                  </a:lnTo>
                  <a:lnTo>
                    <a:pt x="147" y="84"/>
                  </a:lnTo>
                  <a:lnTo>
                    <a:pt x="85" y="147"/>
                  </a:lnTo>
                  <a:lnTo>
                    <a:pt x="85" y="252"/>
                  </a:lnTo>
                  <a:lnTo>
                    <a:pt x="43" y="315"/>
                  </a:lnTo>
                  <a:lnTo>
                    <a:pt x="1" y="398"/>
                  </a:lnTo>
                  <a:lnTo>
                    <a:pt x="85" y="419"/>
                  </a:lnTo>
                  <a:lnTo>
                    <a:pt x="147" y="524"/>
                  </a:lnTo>
                  <a:lnTo>
                    <a:pt x="64" y="587"/>
                  </a:lnTo>
                  <a:lnTo>
                    <a:pt x="43" y="691"/>
                  </a:lnTo>
                  <a:lnTo>
                    <a:pt x="43" y="733"/>
                  </a:lnTo>
                  <a:lnTo>
                    <a:pt x="64" y="796"/>
                  </a:lnTo>
                  <a:lnTo>
                    <a:pt x="168" y="796"/>
                  </a:lnTo>
                  <a:lnTo>
                    <a:pt x="252" y="817"/>
                  </a:lnTo>
                  <a:lnTo>
                    <a:pt x="357" y="796"/>
                  </a:lnTo>
                  <a:lnTo>
                    <a:pt x="398" y="733"/>
                  </a:lnTo>
                  <a:lnTo>
                    <a:pt x="461" y="796"/>
                  </a:lnTo>
                  <a:lnTo>
                    <a:pt x="461" y="838"/>
                  </a:lnTo>
                  <a:lnTo>
                    <a:pt x="524" y="880"/>
                  </a:lnTo>
                  <a:lnTo>
                    <a:pt x="733" y="900"/>
                  </a:lnTo>
                  <a:lnTo>
                    <a:pt x="775" y="1026"/>
                  </a:lnTo>
                  <a:lnTo>
                    <a:pt x="817" y="1193"/>
                  </a:lnTo>
                  <a:lnTo>
                    <a:pt x="921" y="1235"/>
                  </a:lnTo>
                  <a:lnTo>
                    <a:pt x="1026" y="1235"/>
                  </a:lnTo>
                  <a:lnTo>
                    <a:pt x="1047" y="1152"/>
                  </a:lnTo>
                  <a:lnTo>
                    <a:pt x="1005" y="1131"/>
                  </a:lnTo>
                  <a:lnTo>
                    <a:pt x="1047" y="1047"/>
                  </a:lnTo>
                  <a:lnTo>
                    <a:pt x="1131" y="1089"/>
                  </a:lnTo>
                  <a:lnTo>
                    <a:pt x="1152" y="1131"/>
                  </a:lnTo>
                  <a:lnTo>
                    <a:pt x="1131" y="1193"/>
                  </a:lnTo>
                  <a:lnTo>
                    <a:pt x="1152" y="1319"/>
                  </a:lnTo>
                  <a:lnTo>
                    <a:pt x="1152" y="1403"/>
                  </a:lnTo>
                  <a:lnTo>
                    <a:pt x="1193" y="1444"/>
                  </a:lnTo>
                  <a:lnTo>
                    <a:pt x="1340" y="1465"/>
                  </a:lnTo>
                  <a:lnTo>
                    <a:pt x="1424" y="1361"/>
                  </a:lnTo>
                  <a:lnTo>
                    <a:pt x="1507" y="1298"/>
                  </a:lnTo>
                  <a:lnTo>
                    <a:pt x="1612" y="1319"/>
                  </a:lnTo>
                  <a:lnTo>
                    <a:pt x="1654" y="1298"/>
                  </a:lnTo>
                  <a:lnTo>
                    <a:pt x="1654" y="1152"/>
                  </a:lnTo>
                  <a:lnTo>
                    <a:pt x="1570" y="1089"/>
                  </a:lnTo>
                  <a:lnTo>
                    <a:pt x="1465" y="1026"/>
                  </a:lnTo>
                  <a:lnTo>
                    <a:pt x="1445" y="921"/>
                  </a:lnTo>
                  <a:lnTo>
                    <a:pt x="1445" y="880"/>
                  </a:lnTo>
                  <a:lnTo>
                    <a:pt x="1549" y="817"/>
                  </a:lnTo>
                  <a:lnTo>
                    <a:pt x="1737" y="775"/>
                  </a:lnTo>
                  <a:lnTo>
                    <a:pt x="1884" y="628"/>
                  </a:lnTo>
                  <a:lnTo>
                    <a:pt x="1884" y="587"/>
                  </a:lnTo>
                  <a:lnTo>
                    <a:pt x="1863" y="566"/>
                  </a:lnTo>
                  <a:lnTo>
                    <a:pt x="1863" y="419"/>
                  </a:lnTo>
                  <a:lnTo>
                    <a:pt x="2051" y="356"/>
                  </a:lnTo>
                  <a:lnTo>
                    <a:pt x="2177" y="315"/>
                  </a:lnTo>
                  <a:lnTo>
                    <a:pt x="2261" y="377"/>
                  </a:lnTo>
                  <a:lnTo>
                    <a:pt x="2365" y="482"/>
                  </a:lnTo>
                  <a:lnTo>
                    <a:pt x="2449" y="482"/>
                  </a:lnTo>
                  <a:lnTo>
                    <a:pt x="2553" y="608"/>
                  </a:lnTo>
                  <a:lnTo>
                    <a:pt x="2574" y="712"/>
                  </a:lnTo>
                  <a:lnTo>
                    <a:pt x="2616" y="775"/>
                  </a:lnTo>
                  <a:lnTo>
                    <a:pt x="2679" y="733"/>
                  </a:lnTo>
                  <a:lnTo>
                    <a:pt x="2763" y="670"/>
                  </a:lnTo>
                  <a:lnTo>
                    <a:pt x="2805" y="670"/>
                  </a:lnTo>
                  <a:lnTo>
                    <a:pt x="2826" y="733"/>
                  </a:lnTo>
                  <a:lnTo>
                    <a:pt x="2784" y="796"/>
                  </a:lnTo>
                  <a:lnTo>
                    <a:pt x="2721" y="796"/>
                  </a:lnTo>
                  <a:lnTo>
                    <a:pt x="2616" y="942"/>
                  </a:lnTo>
                  <a:lnTo>
                    <a:pt x="2595" y="984"/>
                  </a:lnTo>
                  <a:lnTo>
                    <a:pt x="2616" y="1131"/>
                  </a:lnTo>
                  <a:lnTo>
                    <a:pt x="2763" y="1319"/>
                  </a:lnTo>
                  <a:lnTo>
                    <a:pt x="2888" y="1424"/>
                  </a:lnTo>
                  <a:lnTo>
                    <a:pt x="2972" y="1235"/>
                  </a:lnTo>
                  <a:lnTo>
                    <a:pt x="3014" y="1235"/>
                  </a:lnTo>
                  <a:lnTo>
                    <a:pt x="3098" y="1193"/>
                  </a:lnTo>
                  <a:lnTo>
                    <a:pt x="3118" y="1047"/>
                  </a:lnTo>
                  <a:lnTo>
                    <a:pt x="3202" y="900"/>
                  </a:lnTo>
                  <a:lnTo>
                    <a:pt x="3139" y="733"/>
                  </a:lnTo>
                  <a:lnTo>
                    <a:pt x="3139" y="691"/>
                  </a:lnTo>
                  <a:lnTo>
                    <a:pt x="3181" y="587"/>
                  </a:lnTo>
                  <a:lnTo>
                    <a:pt x="3118" y="524"/>
                  </a:lnTo>
                  <a:lnTo>
                    <a:pt x="3035" y="482"/>
                  </a:lnTo>
                  <a:lnTo>
                    <a:pt x="3014" y="419"/>
                  </a:lnTo>
                  <a:lnTo>
                    <a:pt x="2909" y="294"/>
                  </a:lnTo>
                  <a:lnTo>
                    <a:pt x="2679" y="168"/>
                  </a:lnTo>
                  <a:lnTo>
                    <a:pt x="2512" y="147"/>
                  </a:lnTo>
                  <a:lnTo>
                    <a:pt x="2281" y="147"/>
                  </a:lnTo>
                  <a:lnTo>
                    <a:pt x="2198" y="105"/>
                  </a:lnTo>
                  <a:lnTo>
                    <a:pt x="2156" y="63"/>
                  </a:lnTo>
                  <a:lnTo>
                    <a:pt x="207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45"/>
            <p:cNvSpPr/>
            <p:nvPr/>
          </p:nvSpPr>
          <p:spPr>
            <a:xfrm>
              <a:off x="3163092" y="3070629"/>
              <a:ext cx="23172" cy="20709"/>
            </a:xfrm>
            <a:custGeom>
              <a:avLst/>
              <a:gdLst/>
              <a:ahLst/>
              <a:cxnLst/>
              <a:rect l="l" t="t" r="r" b="b"/>
              <a:pathLst>
                <a:path w="1946" h="1821" extrusionOk="0">
                  <a:moveTo>
                    <a:pt x="293" y="0"/>
                  </a:moveTo>
                  <a:lnTo>
                    <a:pt x="105" y="21"/>
                  </a:lnTo>
                  <a:lnTo>
                    <a:pt x="105" y="42"/>
                  </a:lnTo>
                  <a:lnTo>
                    <a:pt x="63" y="63"/>
                  </a:lnTo>
                  <a:lnTo>
                    <a:pt x="84" y="63"/>
                  </a:lnTo>
                  <a:lnTo>
                    <a:pt x="63" y="209"/>
                  </a:lnTo>
                  <a:lnTo>
                    <a:pt x="0" y="230"/>
                  </a:lnTo>
                  <a:lnTo>
                    <a:pt x="63" y="251"/>
                  </a:lnTo>
                  <a:lnTo>
                    <a:pt x="126" y="272"/>
                  </a:lnTo>
                  <a:lnTo>
                    <a:pt x="167" y="377"/>
                  </a:lnTo>
                  <a:lnTo>
                    <a:pt x="63" y="460"/>
                  </a:lnTo>
                  <a:lnTo>
                    <a:pt x="0" y="586"/>
                  </a:lnTo>
                  <a:lnTo>
                    <a:pt x="21" y="690"/>
                  </a:lnTo>
                  <a:lnTo>
                    <a:pt x="188" y="837"/>
                  </a:lnTo>
                  <a:lnTo>
                    <a:pt x="335" y="837"/>
                  </a:lnTo>
                  <a:lnTo>
                    <a:pt x="418" y="879"/>
                  </a:lnTo>
                  <a:lnTo>
                    <a:pt x="481" y="983"/>
                  </a:lnTo>
                  <a:lnTo>
                    <a:pt x="523" y="983"/>
                  </a:lnTo>
                  <a:lnTo>
                    <a:pt x="607" y="879"/>
                  </a:lnTo>
                  <a:lnTo>
                    <a:pt x="586" y="774"/>
                  </a:lnTo>
                  <a:lnTo>
                    <a:pt x="418" y="670"/>
                  </a:lnTo>
                  <a:lnTo>
                    <a:pt x="377" y="586"/>
                  </a:lnTo>
                  <a:lnTo>
                    <a:pt x="418" y="565"/>
                  </a:lnTo>
                  <a:lnTo>
                    <a:pt x="523" y="649"/>
                  </a:lnTo>
                  <a:lnTo>
                    <a:pt x="628" y="690"/>
                  </a:lnTo>
                  <a:lnTo>
                    <a:pt x="649" y="774"/>
                  </a:lnTo>
                  <a:lnTo>
                    <a:pt x="753" y="858"/>
                  </a:lnTo>
                  <a:lnTo>
                    <a:pt x="795" y="983"/>
                  </a:lnTo>
                  <a:lnTo>
                    <a:pt x="921" y="1067"/>
                  </a:lnTo>
                  <a:lnTo>
                    <a:pt x="1025" y="1151"/>
                  </a:lnTo>
                  <a:lnTo>
                    <a:pt x="1109" y="1193"/>
                  </a:lnTo>
                  <a:lnTo>
                    <a:pt x="1234" y="1318"/>
                  </a:lnTo>
                  <a:lnTo>
                    <a:pt x="1255" y="1402"/>
                  </a:lnTo>
                  <a:lnTo>
                    <a:pt x="1172" y="1486"/>
                  </a:lnTo>
                  <a:lnTo>
                    <a:pt x="1172" y="1569"/>
                  </a:lnTo>
                  <a:lnTo>
                    <a:pt x="1234" y="1632"/>
                  </a:lnTo>
                  <a:lnTo>
                    <a:pt x="1360" y="1695"/>
                  </a:lnTo>
                  <a:lnTo>
                    <a:pt x="1444" y="1737"/>
                  </a:lnTo>
                  <a:lnTo>
                    <a:pt x="1486" y="1716"/>
                  </a:lnTo>
                  <a:lnTo>
                    <a:pt x="1527" y="1632"/>
                  </a:lnTo>
                  <a:lnTo>
                    <a:pt x="1465" y="1569"/>
                  </a:lnTo>
                  <a:lnTo>
                    <a:pt x="1360" y="1507"/>
                  </a:lnTo>
                  <a:lnTo>
                    <a:pt x="1360" y="1486"/>
                  </a:lnTo>
                  <a:lnTo>
                    <a:pt x="1381" y="1465"/>
                  </a:lnTo>
                  <a:lnTo>
                    <a:pt x="1465" y="1507"/>
                  </a:lnTo>
                  <a:lnTo>
                    <a:pt x="1548" y="1632"/>
                  </a:lnTo>
                  <a:lnTo>
                    <a:pt x="1548" y="1737"/>
                  </a:lnTo>
                  <a:lnTo>
                    <a:pt x="1590" y="1737"/>
                  </a:lnTo>
                  <a:lnTo>
                    <a:pt x="1632" y="1779"/>
                  </a:lnTo>
                  <a:lnTo>
                    <a:pt x="1674" y="1820"/>
                  </a:lnTo>
                  <a:lnTo>
                    <a:pt x="1737" y="1820"/>
                  </a:lnTo>
                  <a:lnTo>
                    <a:pt x="1758" y="1779"/>
                  </a:lnTo>
                  <a:lnTo>
                    <a:pt x="1758" y="1695"/>
                  </a:lnTo>
                  <a:lnTo>
                    <a:pt x="1737" y="1632"/>
                  </a:lnTo>
                  <a:lnTo>
                    <a:pt x="1737" y="1590"/>
                  </a:lnTo>
                  <a:lnTo>
                    <a:pt x="1758" y="1486"/>
                  </a:lnTo>
                  <a:lnTo>
                    <a:pt x="1841" y="1423"/>
                  </a:lnTo>
                  <a:lnTo>
                    <a:pt x="1779" y="1318"/>
                  </a:lnTo>
                  <a:lnTo>
                    <a:pt x="1695" y="1297"/>
                  </a:lnTo>
                  <a:lnTo>
                    <a:pt x="1737" y="1214"/>
                  </a:lnTo>
                  <a:lnTo>
                    <a:pt x="1779" y="1151"/>
                  </a:lnTo>
                  <a:lnTo>
                    <a:pt x="1779" y="1046"/>
                  </a:lnTo>
                  <a:lnTo>
                    <a:pt x="1841" y="983"/>
                  </a:lnTo>
                  <a:lnTo>
                    <a:pt x="1946" y="983"/>
                  </a:lnTo>
                  <a:lnTo>
                    <a:pt x="1946" y="962"/>
                  </a:lnTo>
                  <a:lnTo>
                    <a:pt x="1862" y="900"/>
                  </a:lnTo>
                  <a:lnTo>
                    <a:pt x="1758" y="879"/>
                  </a:lnTo>
                  <a:lnTo>
                    <a:pt x="1695" y="795"/>
                  </a:lnTo>
                  <a:lnTo>
                    <a:pt x="1653" y="732"/>
                  </a:lnTo>
                  <a:lnTo>
                    <a:pt x="1548" y="586"/>
                  </a:lnTo>
                  <a:lnTo>
                    <a:pt x="1465" y="481"/>
                  </a:lnTo>
                  <a:lnTo>
                    <a:pt x="1465" y="356"/>
                  </a:lnTo>
                  <a:lnTo>
                    <a:pt x="1423" y="251"/>
                  </a:lnTo>
                  <a:lnTo>
                    <a:pt x="1360" y="272"/>
                  </a:lnTo>
                  <a:lnTo>
                    <a:pt x="1339" y="335"/>
                  </a:lnTo>
                  <a:lnTo>
                    <a:pt x="1234" y="335"/>
                  </a:lnTo>
                  <a:lnTo>
                    <a:pt x="1255" y="272"/>
                  </a:lnTo>
                  <a:lnTo>
                    <a:pt x="1172" y="272"/>
                  </a:lnTo>
                  <a:lnTo>
                    <a:pt x="1130" y="314"/>
                  </a:lnTo>
                  <a:lnTo>
                    <a:pt x="1025" y="209"/>
                  </a:lnTo>
                  <a:lnTo>
                    <a:pt x="1025" y="146"/>
                  </a:lnTo>
                  <a:lnTo>
                    <a:pt x="942" y="126"/>
                  </a:lnTo>
                  <a:lnTo>
                    <a:pt x="858" y="42"/>
                  </a:lnTo>
                  <a:lnTo>
                    <a:pt x="711" y="42"/>
                  </a:lnTo>
                  <a:lnTo>
                    <a:pt x="607" y="6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45"/>
            <p:cNvSpPr/>
            <p:nvPr/>
          </p:nvSpPr>
          <p:spPr>
            <a:xfrm>
              <a:off x="3150875" y="3043494"/>
              <a:ext cx="32150" cy="30467"/>
            </a:xfrm>
            <a:custGeom>
              <a:avLst/>
              <a:gdLst/>
              <a:ahLst/>
              <a:cxnLst/>
              <a:rect l="l" t="t" r="r" b="b"/>
              <a:pathLst>
                <a:path w="2700" h="2679" extrusionOk="0">
                  <a:moveTo>
                    <a:pt x="2470" y="1"/>
                  </a:moveTo>
                  <a:lnTo>
                    <a:pt x="2407" y="22"/>
                  </a:lnTo>
                  <a:lnTo>
                    <a:pt x="2386" y="105"/>
                  </a:lnTo>
                  <a:lnTo>
                    <a:pt x="2302" y="126"/>
                  </a:lnTo>
                  <a:lnTo>
                    <a:pt x="2198" y="210"/>
                  </a:lnTo>
                  <a:lnTo>
                    <a:pt x="2093" y="210"/>
                  </a:lnTo>
                  <a:lnTo>
                    <a:pt x="2072" y="294"/>
                  </a:lnTo>
                  <a:lnTo>
                    <a:pt x="1988" y="252"/>
                  </a:lnTo>
                  <a:lnTo>
                    <a:pt x="1884" y="294"/>
                  </a:lnTo>
                  <a:lnTo>
                    <a:pt x="1863" y="231"/>
                  </a:lnTo>
                  <a:lnTo>
                    <a:pt x="1779" y="189"/>
                  </a:lnTo>
                  <a:lnTo>
                    <a:pt x="1737" y="189"/>
                  </a:lnTo>
                  <a:lnTo>
                    <a:pt x="1696" y="294"/>
                  </a:lnTo>
                  <a:lnTo>
                    <a:pt x="1591" y="294"/>
                  </a:lnTo>
                  <a:lnTo>
                    <a:pt x="1528" y="419"/>
                  </a:lnTo>
                  <a:lnTo>
                    <a:pt x="1528" y="461"/>
                  </a:lnTo>
                  <a:lnTo>
                    <a:pt x="1465" y="503"/>
                  </a:lnTo>
                  <a:lnTo>
                    <a:pt x="1361" y="587"/>
                  </a:lnTo>
                  <a:lnTo>
                    <a:pt x="1235" y="649"/>
                  </a:lnTo>
                  <a:lnTo>
                    <a:pt x="1214" y="691"/>
                  </a:lnTo>
                  <a:lnTo>
                    <a:pt x="1131" y="670"/>
                  </a:lnTo>
                  <a:lnTo>
                    <a:pt x="1068" y="691"/>
                  </a:lnTo>
                  <a:lnTo>
                    <a:pt x="1005" y="649"/>
                  </a:lnTo>
                  <a:lnTo>
                    <a:pt x="859" y="628"/>
                  </a:lnTo>
                  <a:lnTo>
                    <a:pt x="691" y="733"/>
                  </a:lnTo>
                  <a:lnTo>
                    <a:pt x="503" y="754"/>
                  </a:lnTo>
                  <a:lnTo>
                    <a:pt x="503" y="859"/>
                  </a:lnTo>
                  <a:lnTo>
                    <a:pt x="503" y="942"/>
                  </a:lnTo>
                  <a:lnTo>
                    <a:pt x="482" y="1089"/>
                  </a:lnTo>
                  <a:lnTo>
                    <a:pt x="419" y="1172"/>
                  </a:lnTo>
                  <a:lnTo>
                    <a:pt x="294" y="1172"/>
                  </a:lnTo>
                  <a:lnTo>
                    <a:pt x="189" y="1193"/>
                  </a:lnTo>
                  <a:lnTo>
                    <a:pt x="189" y="1256"/>
                  </a:lnTo>
                  <a:lnTo>
                    <a:pt x="126" y="1256"/>
                  </a:lnTo>
                  <a:lnTo>
                    <a:pt x="22" y="1214"/>
                  </a:lnTo>
                  <a:lnTo>
                    <a:pt x="1" y="1256"/>
                  </a:lnTo>
                  <a:lnTo>
                    <a:pt x="210" y="1507"/>
                  </a:lnTo>
                  <a:lnTo>
                    <a:pt x="315" y="1591"/>
                  </a:lnTo>
                  <a:lnTo>
                    <a:pt x="315" y="1675"/>
                  </a:lnTo>
                  <a:lnTo>
                    <a:pt x="482" y="1821"/>
                  </a:lnTo>
                  <a:lnTo>
                    <a:pt x="628" y="2030"/>
                  </a:lnTo>
                  <a:lnTo>
                    <a:pt x="900" y="2323"/>
                  </a:lnTo>
                  <a:lnTo>
                    <a:pt x="963" y="2323"/>
                  </a:lnTo>
                  <a:lnTo>
                    <a:pt x="1026" y="2344"/>
                  </a:lnTo>
                  <a:lnTo>
                    <a:pt x="1068" y="2323"/>
                  </a:lnTo>
                  <a:lnTo>
                    <a:pt x="1068" y="2407"/>
                  </a:lnTo>
                  <a:lnTo>
                    <a:pt x="1131" y="2407"/>
                  </a:lnTo>
                  <a:lnTo>
                    <a:pt x="1319" y="2386"/>
                  </a:lnTo>
                  <a:lnTo>
                    <a:pt x="1633" y="2449"/>
                  </a:lnTo>
                  <a:lnTo>
                    <a:pt x="1737" y="2428"/>
                  </a:lnTo>
                  <a:lnTo>
                    <a:pt x="1884" y="2428"/>
                  </a:lnTo>
                  <a:lnTo>
                    <a:pt x="1947" y="2512"/>
                  </a:lnTo>
                  <a:lnTo>
                    <a:pt x="2009" y="2532"/>
                  </a:lnTo>
                  <a:lnTo>
                    <a:pt x="2009" y="2595"/>
                  </a:lnTo>
                  <a:lnTo>
                    <a:pt x="2156" y="2679"/>
                  </a:lnTo>
                  <a:lnTo>
                    <a:pt x="2198" y="2658"/>
                  </a:lnTo>
                  <a:lnTo>
                    <a:pt x="2260" y="2658"/>
                  </a:lnTo>
                  <a:lnTo>
                    <a:pt x="2302" y="2637"/>
                  </a:lnTo>
                  <a:lnTo>
                    <a:pt x="2281" y="2553"/>
                  </a:lnTo>
                  <a:lnTo>
                    <a:pt x="2219" y="2470"/>
                  </a:lnTo>
                  <a:lnTo>
                    <a:pt x="2198" y="2344"/>
                  </a:lnTo>
                  <a:lnTo>
                    <a:pt x="2281" y="2219"/>
                  </a:lnTo>
                  <a:lnTo>
                    <a:pt x="2302" y="2135"/>
                  </a:lnTo>
                  <a:lnTo>
                    <a:pt x="2302" y="2009"/>
                  </a:lnTo>
                  <a:lnTo>
                    <a:pt x="2281" y="2093"/>
                  </a:lnTo>
                  <a:lnTo>
                    <a:pt x="2260" y="2135"/>
                  </a:lnTo>
                  <a:lnTo>
                    <a:pt x="2198" y="2156"/>
                  </a:lnTo>
                  <a:lnTo>
                    <a:pt x="2198" y="2093"/>
                  </a:lnTo>
                  <a:lnTo>
                    <a:pt x="2219" y="2009"/>
                  </a:lnTo>
                  <a:lnTo>
                    <a:pt x="2281" y="1884"/>
                  </a:lnTo>
                  <a:lnTo>
                    <a:pt x="2260" y="1800"/>
                  </a:lnTo>
                  <a:lnTo>
                    <a:pt x="2260" y="1716"/>
                  </a:lnTo>
                  <a:lnTo>
                    <a:pt x="2344" y="1528"/>
                  </a:lnTo>
                  <a:lnTo>
                    <a:pt x="2386" y="1528"/>
                  </a:lnTo>
                  <a:lnTo>
                    <a:pt x="2365" y="1591"/>
                  </a:lnTo>
                  <a:lnTo>
                    <a:pt x="2365" y="1675"/>
                  </a:lnTo>
                  <a:lnTo>
                    <a:pt x="2365" y="1800"/>
                  </a:lnTo>
                  <a:lnTo>
                    <a:pt x="2386" y="1800"/>
                  </a:lnTo>
                  <a:lnTo>
                    <a:pt x="2428" y="1716"/>
                  </a:lnTo>
                  <a:lnTo>
                    <a:pt x="2470" y="1486"/>
                  </a:lnTo>
                  <a:lnTo>
                    <a:pt x="2470" y="1214"/>
                  </a:lnTo>
                  <a:lnTo>
                    <a:pt x="2491" y="1172"/>
                  </a:lnTo>
                  <a:lnTo>
                    <a:pt x="2428" y="1089"/>
                  </a:lnTo>
                  <a:lnTo>
                    <a:pt x="2407" y="1068"/>
                  </a:lnTo>
                  <a:lnTo>
                    <a:pt x="2407" y="1005"/>
                  </a:lnTo>
                  <a:lnTo>
                    <a:pt x="2470" y="963"/>
                  </a:lnTo>
                  <a:lnTo>
                    <a:pt x="2491" y="963"/>
                  </a:lnTo>
                  <a:lnTo>
                    <a:pt x="2512" y="984"/>
                  </a:lnTo>
                  <a:lnTo>
                    <a:pt x="2533" y="838"/>
                  </a:lnTo>
                  <a:lnTo>
                    <a:pt x="2637" y="691"/>
                  </a:lnTo>
                  <a:lnTo>
                    <a:pt x="2700" y="628"/>
                  </a:lnTo>
                  <a:lnTo>
                    <a:pt x="2700" y="566"/>
                  </a:lnTo>
                  <a:lnTo>
                    <a:pt x="2637" y="524"/>
                  </a:lnTo>
                  <a:lnTo>
                    <a:pt x="2637" y="461"/>
                  </a:lnTo>
                  <a:lnTo>
                    <a:pt x="2679" y="377"/>
                  </a:lnTo>
                  <a:lnTo>
                    <a:pt x="2637" y="273"/>
                  </a:lnTo>
                  <a:lnTo>
                    <a:pt x="2637" y="126"/>
                  </a:lnTo>
                  <a:lnTo>
                    <a:pt x="2679" y="63"/>
                  </a:lnTo>
                  <a:lnTo>
                    <a:pt x="2700" y="43"/>
                  </a:lnTo>
                  <a:lnTo>
                    <a:pt x="2533" y="43"/>
                  </a:lnTo>
                  <a:lnTo>
                    <a:pt x="25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45"/>
            <p:cNvSpPr/>
            <p:nvPr/>
          </p:nvSpPr>
          <p:spPr>
            <a:xfrm>
              <a:off x="3140409" y="3037308"/>
              <a:ext cx="43617" cy="20948"/>
            </a:xfrm>
            <a:custGeom>
              <a:avLst/>
              <a:gdLst/>
              <a:ahLst/>
              <a:cxnLst/>
              <a:rect l="l" t="t" r="r" b="b"/>
              <a:pathLst>
                <a:path w="3663" h="1842" extrusionOk="0">
                  <a:moveTo>
                    <a:pt x="1926" y="1"/>
                  </a:moveTo>
                  <a:lnTo>
                    <a:pt x="1905" y="43"/>
                  </a:lnTo>
                  <a:lnTo>
                    <a:pt x="1968" y="105"/>
                  </a:lnTo>
                  <a:lnTo>
                    <a:pt x="1863" y="126"/>
                  </a:lnTo>
                  <a:lnTo>
                    <a:pt x="1800" y="168"/>
                  </a:lnTo>
                  <a:lnTo>
                    <a:pt x="1696" y="147"/>
                  </a:lnTo>
                  <a:lnTo>
                    <a:pt x="1507" y="168"/>
                  </a:lnTo>
                  <a:lnTo>
                    <a:pt x="943" y="168"/>
                  </a:lnTo>
                  <a:lnTo>
                    <a:pt x="775" y="252"/>
                  </a:lnTo>
                  <a:lnTo>
                    <a:pt x="712" y="210"/>
                  </a:lnTo>
                  <a:lnTo>
                    <a:pt x="712" y="252"/>
                  </a:lnTo>
                  <a:lnTo>
                    <a:pt x="629" y="315"/>
                  </a:lnTo>
                  <a:lnTo>
                    <a:pt x="566" y="419"/>
                  </a:lnTo>
                  <a:lnTo>
                    <a:pt x="419" y="482"/>
                  </a:lnTo>
                  <a:lnTo>
                    <a:pt x="336" y="482"/>
                  </a:lnTo>
                  <a:lnTo>
                    <a:pt x="189" y="649"/>
                  </a:lnTo>
                  <a:lnTo>
                    <a:pt x="106" y="754"/>
                  </a:lnTo>
                  <a:lnTo>
                    <a:pt x="126" y="838"/>
                  </a:lnTo>
                  <a:lnTo>
                    <a:pt x="43" y="984"/>
                  </a:lnTo>
                  <a:lnTo>
                    <a:pt x="1" y="1047"/>
                  </a:lnTo>
                  <a:lnTo>
                    <a:pt x="43" y="1005"/>
                  </a:lnTo>
                  <a:lnTo>
                    <a:pt x="126" y="1047"/>
                  </a:lnTo>
                  <a:lnTo>
                    <a:pt x="147" y="1068"/>
                  </a:lnTo>
                  <a:lnTo>
                    <a:pt x="210" y="1089"/>
                  </a:lnTo>
                  <a:lnTo>
                    <a:pt x="252" y="1151"/>
                  </a:lnTo>
                  <a:lnTo>
                    <a:pt x="399" y="1110"/>
                  </a:lnTo>
                  <a:lnTo>
                    <a:pt x="503" y="1151"/>
                  </a:lnTo>
                  <a:lnTo>
                    <a:pt x="566" y="1256"/>
                  </a:lnTo>
                  <a:lnTo>
                    <a:pt x="608" y="1298"/>
                  </a:lnTo>
                  <a:lnTo>
                    <a:pt x="650" y="1361"/>
                  </a:lnTo>
                  <a:lnTo>
                    <a:pt x="671" y="1298"/>
                  </a:lnTo>
                  <a:lnTo>
                    <a:pt x="712" y="1256"/>
                  </a:lnTo>
                  <a:lnTo>
                    <a:pt x="817" y="1214"/>
                  </a:lnTo>
                  <a:lnTo>
                    <a:pt x="859" y="1256"/>
                  </a:lnTo>
                  <a:lnTo>
                    <a:pt x="943" y="1277"/>
                  </a:lnTo>
                  <a:lnTo>
                    <a:pt x="943" y="1382"/>
                  </a:lnTo>
                  <a:lnTo>
                    <a:pt x="922" y="1486"/>
                  </a:lnTo>
                  <a:lnTo>
                    <a:pt x="922" y="1507"/>
                  </a:lnTo>
                  <a:lnTo>
                    <a:pt x="880" y="1612"/>
                  </a:lnTo>
                  <a:lnTo>
                    <a:pt x="922" y="1675"/>
                  </a:lnTo>
                  <a:lnTo>
                    <a:pt x="963" y="1696"/>
                  </a:lnTo>
                  <a:lnTo>
                    <a:pt x="984" y="1716"/>
                  </a:lnTo>
                  <a:lnTo>
                    <a:pt x="1047" y="1716"/>
                  </a:lnTo>
                  <a:lnTo>
                    <a:pt x="1068" y="1696"/>
                  </a:lnTo>
                  <a:lnTo>
                    <a:pt x="1131" y="1716"/>
                  </a:lnTo>
                  <a:lnTo>
                    <a:pt x="1131" y="1800"/>
                  </a:lnTo>
                  <a:lnTo>
                    <a:pt x="1152" y="1842"/>
                  </a:lnTo>
                  <a:lnTo>
                    <a:pt x="1256" y="1821"/>
                  </a:lnTo>
                  <a:lnTo>
                    <a:pt x="1382" y="1821"/>
                  </a:lnTo>
                  <a:lnTo>
                    <a:pt x="1445" y="1737"/>
                  </a:lnTo>
                  <a:lnTo>
                    <a:pt x="1445" y="1591"/>
                  </a:lnTo>
                  <a:lnTo>
                    <a:pt x="1445" y="1507"/>
                  </a:lnTo>
                  <a:lnTo>
                    <a:pt x="1445" y="1403"/>
                  </a:lnTo>
                  <a:lnTo>
                    <a:pt x="1612" y="1382"/>
                  </a:lnTo>
                  <a:lnTo>
                    <a:pt x="1800" y="1277"/>
                  </a:lnTo>
                  <a:lnTo>
                    <a:pt x="1926" y="1298"/>
                  </a:lnTo>
                  <a:lnTo>
                    <a:pt x="2010" y="1361"/>
                  </a:lnTo>
                  <a:lnTo>
                    <a:pt x="2072" y="1361"/>
                  </a:lnTo>
                  <a:lnTo>
                    <a:pt x="2135" y="1382"/>
                  </a:lnTo>
                  <a:lnTo>
                    <a:pt x="2177" y="1298"/>
                  </a:lnTo>
                  <a:lnTo>
                    <a:pt x="2303" y="1277"/>
                  </a:lnTo>
                  <a:lnTo>
                    <a:pt x="2407" y="1151"/>
                  </a:lnTo>
                  <a:lnTo>
                    <a:pt x="2449" y="1110"/>
                  </a:lnTo>
                  <a:lnTo>
                    <a:pt x="2491" y="1068"/>
                  </a:lnTo>
                  <a:lnTo>
                    <a:pt x="2554" y="900"/>
                  </a:lnTo>
                  <a:lnTo>
                    <a:pt x="2658" y="900"/>
                  </a:lnTo>
                  <a:lnTo>
                    <a:pt x="2700" y="796"/>
                  </a:lnTo>
                  <a:lnTo>
                    <a:pt x="2742" y="796"/>
                  </a:lnTo>
                  <a:lnTo>
                    <a:pt x="2826" y="879"/>
                  </a:lnTo>
                  <a:lnTo>
                    <a:pt x="2847" y="900"/>
                  </a:lnTo>
                  <a:lnTo>
                    <a:pt x="2951" y="900"/>
                  </a:lnTo>
                  <a:lnTo>
                    <a:pt x="3035" y="942"/>
                  </a:lnTo>
                  <a:lnTo>
                    <a:pt x="3056" y="859"/>
                  </a:lnTo>
                  <a:lnTo>
                    <a:pt x="3139" y="859"/>
                  </a:lnTo>
                  <a:lnTo>
                    <a:pt x="3244" y="775"/>
                  </a:lnTo>
                  <a:lnTo>
                    <a:pt x="3328" y="754"/>
                  </a:lnTo>
                  <a:lnTo>
                    <a:pt x="3349" y="670"/>
                  </a:lnTo>
                  <a:lnTo>
                    <a:pt x="3391" y="649"/>
                  </a:lnTo>
                  <a:lnTo>
                    <a:pt x="3453" y="649"/>
                  </a:lnTo>
                  <a:lnTo>
                    <a:pt x="3474" y="670"/>
                  </a:lnTo>
                  <a:lnTo>
                    <a:pt x="3642" y="670"/>
                  </a:lnTo>
                  <a:lnTo>
                    <a:pt x="3663" y="628"/>
                  </a:lnTo>
                  <a:lnTo>
                    <a:pt x="3642" y="566"/>
                  </a:lnTo>
                  <a:lnTo>
                    <a:pt x="3495" y="461"/>
                  </a:lnTo>
                  <a:lnTo>
                    <a:pt x="3370" y="419"/>
                  </a:lnTo>
                  <a:lnTo>
                    <a:pt x="3370" y="419"/>
                  </a:lnTo>
                  <a:lnTo>
                    <a:pt x="3432" y="524"/>
                  </a:lnTo>
                  <a:lnTo>
                    <a:pt x="3286" y="524"/>
                  </a:lnTo>
                  <a:lnTo>
                    <a:pt x="3139" y="482"/>
                  </a:lnTo>
                  <a:lnTo>
                    <a:pt x="3077" y="461"/>
                  </a:lnTo>
                  <a:lnTo>
                    <a:pt x="2972" y="440"/>
                  </a:lnTo>
                  <a:lnTo>
                    <a:pt x="2867" y="440"/>
                  </a:lnTo>
                  <a:lnTo>
                    <a:pt x="2909" y="377"/>
                  </a:lnTo>
                  <a:lnTo>
                    <a:pt x="2972" y="377"/>
                  </a:lnTo>
                  <a:lnTo>
                    <a:pt x="2972" y="315"/>
                  </a:lnTo>
                  <a:lnTo>
                    <a:pt x="3035" y="315"/>
                  </a:lnTo>
                  <a:lnTo>
                    <a:pt x="3119" y="335"/>
                  </a:lnTo>
                  <a:lnTo>
                    <a:pt x="3265" y="377"/>
                  </a:lnTo>
                  <a:lnTo>
                    <a:pt x="3286" y="356"/>
                  </a:lnTo>
                  <a:lnTo>
                    <a:pt x="3181" y="273"/>
                  </a:lnTo>
                  <a:lnTo>
                    <a:pt x="3035" y="210"/>
                  </a:lnTo>
                  <a:lnTo>
                    <a:pt x="2951" y="168"/>
                  </a:lnTo>
                  <a:lnTo>
                    <a:pt x="2847" y="210"/>
                  </a:lnTo>
                  <a:lnTo>
                    <a:pt x="2805" y="168"/>
                  </a:lnTo>
                  <a:lnTo>
                    <a:pt x="2763" y="252"/>
                  </a:lnTo>
                  <a:lnTo>
                    <a:pt x="2700" y="210"/>
                  </a:lnTo>
                  <a:lnTo>
                    <a:pt x="2428" y="168"/>
                  </a:lnTo>
                  <a:lnTo>
                    <a:pt x="2198" y="147"/>
                  </a:lnTo>
                  <a:lnTo>
                    <a:pt x="2072" y="43"/>
                  </a:lnTo>
                  <a:lnTo>
                    <a:pt x="192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4" name="Google Shape;2204;p45"/>
            <p:cNvSpPr/>
            <p:nvPr/>
          </p:nvSpPr>
          <p:spPr>
            <a:xfrm>
              <a:off x="3134431" y="3048737"/>
              <a:ext cx="17206" cy="9519"/>
            </a:xfrm>
            <a:custGeom>
              <a:avLst/>
              <a:gdLst/>
              <a:ahLst/>
              <a:cxnLst/>
              <a:rect l="l" t="t" r="r" b="b"/>
              <a:pathLst>
                <a:path w="1445" h="837" extrusionOk="0">
                  <a:moveTo>
                    <a:pt x="545" y="0"/>
                  </a:moveTo>
                  <a:lnTo>
                    <a:pt x="503" y="42"/>
                  </a:lnTo>
                  <a:lnTo>
                    <a:pt x="398" y="105"/>
                  </a:lnTo>
                  <a:lnTo>
                    <a:pt x="398" y="167"/>
                  </a:lnTo>
                  <a:lnTo>
                    <a:pt x="294" y="188"/>
                  </a:lnTo>
                  <a:lnTo>
                    <a:pt x="168" y="251"/>
                  </a:lnTo>
                  <a:lnTo>
                    <a:pt x="64" y="356"/>
                  </a:lnTo>
                  <a:lnTo>
                    <a:pt x="64" y="398"/>
                  </a:lnTo>
                  <a:lnTo>
                    <a:pt x="1" y="481"/>
                  </a:lnTo>
                  <a:lnTo>
                    <a:pt x="168" y="481"/>
                  </a:lnTo>
                  <a:lnTo>
                    <a:pt x="273" y="586"/>
                  </a:lnTo>
                  <a:lnTo>
                    <a:pt x="398" y="607"/>
                  </a:lnTo>
                  <a:lnTo>
                    <a:pt x="440" y="607"/>
                  </a:lnTo>
                  <a:lnTo>
                    <a:pt x="649" y="691"/>
                  </a:lnTo>
                  <a:lnTo>
                    <a:pt x="838" y="795"/>
                  </a:lnTo>
                  <a:lnTo>
                    <a:pt x="859" y="732"/>
                  </a:lnTo>
                  <a:lnTo>
                    <a:pt x="796" y="691"/>
                  </a:lnTo>
                  <a:lnTo>
                    <a:pt x="817" y="670"/>
                  </a:lnTo>
                  <a:lnTo>
                    <a:pt x="921" y="670"/>
                  </a:lnTo>
                  <a:lnTo>
                    <a:pt x="1005" y="795"/>
                  </a:lnTo>
                  <a:lnTo>
                    <a:pt x="1068" y="837"/>
                  </a:lnTo>
                  <a:lnTo>
                    <a:pt x="1340" y="837"/>
                  </a:lnTo>
                  <a:lnTo>
                    <a:pt x="1424" y="732"/>
                  </a:lnTo>
                  <a:lnTo>
                    <a:pt x="1382" y="691"/>
                  </a:lnTo>
                  <a:lnTo>
                    <a:pt x="1424" y="670"/>
                  </a:lnTo>
                  <a:lnTo>
                    <a:pt x="1382" y="607"/>
                  </a:lnTo>
                  <a:lnTo>
                    <a:pt x="1424" y="502"/>
                  </a:lnTo>
                  <a:lnTo>
                    <a:pt x="1424" y="481"/>
                  </a:lnTo>
                  <a:lnTo>
                    <a:pt x="1445" y="377"/>
                  </a:lnTo>
                  <a:lnTo>
                    <a:pt x="1445" y="272"/>
                  </a:lnTo>
                  <a:lnTo>
                    <a:pt x="1361" y="251"/>
                  </a:lnTo>
                  <a:lnTo>
                    <a:pt x="1319" y="209"/>
                  </a:lnTo>
                  <a:lnTo>
                    <a:pt x="1214" y="251"/>
                  </a:lnTo>
                  <a:lnTo>
                    <a:pt x="1173" y="293"/>
                  </a:lnTo>
                  <a:lnTo>
                    <a:pt x="1152" y="356"/>
                  </a:lnTo>
                  <a:lnTo>
                    <a:pt x="1110" y="293"/>
                  </a:lnTo>
                  <a:lnTo>
                    <a:pt x="1068" y="251"/>
                  </a:lnTo>
                  <a:lnTo>
                    <a:pt x="1005" y="146"/>
                  </a:lnTo>
                  <a:lnTo>
                    <a:pt x="901" y="105"/>
                  </a:lnTo>
                  <a:lnTo>
                    <a:pt x="754" y="146"/>
                  </a:lnTo>
                  <a:lnTo>
                    <a:pt x="712" y="84"/>
                  </a:lnTo>
                  <a:lnTo>
                    <a:pt x="649" y="63"/>
                  </a:lnTo>
                  <a:lnTo>
                    <a:pt x="628" y="42"/>
                  </a:lnTo>
                  <a:lnTo>
                    <a:pt x="54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5" name="Google Shape;2205;p45"/>
            <p:cNvSpPr/>
            <p:nvPr/>
          </p:nvSpPr>
          <p:spPr>
            <a:xfrm>
              <a:off x="3142159" y="3021841"/>
              <a:ext cx="7978" cy="16672"/>
            </a:xfrm>
            <a:custGeom>
              <a:avLst/>
              <a:gdLst/>
              <a:ahLst/>
              <a:cxnLst/>
              <a:rect l="l" t="t" r="r" b="b"/>
              <a:pathLst>
                <a:path w="670" h="1466" extrusionOk="0">
                  <a:moveTo>
                    <a:pt x="398" y="1"/>
                  </a:moveTo>
                  <a:lnTo>
                    <a:pt x="377" y="43"/>
                  </a:lnTo>
                  <a:lnTo>
                    <a:pt x="356" y="147"/>
                  </a:lnTo>
                  <a:lnTo>
                    <a:pt x="272" y="231"/>
                  </a:lnTo>
                  <a:lnTo>
                    <a:pt x="272" y="252"/>
                  </a:lnTo>
                  <a:lnTo>
                    <a:pt x="210" y="273"/>
                  </a:lnTo>
                  <a:lnTo>
                    <a:pt x="189" y="315"/>
                  </a:lnTo>
                  <a:lnTo>
                    <a:pt x="168" y="273"/>
                  </a:lnTo>
                  <a:lnTo>
                    <a:pt x="168" y="231"/>
                  </a:lnTo>
                  <a:lnTo>
                    <a:pt x="84" y="231"/>
                  </a:lnTo>
                  <a:lnTo>
                    <a:pt x="42" y="273"/>
                  </a:lnTo>
                  <a:lnTo>
                    <a:pt x="0" y="356"/>
                  </a:lnTo>
                  <a:lnTo>
                    <a:pt x="0" y="1423"/>
                  </a:lnTo>
                  <a:lnTo>
                    <a:pt x="84" y="1423"/>
                  </a:lnTo>
                  <a:lnTo>
                    <a:pt x="105" y="1465"/>
                  </a:lnTo>
                  <a:lnTo>
                    <a:pt x="168" y="1465"/>
                  </a:lnTo>
                  <a:lnTo>
                    <a:pt x="210" y="1361"/>
                  </a:lnTo>
                  <a:lnTo>
                    <a:pt x="314" y="1256"/>
                  </a:lnTo>
                  <a:lnTo>
                    <a:pt x="398" y="1298"/>
                  </a:lnTo>
                  <a:lnTo>
                    <a:pt x="565" y="1068"/>
                  </a:lnTo>
                  <a:lnTo>
                    <a:pt x="607" y="900"/>
                  </a:lnTo>
                  <a:lnTo>
                    <a:pt x="607" y="733"/>
                  </a:lnTo>
                  <a:lnTo>
                    <a:pt x="565" y="670"/>
                  </a:lnTo>
                  <a:lnTo>
                    <a:pt x="586" y="482"/>
                  </a:lnTo>
                  <a:lnTo>
                    <a:pt x="628" y="377"/>
                  </a:lnTo>
                  <a:lnTo>
                    <a:pt x="670" y="105"/>
                  </a:lnTo>
                  <a:lnTo>
                    <a:pt x="670" y="43"/>
                  </a:lnTo>
                  <a:lnTo>
                    <a:pt x="670" y="1"/>
                  </a:lnTo>
                  <a:lnTo>
                    <a:pt x="586" y="1"/>
                  </a:lnTo>
                  <a:lnTo>
                    <a:pt x="524" y="43"/>
                  </a:lnTo>
                  <a:lnTo>
                    <a:pt x="50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206;p45"/>
            <p:cNvSpPr/>
            <p:nvPr/>
          </p:nvSpPr>
          <p:spPr>
            <a:xfrm>
              <a:off x="3120487" y="3025651"/>
              <a:ext cx="28411" cy="28568"/>
            </a:xfrm>
            <a:custGeom>
              <a:avLst/>
              <a:gdLst/>
              <a:ahLst/>
              <a:cxnLst/>
              <a:rect l="l" t="t" r="r" b="b"/>
              <a:pathLst>
                <a:path w="2386" h="2512" extrusionOk="0">
                  <a:moveTo>
                    <a:pt x="837" y="0"/>
                  </a:moveTo>
                  <a:lnTo>
                    <a:pt x="816" y="314"/>
                  </a:lnTo>
                  <a:lnTo>
                    <a:pt x="565" y="335"/>
                  </a:lnTo>
                  <a:lnTo>
                    <a:pt x="649" y="419"/>
                  </a:lnTo>
                  <a:lnTo>
                    <a:pt x="670" y="461"/>
                  </a:lnTo>
                  <a:lnTo>
                    <a:pt x="774" y="565"/>
                  </a:lnTo>
                  <a:lnTo>
                    <a:pt x="858" y="649"/>
                  </a:lnTo>
                  <a:lnTo>
                    <a:pt x="942" y="649"/>
                  </a:lnTo>
                  <a:lnTo>
                    <a:pt x="963" y="712"/>
                  </a:lnTo>
                  <a:lnTo>
                    <a:pt x="983" y="816"/>
                  </a:lnTo>
                  <a:lnTo>
                    <a:pt x="1025" y="837"/>
                  </a:lnTo>
                  <a:lnTo>
                    <a:pt x="1130" y="858"/>
                  </a:lnTo>
                  <a:lnTo>
                    <a:pt x="1193" y="879"/>
                  </a:lnTo>
                  <a:lnTo>
                    <a:pt x="1193" y="963"/>
                  </a:lnTo>
                  <a:lnTo>
                    <a:pt x="1130" y="1026"/>
                  </a:lnTo>
                  <a:lnTo>
                    <a:pt x="398" y="1026"/>
                  </a:lnTo>
                  <a:lnTo>
                    <a:pt x="42" y="1570"/>
                  </a:lnTo>
                  <a:lnTo>
                    <a:pt x="42" y="1674"/>
                  </a:lnTo>
                  <a:lnTo>
                    <a:pt x="84" y="1695"/>
                  </a:lnTo>
                  <a:lnTo>
                    <a:pt x="42" y="1758"/>
                  </a:lnTo>
                  <a:lnTo>
                    <a:pt x="84" y="1800"/>
                  </a:lnTo>
                  <a:lnTo>
                    <a:pt x="105" y="1821"/>
                  </a:lnTo>
                  <a:lnTo>
                    <a:pt x="105" y="1863"/>
                  </a:lnTo>
                  <a:lnTo>
                    <a:pt x="42" y="1904"/>
                  </a:lnTo>
                  <a:lnTo>
                    <a:pt x="21" y="1967"/>
                  </a:lnTo>
                  <a:lnTo>
                    <a:pt x="0" y="1988"/>
                  </a:lnTo>
                  <a:lnTo>
                    <a:pt x="105" y="2093"/>
                  </a:lnTo>
                  <a:lnTo>
                    <a:pt x="147" y="2218"/>
                  </a:lnTo>
                  <a:lnTo>
                    <a:pt x="251" y="2218"/>
                  </a:lnTo>
                  <a:lnTo>
                    <a:pt x="335" y="2323"/>
                  </a:lnTo>
                  <a:lnTo>
                    <a:pt x="628" y="2428"/>
                  </a:lnTo>
                  <a:lnTo>
                    <a:pt x="942" y="2428"/>
                  </a:lnTo>
                  <a:lnTo>
                    <a:pt x="1172" y="2511"/>
                  </a:lnTo>
                  <a:lnTo>
                    <a:pt x="1235" y="2428"/>
                  </a:lnTo>
                  <a:lnTo>
                    <a:pt x="1235" y="2386"/>
                  </a:lnTo>
                  <a:lnTo>
                    <a:pt x="1339" y="2281"/>
                  </a:lnTo>
                  <a:lnTo>
                    <a:pt x="1465" y="2218"/>
                  </a:lnTo>
                  <a:lnTo>
                    <a:pt x="1569" y="2197"/>
                  </a:lnTo>
                  <a:lnTo>
                    <a:pt x="1569" y="2135"/>
                  </a:lnTo>
                  <a:lnTo>
                    <a:pt x="1716" y="2009"/>
                  </a:lnTo>
                  <a:lnTo>
                    <a:pt x="1799" y="1863"/>
                  </a:lnTo>
                  <a:lnTo>
                    <a:pt x="1779" y="1779"/>
                  </a:lnTo>
                  <a:lnTo>
                    <a:pt x="1862" y="1674"/>
                  </a:lnTo>
                  <a:lnTo>
                    <a:pt x="2009" y="1507"/>
                  </a:lnTo>
                  <a:lnTo>
                    <a:pt x="2092" y="1507"/>
                  </a:lnTo>
                  <a:lnTo>
                    <a:pt x="2239" y="1444"/>
                  </a:lnTo>
                  <a:lnTo>
                    <a:pt x="2302" y="1340"/>
                  </a:lnTo>
                  <a:lnTo>
                    <a:pt x="2385" y="1277"/>
                  </a:lnTo>
                  <a:lnTo>
                    <a:pt x="2385" y="1235"/>
                  </a:lnTo>
                  <a:lnTo>
                    <a:pt x="2344" y="1172"/>
                  </a:lnTo>
                  <a:lnTo>
                    <a:pt x="2239" y="1172"/>
                  </a:lnTo>
                  <a:lnTo>
                    <a:pt x="2218" y="1256"/>
                  </a:lnTo>
                  <a:lnTo>
                    <a:pt x="2113" y="1172"/>
                  </a:lnTo>
                  <a:lnTo>
                    <a:pt x="2030" y="1172"/>
                  </a:lnTo>
                  <a:lnTo>
                    <a:pt x="1988" y="1130"/>
                  </a:lnTo>
                  <a:lnTo>
                    <a:pt x="1925" y="1130"/>
                  </a:lnTo>
                  <a:lnTo>
                    <a:pt x="1904" y="1088"/>
                  </a:lnTo>
                  <a:lnTo>
                    <a:pt x="1820" y="1088"/>
                  </a:lnTo>
                  <a:lnTo>
                    <a:pt x="1820" y="21"/>
                  </a:lnTo>
                  <a:lnTo>
                    <a:pt x="8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207;p45"/>
            <p:cNvSpPr/>
            <p:nvPr/>
          </p:nvSpPr>
          <p:spPr>
            <a:xfrm>
              <a:off x="2965761" y="2909287"/>
              <a:ext cx="196343" cy="138983"/>
            </a:xfrm>
            <a:custGeom>
              <a:avLst/>
              <a:gdLst/>
              <a:ahLst/>
              <a:cxnLst/>
              <a:rect l="l" t="t" r="r" b="b"/>
              <a:pathLst>
                <a:path w="16489" h="12221" extrusionOk="0">
                  <a:moveTo>
                    <a:pt x="1381" y="1"/>
                  </a:moveTo>
                  <a:lnTo>
                    <a:pt x="1" y="22"/>
                  </a:lnTo>
                  <a:lnTo>
                    <a:pt x="21" y="168"/>
                  </a:lnTo>
                  <a:lnTo>
                    <a:pt x="105" y="482"/>
                  </a:lnTo>
                  <a:lnTo>
                    <a:pt x="168" y="587"/>
                  </a:lnTo>
                  <a:lnTo>
                    <a:pt x="231" y="691"/>
                  </a:lnTo>
                  <a:lnTo>
                    <a:pt x="168" y="712"/>
                  </a:lnTo>
                  <a:lnTo>
                    <a:pt x="168" y="796"/>
                  </a:lnTo>
                  <a:lnTo>
                    <a:pt x="189" y="901"/>
                  </a:lnTo>
                  <a:lnTo>
                    <a:pt x="356" y="1110"/>
                  </a:lnTo>
                  <a:lnTo>
                    <a:pt x="356" y="1152"/>
                  </a:lnTo>
                  <a:lnTo>
                    <a:pt x="314" y="1173"/>
                  </a:lnTo>
                  <a:lnTo>
                    <a:pt x="335" y="1256"/>
                  </a:lnTo>
                  <a:lnTo>
                    <a:pt x="461" y="1361"/>
                  </a:lnTo>
                  <a:lnTo>
                    <a:pt x="482" y="1486"/>
                  </a:lnTo>
                  <a:lnTo>
                    <a:pt x="440" y="1549"/>
                  </a:lnTo>
                  <a:lnTo>
                    <a:pt x="440" y="1654"/>
                  </a:lnTo>
                  <a:lnTo>
                    <a:pt x="524" y="1696"/>
                  </a:lnTo>
                  <a:lnTo>
                    <a:pt x="545" y="1779"/>
                  </a:lnTo>
                  <a:lnTo>
                    <a:pt x="545" y="1968"/>
                  </a:lnTo>
                  <a:lnTo>
                    <a:pt x="586" y="2114"/>
                  </a:lnTo>
                  <a:lnTo>
                    <a:pt x="691" y="2219"/>
                  </a:lnTo>
                  <a:lnTo>
                    <a:pt x="754" y="2219"/>
                  </a:lnTo>
                  <a:lnTo>
                    <a:pt x="942" y="2386"/>
                  </a:lnTo>
                  <a:lnTo>
                    <a:pt x="1005" y="2512"/>
                  </a:lnTo>
                  <a:lnTo>
                    <a:pt x="1047" y="2595"/>
                  </a:lnTo>
                  <a:lnTo>
                    <a:pt x="1172" y="2721"/>
                  </a:lnTo>
                  <a:lnTo>
                    <a:pt x="1214" y="2909"/>
                  </a:lnTo>
                  <a:lnTo>
                    <a:pt x="1277" y="2930"/>
                  </a:lnTo>
                  <a:lnTo>
                    <a:pt x="1361" y="3056"/>
                  </a:lnTo>
                  <a:lnTo>
                    <a:pt x="1298" y="3139"/>
                  </a:lnTo>
                  <a:lnTo>
                    <a:pt x="1277" y="3202"/>
                  </a:lnTo>
                  <a:lnTo>
                    <a:pt x="1319" y="3265"/>
                  </a:lnTo>
                  <a:lnTo>
                    <a:pt x="1298" y="3349"/>
                  </a:lnTo>
                  <a:lnTo>
                    <a:pt x="1214" y="3328"/>
                  </a:lnTo>
                  <a:lnTo>
                    <a:pt x="1172" y="3411"/>
                  </a:lnTo>
                  <a:lnTo>
                    <a:pt x="1193" y="3432"/>
                  </a:lnTo>
                  <a:lnTo>
                    <a:pt x="1277" y="3432"/>
                  </a:lnTo>
                  <a:lnTo>
                    <a:pt x="1277" y="3516"/>
                  </a:lnTo>
                  <a:lnTo>
                    <a:pt x="1214" y="3558"/>
                  </a:lnTo>
                  <a:lnTo>
                    <a:pt x="1151" y="3516"/>
                  </a:lnTo>
                  <a:lnTo>
                    <a:pt x="1005" y="3516"/>
                  </a:lnTo>
                  <a:lnTo>
                    <a:pt x="900" y="3453"/>
                  </a:lnTo>
                  <a:lnTo>
                    <a:pt x="775" y="3474"/>
                  </a:lnTo>
                  <a:lnTo>
                    <a:pt x="712" y="3516"/>
                  </a:lnTo>
                  <a:lnTo>
                    <a:pt x="858" y="3662"/>
                  </a:lnTo>
                  <a:lnTo>
                    <a:pt x="963" y="3725"/>
                  </a:lnTo>
                  <a:lnTo>
                    <a:pt x="963" y="3830"/>
                  </a:lnTo>
                  <a:lnTo>
                    <a:pt x="1005" y="3934"/>
                  </a:lnTo>
                  <a:lnTo>
                    <a:pt x="1109" y="3955"/>
                  </a:lnTo>
                  <a:lnTo>
                    <a:pt x="1235" y="4039"/>
                  </a:lnTo>
                  <a:lnTo>
                    <a:pt x="1235" y="4081"/>
                  </a:lnTo>
                  <a:lnTo>
                    <a:pt x="1319" y="4081"/>
                  </a:lnTo>
                  <a:lnTo>
                    <a:pt x="1402" y="4102"/>
                  </a:lnTo>
                  <a:lnTo>
                    <a:pt x="1381" y="4144"/>
                  </a:lnTo>
                  <a:lnTo>
                    <a:pt x="1423" y="4206"/>
                  </a:lnTo>
                  <a:lnTo>
                    <a:pt x="1507" y="4186"/>
                  </a:lnTo>
                  <a:lnTo>
                    <a:pt x="1591" y="4186"/>
                  </a:lnTo>
                  <a:lnTo>
                    <a:pt x="1674" y="4081"/>
                  </a:lnTo>
                  <a:lnTo>
                    <a:pt x="1716" y="4081"/>
                  </a:lnTo>
                  <a:lnTo>
                    <a:pt x="1695" y="4186"/>
                  </a:lnTo>
                  <a:lnTo>
                    <a:pt x="1716" y="4374"/>
                  </a:lnTo>
                  <a:lnTo>
                    <a:pt x="1905" y="4562"/>
                  </a:lnTo>
                  <a:lnTo>
                    <a:pt x="2009" y="4583"/>
                  </a:lnTo>
                  <a:lnTo>
                    <a:pt x="2051" y="4583"/>
                  </a:lnTo>
                  <a:lnTo>
                    <a:pt x="2114" y="4667"/>
                  </a:lnTo>
                  <a:lnTo>
                    <a:pt x="2197" y="4897"/>
                  </a:lnTo>
                  <a:lnTo>
                    <a:pt x="2197" y="5127"/>
                  </a:lnTo>
                  <a:lnTo>
                    <a:pt x="2156" y="5315"/>
                  </a:lnTo>
                  <a:lnTo>
                    <a:pt x="2051" y="5462"/>
                  </a:lnTo>
                  <a:lnTo>
                    <a:pt x="2093" y="5546"/>
                  </a:lnTo>
                  <a:lnTo>
                    <a:pt x="2197" y="5650"/>
                  </a:lnTo>
                  <a:lnTo>
                    <a:pt x="2239" y="5629"/>
                  </a:lnTo>
                  <a:lnTo>
                    <a:pt x="2260" y="5713"/>
                  </a:lnTo>
                  <a:lnTo>
                    <a:pt x="2407" y="5734"/>
                  </a:lnTo>
                  <a:lnTo>
                    <a:pt x="2449" y="5859"/>
                  </a:lnTo>
                  <a:lnTo>
                    <a:pt x="2679" y="6131"/>
                  </a:lnTo>
                  <a:lnTo>
                    <a:pt x="2762" y="6152"/>
                  </a:lnTo>
                  <a:lnTo>
                    <a:pt x="2804" y="6236"/>
                  </a:lnTo>
                  <a:lnTo>
                    <a:pt x="2888" y="6341"/>
                  </a:lnTo>
                  <a:lnTo>
                    <a:pt x="3034" y="6362"/>
                  </a:lnTo>
                  <a:lnTo>
                    <a:pt x="3076" y="6445"/>
                  </a:lnTo>
                  <a:lnTo>
                    <a:pt x="3076" y="6571"/>
                  </a:lnTo>
                  <a:lnTo>
                    <a:pt x="3160" y="6655"/>
                  </a:lnTo>
                  <a:lnTo>
                    <a:pt x="3160" y="6717"/>
                  </a:lnTo>
                  <a:lnTo>
                    <a:pt x="3202" y="6822"/>
                  </a:lnTo>
                  <a:lnTo>
                    <a:pt x="3286" y="6864"/>
                  </a:lnTo>
                  <a:lnTo>
                    <a:pt x="3474" y="6780"/>
                  </a:lnTo>
                  <a:lnTo>
                    <a:pt x="3578" y="6613"/>
                  </a:lnTo>
                  <a:lnTo>
                    <a:pt x="3578" y="6487"/>
                  </a:lnTo>
                  <a:lnTo>
                    <a:pt x="3495" y="6445"/>
                  </a:lnTo>
                  <a:lnTo>
                    <a:pt x="3474" y="6341"/>
                  </a:lnTo>
                  <a:lnTo>
                    <a:pt x="3411" y="6278"/>
                  </a:lnTo>
                  <a:lnTo>
                    <a:pt x="3390" y="6173"/>
                  </a:lnTo>
                  <a:lnTo>
                    <a:pt x="3286" y="6131"/>
                  </a:lnTo>
                  <a:lnTo>
                    <a:pt x="3265" y="6048"/>
                  </a:lnTo>
                  <a:lnTo>
                    <a:pt x="3202" y="5964"/>
                  </a:lnTo>
                  <a:lnTo>
                    <a:pt x="3139" y="5943"/>
                  </a:lnTo>
                  <a:lnTo>
                    <a:pt x="3097" y="5964"/>
                  </a:lnTo>
                  <a:lnTo>
                    <a:pt x="3097" y="6048"/>
                  </a:lnTo>
                  <a:lnTo>
                    <a:pt x="3055" y="6069"/>
                  </a:lnTo>
                  <a:lnTo>
                    <a:pt x="3055" y="5985"/>
                  </a:lnTo>
                  <a:lnTo>
                    <a:pt x="2972" y="5943"/>
                  </a:lnTo>
                  <a:lnTo>
                    <a:pt x="2867" y="5818"/>
                  </a:lnTo>
                  <a:lnTo>
                    <a:pt x="2846" y="5734"/>
                  </a:lnTo>
                  <a:lnTo>
                    <a:pt x="2888" y="5629"/>
                  </a:lnTo>
                  <a:lnTo>
                    <a:pt x="2888" y="5504"/>
                  </a:lnTo>
                  <a:lnTo>
                    <a:pt x="2804" y="5399"/>
                  </a:lnTo>
                  <a:lnTo>
                    <a:pt x="2846" y="5294"/>
                  </a:lnTo>
                  <a:lnTo>
                    <a:pt x="2846" y="5232"/>
                  </a:lnTo>
                  <a:lnTo>
                    <a:pt x="2783" y="5148"/>
                  </a:lnTo>
                  <a:lnTo>
                    <a:pt x="2783" y="5085"/>
                  </a:lnTo>
                  <a:lnTo>
                    <a:pt x="2721" y="5002"/>
                  </a:lnTo>
                  <a:lnTo>
                    <a:pt x="2721" y="4897"/>
                  </a:lnTo>
                  <a:lnTo>
                    <a:pt x="2679" y="4834"/>
                  </a:lnTo>
                  <a:lnTo>
                    <a:pt x="2679" y="4688"/>
                  </a:lnTo>
                  <a:lnTo>
                    <a:pt x="2721" y="4604"/>
                  </a:lnTo>
                  <a:lnTo>
                    <a:pt x="2658" y="4395"/>
                  </a:lnTo>
                  <a:lnTo>
                    <a:pt x="2616" y="4290"/>
                  </a:lnTo>
                  <a:lnTo>
                    <a:pt x="2553" y="4206"/>
                  </a:lnTo>
                  <a:lnTo>
                    <a:pt x="2532" y="4186"/>
                  </a:lnTo>
                  <a:lnTo>
                    <a:pt x="2532" y="4248"/>
                  </a:lnTo>
                  <a:lnTo>
                    <a:pt x="2532" y="4290"/>
                  </a:lnTo>
                  <a:lnTo>
                    <a:pt x="2469" y="4353"/>
                  </a:lnTo>
                  <a:lnTo>
                    <a:pt x="2365" y="4186"/>
                  </a:lnTo>
                  <a:lnTo>
                    <a:pt x="2365" y="4102"/>
                  </a:lnTo>
                  <a:lnTo>
                    <a:pt x="2407" y="4039"/>
                  </a:lnTo>
                  <a:lnTo>
                    <a:pt x="2365" y="3976"/>
                  </a:lnTo>
                  <a:lnTo>
                    <a:pt x="2323" y="3955"/>
                  </a:lnTo>
                  <a:lnTo>
                    <a:pt x="2281" y="3746"/>
                  </a:lnTo>
                  <a:lnTo>
                    <a:pt x="2197" y="3579"/>
                  </a:lnTo>
                  <a:lnTo>
                    <a:pt x="2135" y="3558"/>
                  </a:lnTo>
                  <a:lnTo>
                    <a:pt x="2030" y="3453"/>
                  </a:lnTo>
                  <a:lnTo>
                    <a:pt x="2030" y="3328"/>
                  </a:lnTo>
                  <a:lnTo>
                    <a:pt x="2051" y="3202"/>
                  </a:lnTo>
                  <a:lnTo>
                    <a:pt x="1946" y="3056"/>
                  </a:lnTo>
                  <a:lnTo>
                    <a:pt x="1884" y="3035"/>
                  </a:lnTo>
                  <a:lnTo>
                    <a:pt x="1821" y="2993"/>
                  </a:lnTo>
                  <a:lnTo>
                    <a:pt x="1821" y="2846"/>
                  </a:lnTo>
                  <a:lnTo>
                    <a:pt x="1737" y="2784"/>
                  </a:lnTo>
                  <a:lnTo>
                    <a:pt x="1633" y="2742"/>
                  </a:lnTo>
                  <a:lnTo>
                    <a:pt x="1612" y="2637"/>
                  </a:lnTo>
                  <a:lnTo>
                    <a:pt x="1633" y="2574"/>
                  </a:lnTo>
                  <a:lnTo>
                    <a:pt x="1612" y="2407"/>
                  </a:lnTo>
                  <a:lnTo>
                    <a:pt x="1465" y="2302"/>
                  </a:lnTo>
                  <a:lnTo>
                    <a:pt x="1402" y="2219"/>
                  </a:lnTo>
                  <a:lnTo>
                    <a:pt x="1319" y="2198"/>
                  </a:lnTo>
                  <a:lnTo>
                    <a:pt x="1319" y="2093"/>
                  </a:lnTo>
                  <a:lnTo>
                    <a:pt x="1235" y="1947"/>
                  </a:lnTo>
                  <a:lnTo>
                    <a:pt x="1193" y="1863"/>
                  </a:lnTo>
                  <a:lnTo>
                    <a:pt x="1235" y="1779"/>
                  </a:lnTo>
                  <a:lnTo>
                    <a:pt x="1214" y="1361"/>
                  </a:lnTo>
                  <a:lnTo>
                    <a:pt x="1193" y="1131"/>
                  </a:lnTo>
                  <a:lnTo>
                    <a:pt x="1235" y="1005"/>
                  </a:lnTo>
                  <a:lnTo>
                    <a:pt x="1298" y="796"/>
                  </a:lnTo>
                  <a:lnTo>
                    <a:pt x="1277" y="691"/>
                  </a:lnTo>
                  <a:lnTo>
                    <a:pt x="1235" y="545"/>
                  </a:lnTo>
                  <a:lnTo>
                    <a:pt x="1319" y="691"/>
                  </a:lnTo>
                  <a:lnTo>
                    <a:pt x="1486" y="754"/>
                  </a:lnTo>
                  <a:lnTo>
                    <a:pt x="1570" y="921"/>
                  </a:lnTo>
                  <a:lnTo>
                    <a:pt x="1633" y="963"/>
                  </a:lnTo>
                  <a:lnTo>
                    <a:pt x="1737" y="963"/>
                  </a:lnTo>
                  <a:lnTo>
                    <a:pt x="1800" y="921"/>
                  </a:lnTo>
                  <a:lnTo>
                    <a:pt x="1884" y="1026"/>
                  </a:lnTo>
                  <a:lnTo>
                    <a:pt x="1925" y="1068"/>
                  </a:lnTo>
                  <a:lnTo>
                    <a:pt x="2030" y="1068"/>
                  </a:lnTo>
                  <a:lnTo>
                    <a:pt x="2156" y="1152"/>
                  </a:lnTo>
                  <a:lnTo>
                    <a:pt x="2156" y="1214"/>
                  </a:lnTo>
                  <a:lnTo>
                    <a:pt x="2093" y="1319"/>
                  </a:lnTo>
                  <a:lnTo>
                    <a:pt x="2093" y="1382"/>
                  </a:lnTo>
                  <a:lnTo>
                    <a:pt x="2135" y="1549"/>
                  </a:lnTo>
                  <a:lnTo>
                    <a:pt x="2156" y="1737"/>
                  </a:lnTo>
                  <a:lnTo>
                    <a:pt x="2218" y="1842"/>
                  </a:lnTo>
                  <a:lnTo>
                    <a:pt x="2239" y="1968"/>
                  </a:lnTo>
                  <a:lnTo>
                    <a:pt x="2218" y="2051"/>
                  </a:lnTo>
                  <a:lnTo>
                    <a:pt x="2239" y="2156"/>
                  </a:lnTo>
                  <a:lnTo>
                    <a:pt x="2407" y="2323"/>
                  </a:lnTo>
                  <a:lnTo>
                    <a:pt x="2365" y="2386"/>
                  </a:lnTo>
                  <a:lnTo>
                    <a:pt x="2344" y="2470"/>
                  </a:lnTo>
                  <a:lnTo>
                    <a:pt x="2407" y="2533"/>
                  </a:lnTo>
                  <a:lnTo>
                    <a:pt x="2428" y="2533"/>
                  </a:lnTo>
                  <a:lnTo>
                    <a:pt x="2469" y="2595"/>
                  </a:lnTo>
                  <a:lnTo>
                    <a:pt x="2532" y="2784"/>
                  </a:lnTo>
                  <a:lnTo>
                    <a:pt x="2616" y="2805"/>
                  </a:lnTo>
                  <a:lnTo>
                    <a:pt x="2658" y="2909"/>
                  </a:lnTo>
                  <a:lnTo>
                    <a:pt x="2658" y="3035"/>
                  </a:lnTo>
                  <a:lnTo>
                    <a:pt x="2721" y="3097"/>
                  </a:lnTo>
                  <a:lnTo>
                    <a:pt x="2783" y="3118"/>
                  </a:lnTo>
                  <a:lnTo>
                    <a:pt x="2846" y="3244"/>
                  </a:lnTo>
                  <a:lnTo>
                    <a:pt x="2867" y="3349"/>
                  </a:lnTo>
                  <a:lnTo>
                    <a:pt x="2951" y="3411"/>
                  </a:lnTo>
                  <a:lnTo>
                    <a:pt x="2972" y="3453"/>
                  </a:lnTo>
                  <a:lnTo>
                    <a:pt x="3055" y="3453"/>
                  </a:lnTo>
                  <a:lnTo>
                    <a:pt x="3097" y="3516"/>
                  </a:lnTo>
                  <a:lnTo>
                    <a:pt x="3181" y="3453"/>
                  </a:lnTo>
                  <a:lnTo>
                    <a:pt x="3244" y="3516"/>
                  </a:lnTo>
                  <a:lnTo>
                    <a:pt x="3244" y="3642"/>
                  </a:lnTo>
                  <a:lnTo>
                    <a:pt x="3181" y="3725"/>
                  </a:lnTo>
                  <a:lnTo>
                    <a:pt x="3202" y="3872"/>
                  </a:lnTo>
                  <a:lnTo>
                    <a:pt x="3390" y="4060"/>
                  </a:lnTo>
                  <a:lnTo>
                    <a:pt x="3474" y="4039"/>
                  </a:lnTo>
                  <a:lnTo>
                    <a:pt x="3558" y="4060"/>
                  </a:lnTo>
                  <a:lnTo>
                    <a:pt x="3516" y="4165"/>
                  </a:lnTo>
                  <a:lnTo>
                    <a:pt x="3578" y="4269"/>
                  </a:lnTo>
                  <a:lnTo>
                    <a:pt x="3683" y="4290"/>
                  </a:lnTo>
                  <a:lnTo>
                    <a:pt x="3767" y="4290"/>
                  </a:lnTo>
                  <a:lnTo>
                    <a:pt x="3850" y="4395"/>
                  </a:lnTo>
                  <a:lnTo>
                    <a:pt x="3892" y="4499"/>
                  </a:lnTo>
                  <a:lnTo>
                    <a:pt x="3976" y="4520"/>
                  </a:lnTo>
                  <a:lnTo>
                    <a:pt x="3997" y="4499"/>
                  </a:lnTo>
                  <a:lnTo>
                    <a:pt x="4018" y="4520"/>
                  </a:lnTo>
                  <a:lnTo>
                    <a:pt x="4039" y="4604"/>
                  </a:lnTo>
                  <a:lnTo>
                    <a:pt x="3997" y="4667"/>
                  </a:lnTo>
                  <a:lnTo>
                    <a:pt x="3934" y="4604"/>
                  </a:lnTo>
                  <a:lnTo>
                    <a:pt x="3850" y="4625"/>
                  </a:lnTo>
                  <a:lnTo>
                    <a:pt x="3767" y="4730"/>
                  </a:lnTo>
                  <a:lnTo>
                    <a:pt x="3704" y="4897"/>
                  </a:lnTo>
                  <a:lnTo>
                    <a:pt x="3725" y="5002"/>
                  </a:lnTo>
                  <a:lnTo>
                    <a:pt x="3809" y="5085"/>
                  </a:lnTo>
                  <a:lnTo>
                    <a:pt x="3913" y="5085"/>
                  </a:lnTo>
                  <a:lnTo>
                    <a:pt x="3997" y="5148"/>
                  </a:lnTo>
                  <a:lnTo>
                    <a:pt x="4206" y="5315"/>
                  </a:lnTo>
                  <a:lnTo>
                    <a:pt x="4353" y="5357"/>
                  </a:lnTo>
                  <a:lnTo>
                    <a:pt x="4415" y="5357"/>
                  </a:lnTo>
                  <a:lnTo>
                    <a:pt x="4436" y="5420"/>
                  </a:lnTo>
                  <a:lnTo>
                    <a:pt x="4499" y="5525"/>
                  </a:lnTo>
                  <a:lnTo>
                    <a:pt x="4541" y="5608"/>
                  </a:lnTo>
                  <a:lnTo>
                    <a:pt x="4499" y="5713"/>
                  </a:lnTo>
                  <a:lnTo>
                    <a:pt x="4415" y="5734"/>
                  </a:lnTo>
                  <a:lnTo>
                    <a:pt x="4436" y="5776"/>
                  </a:lnTo>
                  <a:lnTo>
                    <a:pt x="4520" y="5838"/>
                  </a:lnTo>
                  <a:lnTo>
                    <a:pt x="4708" y="5880"/>
                  </a:lnTo>
                  <a:lnTo>
                    <a:pt x="4708" y="5964"/>
                  </a:lnTo>
                  <a:lnTo>
                    <a:pt x="4750" y="5985"/>
                  </a:lnTo>
                  <a:lnTo>
                    <a:pt x="4897" y="6131"/>
                  </a:lnTo>
                  <a:lnTo>
                    <a:pt x="5085" y="6362"/>
                  </a:lnTo>
                  <a:lnTo>
                    <a:pt x="5231" y="6592"/>
                  </a:lnTo>
                  <a:lnTo>
                    <a:pt x="5399" y="6801"/>
                  </a:lnTo>
                  <a:lnTo>
                    <a:pt x="5399" y="6906"/>
                  </a:lnTo>
                  <a:lnTo>
                    <a:pt x="5608" y="7178"/>
                  </a:lnTo>
                  <a:lnTo>
                    <a:pt x="5650" y="7282"/>
                  </a:lnTo>
                  <a:lnTo>
                    <a:pt x="5587" y="7408"/>
                  </a:lnTo>
                  <a:lnTo>
                    <a:pt x="5650" y="7491"/>
                  </a:lnTo>
                  <a:lnTo>
                    <a:pt x="5692" y="7638"/>
                  </a:lnTo>
                  <a:lnTo>
                    <a:pt x="5817" y="7952"/>
                  </a:lnTo>
                  <a:lnTo>
                    <a:pt x="5817" y="8077"/>
                  </a:lnTo>
                  <a:lnTo>
                    <a:pt x="5775" y="8182"/>
                  </a:lnTo>
                  <a:lnTo>
                    <a:pt x="5650" y="8287"/>
                  </a:lnTo>
                  <a:lnTo>
                    <a:pt x="5608" y="8370"/>
                  </a:lnTo>
                  <a:lnTo>
                    <a:pt x="5671" y="8370"/>
                  </a:lnTo>
                  <a:lnTo>
                    <a:pt x="5754" y="8454"/>
                  </a:lnTo>
                  <a:lnTo>
                    <a:pt x="5692" y="8496"/>
                  </a:lnTo>
                  <a:lnTo>
                    <a:pt x="5566" y="8496"/>
                  </a:lnTo>
                  <a:lnTo>
                    <a:pt x="5482" y="8538"/>
                  </a:lnTo>
                  <a:lnTo>
                    <a:pt x="5482" y="8579"/>
                  </a:lnTo>
                  <a:lnTo>
                    <a:pt x="5566" y="8789"/>
                  </a:lnTo>
                  <a:lnTo>
                    <a:pt x="5650" y="8872"/>
                  </a:lnTo>
                  <a:lnTo>
                    <a:pt x="5650" y="8956"/>
                  </a:lnTo>
                  <a:lnTo>
                    <a:pt x="5754" y="9103"/>
                  </a:lnTo>
                  <a:lnTo>
                    <a:pt x="5796" y="9228"/>
                  </a:lnTo>
                  <a:lnTo>
                    <a:pt x="5859" y="9291"/>
                  </a:lnTo>
                  <a:lnTo>
                    <a:pt x="5922" y="9291"/>
                  </a:lnTo>
                  <a:lnTo>
                    <a:pt x="5943" y="9333"/>
                  </a:lnTo>
                  <a:lnTo>
                    <a:pt x="6131" y="9395"/>
                  </a:lnTo>
                  <a:lnTo>
                    <a:pt x="6278" y="9375"/>
                  </a:lnTo>
                  <a:lnTo>
                    <a:pt x="6340" y="9375"/>
                  </a:lnTo>
                  <a:lnTo>
                    <a:pt x="6299" y="9437"/>
                  </a:lnTo>
                  <a:lnTo>
                    <a:pt x="6299" y="9500"/>
                  </a:lnTo>
                  <a:lnTo>
                    <a:pt x="6424" y="9542"/>
                  </a:lnTo>
                  <a:lnTo>
                    <a:pt x="6591" y="9688"/>
                  </a:lnTo>
                  <a:lnTo>
                    <a:pt x="6696" y="9835"/>
                  </a:lnTo>
                  <a:lnTo>
                    <a:pt x="6759" y="9960"/>
                  </a:lnTo>
                  <a:lnTo>
                    <a:pt x="6863" y="10023"/>
                  </a:lnTo>
                  <a:lnTo>
                    <a:pt x="6926" y="10002"/>
                  </a:lnTo>
                  <a:lnTo>
                    <a:pt x="7031" y="10044"/>
                  </a:lnTo>
                  <a:lnTo>
                    <a:pt x="7115" y="10044"/>
                  </a:lnTo>
                  <a:lnTo>
                    <a:pt x="7345" y="10149"/>
                  </a:lnTo>
                  <a:lnTo>
                    <a:pt x="7428" y="10149"/>
                  </a:lnTo>
                  <a:lnTo>
                    <a:pt x="7449" y="10107"/>
                  </a:lnTo>
                  <a:lnTo>
                    <a:pt x="7512" y="10107"/>
                  </a:lnTo>
                  <a:lnTo>
                    <a:pt x="7575" y="10170"/>
                  </a:lnTo>
                  <a:lnTo>
                    <a:pt x="7847" y="10442"/>
                  </a:lnTo>
                  <a:lnTo>
                    <a:pt x="7910" y="10442"/>
                  </a:lnTo>
                  <a:lnTo>
                    <a:pt x="8098" y="10630"/>
                  </a:lnTo>
                  <a:lnTo>
                    <a:pt x="8328" y="10735"/>
                  </a:lnTo>
                  <a:lnTo>
                    <a:pt x="8621" y="10756"/>
                  </a:lnTo>
                  <a:lnTo>
                    <a:pt x="8747" y="10839"/>
                  </a:lnTo>
                  <a:lnTo>
                    <a:pt x="8830" y="10965"/>
                  </a:lnTo>
                  <a:lnTo>
                    <a:pt x="8998" y="10965"/>
                  </a:lnTo>
                  <a:lnTo>
                    <a:pt x="9144" y="11048"/>
                  </a:lnTo>
                  <a:lnTo>
                    <a:pt x="9228" y="10986"/>
                  </a:lnTo>
                  <a:lnTo>
                    <a:pt x="9249" y="11007"/>
                  </a:lnTo>
                  <a:lnTo>
                    <a:pt x="9332" y="11153"/>
                  </a:lnTo>
                  <a:lnTo>
                    <a:pt x="9479" y="11216"/>
                  </a:lnTo>
                  <a:lnTo>
                    <a:pt x="9625" y="11216"/>
                  </a:lnTo>
                  <a:lnTo>
                    <a:pt x="9730" y="11279"/>
                  </a:lnTo>
                  <a:lnTo>
                    <a:pt x="9960" y="11362"/>
                  </a:lnTo>
                  <a:lnTo>
                    <a:pt x="10148" y="11362"/>
                  </a:lnTo>
                  <a:lnTo>
                    <a:pt x="10295" y="11467"/>
                  </a:lnTo>
                  <a:lnTo>
                    <a:pt x="10588" y="11572"/>
                  </a:lnTo>
                  <a:lnTo>
                    <a:pt x="10692" y="11530"/>
                  </a:lnTo>
                  <a:lnTo>
                    <a:pt x="11006" y="11404"/>
                  </a:lnTo>
                  <a:lnTo>
                    <a:pt x="11111" y="11404"/>
                  </a:lnTo>
                  <a:lnTo>
                    <a:pt x="11299" y="11300"/>
                  </a:lnTo>
                  <a:lnTo>
                    <a:pt x="11404" y="11279"/>
                  </a:lnTo>
                  <a:lnTo>
                    <a:pt x="11613" y="11279"/>
                  </a:lnTo>
                  <a:lnTo>
                    <a:pt x="11613" y="11258"/>
                  </a:lnTo>
                  <a:lnTo>
                    <a:pt x="11467" y="11216"/>
                  </a:lnTo>
                  <a:lnTo>
                    <a:pt x="11404" y="11216"/>
                  </a:lnTo>
                  <a:lnTo>
                    <a:pt x="11404" y="11174"/>
                  </a:lnTo>
                  <a:lnTo>
                    <a:pt x="11529" y="11090"/>
                  </a:lnTo>
                  <a:lnTo>
                    <a:pt x="11550" y="11111"/>
                  </a:lnTo>
                  <a:lnTo>
                    <a:pt x="11550" y="11195"/>
                  </a:lnTo>
                  <a:lnTo>
                    <a:pt x="11634" y="11153"/>
                  </a:lnTo>
                  <a:lnTo>
                    <a:pt x="11718" y="11153"/>
                  </a:lnTo>
                  <a:lnTo>
                    <a:pt x="11718" y="11195"/>
                  </a:lnTo>
                  <a:lnTo>
                    <a:pt x="11655" y="11195"/>
                  </a:lnTo>
                  <a:lnTo>
                    <a:pt x="11634" y="11216"/>
                  </a:lnTo>
                  <a:lnTo>
                    <a:pt x="11655" y="11258"/>
                  </a:lnTo>
                  <a:lnTo>
                    <a:pt x="11760" y="11258"/>
                  </a:lnTo>
                  <a:lnTo>
                    <a:pt x="11864" y="11279"/>
                  </a:lnTo>
                  <a:lnTo>
                    <a:pt x="12032" y="11404"/>
                  </a:lnTo>
                  <a:lnTo>
                    <a:pt x="12094" y="11467"/>
                  </a:lnTo>
                  <a:lnTo>
                    <a:pt x="12094" y="11425"/>
                  </a:lnTo>
                  <a:lnTo>
                    <a:pt x="11969" y="11300"/>
                  </a:lnTo>
                  <a:lnTo>
                    <a:pt x="11780" y="11216"/>
                  </a:lnTo>
                  <a:lnTo>
                    <a:pt x="11780" y="11174"/>
                  </a:lnTo>
                  <a:lnTo>
                    <a:pt x="11822" y="11174"/>
                  </a:lnTo>
                  <a:lnTo>
                    <a:pt x="11843" y="11195"/>
                  </a:lnTo>
                  <a:lnTo>
                    <a:pt x="11948" y="11216"/>
                  </a:lnTo>
                  <a:lnTo>
                    <a:pt x="12053" y="11300"/>
                  </a:lnTo>
                  <a:lnTo>
                    <a:pt x="12157" y="11425"/>
                  </a:lnTo>
                  <a:lnTo>
                    <a:pt x="12157" y="11488"/>
                  </a:lnTo>
                  <a:lnTo>
                    <a:pt x="12199" y="11530"/>
                  </a:lnTo>
                  <a:lnTo>
                    <a:pt x="12597" y="11885"/>
                  </a:lnTo>
                  <a:lnTo>
                    <a:pt x="12722" y="11906"/>
                  </a:lnTo>
                  <a:lnTo>
                    <a:pt x="12764" y="11990"/>
                  </a:lnTo>
                  <a:lnTo>
                    <a:pt x="12910" y="12116"/>
                  </a:lnTo>
                  <a:lnTo>
                    <a:pt x="12994" y="12220"/>
                  </a:lnTo>
                  <a:lnTo>
                    <a:pt x="13015" y="12199"/>
                  </a:lnTo>
                  <a:lnTo>
                    <a:pt x="13036" y="12136"/>
                  </a:lnTo>
                  <a:lnTo>
                    <a:pt x="13099" y="12095"/>
                  </a:lnTo>
                  <a:lnTo>
                    <a:pt x="13099" y="12053"/>
                  </a:lnTo>
                  <a:lnTo>
                    <a:pt x="13078" y="12032"/>
                  </a:lnTo>
                  <a:lnTo>
                    <a:pt x="13036" y="11990"/>
                  </a:lnTo>
                  <a:lnTo>
                    <a:pt x="13078" y="11927"/>
                  </a:lnTo>
                  <a:lnTo>
                    <a:pt x="13036" y="11906"/>
                  </a:lnTo>
                  <a:lnTo>
                    <a:pt x="13036" y="11802"/>
                  </a:lnTo>
                  <a:lnTo>
                    <a:pt x="13392" y="11258"/>
                  </a:lnTo>
                  <a:lnTo>
                    <a:pt x="14124" y="11258"/>
                  </a:lnTo>
                  <a:lnTo>
                    <a:pt x="14187" y="11195"/>
                  </a:lnTo>
                  <a:lnTo>
                    <a:pt x="14187" y="11111"/>
                  </a:lnTo>
                  <a:lnTo>
                    <a:pt x="14124" y="11090"/>
                  </a:lnTo>
                  <a:lnTo>
                    <a:pt x="14019" y="11069"/>
                  </a:lnTo>
                  <a:lnTo>
                    <a:pt x="13977" y="11048"/>
                  </a:lnTo>
                  <a:lnTo>
                    <a:pt x="13957" y="10944"/>
                  </a:lnTo>
                  <a:lnTo>
                    <a:pt x="13936" y="10881"/>
                  </a:lnTo>
                  <a:lnTo>
                    <a:pt x="13852" y="10881"/>
                  </a:lnTo>
                  <a:lnTo>
                    <a:pt x="13768" y="10797"/>
                  </a:lnTo>
                  <a:lnTo>
                    <a:pt x="13664" y="10693"/>
                  </a:lnTo>
                  <a:lnTo>
                    <a:pt x="13643" y="10651"/>
                  </a:lnTo>
                  <a:lnTo>
                    <a:pt x="13559" y="10567"/>
                  </a:lnTo>
                  <a:lnTo>
                    <a:pt x="13810" y="10546"/>
                  </a:lnTo>
                  <a:lnTo>
                    <a:pt x="13831" y="10232"/>
                  </a:lnTo>
                  <a:lnTo>
                    <a:pt x="14814" y="10253"/>
                  </a:lnTo>
                  <a:lnTo>
                    <a:pt x="14856" y="10170"/>
                  </a:lnTo>
                  <a:lnTo>
                    <a:pt x="14898" y="10128"/>
                  </a:lnTo>
                  <a:lnTo>
                    <a:pt x="14982" y="10128"/>
                  </a:lnTo>
                  <a:lnTo>
                    <a:pt x="14982" y="10170"/>
                  </a:lnTo>
                  <a:lnTo>
                    <a:pt x="15003" y="10212"/>
                  </a:lnTo>
                  <a:lnTo>
                    <a:pt x="15024" y="10170"/>
                  </a:lnTo>
                  <a:lnTo>
                    <a:pt x="15086" y="10149"/>
                  </a:lnTo>
                  <a:lnTo>
                    <a:pt x="15086" y="10128"/>
                  </a:lnTo>
                  <a:lnTo>
                    <a:pt x="15170" y="10044"/>
                  </a:lnTo>
                  <a:lnTo>
                    <a:pt x="15191" y="9940"/>
                  </a:lnTo>
                  <a:lnTo>
                    <a:pt x="15212" y="9898"/>
                  </a:lnTo>
                  <a:lnTo>
                    <a:pt x="15317" y="9898"/>
                  </a:lnTo>
                  <a:lnTo>
                    <a:pt x="15421" y="9793"/>
                  </a:lnTo>
                  <a:lnTo>
                    <a:pt x="15526" y="9647"/>
                  </a:lnTo>
                  <a:lnTo>
                    <a:pt x="15610" y="9626"/>
                  </a:lnTo>
                  <a:lnTo>
                    <a:pt x="15610" y="9626"/>
                  </a:lnTo>
                  <a:lnTo>
                    <a:pt x="15589" y="9730"/>
                  </a:lnTo>
                  <a:lnTo>
                    <a:pt x="15526" y="9793"/>
                  </a:lnTo>
                  <a:lnTo>
                    <a:pt x="15547" y="9835"/>
                  </a:lnTo>
                  <a:lnTo>
                    <a:pt x="15651" y="9919"/>
                  </a:lnTo>
                  <a:lnTo>
                    <a:pt x="15714" y="10023"/>
                  </a:lnTo>
                  <a:lnTo>
                    <a:pt x="15735" y="10002"/>
                  </a:lnTo>
                  <a:lnTo>
                    <a:pt x="15840" y="9814"/>
                  </a:lnTo>
                  <a:lnTo>
                    <a:pt x="15944" y="9437"/>
                  </a:lnTo>
                  <a:lnTo>
                    <a:pt x="16007" y="9333"/>
                  </a:lnTo>
                  <a:lnTo>
                    <a:pt x="15944" y="9375"/>
                  </a:lnTo>
                  <a:lnTo>
                    <a:pt x="15902" y="9416"/>
                  </a:lnTo>
                  <a:lnTo>
                    <a:pt x="15840" y="9395"/>
                  </a:lnTo>
                  <a:lnTo>
                    <a:pt x="15840" y="9333"/>
                  </a:lnTo>
                  <a:lnTo>
                    <a:pt x="15965" y="9207"/>
                  </a:lnTo>
                  <a:lnTo>
                    <a:pt x="16007" y="9123"/>
                  </a:lnTo>
                  <a:lnTo>
                    <a:pt x="15902" y="9123"/>
                  </a:lnTo>
                  <a:lnTo>
                    <a:pt x="15819" y="9061"/>
                  </a:lnTo>
                  <a:lnTo>
                    <a:pt x="15840" y="9019"/>
                  </a:lnTo>
                  <a:lnTo>
                    <a:pt x="15965" y="8956"/>
                  </a:lnTo>
                  <a:lnTo>
                    <a:pt x="15965" y="8789"/>
                  </a:lnTo>
                  <a:lnTo>
                    <a:pt x="16028" y="8705"/>
                  </a:lnTo>
                  <a:lnTo>
                    <a:pt x="16279" y="8475"/>
                  </a:lnTo>
                  <a:lnTo>
                    <a:pt x="16426" y="8266"/>
                  </a:lnTo>
                  <a:lnTo>
                    <a:pt x="16488" y="8119"/>
                  </a:lnTo>
                  <a:lnTo>
                    <a:pt x="16488" y="8015"/>
                  </a:lnTo>
                  <a:lnTo>
                    <a:pt x="16321" y="7763"/>
                  </a:lnTo>
                  <a:lnTo>
                    <a:pt x="16216" y="7805"/>
                  </a:lnTo>
                  <a:lnTo>
                    <a:pt x="16237" y="7847"/>
                  </a:lnTo>
                  <a:lnTo>
                    <a:pt x="16174" y="7868"/>
                  </a:lnTo>
                  <a:lnTo>
                    <a:pt x="15923" y="7826"/>
                  </a:lnTo>
                  <a:lnTo>
                    <a:pt x="15693" y="7826"/>
                  </a:lnTo>
                  <a:lnTo>
                    <a:pt x="15693" y="7868"/>
                  </a:lnTo>
                  <a:lnTo>
                    <a:pt x="15547" y="7952"/>
                  </a:lnTo>
                  <a:lnTo>
                    <a:pt x="15505" y="7910"/>
                  </a:lnTo>
                  <a:lnTo>
                    <a:pt x="15379" y="7931"/>
                  </a:lnTo>
                  <a:lnTo>
                    <a:pt x="15275" y="8035"/>
                  </a:lnTo>
                  <a:lnTo>
                    <a:pt x="14793" y="8035"/>
                  </a:lnTo>
                  <a:lnTo>
                    <a:pt x="14396" y="8119"/>
                  </a:lnTo>
                  <a:lnTo>
                    <a:pt x="14396" y="8182"/>
                  </a:lnTo>
                  <a:lnTo>
                    <a:pt x="14501" y="8224"/>
                  </a:lnTo>
                  <a:lnTo>
                    <a:pt x="14291" y="8454"/>
                  </a:lnTo>
                  <a:lnTo>
                    <a:pt x="14270" y="8810"/>
                  </a:lnTo>
                  <a:lnTo>
                    <a:pt x="14291" y="8851"/>
                  </a:lnTo>
                  <a:lnTo>
                    <a:pt x="14082" y="9082"/>
                  </a:lnTo>
                  <a:lnTo>
                    <a:pt x="14082" y="9270"/>
                  </a:lnTo>
                  <a:lnTo>
                    <a:pt x="13957" y="9395"/>
                  </a:lnTo>
                  <a:lnTo>
                    <a:pt x="13873" y="9416"/>
                  </a:lnTo>
                  <a:lnTo>
                    <a:pt x="13622" y="9542"/>
                  </a:lnTo>
                  <a:lnTo>
                    <a:pt x="13643" y="9584"/>
                  </a:lnTo>
                  <a:lnTo>
                    <a:pt x="13747" y="9500"/>
                  </a:lnTo>
                  <a:lnTo>
                    <a:pt x="13726" y="9605"/>
                  </a:lnTo>
                  <a:lnTo>
                    <a:pt x="13726" y="9793"/>
                  </a:lnTo>
                  <a:lnTo>
                    <a:pt x="13622" y="9919"/>
                  </a:lnTo>
                  <a:lnTo>
                    <a:pt x="13538" y="9919"/>
                  </a:lnTo>
                  <a:lnTo>
                    <a:pt x="13517" y="9960"/>
                  </a:lnTo>
                  <a:lnTo>
                    <a:pt x="13454" y="9919"/>
                  </a:lnTo>
                  <a:lnTo>
                    <a:pt x="13329" y="9835"/>
                  </a:lnTo>
                  <a:lnTo>
                    <a:pt x="13350" y="9793"/>
                  </a:lnTo>
                  <a:lnTo>
                    <a:pt x="13454" y="9730"/>
                  </a:lnTo>
                  <a:lnTo>
                    <a:pt x="13308" y="9688"/>
                  </a:lnTo>
                  <a:lnTo>
                    <a:pt x="13245" y="9730"/>
                  </a:lnTo>
                  <a:lnTo>
                    <a:pt x="13120" y="9709"/>
                  </a:lnTo>
                  <a:lnTo>
                    <a:pt x="12973" y="9709"/>
                  </a:lnTo>
                  <a:lnTo>
                    <a:pt x="12869" y="9793"/>
                  </a:lnTo>
                  <a:lnTo>
                    <a:pt x="12722" y="9814"/>
                  </a:lnTo>
                  <a:lnTo>
                    <a:pt x="12513" y="9814"/>
                  </a:lnTo>
                  <a:lnTo>
                    <a:pt x="12492" y="9856"/>
                  </a:lnTo>
                  <a:lnTo>
                    <a:pt x="12262" y="10002"/>
                  </a:lnTo>
                  <a:lnTo>
                    <a:pt x="12178" y="10002"/>
                  </a:lnTo>
                  <a:lnTo>
                    <a:pt x="12157" y="9940"/>
                  </a:lnTo>
                  <a:lnTo>
                    <a:pt x="11948" y="10002"/>
                  </a:lnTo>
                  <a:lnTo>
                    <a:pt x="11822" y="10044"/>
                  </a:lnTo>
                  <a:lnTo>
                    <a:pt x="11760" y="9919"/>
                  </a:lnTo>
                  <a:lnTo>
                    <a:pt x="11634" y="9730"/>
                  </a:lnTo>
                  <a:lnTo>
                    <a:pt x="11467" y="9647"/>
                  </a:lnTo>
                  <a:lnTo>
                    <a:pt x="11425" y="9605"/>
                  </a:lnTo>
                  <a:lnTo>
                    <a:pt x="11257" y="9605"/>
                  </a:lnTo>
                  <a:lnTo>
                    <a:pt x="11216" y="9626"/>
                  </a:lnTo>
                  <a:lnTo>
                    <a:pt x="11132" y="9521"/>
                  </a:lnTo>
                  <a:lnTo>
                    <a:pt x="10902" y="9270"/>
                  </a:lnTo>
                  <a:lnTo>
                    <a:pt x="10881" y="9165"/>
                  </a:lnTo>
                  <a:lnTo>
                    <a:pt x="10881" y="9082"/>
                  </a:lnTo>
                  <a:lnTo>
                    <a:pt x="10776" y="8914"/>
                  </a:lnTo>
                  <a:lnTo>
                    <a:pt x="10713" y="8789"/>
                  </a:lnTo>
                  <a:lnTo>
                    <a:pt x="10400" y="8454"/>
                  </a:lnTo>
                  <a:lnTo>
                    <a:pt x="10379" y="8328"/>
                  </a:lnTo>
                  <a:lnTo>
                    <a:pt x="10316" y="8245"/>
                  </a:lnTo>
                  <a:lnTo>
                    <a:pt x="10358" y="8161"/>
                  </a:lnTo>
                  <a:lnTo>
                    <a:pt x="10316" y="8077"/>
                  </a:lnTo>
                  <a:lnTo>
                    <a:pt x="10253" y="7847"/>
                  </a:lnTo>
                  <a:lnTo>
                    <a:pt x="10169" y="7763"/>
                  </a:lnTo>
                  <a:lnTo>
                    <a:pt x="10190" y="7638"/>
                  </a:lnTo>
                  <a:lnTo>
                    <a:pt x="10316" y="7805"/>
                  </a:lnTo>
                  <a:lnTo>
                    <a:pt x="10316" y="8015"/>
                  </a:lnTo>
                  <a:lnTo>
                    <a:pt x="10379" y="7973"/>
                  </a:lnTo>
                  <a:lnTo>
                    <a:pt x="10379" y="7805"/>
                  </a:lnTo>
                  <a:lnTo>
                    <a:pt x="10211" y="7554"/>
                  </a:lnTo>
                  <a:lnTo>
                    <a:pt x="10253" y="7429"/>
                  </a:lnTo>
                  <a:lnTo>
                    <a:pt x="10190" y="7219"/>
                  </a:lnTo>
                  <a:lnTo>
                    <a:pt x="10169" y="7115"/>
                  </a:lnTo>
                  <a:lnTo>
                    <a:pt x="10253" y="7010"/>
                  </a:lnTo>
                  <a:lnTo>
                    <a:pt x="10295" y="6717"/>
                  </a:lnTo>
                  <a:lnTo>
                    <a:pt x="10253" y="6571"/>
                  </a:lnTo>
                  <a:lnTo>
                    <a:pt x="10316" y="6278"/>
                  </a:lnTo>
                  <a:lnTo>
                    <a:pt x="10316" y="6173"/>
                  </a:lnTo>
                  <a:lnTo>
                    <a:pt x="10358" y="6090"/>
                  </a:lnTo>
                  <a:lnTo>
                    <a:pt x="10316" y="6048"/>
                  </a:lnTo>
                  <a:lnTo>
                    <a:pt x="10316" y="5922"/>
                  </a:lnTo>
                  <a:lnTo>
                    <a:pt x="10379" y="5859"/>
                  </a:lnTo>
                  <a:lnTo>
                    <a:pt x="10400" y="5713"/>
                  </a:lnTo>
                  <a:lnTo>
                    <a:pt x="10420" y="5650"/>
                  </a:lnTo>
                  <a:lnTo>
                    <a:pt x="10358" y="5608"/>
                  </a:lnTo>
                  <a:lnTo>
                    <a:pt x="10420" y="5504"/>
                  </a:lnTo>
                  <a:lnTo>
                    <a:pt x="10420" y="5336"/>
                  </a:lnTo>
                  <a:lnTo>
                    <a:pt x="10525" y="5336"/>
                  </a:lnTo>
                  <a:lnTo>
                    <a:pt x="10504" y="5441"/>
                  </a:lnTo>
                  <a:lnTo>
                    <a:pt x="10504" y="5525"/>
                  </a:lnTo>
                  <a:lnTo>
                    <a:pt x="10567" y="5504"/>
                  </a:lnTo>
                  <a:lnTo>
                    <a:pt x="10588" y="5399"/>
                  </a:lnTo>
                  <a:lnTo>
                    <a:pt x="10672" y="5294"/>
                  </a:lnTo>
                  <a:lnTo>
                    <a:pt x="10692" y="5148"/>
                  </a:lnTo>
                  <a:lnTo>
                    <a:pt x="10734" y="5106"/>
                  </a:lnTo>
                  <a:lnTo>
                    <a:pt x="10776" y="4939"/>
                  </a:lnTo>
                  <a:lnTo>
                    <a:pt x="10776" y="4897"/>
                  </a:lnTo>
                  <a:lnTo>
                    <a:pt x="10692" y="4939"/>
                  </a:lnTo>
                  <a:lnTo>
                    <a:pt x="10672" y="5127"/>
                  </a:lnTo>
                  <a:lnTo>
                    <a:pt x="10567" y="5190"/>
                  </a:lnTo>
                  <a:lnTo>
                    <a:pt x="10588" y="5106"/>
                  </a:lnTo>
                  <a:lnTo>
                    <a:pt x="10525" y="5085"/>
                  </a:lnTo>
                  <a:lnTo>
                    <a:pt x="10504" y="5002"/>
                  </a:lnTo>
                  <a:lnTo>
                    <a:pt x="10400" y="5002"/>
                  </a:lnTo>
                  <a:lnTo>
                    <a:pt x="10295" y="4918"/>
                  </a:lnTo>
                  <a:lnTo>
                    <a:pt x="10107" y="4876"/>
                  </a:lnTo>
                  <a:lnTo>
                    <a:pt x="10002" y="4771"/>
                  </a:lnTo>
                  <a:lnTo>
                    <a:pt x="9939" y="4730"/>
                  </a:lnTo>
                  <a:lnTo>
                    <a:pt x="9856" y="4730"/>
                  </a:lnTo>
                  <a:lnTo>
                    <a:pt x="9793" y="4709"/>
                  </a:lnTo>
                  <a:lnTo>
                    <a:pt x="9772" y="4709"/>
                  </a:lnTo>
                  <a:lnTo>
                    <a:pt x="9730" y="4667"/>
                  </a:lnTo>
                  <a:lnTo>
                    <a:pt x="9751" y="4499"/>
                  </a:lnTo>
                  <a:lnTo>
                    <a:pt x="9625" y="4165"/>
                  </a:lnTo>
                  <a:lnTo>
                    <a:pt x="9625" y="4144"/>
                  </a:lnTo>
                  <a:lnTo>
                    <a:pt x="9625" y="4081"/>
                  </a:lnTo>
                  <a:lnTo>
                    <a:pt x="9625" y="3976"/>
                  </a:lnTo>
                  <a:lnTo>
                    <a:pt x="9646" y="3872"/>
                  </a:lnTo>
                  <a:lnTo>
                    <a:pt x="9542" y="3788"/>
                  </a:lnTo>
                  <a:lnTo>
                    <a:pt x="9479" y="3683"/>
                  </a:lnTo>
                  <a:lnTo>
                    <a:pt x="9458" y="3579"/>
                  </a:lnTo>
                  <a:lnTo>
                    <a:pt x="9374" y="3537"/>
                  </a:lnTo>
                  <a:lnTo>
                    <a:pt x="9353" y="3453"/>
                  </a:lnTo>
                  <a:lnTo>
                    <a:pt x="9312" y="3432"/>
                  </a:lnTo>
                  <a:lnTo>
                    <a:pt x="9228" y="3223"/>
                  </a:lnTo>
                  <a:lnTo>
                    <a:pt x="9207" y="3139"/>
                  </a:lnTo>
                  <a:lnTo>
                    <a:pt x="9123" y="3118"/>
                  </a:lnTo>
                  <a:lnTo>
                    <a:pt x="9123" y="2951"/>
                  </a:lnTo>
                  <a:lnTo>
                    <a:pt x="9123" y="2888"/>
                  </a:lnTo>
                  <a:lnTo>
                    <a:pt x="9060" y="2825"/>
                  </a:lnTo>
                  <a:lnTo>
                    <a:pt x="9040" y="2721"/>
                  </a:lnTo>
                  <a:lnTo>
                    <a:pt x="8935" y="2574"/>
                  </a:lnTo>
                  <a:lnTo>
                    <a:pt x="8830" y="2491"/>
                  </a:lnTo>
                  <a:lnTo>
                    <a:pt x="8788" y="2386"/>
                  </a:lnTo>
                  <a:lnTo>
                    <a:pt x="8705" y="2365"/>
                  </a:lnTo>
                  <a:lnTo>
                    <a:pt x="8621" y="2365"/>
                  </a:lnTo>
                  <a:lnTo>
                    <a:pt x="8600" y="2323"/>
                  </a:lnTo>
                  <a:lnTo>
                    <a:pt x="8579" y="2302"/>
                  </a:lnTo>
                  <a:lnTo>
                    <a:pt x="8475" y="2323"/>
                  </a:lnTo>
                  <a:lnTo>
                    <a:pt x="8370" y="2302"/>
                  </a:lnTo>
                  <a:lnTo>
                    <a:pt x="8265" y="2302"/>
                  </a:lnTo>
                  <a:lnTo>
                    <a:pt x="8223" y="2386"/>
                  </a:lnTo>
                  <a:lnTo>
                    <a:pt x="8182" y="2386"/>
                  </a:lnTo>
                  <a:lnTo>
                    <a:pt x="8161" y="2365"/>
                  </a:lnTo>
                  <a:lnTo>
                    <a:pt x="8119" y="2365"/>
                  </a:lnTo>
                  <a:lnTo>
                    <a:pt x="8035" y="2386"/>
                  </a:lnTo>
                  <a:lnTo>
                    <a:pt x="7993" y="2428"/>
                  </a:lnTo>
                  <a:lnTo>
                    <a:pt x="7910" y="2595"/>
                  </a:lnTo>
                  <a:lnTo>
                    <a:pt x="7868" y="2679"/>
                  </a:lnTo>
                  <a:lnTo>
                    <a:pt x="7868" y="2700"/>
                  </a:lnTo>
                  <a:lnTo>
                    <a:pt x="7868" y="2742"/>
                  </a:lnTo>
                  <a:lnTo>
                    <a:pt x="7805" y="2742"/>
                  </a:lnTo>
                  <a:lnTo>
                    <a:pt x="7700" y="2825"/>
                  </a:lnTo>
                  <a:lnTo>
                    <a:pt x="7700" y="2846"/>
                  </a:lnTo>
                  <a:lnTo>
                    <a:pt x="7659" y="2888"/>
                  </a:lnTo>
                  <a:lnTo>
                    <a:pt x="7596" y="2888"/>
                  </a:lnTo>
                  <a:lnTo>
                    <a:pt x="7575" y="2825"/>
                  </a:lnTo>
                  <a:lnTo>
                    <a:pt x="7449" y="2784"/>
                  </a:lnTo>
                  <a:lnTo>
                    <a:pt x="7366" y="2742"/>
                  </a:lnTo>
                  <a:lnTo>
                    <a:pt x="7345" y="2700"/>
                  </a:lnTo>
                  <a:lnTo>
                    <a:pt x="7219" y="2637"/>
                  </a:lnTo>
                  <a:lnTo>
                    <a:pt x="7156" y="2637"/>
                  </a:lnTo>
                  <a:lnTo>
                    <a:pt x="7115" y="2595"/>
                  </a:lnTo>
                  <a:lnTo>
                    <a:pt x="7115" y="2574"/>
                  </a:lnTo>
                  <a:lnTo>
                    <a:pt x="7073" y="2512"/>
                  </a:lnTo>
                  <a:lnTo>
                    <a:pt x="7031" y="2491"/>
                  </a:lnTo>
                  <a:lnTo>
                    <a:pt x="6989" y="2491"/>
                  </a:lnTo>
                  <a:lnTo>
                    <a:pt x="6947" y="2470"/>
                  </a:lnTo>
                  <a:lnTo>
                    <a:pt x="6926" y="2470"/>
                  </a:lnTo>
                  <a:lnTo>
                    <a:pt x="6926" y="2428"/>
                  </a:lnTo>
                  <a:lnTo>
                    <a:pt x="6905" y="2323"/>
                  </a:lnTo>
                  <a:lnTo>
                    <a:pt x="6822" y="2261"/>
                  </a:lnTo>
                  <a:lnTo>
                    <a:pt x="6717" y="2114"/>
                  </a:lnTo>
                  <a:lnTo>
                    <a:pt x="6717" y="2093"/>
                  </a:lnTo>
                  <a:lnTo>
                    <a:pt x="6801" y="2072"/>
                  </a:lnTo>
                  <a:lnTo>
                    <a:pt x="6822" y="2051"/>
                  </a:lnTo>
                  <a:lnTo>
                    <a:pt x="6822" y="1968"/>
                  </a:lnTo>
                  <a:lnTo>
                    <a:pt x="6738" y="1884"/>
                  </a:lnTo>
                  <a:lnTo>
                    <a:pt x="6717" y="1863"/>
                  </a:lnTo>
                  <a:lnTo>
                    <a:pt x="6696" y="1842"/>
                  </a:lnTo>
                  <a:lnTo>
                    <a:pt x="6654" y="1800"/>
                  </a:lnTo>
                  <a:lnTo>
                    <a:pt x="6633" y="1675"/>
                  </a:lnTo>
                  <a:lnTo>
                    <a:pt x="6591" y="1591"/>
                  </a:lnTo>
                  <a:lnTo>
                    <a:pt x="6508" y="1549"/>
                  </a:lnTo>
                  <a:lnTo>
                    <a:pt x="6424" y="1528"/>
                  </a:lnTo>
                  <a:lnTo>
                    <a:pt x="6466" y="1465"/>
                  </a:lnTo>
                  <a:lnTo>
                    <a:pt x="6466" y="1424"/>
                  </a:lnTo>
                  <a:lnTo>
                    <a:pt x="6403" y="1340"/>
                  </a:lnTo>
                  <a:lnTo>
                    <a:pt x="6299" y="1319"/>
                  </a:lnTo>
                  <a:lnTo>
                    <a:pt x="6319" y="1256"/>
                  </a:lnTo>
                  <a:lnTo>
                    <a:pt x="6278" y="1173"/>
                  </a:lnTo>
                  <a:lnTo>
                    <a:pt x="6215" y="1173"/>
                  </a:lnTo>
                  <a:lnTo>
                    <a:pt x="6194" y="1131"/>
                  </a:lnTo>
                  <a:lnTo>
                    <a:pt x="6131" y="1068"/>
                  </a:lnTo>
                  <a:lnTo>
                    <a:pt x="6068" y="942"/>
                  </a:lnTo>
                  <a:lnTo>
                    <a:pt x="5943" y="859"/>
                  </a:lnTo>
                  <a:lnTo>
                    <a:pt x="5022" y="838"/>
                  </a:lnTo>
                  <a:lnTo>
                    <a:pt x="4980" y="1047"/>
                  </a:lnTo>
                  <a:lnTo>
                    <a:pt x="3327" y="1005"/>
                  </a:lnTo>
                  <a:lnTo>
                    <a:pt x="1402" y="105"/>
                  </a:lnTo>
                  <a:lnTo>
                    <a:pt x="1402" y="64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208;p45"/>
            <p:cNvSpPr/>
            <p:nvPr/>
          </p:nvSpPr>
          <p:spPr>
            <a:xfrm>
              <a:off x="3378594" y="3107749"/>
              <a:ext cx="19445" cy="26657"/>
            </a:xfrm>
            <a:custGeom>
              <a:avLst/>
              <a:gdLst/>
              <a:ahLst/>
              <a:cxnLst/>
              <a:rect l="l" t="t" r="r" b="b"/>
              <a:pathLst>
                <a:path w="1633" h="2344" extrusionOk="0">
                  <a:moveTo>
                    <a:pt x="336" y="0"/>
                  </a:moveTo>
                  <a:lnTo>
                    <a:pt x="231" y="84"/>
                  </a:lnTo>
                  <a:lnTo>
                    <a:pt x="126" y="147"/>
                  </a:lnTo>
                  <a:lnTo>
                    <a:pt x="85" y="209"/>
                  </a:lnTo>
                  <a:lnTo>
                    <a:pt x="1" y="314"/>
                  </a:lnTo>
                  <a:lnTo>
                    <a:pt x="1" y="460"/>
                  </a:lnTo>
                  <a:lnTo>
                    <a:pt x="64" y="607"/>
                  </a:lnTo>
                  <a:lnTo>
                    <a:pt x="22" y="732"/>
                  </a:lnTo>
                  <a:lnTo>
                    <a:pt x="22" y="816"/>
                  </a:lnTo>
                  <a:lnTo>
                    <a:pt x="126" y="879"/>
                  </a:lnTo>
                  <a:lnTo>
                    <a:pt x="189" y="963"/>
                  </a:lnTo>
                  <a:lnTo>
                    <a:pt x="231" y="1067"/>
                  </a:lnTo>
                  <a:lnTo>
                    <a:pt x="273" y="1193"/>
                  </a:lnTo>
                  <a:lnTo>
                    <a:pt x="294" y="1256"/>
                  </a:lnTo>
                  <a:lnTo>
                    <a:pt x="273" y="1360"/>
                  </a:lnTo>
                  <a:lnTo>
                    <a:pt x="189" y="1444"/>
                  </a:lnTo>
                  <a:lnTo>
                    <a:pt x="189" y="1590"/>
                  </a:lnTo>
                  <a:lnTo>
                    <a:pt x="231" y="1653"/>
                  </a:lnTo>
                  <a:lnTo>
                    <a:pt x="189" y="1779"/>
                  </a:lnTo>
                  <a:lnTo>
                    <a:pt x="64" y="1883"/>
                  </a:lnTo>
                  <a:lnTo>
                    <a:pt x="1" y="1883"/>
                  </a:lnTo>
                  <a:lnTo>
                    <a:pt x="22" y="1925"/>
                  </a:lnTo>
                  <a:lnTo>
                    <a:pt x="85" y="2009"/>
                  </a:lnTo>
                  <a:lnTo>
                    <a:pt x="106" y="2030"/>
                  </a:lnTo>
                  <a:lnTo>
                    <a:pt x="106" y="2113"/>
                  </a:lnTo>
                  <a:lnTo>
                    <a:pt x="189" y="2197"/>
                  </a:lnTo>
                  <a:lnTo>
                    <a:pt x="294" y="2218"/>
                  </a:lnTo>
                  <a:lnTo>
                    <a:pt x="336" y="2134"/>
                  </a:lnTo>
                  <a:lnTo>
                    <a:pt x="419" y="2113"/>
                  </a:lnTo>
                  <a:lnTo>
                    <a:pt x="503" y="2113"/>
                  </a:lnTo>
                  <a:lnTo>
                    <a:pt x="503" y="2176"/>
                  </a:lnTo>
                  <a:lnTo>
                    <a:pt x="545" y="2197"/>
                  </a:lnTo>
                  <a:lnTo>
                    <a:pt x="545" y="2323"/>
                  </a:lnTo>
                  <a:lnTo>
                    <a:pt x="608" y="2344"/>
                  </a:lnTo>
                  <a:lnTo>
                    <a:pt x="712" y="2281"/>
                  </a:lnTo>
                  <a:lnTo>
                    <a:pt x="733" y="2197"/>
                  </a:lnTo>
                  <a:lnTo>
                    <a:pt x="817" y="2134"/>
                  </a:lnTo>
                  <a:lnTo>
                    <a:pt x="880" y="2113"/>
                  </a:lnTo>
                  <a:lnTo>
                    <a:pt x="963" y="1988"/>
                  </a:lnTo>
                  <a:lnTo>
                    <a:pt x="1068" y="1820"/>
                  </a:lnTo>
                  <a:lnTo>
                    <a:pt x="1173" y="1590"/>
                  </a:lnTo>
                  <a:lnTo>
                    <a:pt x="1173" y="1486"/>
                  </a:lnTo>
                  <a:lnTo>
                    <a:pt x="1340" y="1297"/>
                  </a:lnTo>
                  <a:lnTo>
                    <a:pt x="1466" y="1130"/>
                  </a:lnTo>
                  <a:lnTo>
                    <a:pt x="1528" y="1046"/>
                  </a:lnTo>
                  <a:lnTo>
                    <a:pt x="1633" y="921"/>
                  </a:lnTo>
                  <a:lnTo>
                    <a:pt x="1591" y="774"/>
                  </a:lnTo>
                  <a:lnTo>
                    <a:pt x="1487" y="649"/>
                  </a:lnTo>
                  <a:lnTo>
                    <a:pt x="1466" y="711"/>
                  </a:lnTo>
                  <a:lnTo>
                    <a:pt x="1382" y="649"/>
                  </a:lnTo>
                  <a:lnTo>
                    <a:pt x="1361" y="544"/>
                  </a:lnTo>
                  <a:lnTo>
                    <a:pt x="1173" y="335"/>
                  </a:lnTo>
                  <a:lnTo>
                    <a:pt x="1131" y="335"/>
                  </a:lnTo>
                  <a:lnTo>
                    <a:pt x="963" y="209"/>
                  </a:lnTo>
                  <a:lnTo>
                    <a:pt x="650" y="105"/>
                  </a:lnTo>
                  <a:lnTo>
                    <a:pt x="524" y="21"/>
                  </a:lnTo>
                  <a:lnTo>
                    <a:pt x="3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45"/>
            <p:cNvSpPr/>
            <p:nvPr/>
          </p:nvSpPr>
          <p:spPr>
            <a:xfrm>
              <a:off x="3354434" y="3105122"/>
              <a:ext cx="27661" cy="28807"/>
            </a:xfrm>
            <a:custGeom>
              <a:avLst/>
              <a:gdLst/>
              <a:ahLst/>
              <a:cxnLst/>
              <a:rect l="l" t="t" r="r" b="b"/>
              <a:pathLst>
                <a:path w="2323" h="2533" extrusionOk="0">
                  <a:moveTo>
                    <a:pt x="1632" y="1"/>
                  </a:moveTo>
                  <a:lnTo>
                    <a:pt x="1528" y="43"/>
                  </a:lnTo>
                  <a:lnTo>
                    <a:pt x="1339" y="22"/>
                  </a:lnTo>
                  <a:lnTo>
                    <a:pt x="1151" y="64"/>
                  </a:lnTo>
                  <a:lnTo>
                    <a:pt x="963" y="22"/>
                  </a:lnTo>
                  <a:lnTo>
                    <a:pt x="691" y="22"/>
                  </a:lnTo>
                  <a:lnTo>
                    <a:pt x="544" y="64"/>
                  </a:lnTo>
                  <a:lnTo>
                    <a:pt x="544" y="210"/>
                  </a:lnTo>
                  <a:lnTo>
                    <a:pt x="482" y="336"/>
                  </a:lnTo>
                  <a:lnTo>
                    <a:pt x="523" y="419"/>
                  </a:lnTo>
                  <a:lnTo>
                    <a:pt x="440" y="524"/>
                  </a:lnTo>
                  <a:lnTo>
                    <a:pt x="335" y="566"/>
                  </a:lnTo>
                  <a:lnTo>
                    <a:pt x="168" y="566"/>
                  </a:lnTo>
                  <a:lnTo>
                    <a:pt x="105" y="691"/>
                  </a:lnTo>
                  <a:lnTo>
                    <a:pt x="105" y="838"/>
                  </a:lnTo>
                  <a:lnTo>
                    <a:pt x="0" y="1068"/>
                  </a:lnTo>
                  <a:lnTo>
                    <a:pt x="21" y="1152"/>
                  </a:lnTo>
                  <a:lnTo>
                    <a:pt x="126" y="1194"/>
                  </a:lnTo>
                  <a:lnTo>
                    <a:pt x="168" y="1277"/>
                  </a:lnTo>
                  <a:lnTo>
                    <a:pt x="210" y="1319"/>
                  </a:lnTo>
                  <a:lnTo>
                    <a:pt x="272" y="1424"/>
                  </a:lnTo>
                  <a:lnTo>
                    <a:pt x="272" y="1507"/>
                  </a:lnTo>
                  <a:lnTo>
                    <a:pt x="335" y="1570"/>
                  </a:lnTo>
                  <a:lnTo>
                    <a:pt x="419" y="1570"/>
                  </a:lnTo>
                  <a:lnTo>
                    <a:pt x="461" y="1591"/>
                  </a:lnTo>
                  <a:lnTo>
                    <a:pt x="482" y="1696"/>
                  </a:lnTo>
                  <a:lnTo>
                    <a:pt x="523" y="1842"/>
                  </a:lnTo>
                  <a:lnTo>
                    <a:pt x="523" y="1989"/>
                  </a:lnTo>
                  <a:lnTo>
                    <a:pt x="586" y="2010"/>
                  </a:lnTo>
                  <a:lnTo>
                    <a:pt x="670" y="2135"/>
                  </a:lnTo>
                  <a:lnTo>
                    <a:pt x="691" y="2219"/>
                  </a:lnTo>
                  <a:lnTo>
                    <a:pt x="795" y="2261"/>
                  </a:lnTo>
                  <a:lnTo>
                    <a:pt x="795" y="2323"/>
                  </a:lnTo>
                  <a:lnTo>
                    <a:pt x="858" y="2407"/>
                  </a:lnTo>
                  <a:lnTo>
                    <a:pt x="942" y="2449"/>
                  </a:lnTo>
                  <a:lnTo>
                    <a:pt x="984" y="2449"/>
                  </a:lnTo>
                  <a:lnTo>
                    <a:pt x="1005" y="2470"/>
                  </a:lnTo>
                  <a:lnTo>
                    <a:pt x="1172" y="2533"/>
                  </a:lnTo>
                  <a:lnTo>
                    <a:pt x="1256" y="2533"/>
                  </a:lnTo>
                  <a:lnTo>
                    <a:pt x="1277" y="2470"/>
                  </a:lnTo>
                  <a:lnTo>
                    <a:pt x="1214" y="2344"/>
                  </a:lnTo>
                  <a:lnTo>
                    <a:pt x="1193" y="2303"/>
                  </a:lnTo>
                  <a:lnTo>
                    <a:pt x="1088" y="2198"/>
                  </a:lnTo>
                  <a:lnTo>
                    <a:pt x="1109" y="2093"/>
                  </a:lnTo>
                  <a:lnTo>
                    <a:pt x="1214" y="2010"/>
                  </a:lnTo>
                  <a:lnTo>
                    <a:pt x="1339" y="2031"/>
                  </a:lnTo>
                  <a:lnTo>
                    <a:pt x="1591" y="2031"/>
                  </a:lnTo>
                  <a:lnTo>
                    <a:pt x="1695" y="1989"/>
                  </a:lnTo>
                  <a:lnTo>
                    <a:pt x="1842" y="1989"/>
                  </a:lnTo>
                  <a:lnTo>
                    <a:pt x="1946" y="2093"/>
                  </a:lnTo>
                  <a:lnTo>
                    <a:pt x="2030" y="2114"/>
                  </a:lnTo>
                  <a:lnTo>
                    <a:pt x="2093" y="2114"/>
                  </a:lnTo>
                  <a:lnTo>
                    <a:pt x="2218" y="2010"/>
                  </a:lnTo>
                  <a:lnTo>
                    <a:pt x="2260" y="1884"/>
                  </a:lnTo>
                  <a:lnTo>
                    <a:pt x="2218" y="1821"/>
                  </a:lnTo>
                  <a:lnTo>
                    <a:pt x="2218" y="1675"/>
                  </a:lnTo>
                  <a:lnTo>
                    <a:pt x="2302" y="1591"/>
                  </a:lnTo>
                  <a:lnTo>
                    <a:pt x="2323" y="1487"/>
                  </a:lnTo>
                  <a:lnTo>
                    <a:pt x="2302" y="1424"/>
                  </a:lnTo>
                  <a:lnTo>
                    <a:pt x="2260" y="1298"/>
                  </a:lnTo>
                  <a:lnTo>
                    <a:pt x="2218" y="1194"/>
                  </a:lnTo>
                  <a:lnTo>
                    <a:pt x="2155" y="1110"/>
                  </a:lnTo>
                  <a:lnTo>
                    <a:pt x="2051" y="1047"/>
                  </a:lnTo>
                  <a:lnTo>
                    <a:pt x="2051" y="963"/>
                  </a:lnTo>
                  <a:lnTo>
                    <a:pt x="2093" y="838"/>
                  </a:lnTo>
                  <a:lnTo>
                    <a:pt x="2030" y="691"/>
                  </a:lnTo>
                  <a:lnTo>
                    <a:pt x="2030" y="545"/>
                  </a:lnTo>
                  <a:lnTo>
                    <a:pt x="2114" y="440"/>
                  </a:lnTo>
                  <a:lnTo>
                    <a:pt x="2155" y="378"/>
                  </a:lnTo>
                  <a:lnTo>
                    <a:pt x="2260" y="231"/>
                  </a:lnTo>
                  <a:lnTo>
                    <a:pt x="2260" y="147"/>
                  </a:lnTo>
                  <a:lnTo>
                    <a:pt x="2135" y="106"/>
                  </a:lnTo>
                  <a:lnTo>
                    <a:pt x="1946" y="64"/>
                  </a:lnTo>
                  <a:lnTo>
                    <a:pt x="171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0" name="Google Shape;2210;p45"/>
            <p:cNvSpPr/>
            <p:nvPr/>
          </p:nvSpPr>
          <p:spPr>
            <a:xfrm>
              <a:off x="3331012" y="3088711"/>
              <a:ext cx="34639" cy="49743"/>
            </a:xfrm>
            <a:custGeom>
              <a:avLst/>
              <a:gdLst/>
              <a:ahLst/>
              <a:cxnLst/>
              <a:rect l="l" t="t" r="r" b="b"/>
              <a:pathLst>
                <a:path w="2909" h="4374" extrusionOk="0">
                  <a:moveTo>
                    <a:pt x="879" y="0"/>
                  </a:moveTo>
                  <a:lnTo>
                    <a:pt x="858" y="84"/>
                  </a:lnTo>
                  <a:lnTo>
                    <a:pt x="712" y="251"/>
                  </a:lnTo>
                  <a:lnTo>
                    <a:pt x="565" y="356"/>
                  </a:lnTo>
                  <a:lnTo>
                    <a:pt x="503" y="335"/>
                  </a:lnTo>
                  <a:lnTo>
                    <a:pt x="335" y="544"/>
                  </a:lnTo>
                  <a:lnTo>
                    <a:pt x="356" y="628"/>
                  </a:lnTo>
                  <a:lnTo>
                    <a:pt x="419" y="733"/>
                  </a:lnTo>
                  <a:lnTo>
                    <a:pt x="565" y="753"/>
                  </a:lnTo>
                  <a:lnTo>
                    <a:pt x="649" y="837"/>
                  </a:lnTo>
                  <a:lnTo>
                    <a:pt x="649" y="963"/>
                  </a:lnTo>
                  <a:lnTo>
                    <a:pt x="461" y="1046"/>
                  </a:lnTo>
                  <a:lnTo>
                    <a:pt x="398" y="1025"/>
                  </a:lnTo>
                  <a:lnTo>
                    <a:pt x="293" y="1046"/>
                  </a:lnTo>
                  <a:lnTo>
                    <a:pt x="210" y="1025"/>
                  </a:lnTo>
                  <a:lnTo>
                    <a:pt x="126" y="1088"/>
                  </a:lnTo>
                  <a:lnTo>
                    <a:pt x="105" y="1277"/>
                  </a:lnTo>
                  <a:lnTo>
                    <a:pt x="1" y="1381"/>
                  </a:lnTo>
                  <a:lnTo>
                    <a:pt x="42" y="1507"/>
                  </a:lnTo>
                  <a:lnTo>
                    <a:pt x="189" y="1716"/>
                  </a:lnTo>
                  <a:lnTo>
                    <a:pt x="419" y="1904"/>
                  </a:lnTo>
                  <a:lnTo>
                    <a:pt x="419" y="1925"/>
                  </a:lnTo>
                  <a:lnTo>
                    <a:pt x="461" y="1925"/>
                  </a:lnTo>
                  <a:lnTo>
                    <a:pt x="524" y="1988"/>
                  </a:lnTo>
                  <a:lnTo>
                    <a:pt x="565" y="1925"/>
                  </a:lnTo>
                  <a:lnTo>
                    <a:pt x="712" y="1967"/>
                  </a:lnTo>
                  <a:lnTo>
                    <a:pt x="817" y="2072"/>
                  </a:lnTo>
                  <a:lnTo>
                    <a:pt x="817" y="2218"/>
                  </a:lnTo>
                  <a:lnTo>
                    <a:pt x="733" y="2344"/>
                  </a:lnTo>
                  <a:lnTo>
                    <a:pt x="670" y="2406"/>
                  </a:lnTo>
                  <a:lnTo>
                    <a:pt x="775" y="2448"/>
                  </a:lnTo>
                  <a:lnTo>
                    <a:pt x="879" y="2448"/>
                  </a:lnTo>
                  <a:lnTo>
                    <a:pt x="942" y="2532"/>
                  </a:lnTo>
                  <a:lnTo>
                    <a:pt x="984" y="2616"/>
                  </a:lnTo>
                  <a:lnTo>
                    <a:pt x="1089" y="2616"/>
                  </a:lnTo>
                  <a:lnTo>
                    <a:pt x="1089" y="2657"/>
                  </a:lnTo>
                  <a:lnTo>
                    <a:pt x="984" y="2804"/>
                  </a:lnTo>
                  <a:lnTo>
                    <a:pt x="963" y="2950"/>
                  </a:lnTo>
                  <a:lnTo>
                    <a:pt x="837" y="3160"/>
                  </a:lnTo>
                  <a:lnTo>
                    <a:pt x="858" y="3264"/>
                  </a:lnTo>
                  <a:lnTo>
                    <a:pt x="817" y="3369"/>
                  </a:lnTo>
                  <a:lnTo>
                    <a:pt x="817" y="3474"/>
                  </a:lnTo>
                  <a:lnTo>
                    <a:pt x="837" y="3536"/>
                  </a:lnTo>
                  <a:lnTo>
                    <a:pt x="817" y="3599"/>
                  </a:lnTo>
                  <a:lnTo>
                    <a:pt x="817" y="3704"/>
                  </a:lnTo>
                  <a:lnTo>
                    <a:pt x="921" y="3808"/>
                  </a:lnTo>
                  <a:lnTo>
                    <a:pt x="1047" y="3955"/>
                  </a:lnTo>
                  <a:lnTo>
                    <a:pt x="1047" y="4018"/>
                  </a:lnTo>
                  <a:lnTo>
                    <a:pt x="1130" y="4122"/>
                  </a:lnTo>
                  <a:lnTo>
                    <a:pt x="1361" y="4331"/>
                  </a:lnTo>
                  <a:lnTo>
                    <a:pt x="1444" y="4373"/>
                  </a:lnTo>
                  <a:lnTo>
                    <a:pt x="1507" y="4290"/>
                  </a:lnTo>
                  <a:lnTo>
                    <a:pt x="1591" y="4269"/>
                  </a:lnTo>
                  <a:lnTo>
                    <a:pt x="1612" y="4290"/>
                  </a:lnTo>
                  <a:lnTo>
                    <a:pt x="1758" y="4290"/>
                  </a:lnTo>
                  <a:lnTo>
                    <a:pt x="1821" y="4185"/>
                  </a:lnTo>
                  <a:lnTo>
                    <a:pt x="1863" y="4122"/>
                  </a:lnTo>
                  <a:lnTo>
                    <a:pt x="1967" y="4101"/>
                  </a:lnTo>
                  <a:lnTo>
                    <a:pt x="2198" y="4101"/>
                  </a:lnTo>
                  <a:lnTo>
                    <a:pt x="2260" y="3913"/>
                  </a:lnTo>
                  <a:lnTo>
                    <a:pt x="2386" y="3871"/>
                  </a:lnTo>
                  <a:lnTo>
                    <a:pt x="2553" y="3871"/>
                  </a:lnTo>
                  <a:lnTo>
                    <a:pt x="2616" y="3913"/>
                  </a:lnTo>
                  <a:lnTo>
                    <a:pt x="2721" y="3892"/>
                  </a:lnTo>
                  <a:lnTo>
                    <a:pt x="2909" y="3892"/>
                  </a:lnTo>
                  <a:lnTo>
                    <a:pt x="2825" y="3850"/>
                  </a:lnTo>
                  <a:lnTo>
                    <a:pt x="2762" y="3766"/>
                  </a:lnTo>
                  <a:lnTo>
                    <a:pt x="2762" y="3704"/>
                  </a:lnTo>
                  <a:lnTo>
                    <a:pt x="2658" y="3662"/>
                  </a:lnTo>
                  <a:lnTo>
                    <a:pt x="2637" y="3578"/>
                  </a:lnTo>
                  <a:lnTo>
                    <a:pt x="2553" y="3453"/>
                  </a:lnTo>
                  <a:lnTo>
                    <a:pt x="2490" y="3432"/>
                  </a:lnTo>
                  <a:lnTo>
                    <a:pt x="2490" y="3285"/>
                  </a:lnTo>
                  <a:lnTo>
                    <a:pt x="2449" y="3139"/>
                  </a:lnTo>
                  <a:lnTo>
                    <a:pt x="2428" y="3034"/>
                  </a:lnTo>
                  <a:lnTo>
                    <a:pt x="2386" y="3013"/>
                  </a:lnTo>
                  <a:lnTo>
                    <a:pt x="2302" y="3013"/>
                  </a:lnTo>
                  <a:lnTo>
                    <a:pt x="2239" y="2950"/>
                  </a:lnTo>
                  <a:lnTo>
                    <a:pt x="2239" y="2867"/>
                  </a:lnTo>
                  <a:lnTo>
                    <a:pt x="2177" y="2762"/>
                  </a:lnTo>
                  <a:lnTo>
                    <a:pt x="2135" y="2720"/>
                  </a:lnTo>
                  <a:lnTo>
                    <a:pt x="2093" y="2637"/>
                  </a:lnTo>
                  <a:lnTo>
                    <a:pt x="1988" y="2595"/>
                  </a:lnTo>
                  <a:lnTo>
                    <a:pt x="1967" y="2511"/>
                  </a:lnTo>
                  <a:lnTo>
                    <a:pt x="2072" y="2281"/>
                  </a:lnTo>
                  <a:lnTo>
                    <a:pt x="2072" y="2134"/>
                  </a:lnTo>
                  <a:lnTo>
                    <a:pt x="2135" y="2009"/>
                  </a:lnTo>
                  <a:lnTo>
                    <a:pt x="2302" y="2009"/>
                  </a:lnTo>
                  <a:lnTo>
                    <a:pt x="2407" y="1967"/>
                  </a:lnTo>
                  <a:lnTo>
                    <a:pt x="2490" y="1862"/>
                  </a:lnTo>
                  <a:lnTo>
                    <a:pt x="2449" y="1779"/>
                  </a:lnTo>
                  <a:lnTo>
                    <a:pt x="2511" y="1653"/>
                  </a:lnTo>
                  <a:lnTo>
                    <a:pt x="2449" y="1549"/>
                  </a:lnTo>
                  <a:lnTo>
                    <a:pt x="2449" y="1381"/>
                  </a:lnTo>
                  <a:lnTo>
                    <a:pt x="2428" y="1297"/>
                  </a:lnTo>
                  <a:lnTo>
                    <a:pt x="2218" y="1256"/>
                  </a:lnTo>
                  <a:lnTo>
                    <a:pt x="2009" y="1046"/>
                  </a:lnTo>
                  <a:lnTo>
                    <a:pt x="1905" y="963"/>
                  </a:lnTo>
                  <a:lnTo>
                    <a:pt x="1863" y="984"/>
                  </a:lnTo>
                  <a:lnTo>
                    <a:pt x="1716" y="1046"/>
                  </a:lnTo>
                  <a:lnTo>
                    <a:pt x="1653" y="1130"/>
                  </a:lnTo>
                  <a:lnTo>
                    <a:pt x="1612" y="1235"/>
                  </a:lnTo>
                  <a:lnTo>
                    <a:pt x="1591" y="1088"/>
                  </a:lnTo>
                  <a:lnTo>
                    <a:pt x="1612" y="921"/>
                  </a:lnTo>
                  <a:lnTo>
                    <a:pt x="1674" y="816"/>
                  </a:lnTo>
                  <a:lnTo>
                    <a:pt x="1612" y="628"/>
                  </a:lnTo>
                  <a:lnTo>
                    <a:pt x="1507" y="565"/>
                  </a:lnTo>
                  <a:lnTo>
                    <a:pt x="1298" y="419"/>
                  </a:lnTo>
                  <a:lnTo>
                    <a:pt x="1151" y="251"/>
                  </a:lnTo>
                  <a:lnTo>
                    <a:pt x="1130" y="147"/>
                  </a:lnTo>
                  <a:lnTo>
                    <a:pt x="1026" y="42"/>
                  </a:lnTo>
                  <a:lnTo>
                    <a:pt x="921" y="21"/>
                  </a:lnTo>
                  <a:lnTo>
                    <a:pt x="87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45"/>
            <p:cNvSpPr/>
            <p:nvPr/>
          </p:nvSpPr>
          <p:spPr>
            <a:xfrm>
              <a:off x="3250041" y="3063487"/>
              <a:ext cx="91450" cy="78538"/>
            </a:xfrm>
            <a:custGeom>
              <a:avLst/>
              <a:gdLst/>
              <a:ahLst/>
              <a:cxnLst/>
              <a:rect l="l" t="t" r="r" b="b"/>
              <a:pathLst>
                <a:path w="7680" h="6906" extrusionOk="0">
                  <a:moveTo>
                    <a:pt x="1988" y="0"/>
                  </a:moveTo>
                  <a:lnTo>
                    <a:pt x="1821" y="63"/>
                  </a:lnTo>
                  <a:lnTo>
                    <a:pt x="1674" y="251"/>
                  </a:lnTo>
                  <a:lnTo>
                    <a:pt x="1695" y="377"/>
                  </a:lnTo>
                  <a:lnTo>
                    <a:pt x="1758" y="440"/>
                  </a:lnTo>
                  <a:lnTo>
                    <a:pt x="1863" y="356"/>
                  </a:lnTo>
                  <a:lnTo>
                    <a:pt x="1967" y="377"/>
                  </a:lnTo>
                  <a:lnTo>
                    <a:pt x="2072" y="461"/>
                  </a:lnTo>
                  <a:lnTo>
                    <a:pt x="2030" y="544"/>
                  </a:lnTo>
                  <a:lnTo>
                    <a:pt x="1925" y="565"/>
                  </a:lnTo>
                  <a:lnTo>
                    <a:pt x="1821" y="523"/>
                  </a:lnTo>
                  <a:lnTo>
                    <a:pt x="1779" y="482"/>
                  </a:lnTo>
                  <a:lnTo>
                    <a:pt x="1758" y="523"/>
                  </a:lnTo>
                  <a:lnTo>
                    <a:pt x="1758" y="565"/>
                  </a:lnTo>
                  <a:lnTo>
                    <a:pt x="1611" y="649"/>
                  </a:lnTo>
                  <a:lnTo>
                    <a:pt x="1360" y="670"/>
                  </a:lnTo>
                  <a:lnTo>
                    <a:pt x="1088" y="774"/>
                  </a:lnTo>
                  <a:lnTo>
                    <a:pt x="1026" y="879"/>
                  </a:lnTo>
                  <a:lnTo>
                    <a:pt x="1026" y="984"/>
                  </a:lnTo>
                  <a:lnTo>
                    <a:pt x="1088" y="1088"/>
                  </a:lnTo>
                  <a:lnTo>
                    <a:pt x="1088" y="1318"/>
                  </a:lnTo>
                  <a:lnTo>
                    <a:pt x="1130" y="1486"/>
                  </a:lnTo>
                  <a:lnTo>
                    <a:pt x="1151" y="1611"/>
                  </a:lnTo>
                  <a:lnTo>
                    <a:pt x="1067" y="1800"/>
                  </a:lnTo>
                  <a:lnTo>
                    <a:pt x="879" y="1925"/>
                  </a:lnTo>
                  <a:lnTo>
                    <a:pt x="775" y="1904"/>
                  </a:lnTo>
                  <a:lnTo>
                    <a:pt x="775" y="1737"/>
                  </a:lnTo>
                  <a:lnTo>
                    <a:pt x="649" y="1611"/>
                  </a:lnTo>
                  <a:lnTo>
                    <a:pt x="628" y="1486"/>
                  </a:lnTo>
                  <a:lnTo>
                    <a:pt x="733" y="1402"/>
                  </a:lnTo>
                  <a:lnTo>
                    <a:pt x="754" y="1318"/>
                  </a:lnTo>
                  <a:lnTo>
                    <a:pt x="963" y="1109"/>
                  </a:lnTo>
                  <a:lnTo>
                    <a:pt x="963" y="942"/>
                  </a:lnTo>
                  <a:lnTo>
                    <a:pt x="879" y="795"/>
                  </a:lnTo>
                  <a:lnTo>
                    <a:pt x="921" y="754"/>
                  </a:lnTo>
                  <a:lnTo>
                    <a:pt x="879" y="670"/>
                  </a:lnTo>
                  <a:lnTo>
                    <a:pt x="816" y="628"/>
                  </a:lnTo>
                  <a:lnTo>
                    <a:pt x="754" y="523"/>
                  </a:lnTo>
                  <a:lnTo>
                    <a:pt x="775" y="440"/>
                  </a:lnTo>
                  <a:lnTo>
                    <a:pt x="921" y="377"/>
                  </a:lnTo>
                  <a:lnTo>
                    <a:pt x="1067" y="356"/>
                  </a:lnTo>
                  <a:lnTo>
                    <a:pt x="1172" y="210"/>
                  </a:lnTo>
                  <a:lnTo>
                    <a:pt x="1130" y="210"/>
                  </a:lnTo>
                  <a:lnTo>
                    <a:pt x="1088" y="230"/>
                  </a:lnTo>
                  <a:lnTo>
                    <a:pt x="775" y="356"/>
                  </a:lnTo>
                  <a:lnTo>
                    <a:pt x="628" y="628"/>
                  </a:lnTo>
                  <a:lnTo>
                    <a:pt x="565" y="670"/>
                  </a:lnTo>
                  <a:lnTo>
                    <a:pt x="461" y="691"/>
                  </a:lnTo>
                  <a:lnTo>
                    <a:pt x="356" y="837"/>
                  </a:lnTo>
                  <a:lnTo>
                    <a:pt x="293" y="900"/>
                  </a:lnTo>
                  <a:lnTo>
                    <a:pt x="105" y="1172"/>
                  </a:lnTo>
                  <a:lnTo>
                    <a:pt x="84" y="1298"/>
                  </a:lnTo>
                  <a:lnTo>
                    <a:pt x="105" y="1402"/>
                  </a:lnTo>
                  <a:lnTo>
                    <a:pt x="84" y="1590"/>
                  </a:lnTo>
                  <a:lnTo>
                    <a:pt x="0" y="1779"/>
                  </a:lnTo>
                  <a:lnTo>
                    <a:pt x="0" y="1821"/>
                  </a:lnTo>
                  <a:lnTo>
                    <a:pt x="147" y="1821"/>
                  </a:lnTo>
                  <a:lnTo>
                    <a:pt x="398" y="2239"/>
                  </a:lnTo>
                  <a:lnTo>
                    <a:pt x="503" y="2407"/>
                  </a:lnTo>
                  <a:lnTo>
                    <a:pt x="523" y="2511"/>
                  </a:lnTo>
                  <a:lnTo>
                    <a:pt x="461" y="2637"/>
                  </a:lnTo>
                  <a:lnTo>
                    <a:pt x="461" y="2720"/>
                  </a:lnTo>
                  <a:lnTo>
                    <a:pt x="440" y="2762"/>
                  </a:lnTo>
                  <a:lnTo>
                    <a:pt x="440" y="2867"/>
                  </a:lnTo>
                  <a:lnTo>
                    <a:pt x="565" y="2971"/>
                  </a:lnTo>
                  <a:lnTo>
                    <a:pt x="733" y="3034"/>
                  </a:lnTo>
                  <a:lnTo>
                    <a:pt x="837" y="3055"/>
                  </a:lnTo>
                  <a:lnTo>
                    <a:pt x="963" y="3097"/>
                  </a:lnTo>
                  <a:lnTo>
                    <a:pt x="1047" y="3055"/>
                  </a:lnTo>
                  <a:lnTo>
                    <a:pt x="1193" y="3055"/>
                  </a:lnTo>
                  <a:lnTo>
                    <a:pt x="1339" y="3097"/>
                  </a:lnTo>
                  <a:lnTo>
                    <a:pt x="1381" y="3076"/>
                  </a:lnTo>
                  <a:lnTo>
                    <a:pt x="1549" y="3055"/>
                  </a:lnTo>
                  <a:lnTo>
                    <a:pt x="1716" y="3076"/>
                  </a:lnTo>
                  <a:lnTo>
                    <a:pt x="1821" y="3139"/>
                  </a:lnTo>
                  <a:lnTo>
                    <a:pt x="2281" y="3557"/>
                  </a:lnTo>
                  <a:lnTo>
                    <a:pt x="2427" y="3515"/>
                  </a:lnTo>
                  <a:lnTo>
                    <a:pt x="2448" y="3557"/>
                  </a:lnTo>
                  <a:lnTo>
                    <a:pt x="2511" y="3515"/>
                  </a:lnTo>
                  <a:lnTo>
                    <a:pt x="2637" y="3578"/>
                  </a:lnTo>
                  <a:lnTo>
                    <a:pt x="2699" y="3599"/>
                  </a:lnTo>
                  <a:lnTo>
                    <a:pt x="2825" y="3557"/>
                  </a:lnTo>
                  <a:lnTo>
                    <a:pt x="2930" y="3557"/>
                  </a:lnTo>
                  <a:lnTo>
                    <a:pt x="3076" y="3578"/>
                  </a:lnTo>
                  <a:lnTo>
                    <a:pt x="3118" y="3515"/>
                  </a:lnTo>
                  <a:lnTo>
                    <a:pt x="3223" y="3515"/>
                  </a:lnTo>
                  <a:lnTo>
                    <a:pt x="3285" y="3578"/>
                  </a:lnTo>
                  <a:lnTo>
                    <a:pt x="3348" y="3808"/>
                  </a:lnTo>
                  <a:lnTo>
                    <a:pt x="3285" y="3892"/>
                  </a:lnTo>
                  <a:lnTo>
                    <a:pt x="3285" y="3997"/>
                  </a:lnTo>
                  <a:lnTo>
                    <a:pt x="3264" y="4080"/>
                  </a:lnTo>
                  <a:lnTo>
                    <a:pt x="3118" y="4101"/>
                  </a:lnTo>
                  <a:lnTo>
                    <a:pt x="3055" y="4185"/>
                  </a:lnTo>
                  <a:lnTo>
                    <a:pt x="3076" y="4394"/>
                  </a:lnTo>
                  <a:lnTo>
                    <a:pt x="3118" y="4457"/>
                  </a:lnTo>
                  <a:lnTo>
                    <a:pt x="3055" y="4624"/>
                  </a:lnTo>
                  <a:lnTo>
                    <a:pt x="3055" y="4813"/>
                  </a:lnTo>
                  <a:lnTo>
                    <a:pt x="3139" y="4875"/>
                  </a:lnTo>
                  <a:lnTo>
                    <a:pt x="3139" y="4959"/>
                  </a:lnTo>
                  <a:lnTo>
                    <a:pt x="3244" y="5252"/>
                  </a:lnTo>
                  <a:lnTo>
                    <a:pt x="3055" y="5587"/>
                  </a:lnTo>
                  <a:lnTo>
                    <a:pt x="3076" y="5692"/>
                  </a:lnTo>
                  <a:lnTo>
                    <a:pt x="3139" y="5692"/>
                  </a:lnTo>
                  <a:lnTo>
                    <a:pt x="3223" y="5671"/>
                  </a:lnTo>
                  <a:lnTo>
                    <a:pt x="3223" y="5692"/>
                  </a:lnTo>
                  <a:lnTo>
                    <a:pt x="3244" y="5775"/>
                  </a:lnTo>
                  <a:lnTo>
                    <a:pt x="3327" y="5817"/>
                  </a:lnTo>
                  <a:lnTo>
                    <a:pt x="3369" y="5922"/>
                  </a:lnTo>
                  <a:lnTo>
                    <a:pt x="3348" y="5984"/>
                  </a:lnTo>
                  <a:lnTo>
                    <a:pt x="3390" y="6131"/>
                  </a:lnTo>
                  <a:lnTo>
                    <a:pt x="3536" y="6424"/>
                  </a:lnTo>
                  <a:lnTo>
                    <a:pt x="3536" y="6528"/>
                  </a:lnTo>
                  <a:lnTo>
                    <a:pt x="3746" y="6696"/>
                  </a:lnTo>
                  <a:lnTo>
                    <a:pt x="3976" y="6863"/>
                  </a:lnTo>
                  <a:lnTo>
                    <a:pt x="4101" y="6905"/>
                  </a:lnTo>
                  <a:lnTo>
                    <a:pt x="4332" y="6863"/>
                  </a:lnTo>
                  <a:lnTo>
                    <a:pt x="4478" y="6717"/>
                  </a:lnTo>
                  <a:lnTo>
                    <a:pt x="4687" y="6591"/>
                  </a:lnTo>
                  <a:lnTo>
                    <a:pt x="4750" y="6487"/>
                  </a:lnTo>
                  <a:lnTo>
                    <a:pt x="5064" y="6319"/>
                  </a:lnTo>
                  <a:lnTo>
                    <a:pt x="5127" y="6173"/>
                  </a:lnTo>
                  <a:lnTo>
                    <a:pt x="5168" y="6110"/>
                  </a:lnTo>
                  <a:lnTo>
                    <a:pt x="5210" y="6068"/>
                  </a:lnTo>
                  <a:lnTo>
                    <a:pt x="5482" y="6005"/>
                  </a:lnTo>
                  <a:lnTo>
                    <a:pt x="5629" y="5964"/>
                  </a:lnTo>
                  <a:lnTo>
                    <a:pt x="5587" y="5817"/>
                  </a:lnTo>
                  <a:lnTo>
                    <a:pt x="5440" y="5796"/>
                  </a:lnTo>
                  <a:lnTo>
                    <a:pt x="5252" y="5817"/>
                  </a:lnTo>
                  <a:lnTo>
                    <a:pt x="4959" y="5712"/>
                  </a:lnTo>
                  <a:lnTo>
                    <a:pt x="5022" y="5545"/>
                  </a:lnTo>
                  <a:lnTo>
                    <a:pt x="5001" y="5482"/>
                  </a:lnTo>
                  <a:lnTo>
                    <a:pt x="4938" y="5440"/>
                  </a:lnTo>
                  <a:lnTo>
                    <a:pt x="5127" y="5168"/>
                  </a:lnTo>
                  <a:lnTo>
                    <a:pt x="5064" y="5064"/>
                  </a:lnTo>
                  <a:lnTo>
                    <a:pt x="4938" y="4938"/>
                  </a:lnTo>
                  <a:lnTo>
                    <a:pt x="4834" y="4917"/>
                  </a:lnTo>
                  <a:lnTo>
                    <a:pt x="4750" y="4750"/>
                  </a:lnTo>
                  <a:lnTo>
                    <a:pt x="4917" y="4813"/>
                  </a:lnTo>
                  <a:lnTo>
                    <a:pt x="5106" y="4834"/>
                  </a:lnTo>
                  <a:lnTo>
                    <a:pt x="5273" y="4938"/>
                  </a:lnTo>
                  <a:lnTo>
                    <a:pt x="5461" y="4938"/>
                  </a:lnTo>
                  <a:lnTo>
                    <a:pt x="5733" y="4875"/>
                  </a:lnTo>
                  <a:lnTo>
                    <a:pt x="5796" y="4938"/>
                  </a:lnTo>
                  <a:lnTo>
                    <a:pt x="5985" y="4875"/>
                  </a:lnTo>
                  <a:lnTo>
                    <a:pt x="6173" y="4708"/>
                  </a:lnTo>
                  <a:lnTo>
                    <a:pt x="6319" y="4708"/>
                  </a:lnTo>
                  <a:lnTo>
                    <a:pt x="6424" y="4729"/>
                  </a:lnTo>
                  <a:lnTo>
                    <a:pt x="6675" y="4624"/>
                  </a:lnTo>
                  <a:lnTo>
                    <a:pt x="6884" y="4624"/>
                  </a:lnTo>
                  <a:lnTo>
                    <a:pt x="7156" y="4394"/>
                  </a:lnTo>
                  <a:lnTo>
                    <a:pt x="7219" y="4248"/>
                  </a:lnTo>
                  <a:lnTo>
                    <a:pt x="7219" y="4143"/>
                  </a:lnTo>
                  <a:lnTo>
                    <a:pt x="7219" y="4122"/>
                  </a:lnTo>
                  <a:lnTo>
                    <a:pt x="6989" y="3934"/>
                  </a:lnTo>
                  <a:lnTo>
                    <a:pt x="6842" y="3725"/>
                  </a:lnTo>
                  <a:lnTo>
                    <a:pt x="6801" y="3599"/>
                  </a:lnTo>
                  <a:lnTo>
                    <a:pt x="6905" y="3495"/>
                  </a:lnTo>
                  <a:lnTo>
                    <a:pt x="6926" y="3306"/>
                  </a:lnTo>
                  <a:lnTo>
                    <a:pt x="7010" y="3243"/>
                  </a:lnTo>
                  <a:lnTo>
                    <a:pt x="7093" y="3264"/>
                  </a:lnTo>
                  <a:lnTo>
                    <a:pt x="7198" y="3243"/>
                  </a:lnTo>
                  <a:lnTo>
                    <a:pt x="7261" y="3264"/>
                  </a:lnTo>
                  <a:lnTo>
                    <a:pt x="7449" y="3181"/>
                  </a:lnTo>
                  <a:lnTo>
                    <a:pt x="7449" y="3055"/>
                  </a:lnTo>
                  <a:lnTo>
                    <a:pt x="7365" y="2971"/>
                  </a:lnTo>
                  <a:lnTo>
                    <a:pt x="7219" y="2951"/>
                  </a:lnTo>
                  <a:lnTo>
                    <a:pt x="7156" y="2846"/>
                  </a:lnTo>
                  <a:lnTo>
                    <a:pt x="7135" y="2762"/>
                  </a:lnTo>
                  <a:lnTo>
                    <a:pt x="7303" y="2553"/>
                  </a:lnTo>
                  <a:lnTo>
                    <a:pt x="7365" y="2574"/>
                  </a:lnTo>
                  <a:lnTo>
                    <a:pt x="7512" y="2469"/>
                  </a:lnTo>
                  <a:lnTo>
                    <a:pt x="7658" y="2302"/>
                  </a:lnTo>
                  <a:lnTo>
                    <a:pt x="7679" y="2218"/>
                  </a:lnTo>
                  <a:lnTo>
                    <a:pt x="7658" y="2218"/>
                  </a:lnTo>
                  <a:lnTo>
                    <a:pt x="7428" y="2114"/>
                  </a:lnTo>
                  <a:lnTo>
                    <a:pt x="7345" y="2114"/>
                  </a:lnTo>
                  <a:lnTo>
                    <a:pt x="7261" y="2135"/>
                  </a:lnTo>
                  <a:lnTo>
                    <a:pt x="7156" y="2114"/>
                  </a:lnTo>
                  <a:lnTo>
                    <a:pt x="7093" y="2114"/>
                  </a:lnTo>
                  <a:lnTo>
                    <a:pt x="7010" y="2155"/>
                  </a:lnTo>
                  <a:lnTo>
                    <a:pt x="6821" y="2197"/>
                  </a:lnTo>
                  <a:lnTo>
                    <a:pt x="6675" y="2155"/>
                  </a:lnTo>
                  <a:lnTo>
                    <a:pt x="6612" y="2155"/>
                  </a:lnTo>
                  <a:lnTo>
                    <a:pt x="6717" y="2135"/>
                  </a:lnTo>
                  <a:lnTo>
                    <a:pt x="6801" y="2135"/>
                  </a:lnTo>
                  <a:lnTo>
                    <a:pt x="6884" y="2093"/>
                  </a:lnTo>
                  <a:lnTo>
                    <a:pt x="6926" y="2009"/>
                  </a:lnTo>
                  <a:lnTo>
                    <a:pt x="7052" y="1904"/>
                  </a:lnTo>
                  <a:lnTo>
                    <a:pt x="7093" y="1842"/>
                  </a:lnTo>
                  <a:lnTo>
                    <a:pt x="7010" y="1800"/>
                  </a:lnTo>
                  <a:lnTo>
                    <a:pt x="7010" y="1779"/>
                  </a:lnTo>
                  <a:lnTo>
                    <a:pt x="6989" y="1674"/>
                  </a:lnTo>
                  <a:lnTo>
                    <a:pt x="6821" y="1590"/>
                  </a:lnTo>
                  <a:lnTo>
                    <a:pt x="6612" y="1528"/>
                  </a:lnTo>
                  <a:lnTo>
                    <a:pt x="6570" y="1486"/>
                  </a:lnTo>
                  <a:lnTo>
                    <a:pt x="6487" y="1423"/>
                  </a:lnTo>
                  <a:lnTo>
                    <a:pt x="6382" y="1423"/>
                  </a:lnTo>
                  <a:lnTo>
                    <a:pt x="6361" y="1381"/>
                  </a:lnTo>
                  <a:lnTo>
                    <a:pt x="6215" y="1318"/>
                  </a:lnTo>
                  <a:lnTo>
                    <a:pt x="6173" y="1318"/>
                  </a:lnTo>
                  <a:lnTo>
                    <a:pt x="6173" y="1423"/>
                  </a:lnTo>
                  <a:lnTo>
                    <a:pt x="6089" y="1318"/>
                  </a:lnTo>
                  <a:lnTo>
                    <a:pt x="6047" y="1214"/>
                  </a:lnTo>
                  <a:lnTo>
                    <a:pt x="5943" y="1172"/>
                  </a:lnTo>
                  <a:lnTo>
                    <a:pt x="5901" y="1088"/>
                  </a:lnTo>
                  <a:lnTo>
                    <a:pt x="5964" y="1046"/>
                  </a:lnTo>
                  <a:lnTo>
                    <a:pt x="6215" y="1067"/>
                  </a:lnTo>
                  <a:lnTo>
                    <a:pt x="6319" y="984"/>
                  </a:lnTo>
                  <a:lnTo>
                    <a:pt x="6487" y="984"/>
                  </a:lnTo>
                  <a:lnTo>
                    <a:pt x="6487" y="879"/>
                  </a:lnTo>
                  <a:lnTo>
                    <a:pt x="6361" y="900"/>
                  </a:lnTo>
                  <a:lnTo>
                    <a:pt x="6089" y="858"/>
                  </a:lnTo>
                  <a:lnTo>
                    <a:pt x="5901" y="879"/>
                  </a:lnTo>
                  <a:lnTo>
                    <a:pt x="5775" y="879"/>
                  </a:lnTo>
                  <a:lnTo>
                    <a:pt x="5524" y="963"/>
                  </a:lnTo>
                  <a:lnTo>
                    <a:pt x="5440" y="942"/>
                  </a:lnTo>
                  <a:lnTo>
                    <a:pt x="5336" y="942"/>
                  </a:lnTo>
                  <a:lnTo>
                    <a:pt x="5127" y="1088"/>
                  </a:lnTo>
                  <a:lnTo>
                    <a:pt x="5022" y="1109"/>
                  </a:lnTo>
                  <a:lnTo>
                    <a:pt x="4896" y="1172"/>
                  </a:lnTo>
                  <a:lnTo>
                    <a:pt x="4834" y="1256"/>
                  </a:lnTo>
                  <a:lnTo>
                    <a:pt x="4645" y="1277"/>
                  </a:lnTo>
                  <a:lnTo>
                    <a:pt x="4604" y="1298"/>
                  </a:lnTo>
                  <a:lnTo>
                    <a:pt x="4520" y="1277"/>
                  </a:lnTo>
                  <a:lnTo>
                    <a:pt x="4269" y="1088"/>
                  </a:lnTo>
                  <a:lnTo>
                    <a:pt x="4206" y="984"/>
                  </a:lnTo>
                  <a:lnTo>
                    <a:pt x="3871" y="984"/>
                  </a:lnTo>
                  <a:lnTo>
                    <a:pt x="3327" y="1088"/>
                  </a:lnTo>
                  <a:lnTo>
                    <a:pt x="3055" y="1088"/>
                  </a:lnTo>
                  <a:lnTo>
                    <a:pt x="2951" y="1046"/>
                  </a:lnTo>
                  <a:lnTo>
                    <a:pt x="2909" y="963"/>
                  </a:lnTo>
                  <a:lnTo>
                    <a:pt x="2909" y="858"/>
                  </a:lnTo>
                  <a:lnTo>
                    <a:pt x="2972" y="858"/>
                  </a:lnTo>
                  <a:lnTo>
                    <a:pt x="2951" y="733"/>
                  </a:lnTo>
                  <a:lnTo>
                    <a:pt x="2846" y="565"/>
                  </a:lnTo>
                  <a:lnTo>
                    <a:pt x="2741" y="544"/>
                  </a:lnTo>
                  <a:lnTo>
                    <a:pt x="2448" y="565"/>
                  </a:lnTo>
                  <a:lnTo>
                    <a:pt x="2323" y="482"/>
                  </a:lnTo>
                  <a:lnTo>
                    <a:pt x="2239" y="482"/>
                  </a:lnTo>
                  <a:lnTo>
                    <a:pt x="2176" y="523"/>
                  </a:lnTo>
                  <a:lnTo>
                    <a:pt x="2072" y="356"/>
                  </a:lnTo>
                  <a:lnTo>
                    <a:pt x="2072" y="210"/>
                  </a:lnTo>
                  <a:lnTo>
                    <a:pt x="2030" y="21"/>
                  </a:lnTo>
                  <a:lnTo>
                    <a:pt x="198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45"/>
            <p:cNvSpPr/>
            <p:nvPr/>
          </p:nvSpPr>
          <p:spPr>
            <a:xfrm>
              <a:off x="3209425" y="3061815"/>
              <a:ext cx="82733" cy="112565"/>
            </a:xfrm>
            <a:custGeom>
              <a:avLst/>
              <a:gdLst/>
              <a:ahLst/>
              <a:cxnLst/>
              <a:rect l="l" t="t" r="r" b="b"/>
              <a:pathLst>
                <a:path w="6948" h="9898" extrusionOk="0">
                  <a:moveTo>
                    <a:pt x="4353" y="1"/>
                  </a:moveTo>
                  <a:lnTo>
                    <a:pt x="4332" y="64"/>
                  </a:lnTo>
                  <a:lnTo>
                    <a:pt x="4290" y="105"/>
                  </a:lnTo>
                  <a:lnTo>
                    <a:pt x="4227" y="147"/>
                  </a:lnTo>
                  <a:lnTo>
                    <a:pt x="4165" y="168"/>
                  </a:lnTo>
                  <a:lnTo>
                    <a:pt x="4060" y="168"/>
                  </a:lnTo>
                  <a:lnTo>
                    <a:pt x="3976" y="189"/>
                  </a:lnTo>
                  <a:lnTo>
                    <a:pt x="3955" y="252"/>
                  </a:lnTo>
                  <a:lnTo>
                    <a:pt x="3976" y="294"/>
                  </a:lnTo>
                  <a:lnTo>
                    <a:pt x="3955" y="357"/>
                  </a:lnTo>
                  <a:lnTo>
                    <a:pt x="3809" y="419"/>
                  </a:lnTo>
                  <a:lnTo>
                    <a:pt x="3621" y="566"/>
                  </a:lnTo>
                  <a:lnTo>
                    <a:pt x="3495" y="670"/>
                  </a:lnTo>
                  <a:lnTo>
                    <a:pt x="3328" y="691"/>
                  </a:lnTo>
                  <a:lnTo>
                    <a:pt x="2972" y="691"/>
                  </a:lnTo>
                  <a:lnTo>
                    <a:pt x="2867" y="733"/>
                  </a:lnTo>
                  <a:lnTo>
                    <a:pt x="2867" y="817"/>
                  </a:lnTo>
                  <a:lnTo>
                    <a:pt x="2888" y="901"/>
                  </a:lnTo>
                  <a:lnTo>
                    <a:pt x="2888" y="1005"/>
                  </a:lnTo>
                  <a:lnTo>
                    <a:pt x="2805" y="1089"/>
                  </a:lnTo>
                  <a:lnTo>
                    <a:pt x="2721" y="1047"/>
                  </a:lnTo>
                  <a:lnTo>
                    <a:pt x="2763" y="942"/>
                  </a:lnTo>
                  <a:lnTo>
                    <a:pt x="2763" y="921"/>
                  </a:lnTo>
                  <a:lnTo>
                    <a:pt x="2825" y="901"/>
                  </a:lnTo>
                  <a:lnTo>
                    <a:pt x="2700" y="880"/>
                  </a:lnTo>
                  <a:lnTo>
                    <a:pt x="2574" y="817"/>
                  </a:lnTo>
                  <a:lnTo>
                    <a:pt x="2491" y="817"/>
                  </a:lnTo>
                  <a:lnTo>
                    <a:pt x="2302" y="942"/>
                  </a:lnTo>
                  <a:lnTo>
                    <a:pt x="2261" y="1026"/>
                  </a:lnTo>
                  <a:lnTo>
                    <a:pt x="2135" y="1152"/>
                  </a:lnTo>
                  <a:lnTo>
                    <a:pt x="1968" y="1465"/>
                  </a:lnTo>
                  <a:lnTo>
                    <a:pt x="1947" y="1549"/>
                  </a:lnTo>
                  <a:lnTo>
                    <a:pt x="1947" y="1549"/>
                  </a:lnTo>
                  <a:lnTo>
                    <a:pt x="1989" y="1528"/>
                  </a:lnTo>
                  <a:lnTo>
                    <a:pt x="2051" y="1570"/>
                  </a:lnTo>
                  <a:lnTo>
                    <a:pt x="2051" y="1654"/>
                  </a:lnTo>
                  <a:lnTo>
                    <a:pt x="2030" y="1758"/>
                  </a:lnTo>
                  <a:lnTo>
                    <a:pt x="1947" y="1821"/>
                  </a:lnTo>
                  <a:lnTo>
                    <a:pt x="1842" y="1821"/>
                  </a:lnTo>
                  <a:lnTo>
                    <a:pt x="1737" y="1863"/>
                  </a:lnTo>
                  <a:lnTo>
                    <a:pt x="1612" y="1989"/>
                  </a:lnTo>
                  <a:lnTo>
                    <a:pt x="1528" y="2051"/>
                  </a:lnTo>
                  <a:lnTo>
                    <a:pt x="1424" y="2198"/>
                  </a:lnTo>
                  <a:lnTo>
                    <a:pt x="1340" y="2198"/>
                  </a:lnTo>
                  <a:lnTo>
                    <a:pt x="1256" y="2240"/>
                  </a:lnTo>
                  <a:lnTo>
                    <a:pt x="1298" y="2344"/>
                  </a:lnTo>
                  <a:lnTo>
                    <a:pt x="1403" y="2449"/>
                  </a:lnTo>
                  <a:lnTo>
                    <a:pt x="1403" y="2574"/>
                  </a:lnTo>
                  <a:lnTo>
                    <a:pt x="1340" y="2700"/>
                  </a:lnTo>
                  <a:lnTo>
                    <a:pt x="1256" y="2700"/>
                  </a:lnTo>
                  <a:lnTo>
                    <a:pt x="1152" y="2616"/>
                  </a:lnTo>
                  <a:lnTo>
                    <a:pt x="1193" y="2574"/>
                  </a:lnTo>
                  <a:lnTo>
                    <a:pt x="1214" y="2512"/>
                  </a:lnTo>
                  <a:lnTo>
                    <a:pt x="1131" y="2470"/>
                  </a:lnTo>
                  <a:lnTo>
                    <a:pt x="1089" y="2365"/>
                  </a:lnTo>
                  <a:lnTo>
                    <a:pt x="984" y="2261"/>
                  </a:lnTo>
                  <a:lnTo>
                    <a:pt x="942" y="2365"/>
                  </a:lnTo>
                  <a:lnTo>
                    <a:pt x="942" y="2407"/>
                  </a:lnTo>
                  <a:lnTo>
                    <a:pt x="1005" y="2574"/>
                  </a:lnTo>
                  <a:lnTo>
                    <a:pt x="921" y="2721"/>
                  </a:lnTo>
                  <a:lnTo>
                    <a:pt x="901" y="2867"/>
                  </a:lnTo>
                  <a:lnTo>
                    <a:pt x="817" y="2909"/>
                  </a:lnTo>
                  <a:lnTo>
                    <a:pt x="775" y="2909"/>
                  </a:lnTo>
                  <a:lnTo>
                    <a:pt x="691" y="3098"/>
                  </a:lnTo>
                  <a:lnTo>
                    <a:pt x="712" y="3118"/>
                  </a:lnTo>
                  <a:lnTo>
                    <a:pt x="733" y="3244"/>
                  </a:lnTo>
                  <a:lnTo>
                    <a:pt x="733" y="3390"/>
                  </a:lnTo>
                  <a:lnTo>
                    <a:pt x="880" y="3516"/>
                  </a:lnTo>
                  <a:lnTo>
                    <a:pt x="901" y="3516"/>
                  </a:lnTo>
                  <a:lnTo>
                    <a:pt x="942" y="3495"/>
                  </a:lnTo>
                  <a:lnTo>
                    <a:pt x="1005" y="3537"/>
                  </a:lnTo>
                  <a:lnTo>
                    <a:pt x="1005" y="3662"/>
                  </a:lnTo>
                  <a:lnTo>
                    <a:pt x="921" y="3746"/>
                  </a:lnTo>
                  <a:lnTo>
                    <a:pt x="921" y="3809"/>
                  </a:lnTo>
                  <a:lnTo>
                    <a:pt x="1005" y="3872"/>
                  </a:lnTo>
                  <a:lnTo>
                    <a:pt x="1005" y="4039"/>
                  </a:lnTo>
                  <a:lnTo>
                    <a:pt x="921" y="4081"/>
                  </a:lnTo>
                  <a:lnTo>
                    <a:pt x="880" y="4165"/>
                  </a:lnTo>
                  <a:lnTo>
                    <a:pt x="921" y="4186"/>
                  </a:lnTo>
                  <a:lnTo>
                    <a:pt x="984" y="4290"/>
                  </a:lnTo>
                  <a:lnTo>
                    <a:pt x="942" y="4478"/>
                  </a:lnTo>
                  <a:lnTo>
                    <a:pt x="984" y="4771"/>
                  </a:lnTo>
                  <a:lnTo>
                    <a:pt x="901" y="4855"/>
                  </a:lnTo>
                  <a:lnTo>
                    <a:pt x="880" y="4918"/>
                  </a:lnTo>
                  <a:lnTo>
                    <a:pt x="942" y="5022"/>
                  </a:lnTo>
                  <a:lnTo>
                    <a:pt x="1047" y="4981"/>
                  </a:lnTo>
                  <a:lnTo>
                    <a:pt x="1047" y="4981"/>
                  </a:lnTo>
                  <a:lnTo>
                    <a:pt x="1026" y="5064"/>
                  </a:lnTo>
                  <a:lnTo>
                    <a:pt x="1089" y="5127"/>
                  </a:lnTo>
                  <a:lnTo>
                    <a:pt x="1152" y="5127"/>
                  </a:lnTo>
                  <a:lnTo>
                    <a:pt x="1152" y="5190"/>
                  </a:lnTo>
                  <a:lnTo>
                    <a:pt x="1110" y="5274"/>
                  </a:lnTo>
                  <a:lnTo>
                    <a:pt x="1047" y="5378"/>
                  </a:lnTo>
                  <a:lnTo>
                    <a:pt x="817" y="5608"/>
                  </a:lnTo>
                  <a:lnTo>
                    <a:pt x="775" y="5713"/>
                  </a:lnTo>
                  <a:lnTo>
                    <a:pt x="608" y="5859"/>
                  </a:lnTo>
                  <a:lnTo>
                    <a:pt x="398" y="5922"/>
                  </a:lnTo>
                  <a:lnTo>
                    <a:pt x="210" y="6048"/>
                  </a:lnTo>
                  <a:lnTo>
                    <a:pt x="64" y="6278"/>
                  </a:lnTo>
                  <a:lnTo>
                    <a:pt x="43" y="6466"/>
                  </a:lnTo>
                  <a:lnTo>
                    <a:pt x="1" y="6571"/>
                  </a:lnTo>
                  <a:lnTo>
                    <a:pt x="189" y="6655"/>
                  </a:lnTo>
                  <a:lnTo>
                    <a:pt x="377" y="6780"/>
                  </a:lnTo>
                  <a:lnTo>
                    <a:pt x="629" y="6947"/>
                  </a:lnTo>
                  <a:lnTo>
                    <a:pt x="733" y="6947"/>
                  </a:lnTo>
                  <a:lnTo>
                    <a:pt x="880" y="7094"/>
                  </a:lnTo>
                  <a:lnTo>
                    <a:pt x="838" y="7178"/>
                  </a:lnTo>
                  <a:lnTo>
                    <a:pt x="880" y="7261"/>
                  </a:lnTo>
                  <a:lnTo>
                    <a:pt x="1047" y="7282"/>
                  </a:lnTo>
                  <a:lnTo>
                    <a:pt x="1256" y="7366"/>
                  </a:lnTo>
                  <a:lnTo>
                    <a:pt x="1319" y="7408"/>
                  </a:lnTo>
                  <a:lnTo>
                    <a:pt x="1507" y="7471"/>
                  </a:lnTo>
                  <a:lnTo>
                    <a:pt x="1570" y="7387"/>
                  </a:lnTo>
                  <a:lnTo>
                    <a:pt x="1570" y="7282"/>
                  </a:lnTo>
                  <a:lnTo>
                    <a:pt x="1654" y="7199"/>
                  </a:lnTo>
                  <a:lnTo>
                    <a:pt x="1717" y="7199"/>
                  </a:lnTo>
                  <a:lnTo>
                    <a:pt x="1863" y="7282"/>
                  </a:lnTo>
                  <a:lnTo>
                    <a:pt x="1968" y="7303"/>
                  </a:lnTo>
                  <a:lnTo>
                    <a:pt x="1989" y="7387"/>
                  </a:lnTo>
                  <a:lnTo>
                    <a:pt x="2072" y="7429"/>
                  </a:lnTo>
                  <a:lnTo>
                    <a:pt x="2135" y="7429"/>
                  </a:lnTo>
                  <a:lnTo>
                    <a:pt x="2177" y="7512"/>
                  </a:lnTo>
                  <a:lnTo>
                    <a:pt x="2386" y="7575"/>
                  </a:lnTo>
                  <a:lnTo>
                    <a:pt x="2512" y="7596"/>
                  </a:lnTo>
                  <a:lnTo>
                    <a:pt x="2553" y="7638"/>
                  </a:lnTo>
                  <a:lnTo>
                    <a:pt x="2700" y="7805"/>
                  </a:lnTo>
                  <a:lnTo>
                    <a:pt x="2700" y="7910"/>
                  </a:lnTo>
                  <a:lnTo>
                    <a:pt x="2805" y="8098"/>
                  </a:lnTo>
                  <a:lnTo>
                    <a:pt x="2888" y="8098"/>
                  </a:lnTo>
                  <a:lnTo>
                    <a:pt x="3139" y="8203"/>
                  </a:lnTo>
                  <a:lnTo>
                    <a:pt x="3244" y="8349"/>
                  </a:lnTo>
                  <a:lnTo>
                    <a:pt x="3244" y="8517"/>
                  </a:lnTo>
                  <a:lnTo>
                    <a:pt x="3307" y="8517"/>
                  </a:lnTo>
                  <a:lnTo>
                    <a:pt x="3411" y="8559"/>
                  </a:lnTo>
                  <a:lnTo>
                    <a:pt x="3432" y="8684"/>
                  </a:lnTo>
                  <a:lnTo>
                    <a:pt x="3411" y="8768"/>
                  </a:lnTo>
                  <a:lnTo>
                    <a:pt x="3432" y="8852"/>
                  </a:lnTo>
                  <a:lnTo>
                    <a:pt x="3537" y="8872"/>
                  </a:lnTo>
                  <a:lnTo>
                    <a:pt x="3662" y="8852"/>
                  </a:lnTo>
                  <a:lnTo>
                    <a:pt x="3767" y="8872"/>
                  </a:lnTo>
                  <a:lnTo>
                    <a:pt x="3914" y="8872"/>
                  </a:lnTo>
                  <a:lnTo>
                    <a:pt x="3955" y="8831"/>
                  </a:lnTo>
                  <a:lnTo>
                    <a:pt x="4144" y="8747"/>
                  </a:lnTo>
                  <a:lnTo>
                    <a:pt x="4290" y="8768"/>
                  </a:lnTo>
                  <a:lnTo>
                    <a:pt x="4458" y="8852"/>
                  </a:lnTo>
                  <a:lnTo>
                    <a:pt x="4646" y="8747"/>
                  </a:lnTo>
                  <a:lnTo>
                    <a:pt x="4750" y="8747"/>
                  </a:lnTo>
                  <a:lnTo>
                    <a:pt x="4792" y="8831"/>
                  </a:lnTo>
                  <a:lnTo>
                    <a:pt x="4876" y="8831"/>
                  </a:lnTo>
                  <a:lnTo>
                    <a:pt x="4981" y="8872"/>
                  </a:lnTo>
                  <a:lnTo>
                    <a:pt x="5064" y="8956"/>
                  </a:lnTo>
                  <a:lnTo>
                    <a:pt x="5169" y="8935"/>
                  </a:lnTo>
                  <a:lnTo>
                    <a:pt x="5169" y="8998"/>
                  </a:lnTo>
                  <a:lnTo>
                    <a:pt x="4792" y="9626"/>
                  </a:lnTo>
                  <a:lnTo>
                    <a:pt x="4813" y="9709"/>
                  </a:lnTo>
                  <a:lnTo>
                    <a:pt x="4960" y="9688"/>
                  </a:lnTo>
                  <a:lnTo>
                    <a:pt x="5085" y="9688"/>
                  </a:lnTo>
                  <a:lnTo>
                    <a:pt x="5190" y="9772"/>
                  </a:lnTo>
                  <a:lnTo>
                    <a:pt x="5211" y="9898"/>
                  </a:lnTo>
                  <a:lnTo>
                    <a:pt x="5294" y="9584"/>
                  </a:lnTo>
                  <a:lnTo>
                    <a:pt x="5629" y="8370"/>
                  </a:lnTo>
                  <a:lnTo>
                    <a:pt x="5629" y="8308"/>
                  </a:lnTo>
                  <a:lnTo>
                    <a:pt x="5629" y="8098"/>
                  </a:lnTo>
                  <a:lnTo>
                    <a:pt x="5504" y="7847"/>
                  </a:lnTo>
                  <a:lnTo>
                    <a:pt x="5294" y="7680"/>
                  </a:lnTo>
                  <a:lnTo>
                    <a:pt x="5190" y="7533"/>
                  </a:lnTo>
                  <a:lnTo>
                    <a:pt x="5169" y="7219"/>
                  </a:lnTo>
                  <a:lnTo>
                    <a:pt x="5546" y="7094"/>
                  </a:lnTo>
                  <a:lnTo>
                    <a:pt x="5692" y="7199"/>
                  </a:lnTo>
                  <a:lnTo>
                    <a:pt x="5713" y="7094"/>
                  </a:lnTo>
                  <a:lnTo>
                    <a:pt x="5650" y="7010"/>
                  </a:lnTo>
                  <a:lnTo>
                    <a:pt x="5713" y="6968"/>
                  </a:lnTo>
                  <a:lnTo>
                    <a:pt x="5629" y="6801"/>
                  </a:lnTo>
                  <a:lnTo>
                    <a:pt x="5420" y="6738"/>
                  </a:lnTo>
                  <a:lnTo>
                    <a:pt x="5336" y="6592"/>
                  </a:lnTo>
                  <a:lnTo>
                    <a:pt x="5399" y="6424"/>
                  </a:lnTo>
                  <a:lnTo>
                    <a:pt x="6048" y="6424"/>
                  </a:lnTo>
                  <a:lnTo>
                    <a:pt x="6131" y="6341"/>
                  </a:lnTo>
                  <a:lnTo>
                    <a:pt x="6236" y="6341"/>
                  </a:lnTo>
                  <a:lnTo>
                    <a:pt x="6278" y="6383"/>
                  </a:lnTo>
                  <a:lnTo>
                    <a:pt x="6362" y="6383"/>
                  </a:lnTo>
                  <a:lnTo>
                    <a:pt x="6466" y="6257"/>
                  </a:lnTo>
                  <a:lnTo>
                    <a:pt x="6634" y="6215"/>
                  </a:lnTo>
                  <a:lnTo>
                    <a:pt x="6675" y="6320"/>
                  </a:lnTo>
                  <a:lnTo>
                    <a:pt x="6759" y="6424"/>
                  </a:lnTo>
                  <a:lnTo>
                    <a:pt x="6780" y="6550"/>
                  </a:lnTo>
                  <a:lnTo>
                    <a:pt x="6780" y="6696"/>
                  </a:lnTo>
                  <a:lnTo>
                    <a:pt x="6947" y="6675"/>
                  </a:lnTo>
                  <a:lnTo>
                    <a:pt x="6947" y="6571"/>
                  </a:lnTo>
                  <a:lnTo>
                    <a:pt x="6801" y="6278"/>
                  </a:lnTo>
                  <a:lnTo>
                    <a:pt x="6759" y="6131"/>
                  </a:lnTo>
                  <a:lnTo>
                    <a:pt x="6780" y="6069"/>
                  </a:lnTo>
                  <a:lnTo>
                    <a:pt x="6738" y="5964"/>
                  </a:lnTo>
                  <a:lnTo>
                    <a:pt x="6655" y="5922"/>
                  </a:lnTo>
                  <a:lnTo>
                    <a:pt x="6634" y="5839"/>
                  </a:lnTo>
                  <a:lnTo>
                    <a:pt x="6634" y="5818"/>
                  </a:lnTo>
                  <a:lnTo>
                    <a:pt x="6550" y="5839"/>
                  </a:lnTo>
                  <a:lnTo>
                    <a:pt x="6487" y="5839"/>
                  </a:lnTo>
                  <a:lnTo>
                    <a:pt x="6466" y="5734"/>
                  </a:lnTo>
                  <a:lnTo>
                    <a:pt x="6655" y="5399"/>
                  </a:lnTo>
                  <a:lnTo>
                    <a:pt x="6550" y="5106"/>
                  </a:lnTo>
                  <a:lnTo>
                    <a:pt x="6550" y="5022"/>
                  </a:lnTo>
                  <a:lnTo>
                    <a:pt x="6466" y="4960"/>
                  </a:lnTo>
                  <a:lnTo>
                    <a:pt x="6466" y="4771"/>
                  </a:lnTo>
                  <a:lnTo>
                    <a:pt x="6529" y="4604"/>
                  </a:lnTo>
                  <a:lnTo>
                    <a:pt x="6487" y="4541"/>
                  </a:lnTo>
                  <a:lnTo>
                    <a:pt x="6466" y="4332"/>
                  </a:lnTo>
                  <a:lnTo>
                    <a:pt x="6529" y="4248"/>
                  </a:lnTo>
                  <a:lnTo>
                    <a:pt x="6675" y="4227"/>
                  </a:lnTo>
                  <a:lnTo>
                    <a:pt x="6696" y="4144"/>
                  </a:lnTo>
                  <a:lnTo>
                    <a:pt x="6696" y="4039"/>
                  </a:lnTo>
                  <a:lnTo>
                    <a:pt x="6759" y="3955"/>
                  </a:lnTo>
                  <a:lnTo>
                    <a:pt x="6696" y="3725"/>
                  </a:lnTo>
                  <a:lnTo>
                    <a:pt x="6634" y="3662"/>
                  </a:lnTo>
                  <a:lnTo>
                    <a:pt x="6529" y="3662"/>
                  </a:lnTo>
                  <a:lnTo>
                    <a:pt x="6487" y="3725"/>
                  </a:lnTo>
                  <a:lnTo>
                    <a:pt x="6341" y="3704"/>
                  </a:lnTo>
                  <a:lnTo>
                    <a:pt x="6236" y="3704"/>
                  </a:lnTo>
                  <a:lnTo>
                    <a:pt x="6110" y="3746"/>
                  </a:lnTo>
                  <a:lnTo>
                    <a:pt x="6048" y="3725"/>
                  </a:lnTo>
                  <a:lnTo>
                    <a:pt x="5922" y="3662"/>
                  </a:lnTo>
                  <a:lnTo>
                    <a:pt x="5859" y="3704"/>
                  </a:lnTo>
                  <a:lnTo>
                    <a:pt x="5838" y="3662"/>
                  </a:lnTo>
                  <a:lnTo>
                    <a:pt x="5692" y="3704"/>
                  </a:lnTo>
                  <a:lnTo>
                    <a:pt x="5232" y="3286"/>
                  </a:lnTo>
                  <a:lnTo>
                    <a:pt x="5127" y="3223"/>
                  </a:lnTo>
                  <a:lnTo>
                    <a:pt x="4960" y="3202"/>
                  </a:lnTo>
                  <a:lnTo>
                    <a:pt x="4792" y="3223"/>
                  </a:lnTo>
                  <a:lnTo>
                    <a:pt x="4750" y="3244"/>
                  </a:lnTo>
                  <a:lnTo>
                    <a:pt x="4604" y="3202"/>
                  </a:lnTo>
                  <a:lnTo>
                    <a:pt x="4458" y="3202"/>
                  </a:lnTo>
                  <a:lnTo>
                    <a:pt x="4374" y="3244"/>
                  </a:lnTo>
                  <a:lnTo>
                    <a:pt x="4248" y="3202"/>
                  </a:lnTo>
                  <a:lnTo>
                    <a:pt x="4144" y="3181"/>
                  </a:lnTo>
                  <a:lnTo>
                    <a:pt x="3976" y="3118"/>
                  </a:lnTo>
                  <a:lnTo>
                    <a:pt x="3851" y="3014"/>
                  </a:lnTo>
                  <a:lnTo>
                    <a:pt x="3851" y="2909"/>
                  </a:lnTo>
                  <a:lnTo>
                    <a:pt x="3872" y="2867"/>
                  </a:lnTo>
                  <a:lnTo>
                    <a:pt x="3872" y="2784"/>
                  </a:lnTo>
                  <a:lnTo>
                    <a:pt x="3934" y="2658"/>
                  </a:lnTo>
                  <a:lnTo>
                    <a:pt x="3914" y="2554"/>
                  </a:lnTo>
                  <a:lnTo>
                    <a:pt x="3809" y="2386"/>
                  </a:lnTo>
                  <a:lnTo>
                    <a:pt x="3558" y="1968"/>
                  </a:lnTo>
                  <a:lnTo>
                    <a:pt x="3411" y="1968"/>
                  </a:lnTo>
                  <a:lnTo>
                    <a:pt x="3411" y="1926"/>
                  </a:lnTo>
                  <a:lnTo>
                    <a:pt x="3495" y="1737"/>
                  </a:lnTo>
                  <a:lnTo>
                    <a:pt x="3516" y="1549"/>
                  </a:lnTo>
                  <a:lnTo>
                    <a:pt x="3495" y="1445"/>
                  </a:lnTo>
                  <a:lnTo>
                    <a:pt x="3516" y="1319"/>
                  </a:lnTo>
                  <a:lnTo>
                    <a:pt x="3704" y="1047"/>
                  </a:lnTo>
                  <a:lnTo>
                    <a:pt x="3767" y="984"/>
                  </a:lnTo>
                  <a:lnTo>
                    <a:pt x="3872" y="838"/>
                  </a:lnTo>
                  <a:lnTo>
                    <a:pt x="3976" y="817"/>
                  </a:lnTo>
                  <a:lnTo>
                    <a:pt x="4039" y="775"/>
                  </a:lnTo>
                  <a:lnTo>
                    <a:pt x="4186" y="503"/>
                  </a:lnTo>
                  <a:lnTo>
                    <a:pt x="4499" y="377"/>
                  </a:lnTo>
                  <a:lnTo>
                    <a:pt x="4541" y="357"/>
                  </a:lnTo>
                  <a:lnTo>
                    <a:pt x="4604" y="357"/>
                  </a:lnTo>
                  <a:lnTo>
                    <a:pt x="4667" y="294"/>
                  </a:lnTo>
                  <a:lnTo>
                    <a:pt x="4688" y="210"/>
                  </a:lnTo>
                  <a:lnTo>
                    <a:pt x="4646" y="147"/>
                  </a:lnTo>
                  <a:lnTo>
                    <a:pt x="4437" y="43"/>
                  </a:lnTo>
                  <a:lnTo>
                    <a:pt x="435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213;p45"/>
            <p:cNvSpPr/>
            <p:nvPr/>
          </p:nvSpPr>
          <p:spPr>
            <a:xfrm>
              <a:off x="3195231" y="3136533"/>
              <a:ext cx="40867" cy="42852"/>
            </a:xfrm>
            <a:custGeom>
              <a:avLst/>
              <a:gdLst/>
              <a:ahLst/>
              <a:cxnLst/>
              <a:rect l="l" t="t" r="r" b="b"/>
              <a:pathLst>
                <a:path w="3432" h="3768" extrusionOk="0">
                  <a:moveTo>
                    <a:pt x="1193" y="1"/>
                  </a:moveTo>
                  <a:lnTo>
                    <a:pt x="1172" y="168"/>
                  </a:lnTo>
                  <a:lnTo>
                    <a:pt x="1025" y="168"/>
                  </a:lnTo>
                  <a:lnTo>
                    <a:pt x="732" y="336"/>
                  </a:lnTo>
                  <a:lnTo>
                    <a:pt x="607" y="377"/>
                  </a:lnTo>
                  <a:lnTo>
                    <a:pt x="440" y="440"/>
                  </a:lnTo>
                  <a:lnTo>
                    <a:pt x="523" y="587"/>
                  </a:lnTo>
                  <a:lnTo>
                    <a:pt x="523" y="649"/>
                  </a:lnTo>
                  <a:lnTo>
                    <a:pt x="565" y="733"/>
                  </a:lnTo>
                  <a:lnTo>
                    <a:pt x="544" y="901"/>
                  </a:lnTo>
                  <a:lnTo>
                    <a:pt x="335" y="1131"/>
                  </a:lnTo>
                  <a:lnTo>
                    <a:pt x="314" y="1235"/>
                  </a:lnTo>
                  <a:lnTo>
                    <a:pt x="356" y="1277"/>
                  </a:lnTo>
                  <a:lnTo>
                    <a:pt x="251" y="1445"/>
                  </a:lnTo>
                  <a:lnTo>
                    <a:pt x="126" y="1465"/>
                  </a:lnTo>
                  <a:lnTo>
                    <a:pt x="21" y="1591"/>
                  </a:lnTo>
                  <a:lnTo>
                    <a:pt x="84" y="1696"/>
                  </a:lnTo>
                  <a:lnTo>
                    <a:pt x="126" y="1800"/>
                  </a:lnTo>
                  <a:lnTo>
                    <a:pt x="105" y="1905"/>
                  </a:lnTo>
                  <a:lnTo>
                    <a:pt x="126" y="2072"/>
                  </a:lnTo>
                  <a:lnTo>
                    <a:pt x="84" y="2198"/>
                  </a:lnTo>
                  <a:lnTo>
                    <a:pt x="0" y="2261"/>
                  </a:lnTo>
                  <a:lnTo>
                    <a:pt x="84" y="2323"/>
                  </a:lnTo>
                  <a:lnTo>
                    <a:pt x="209" y="2386"/>
                  </a:lnTo>
                  <a:lnTo>
                    <a:pt x="314" y="2491"/>
                  </a:lnTo>
                  <a:lnTo>
                    <a:pt x="419" y="2574"/>
                  </a:lnTo>
                  <a:lnTo>
                    <a:pt x="440" y="2533"/>
                  </a:lnTo>
                  <a:lnTo>
                    <a:pt x="502" y="2386"/>
                  </a:lnTo>
                  <a:lnTo>
                    <a:pt x="544" y="2323"/>
                  </a:lnTo>
                  <a:lnTo>
                    <a:pt x="628" y="2219"/>
                  </a:lnTo>
                  <a:lnTo>
                    <a:pt x="628" y="2323"/>
                  </a:lnTo>
                  <a:lnTo>
                    <a:pt x="649" y="2428"/>
                  </a:lnTo>
                  <a:lnTo>
                    <a:pt x="649" y="2365"/>
                  </a:lnTo>
                  <a:lnTo>
                    <a:pt x="649" y="2282"/>
                  </a:lnTo>
                  <a:lnTo>
                    <a:pt x="712" y="2282"/>
                  </a:lnTo>
                  <a:lnTo>
                    <a:pt x="732" y="2428"/>
                  </a:lnTo>
                  <a:lnTo>
                    <a:pt x="712" y="2595"/>
                  </a:lnTo>
                  <a:lnTo>
                    <a:pt x="712" y="2700"/>
                  </a:lnTo>
                  <a:lnTo>
                    <a:pt x="649" y="2826"/>
                  </a:lnTo>
                  <a:lnTo>
                    <a:pt x="502" y="2951"/>
                  </a:lnTo>
                  <a:lnTo>
                    <a:pt x="544" y="2993"/>
                  </a:lnTo>
                  <a:lnTo>
                    <a:pt x="607" y="3139"/>
                  </a:lnTo>
                  <a:lnTo>
                    <a:pt x="502" y="3202"/>
                  </a:lnTo>
                  <a:lnTo>
                    <a:pt x="398" y="3328"/>
                  </a:lnTo>
                  <a:lnTo>
                    <a:pt x="419" y="3432"/>
                  </a:lnTo>
                  <a:lnTo>
                    <a:pt x="523" y="3432"/>
                  </a:lnTo>
                  <a:lnTo>
                    <a:pt x="649" y="3370"/>
                  </a:lnTo>
                  <a:lnTo>
                    <a:pt x="712" y="3453"/>
                  </a:lnTo>
                  <a:lnTo>
                    <a:pt x="879" y="3516"/>
                  </a:lnTo>
                  <a:lnTo>
                    <a:pt x="984" y="3537"/>
                  </a:lnTo>
                  <a:lnTo>
                    <a:pt x="1151" y="3767"/>
                  </a:lnTo>
                  <a:lnTo>
                    <a:pt x="1235" y="3767"/>
                  </a:lnTo>
                  <a:lnTo>
                    <a:pt x="1339" y="3662"/>
                  </a:lnTo>
                  <a:lnTo>
                    <a:pt x="1779" y="2721"/>
                  </a:lnTo>
                  <a:lnTo>
                    <a:pt x="1883" y="2637"/>
                  </a:lnTo>
                  <a:lnTo>
                    <a:pt x="2448" y="2470"/>
                  </a:lnTo>
                  <a:lnTo>
                    <a:pt x="2720" y="2282"/>
                  </a:lnTo>
                  <a:lnTo>
                    <a:pt x="3118" y="1905"/>
                  </a:lnTo>
                  <a:lnTo>
                    <a:pt x="3264" y="1549"/>
                  </a:lnTo>
                  <a:lnTo>
                    <a:pt x="3369" y="1549"/>
                  </a:lnTo>
                  <a:lnTo>
                    <a:pt x="3390" y="1486"/>
                  </a:lnTo>
                  <a:lnTo>
                    <a:pt x="3432" y="1361"/>
                  </a:lnTo>
                  <a:lnTo>
                    <a:pt x="3390" y="1235"/>
                  </a:lnTo>
                  <a:lnTo>
                    <a:pt x="3285" y="1026"/>
                  </a:lnTo>
                  <a:lnTo>
                    <a:pt x="3285" y="963"/>
                  </a:lnTo>
                  <a:lnTo>
                    <a:pt x="3264" y="859"/>
                  </a:lnTo>
                  <a:lnTo>
                    <a:pt x="3181" y="817"/>
                  </a:lnTo>
                  <a:lnTo>
                    <a:pt x="3160" y="733"/>
                  </a:lnTo>
                  <a:lnTo>
                    <a:pt x="3055" y="712"/>
                  </a:lnTo>
                  <a:lnTo>
                    <a:pt x="2909" y="629"/>
                  </a:lnTo>
                  <a:lnTo>
                    <a:pt x="2846" y="629"/>
                  </a:lnTo>
                  <a:lnTo>
                    <a:pt x="2762" y="712"/>
                  </a:lnTo>
                  <a:lnTo>
                    <a:pt x="2762" y="817"/>
                  </a:lnTo>
                  <a:lnTo>
                    <a:pt x="2699" y="901"/>
                  </a:lnTo>
                  <a:lnTo>
                    <a:pt x="2511" y="838"/>
                  </a:lnTo>
                  <a:lnTo>
                    <a:pt x="2448" y="796"/>
                  </a:lnTo>
                  <a:lnTo>
                    <a:pt x="2239" y="712"/>
                  </a:lnTo>
                  <a:lnTo>
                    <a:pt x="2072" y="691"/>
                  </a:lnTo>
                  <a:lnTo>
                    <a:pt x="2030" y="608"/>
                  </a:lnTo>
                  <a:lnTo>
                    <a:pt x="2072" y="524"/>
                  </a:lnTo>
                  <a:lnTo>
                    <a:pt x="1925" y="377"/>
                  </a:lnTo>
                  <a:lnTo>
                    <a:pt x="1821" y="377"/>
                  </a:lnTo>
                  <a:lnTo>
                    <a:pt x="1569" y="210"/>
                  </a:lnTo>
                  <a:lnTo>
                    <a:pt x="1381" y="85"/>
                  </a:lnTo>
                  <a:lnTo>
                    <a:pt x="119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45"/>
            <p:cNvSpPr/>
            <p:nvPr/>
          </p:nvSpPr>
          <p:spPr>
            <a:xfrm>
              <a:off x="3192980" y="3146290"/>
              <a:ext cx="88711" cy="124938"/>
            </a:xfrm>
            <a:custGeom>
              <a:avLst/>
              <a:gdLst/>
              <a:ahLst/>
              <a:cxnLst/>
              <a:rect l="l" t="t" r="r" b="b"/>
              <a:pathLst>
                <a:path w="7450" h="10986" extrusionOk="0">
                  <a:moveTo>
                    <a:pt x="3453" y="1"/>
                  </a:moveTo>
                  <a:lnTo>
                    <a:pt x="3474" y="105"/>
                  </a:lnTo>
                  <a:lnTo>
                    <a:pt x="3474" y="168"/>
                  </a:lnTo>
                  <a:lnTo>
                    <a:pt x="3579" y="377"/>
                  </a:lnTo>
                  <a:lnTo>
                    <a:pt x="3621" y="503"/>
                  </a:lnTo>
                  <a:lnTo>
                    <a:pt x="3579" y="628"/>
                  </a:lnTo>
                  <a:lnTo>
                    <a:pt x="3558" y="691"/>
                  </a:lnTo>
                  <a:lnTo>
                    <a:pt x="3453" y="691"/>
                  </a:lnTo>
                  <a:lnTo>
                    <a:pt x="3307" y="1047"/>
                  </a:lnTo>
                  <a:lnTo>
                    <a:pt x="2909" y="1424"/>
                  </a:lnTo>
                  <a:lnTo>
                    <a:pt x="2637" y="1612"/>
                  </a:lnTo>
                  <a:lnTo>
                    <a:pt x="2072" y="1779"/>
                  </a:lnTo>
                  <a:lnTo>
                    <a:pt x="1968" y="1863"/>
                  </a:lnTo>
                  <a:lnTo>
                    <a:pt x="1528" y="2804"/>
                  </a:lnTo>
                  <a:lnTo>
                    <a:pt x="1424" y="2909"/>
                  </a:lnTo>
                  <a:lnTo>
                    <a:pt x="1340" y="2909"/>
                  </a:lnTo>
                  <a:lnTo>
                    <a:pt x="1173" y="2679"/>
                  </a:lnTo>
                  <a:lnTo>
                    <a:pt x="1068" y="2658"/>
                  </a:lnTo>
                  <a:lnTo>
                    <a:pt x="901" y="2595"/>
                  </a:lnTo>
                  <a:lnTo>
                    <a:pt x="838" y="2512"/>
                  </a:lnTo>
                  <a:lnTo>
                    <a:pt x="712" y="2574"/>
                  </a:lnTo>
                  <a:lnTo>
                    <a:pt x="608" y="2574"/>
                  </a:lnTo>
                  <a:lnTo>
                    <a:pt x="587" y="2470"/>
                  </a:lnTo>
                  <a:lnTo>
                    <a:pt x="691" y="2344"/>
                  </a:lnTo>
                  <a:lnTo>
                    <a:pt x="796" y="2281"/>
                  </a:lnTo>
                  <a:lnTo>
                    <a:pt x="733" y="2135"/>
                  </a:lnTo>
                  <a:lnTo>
                    <a:pt x="691" y="2093"/>
                  </a:lnTo>
                  <a:lnTo>
                    <a:pt x="398" y="2240"/>
                  </a:lnTo>
                  <a:lnTo>
                    <a:pt x="294" y="2344"/>
                  </a:lnTo>
                  <a:lnTo>
                    <a:pt x="105" y="2512"/>
                  </a:lnTo>
                  <a:lnTo>
                    <a:pt x="64" y="2679"/>
                  </a:lnTo>
                  <a:lnTo>
                    <a:pt x="1" y="2784"/>
                  </a:lnTo>
                  <a:lnTo>
                    <a:pt x="22" y="2825"/>
                  </a:lnTo>
                  <a:lnTo>
                    <a:pt x="105" y="2909"/>
                  </a:lnTo>
                  <a:lnTo>
                    <a:pt x="126" y="2993"/>
                  </a:lnTo>
                  <a:lnTo>
                    <a:pt x="64" y="3035"/>
                  </a:lnTo>
                  <a:lnTo>
                    <a:pt x="64" y="3097"/>
                  </a:lnTo>
                  <a:lnTo>
                    <a:pt x="189" y="3202"/>
                  </a:lnTo>
                  <a:lnTo>
                    <a:pt x="273" y="3348"/>
                  </a:lnTo>
                  <a:lnTo>
                    <a:pt x="231" y="3495"/>
                  </a:lnTo>
                  <a:lnTo>
                    <a:pt x="168" y="3495"/>
                  </a:lnTo>
                  <a:lnTo>
                    <a:pt x="85" y="3516"/>
                  </a:lnTo>
                  <a:lnTo>
                    <a:pt x="22" y="3621"/>
                  </a:lnTo>
                  <a:lnTo>
                    <a:pt x="126" y="3704"/>
                  </a:lnTo>
                  <a:lnTo>
                    <a:pt x="231" y="3746"/>
                  </a:lnTo>
                  <a:lnTo>
                    <a:pt x="419" y="3872"/>
                  </a:lnTo>
                  <a:lnTo>
                    <a:pt x="587" y="3913"/>
                  </a:lnTo>
                  <a:lnTo>
                    <a:pt x="817" y="4060"/>
                  </a:lnTo>
                  <a:lnTo>
                    <a:pt x="921" y="4081"/>
                  </a:lnTo>
                  <a:lnTo>
                    <a:pt x="963" y="4185"/>
                  </a:lnTo>
                  <a:lnTo>
                    <a:pt x="1068" y="4374"/>
                  </a:lnTo>
                  <a:lnTo>
                    <a:pt x="1110" y="4541"/>
                  </a:lnTo>
                  <a:lnTo>
                    <a:pt x="1173" y="4667"/>
                  </a:lnTo>
                  <a:lnTo>
                    <a:pt x="1424" y="4771"/>
                  </a:lnTo>
                  <a:lnTo>
                    <a:pt x="1486" y="4960"/>
                  </a:lnTo>
                  <a:lnTo>
                    <a:pt x="1549" y="5106"/>
                  </a:lnTo>
                  <a:lnTo>
                    <a:pt x="1591" y="5211"/>
                  </a:lnTo>
                  <a:lnTo>
                    <a:pt x="1633" y="5399"/>
                  </a:lnTo>
                  <a:lnTo>
                    <a:pt x="1696" y="5525"/>
                  </a:lnTo>
                  <a:lnTo>
                    <a:pt x="1800" y="5587"/>
                  </a:lnTo>
                  <a:lnTo>
                    <a:pt x="1905" y="5797"/>
                  </a:lnTo>
                  <a:lnTo>
                    <a:pt x="1905" y="5922"/>
                  </a:lnTo>
                  <a:lnTo>
                    <a:pt x="1884" y="5964"/>
                  </a:lnTo>
                  <a:lnTo>
                    <a:pt x="1989" y="6152"/>
                  </a:lnTo>
                  <a:lnTo>
                    <a:pt x="2177" y="6382"/>
                  </a:lnTo>
                  <a:lnTo>
                    <a:pt x="2219" y="6487"/>
                  </a:lnTo>
                  <a:lnTo>
                    <a:pt x="2198" y="6592"/>
                  </a:lnTo>
                  <a:lnTo>
                    <a:pt x="2219" y="6675"/>
                  </a:lnTo>
                  <a:lnTo>
                    <a:pt x="2302" y="6696"/>
                  </a:lnTo>
                  <a:lnTo>
                    <a:pt x="2491" y="6885"/>
                  </a:lnTo>
                  <a:lnTo>
                    <a:pt x="2533" y="6989"/>
                  </a:lnTo>
                  <a:lnTo>
                    <a:pt x="2574" y="7157"/>
                  </a:lnTo>
                  <a:lnTo>
                    <a:pt x="2616" y="7219"/>
                  </a:lnTo>
                  <a:lnTo>
                    <a:pt x="2784" y="7282"/>
                  </a:lnTo>
                  <a:lnTo>
                    <a:pt x="2805" y="7408"/>
                  </a:lnTo>
                  <a:lnTo>
                    <a:pt x="2951" y="7680"/>
                  </a:lnTo>
                  <a:lnTo>
                    <a:pt x="3014" y="7805"/>
                  </a:lnTo>
                  <a:lnTo>
                    <a:pt x="3202" y="8056"/>
                  </a:lnTo>
                  <a:lnTo>
                    <a:pt x="3202" y="8203"/>
                  </a:lnTo>
                  <a:lnTo>
                    <a:pt x="3139" y="8203"/>
                  </a:lnTo>
                  <a:lnTo>
                    <a:pt x="3098" y="8161"/>
                  </a:lnTo>
                  <a:lnTo>
                    <a:pt x="3098" y="8224"/>
                  </a:lnTo>
                  <a:lnTo>
                    <a:pt x="3118" y="8328"/>
                  </a:lnTo>
                  <a:lnTo>
                    <a:pt x="3118" y="8412"/>
                  </a:lnTo>
                  <a:lnTo>
                    <a:pt x="3160" y="8412"/>
                  </a:lnTo>
                  <a:lnTo>
                    <a:pt x="3244" y="8454"/>
                  </a:lnTo>
                  <a:lnTo>
                    <a:pt x="3265" y="8538"/>
                  </a:lnTo>
                  <a:lnTo>
                    <a:pt x="3244" y="8579"/>
                  </a:lnTo>
                  <a:lnTo>
                    <a:pt x="3432" y="8726"/>
                  </a:lnTo>
                  <a:lnTo>
                    <a:pt x="3621" y="8789"/>
                  </a:lnTo>
                  <a:lnTo>
                    <a:pt x="3642" y="8872"/>
                  </a:lnTo>
                  <a:lnTo>
                    <a:pt x="3725" y="8977"/>
                  </a:lnTo>
                  <a:lnTo>
                    <a:pt x="3830" y="8998"/>
                  </a:lnTo>
                  <a:lnTo>
                    <a:pt x="3872" y="9061"/>
                  </a:lnTo>
                  <a:lnTo>
                    <a:pt x="3893" y="9165"/>
                  </a:lnTo>
                  <a:lnTo>
                    <a:pt x="3976" y="9207"/>
                  </a:lnTo>
                  <a:lnTo>
                    <a:pt x="4165" y="9186"/>
                  </a:lnTo>
                  <a:lnTo>
                    <a:pt x="4206" y="9144"/>
                  </a:lnTo>
                  <a:lnTo>
                    <a:pt x="4186" y="9207"/>
                  </a:lnTo>
                  <a:lnTo>
                    <a:pt x="4269" y="9354"/>
                  </a:lnTo>
                  <a:lnTo>
                    <a:pt x="4458" y="9416"/>
                  </a:lnTo>
                  <a:lnTo>
                    <a:pt x="4562" y="9500"/>
                  </a:lnTo>
                  <a:lnTo>
                    <a:pt x="4562" y="9605"/>
                  </a:lnTo>
                  <a:lnTo>
                    <a:pt x="4667" y="9667"/>
                  </a:lnTo>
                  <a:lnTo>
                    <a:pt x="4792" y="9709"/>
                  </a:lnTo>
                  <a:lnTo>
                    <a:pt x="4834" y="9688"/>
                  </a:lnTo>
                  <a:lnTo>
                    <a:pt x="4939" y="9709"/>
                  </a:lnTo>
                  <a:lnTo>
                    <a:pt x="5148" y="9835"/>
                  </a:lnTo>
                  <a:lnTo>
                    <a:pt x="5315" y="9919"/>
                  </a:lnTo>
                  <a:lnTo>
                    <a:pt x="5420" y="9919"/>
                  </a:lnTo>
                  <a:lnTo>
                    <a:pt x="5462" y="9939"/>
                  </a:lnTo>
                  <a:lnTo>
                    <a:pt x="5504" y="10023"/>
                  </a:lnTo>
                  <a:lnTo>
                    <a:pt x="5650" y="10128"/>
                  </a:lnTo>
                  <a:lnTo>
                    <a:pt x="5755" y="10191"/>
                  </a:lnTo>
                  <a:lnTo>
                    <a:pt x="5859" y="10316"/>
                  </a:lnTo>
                  <a:lnTo>
                    <a:pt x="5943" y="10337"/>
                  </a:lnTo>
                  <a:lnTo>
                    <a:pt x="5985" y="10421"/>
                  </a:lnTo>
                  <a:lnTo>
                    <a:pt x="5964" y="10463"/>
                  </a:lnTo>
                  <a:lnTo>
                    <a:pt x="5964" y="10546"/>
                  </a:lnTo>
                  <a:lnTo>
                    <a:pt x="6090" y="10567"/>
                  </a:lnTo>
                  <a:lnTo>
                    <a:pt x="6236" y="10630"/>
                  </a:lnTo>
                  <a:lnTo>
                    <a:pt x="6403" y="10776"/>
                  </a:lnTo>
                  <a:lnTo>
                    <a:pt x="6550" y="10944"/>
                  </a:lnTo>
                  <a:lnTo>
                    <a:pt x="6655" y="10965"/>
                  </a:lnTo>
                  <a:lnTo>
                    <a:pt x="6675" y="10986"/>
                  </a:lnTo>
                  <a:lnTo>
                    <a:pt x="6801" y="10923"/>
                  </a:lnTo>
                  <a:lnTo>
                    <a:pt x="6927" y="10839"/>
                  </a:lnTo>
                  <a:lnTo>
                    <a:pt x="7010" y="10839"/>
                  </a:lnTo>
                  <a:lnTo>
                    <a:pt x="7115" y="10776"/>
                  </a:lnTo>
                  <a:lnTo>
                    <a:pt x="7178" y="10672"/>
                  </a:lnTo>
                  <a:lnTo>
                    <a:pt x="7073" y="10567"/>
                  </a:lnTo>
                  <a:lnTo>
                    <a:pt x="7094" y="10463"/>
                  </a:lnTo>
                  <a:lnTo>
                    <a:pt x="7136" y="10400"/>
                  </a:lnTo>
                  <a:lnTo>
                    <a:pt x="7240" y="10421"/>
                  </a:lnTo>
                  <a:lnTo>
                    <a:pt x="7219" y="10337"/>
                  </a:lnTo>
                  <a:lnTo>
                    <a:pt x="7136" y="10316"/>
                  </a:lnTo>
                  <a:lnTo>
                    <a:pt x="7094" y="10253"/>
                  </a:lnTo>
                  <a:lnTo>
                    <a:pt x="7199" y="10086"/>
                  </a:lnTo>
                  <a:lnTo>
                    <a:pt x="7324" y="10002"/>
                  </a:lnTo>
                  <a:lnTo>
                    <a:pt x="7429" y="9835"/>
                  </a:lnTo>
                  <a:lnTo>
                    <a:pt x="7450" y="9709"/>
                  </a:lnTo>
                  <a:lnTo>
                    <a:pt x="7282" y="9312"/>
                  </a:lnTo>
                  <a:lnTo>
                    <a:pt x="7324" y="9207"/>
                  </a:lnTo>
                  <a:lnTo>
                    <a:pt x="7324" y="9082"/>
                  </a:lnTo>
                  <a:lnTo>
                    <a:pt x="7303" y="8998"/>
                  </a:lnTo>
                  <a:lnTo>
                    <a:pt x="7282" y="8872"/>
                  </a:lnTo>
                  <a:lnTo>
                    <a:pt x="7324" y="8789"/>
                  </a:lnTo>
                  <a:lnTo>
                    <a:pt x="7387" y="8621"/>
                  </a:lnTo>
                  <a:lnTo>
                    <a:pt x="7345" y="8245"/>
                  </a:lnTo>
                  <a:lnTo>
                    <a:pt x="7303" y="8098"/>
                  </a:lnTo>
                  <a:lnTo>
                    <a:pt x="7387" y="7910"/>
                  </a:lnTo>
                  <a:lnTo>
                    <a:pt x="7387" y="7491"/>
                  </a:lnTo>
                  <a:lnTo>
                    <a:pt x="7450" y="7324"/>
                  </a:lnTo>
                  <a:lnTo>
                    <a:pt x="7450" y="7261"/>
                  </a:lnTo>
                  <a:lnTo>
                    <a:pt x="6927" y="6487"/>
                  </a:lnTo>
                  <a:lnTo>
                    <a:pt x="6906" y="6487"/>
                  </a:lnTo>
                  <a:lnTo>
                    <a:pt x="6864" y="6466"/>
                  </a:lnTo>
                  <a:lnTo>
                    <a:pt x="6675" y="6466"/>
                  </a:lnTo>
                  <a:lnTo>
                    <a:pt x="6571" y="6529"/>
                  </a:lnTo>
                  <a:lnTo>
                    <a:pt x="6445" y="6529"/>
                  </a:lnTo>
                  <a:lnTo>
                    <a:pt x="6383" y="6466"/>
                  </a:lnTo>
                  <a:lnTo>
                    <a:pt x="6362" y="6341"/>
                  </a:lnTo>
                  <a:lnTo>
                    <a:pt x="6341" y="6006"/>
                  </a:lnTo>
                  <a:lnTo>
                    <a:pt x="6341" y="5797"/>
                  </a:lnTo>
                  <a:lnTo>
                    <a:pt x="6383" y="5734"/>
                  </a:lnTo>
                  <a:lnTo>
                    <a:pt x="6403" y="5608"/>
                  </a:lnTo>
                  <a:lnTo>
                    <a:pt x="6362" y="5545"/>
                  </a:lnTo>
                  <a:lnTo>
                    <a:pt x="6152" y="5650"/>
                  </a:lnTo>
                  <a:lnTo>
                    <a:pt x="5922" y="5901"/>
                  </a:lnTo>
                  <a:lnTo>
                    <a:pt x="5608" y="5859"/>
                  </a:lnTo>
                  <a:lnTo>
                    <a:pt x="5357" y="5859"/>
                  </a:lnTo>
                  <a:lnTo>
                    <a:pt x="5315" y="5713"/>
                  </a:lnTo>
                  <a:lnTo>
                    <a:pt x="5211" y="5525"/>
                  </a:lnTo>
                  <a:lnTo>
                    <a:pt x="5023" y="5483"/>
                  </a:lnTo>
                  <a:lnTo>
                    <a:pt x="4688" y="5525"/>
                  </a:lnTo>
                  <a:lnTo>
                    <a:pt x="4813" y="5336"/>
                  </a:lnTo>
                  <a:lnTo>
                    <a:pt x="4520" y="4876"/>
                  </a:lnTo>
                  <a:lnTo>
                    <a:pt x="4374" y="4709"/>
                  </a:lnTo>
                  <a:lnTo>
                    <a:pt x="4395" y="4646"/>
                  </a:lnTo>
                  <a:lnTo>
                    <a:pt x="4374" y="4541"/>
                  </a:lnTo>
                  <a:lnTo>
                    <a:pt x="4416" y="4437"/>
                  </a:lnTo>
                  <a:lnTo>
                    <a:pt x="4416" y="4290"/>
                  </a:lnTo>
                  <a:lnTo>
                    <a:pt x="4395" y="4227"/>
                  </a:lnTo>
                  <a:lnTo>
                    <a:pt x="4458" y="4165"/>
                  </a:lnTo>
                  <a:lnTo>
                    <a:pt x="4458" y="4039"/>
                  </a:lnTo>
                  <a:lnTo>
                    <a:pt x="4625" y="3934"/>
                  </a:lnTo>
                  <a:lnTo>
                    <a:pt x="4709" y="3955"/>
                  </a:lnTo>
                  <a:lnTo>
                    <a:pt x="4792" y="3851"/>
                  </a:lnTo>
                  <a:lnTo>
                    <a:pt x="4730" y="3746"/>
                  </a:lnTo>
                  <a:lnTo>
                    <a:pt x="4688" y="3558"/>
                  </a:lnTo>
                  <a:lnTo>
                    <a:pt x="4834" y="3411"/>
                  </a:lnTo>
                  <a:lnTo>
                    <a:pt x="4813" y="3307"/>
                  </a:lnTo>
                  <a:lnTo>
                    <a:pt x="4897" y="3223"/>
                  </a:lnTo>
                  <a:lnTo>
                    <a:pt x="4876" y="3076"/>
                  </a:lnTo>
                  <a:lnTo>
                    <a:pt x="4981" y="3014"/>
                  </a:lnTo>
                  <a:lnTo>
                    <a:pt x="5106" y="2930"/>
                  </a:lnTo>
                  <a:lnTo>
                    <a:pt x="5232" y="2825"/>
                  </a:lnTo>
                  <a:lnTo>
                    <a:pt x="5295" y="2804"/>
                  </a:lnTo>
                  <a:lnTo>
                    <a:pt x="5357" y="2721"/>
                  </a:lnTo>
                  <a:lnTo>
                    <a:pt x="5650" y="2679"/>
                  </a:lnTo>
                  <a:lnTo>
                    <a:pt x="6069" y="2553"/>
                  </a:lnTo>
                  <a:lnTo>
                    <a:pt x="6090" y="2449"/>
                  </a:lnTo>
                  <a:lnTo>
                    <a:pt x="6152" y="2470"/>
                  </a:lnTo>
                  <a:lnTo>
                    <a:pt x="6299" y="2470"/>
                  </a:lnTo>
                  <a:lnTo>
                    <a:pt x="6445" y="2553"/>
                  </a:lnTo>
                  <a:lnTo>
                    <a:pt x="6445" y="2574"/>
                  </a:lnTo>
                  <a:lnTo>
                    <a:pt x="6550" y="2595"/>
                  </a:lnTo>
                  <a:lnTo>
                    <a:pt x="6592" y="2512"/>
                  </a:lnTo>
                  <a:lnTo>
                    <a:pt x="6592" y="2470"/>
                  </a:lnTo>
                  <a:lnTo>
                    <a:pt x="6571" y="2344"/>
                  </a:lnTo>
                  <a:lnTo>
                    <a:pt x="6466" y="2260"/>
                  </a:lnTo>
                  <a:lnTo>
                    <a:pt x="6341" y="2260"/>
                  </a:lnTo>
                  <a:lnTo>
                    <a:pt x="6194" y="2281"/>
                  </a:lnTo>
                  <a:lnTo>
                    <a:pt x="6173" y="2198"/>
                  </a:lnTo>
                  <a:lnTo>
                    <a:pt x="6550" y="1570"/>
                  </a:lnTo>
                  <a:lnTo>
                    <a:pt x="6550" y="1507"/>
                  </a:lnTo>
                  <a:lnTo>
                    <a:pt x="6445" y="1528"/>
                  </a:lnTo>
                  <a:lnTo>
                    <a:pt x="6362" y="1444"/>
                  </a:lnTo>
                  <a:lnTo>
                    <a:pt x="6257" y="1403"/>
                  </a:lnTo>
                  <a:lnTo>
                    <a:pt x="6173" y="1403"/>
                  </a:lnTo>
                  <a:lnTo>
                    <a:pt x="6131" y="1319"/>
                  </a:lnTo>
                  <a:lnTo>
                    <a:pt x="6027" y="1319"/>
                  </a:lnTo>
                  <a:lnTo>
                    <a:pt x="5839" y="1424"/>
                  </a:lnTo>
                  <a:lnTo>
                    <a:pt x="5671" y="1340"/>
                  </a:lnTo>
                  <a:lnTo>
                    <a:pt x="5525" y="1319"/>
                  </a:lnTo>
                  <a:lnTo>
                    <a:pt x="5336" y="1403"/>
                  </a:lnTo>
                  <a:lnTo>
                    <a:pt x="5295" y="1444"/>
                  </a:lnTo>
                  <a:lnTo>
                    <a:pt x="5148" y="1444"/>
                  </a:lnTo>
                  <a:lnTo>
                    <a:pt x="5043" y="1424"/>
                  </a:lnTo>
                  <a:lnTo>
                    <a:pt x="4918" y="1444"/>
                  </a:lnTo>
                  <a:lnTo>
                    <a:pt x="4813" y="1424"/>
                  </a:lnTo>
                  <a:lnTo>
                    <a:pt x="4792" y="1340"/>
                  </a:lnTo>
                  <a:lnTo>
                    <a:pt x="4813" y="1256"/>
                  </a:lnTo>
                  <a:lnTo>
                    <a:pt x="4792" y="1131"/>
                  </a:lnTo>
                  <a:lnTo>
                    <a:pt x="4688" y="1089"/>
                  </a:lnTo>
                  <a:lnTo>
                    <a:pt x="4625" y="1089"/>
                  </a:lnTo>
                  <a:lnTo>
                    <a:pt x="4625" y="921"/>
                  </a:lnTo>
                  <a:lnTo>
                    <a:pt x="4520" y="775"/>
                  </a:lnTo>
                  <a:lnTo>
                    <a:pt x="4269" y="670"/>
                  </a:lnTo>
                  <a:lnTo>
                    <a:pt x="4186" y="670"/>
                  </a:lnTo>
                  <a:lnTo>
                    <a:pt x="4081" y="482"/>
                  </a:lnTo>
                  <a:lnTo>
                    <a:pt x="4081" y="377"/>
                  </a:lnTo>
                  <a:lnTo>
                    <a:pt x="3934" y="210"/>
                  </a:lnTo>
                  <a:lnTo>
                    <a:pt x="3893" y="168"/>
                  </a:lnTo>
                  <a:lnTo>
                    <a:pt x="3767" y="147"/>
                  </a:lnTo>
                  <a:lnTo>
                    <a:pt x="3558" y="84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45"/>
            <p:cNvSpPr/>
            <p:nvPr/>
          </p:nvSpPr>
          <p:spPr>
            <a:xfrm>
              <a:off x="3275452" y="3211250"/>
              <a:ext cx="85722" cy="91389"/>
            </a:xfrm>
            <a:custGeom>
              <a:avLst/>
              <a:gdLst/>
              <a:ahLst/>
              <a:cxnLst/>
              <a:rect l="l" t="t" r="r" b="b"/>
              <a:pathLst>
                <a:path w="7199" h="8036" extrusionOk="0">
                  <a:moveTo>
                    <a:pt x="1967" y="1"/>
                  </a:moveTo>
                  <a:lnTo>
                    <a:pt x="1779" y="85"/>
                  </a:lnTo>
                  <a:lnTo>
                    <a:pt x="1612" y="126"/>
                  </a:lnTo>
                  <a:lnTo>
                    <a:pt x="1319" y="294"/>
                  </a:lnTo>
                  <a:lnTo>
                    <a:pt x="1235" y="545"/>
                  </a:lnTo>
                  <a:lnTo>
                    <a:pt x="1047" y="608"/>
                  </a:lnTo>
                  <a:lnTo>
                    <a:pt x="921" y="608"/>
                  </a:lnTo>
                  <a:lnTo>
                    <a:pt x="796" y="712"/>
                  </a:lnTo>
                  <a:lnTo>
                    <a:pt x="712" y="712"/>
                  </a:lnTo>
                  <a:lnTo>
                    <a:pt x="524" y="775"/>
                  </a:lnTo>
                  <a:lnTo>
                    <a:pt x="1" y="775"/>
                  </a:lnTo>
                  <a:lnTo>
                    <a:pt x="524" y="1549"/>
                  </a:lnTo>
                  <a:lnTo>
                    <a:pt x="524" y="1612"/>
                  </a:lnTo>
                  <a:lnTo>
                    <a:pt x="461" y="1779"/>
                  </a:lnTo>
                  <a:lnTo>
                    <a:pt x="461" y="2198"/>
                  </a:lnTo>
                  <a:lnTo>
                    <a:pt x="377" y="2386"/>
                  </a:lnTo>
                  <a:lnTo>
                    <a:pt x="419" y="2533"/>
                  </a:lnTo>
                  <a:lnTo>
                    <a:pt x="461" y="2909"/>
                  </a:lnTo>
                  <a:lnTo>
                    <a:pt x="398" y="3077"/>
                  </a:lnTo>
                  <a:lnTo>
                    <a:pt x="356" y="3160"/>
                  </a:lnTo>
                  <a:lnTo>
                    <a:pt x="377" y="3286"/>
                  </a:lnTo>
                  <a:lnTo>
                    <a:pt x="398" y="3370"/>
                  </a:lnTo>
                  <a:lnTo>
                    <a:pt x="398" y="3495"/>
                  </a:lnTo>
                  <a:lnTo>
                    <a:pt x="356" y="3600"/>
                  </a:lnTo>
                  <a:lnTo>
                    <a:pt x="524" y="3997"/>
                  </a:lnTo>
                  <a:lnTo>
                    <a:pt x="503" y="4123"/>
                  </a:lnTo>
                  <a:lnTo>
                    <a:pt x="398" y="4290"/>
                  </a:lnTo>
                  <a:lnTo>
                    <a:pt x="273" y="4374"/>
                  </a:lnTo>
                  <a:lnTo>
                    <a:pt x="168" y="4541"/>
                  </a:lnTo>
                  <a:lnTo>
                    <a:pt x="210" y="4604"/>
                  </a:lnTo>
                  <a:lnTo>
                    <a:pt x="293" y="4625"/>
                  </a:lnTo>
                  <a:lnTo>
                    <a:pt x="314" y="4709"/>
                  </a:lnTo>
                  <a:lnTo>
                    <a:pt x="356" y="4709"/>
                  </a:lnTo>
                  <a:lnTo>
                    <a:pt x="356" y="4834"/>
                  </a:lnTo>
                  <a:lnTo>
                    <a:pt x="482" y="4939"/>
                  </a:lnTo>
                  <a:lnTo>
                    <a:pt x="524" y="5002"/>
                  </a:lnTo>
                  <a:lnTo>
                    <a:pt x="565" y="5127"/>
                  </a:lnTo>
                  <a:lnTo>
                    <a:pt x="524" y="5232"/>
                  </a:lnTo>
                  <a:lnTo>
                    <a:pt x="524" y="5274"/>
                  </a:lnTo>
                  <a:lnTo>
                    <a:pt x="586" y="5483"/>
                  </a:lnTo>
                  <a:lnTo>
                    <a:pt x="670" y="5629"/>
                  </a:lnTo>
                  <a:lnTo>
                    <a:pt x="921" y="5839"/>
                  </a:lnTo>
                  <a:lnTo>
                    <a:pt x="942" y="5901"/>
                  </a:lnTo>
                  <a:lnTo>
                    <a:pt x="879" y="6090"/>
                  </a:lnTo>
                  <a:lnTo>
                    <a:pt x="921" y="6194"/>
                  </a:lnTo>
                  <a:lnTo>
                    <a:pt x="775" y="6508"/>
                  </a:lnTo>
                  <a:lnTo>
                    <a:pt x="879" y="6613"/>
                  </a:lnTo>
                  <a:lnTo>
                    <a:pt x="1130" y="6885"/>
                  </a:lnTo>
                  <a:lnTo>
                    <a:pt x="1570" y="8036"/>
                  </a:lnTo>
                  <a:lnTo>
                    <a:pt x="1737" y="8036"/>
                  </a:lnTo>
                  <a:lnTo>
                    <a:pt x="1758" y="7952"/>
                  </a:lnTo>
                  <a:lnTo>
                    <a:pt x="1863" y="7931"/>
                  </a:lnTo>
                  <a:lnTo>
                    <a:pt x="1863" y="7952"/>
                  </a:lnTo>
                  <a:lnTo>
                    <a:pt x="1946" y="7847"/>
                  </a:lnTo>
                  <a:lnTo>
                    <a:pt x="2051" y="7638"/>
                  </a:lnTo>
                  <a:lnTo>
                    <a:pt x="2260" y="7408"/>
                  </a:lnTo>
                  <a:lnTo>
                    <a:pt x="2407" y="7345"/>
                  </a:lnTo>
                  <a:lnTo>
                    <a:pt x="2553" y="7471"/>
                  </a:lnTo>
                  <a:lnTo>
                    <a:pt x="2721" y="7450"/>
                  </a:lnTo>
                  <a:lnTo>
                    <a:pt x="2804" y="7429"/>
                  </a:lnTo>
                  <a:lnTo>
                    <a:pt x="2930" y="7471"/>
                  </a:lnTo>
                  <a:lnTo>
                    <a:pt x="3139" y="7429"/>
                  </a:lnTo>
                  <a:lnTo>
                    <a:pt x="3244" y="7450"/>
                  </a:lnTo>
                  <a:lnTo>
                    <a:pt x="3286" y="7575"/>
                  </a:lnTo>
                  <a:lnTo>
                    <a:pt x="3348" y="7847"/>
                  </a:lnTo>
                  <a:lnTo>
                    <a:pt x="3411" y="7889"/>
                  </a:lnTo>
                  <a:lnTo>
                    <a:pt x="3453" y="7847"/>
                  </a:lnTo>
                  <a:lnTo>
                    <a:pt x="3453" y="7743"/>
                  </a:lnTo>
                  <a:lnTo>
                    <a:pt x="3516" y="7617"/>
                  </a:lnTo>
                  <a:lnTo>
                    <a:pt x="3516" y="7512"/>
                  </a:lnTo>
                  <a:lnTo>
                    <a:pt x="3620" y="7366"/>
                  </a:lnTo>
                  <a:lnTo>
                    <a:pt x="4227" y="7366"/>
                  </a:lnTo>
                  <a:lnTo>
                    <a:pt x="4353" y="7471"/>
                  </a:lnTo>
                  <a:lnTo>
                    <a:pt x="4374" y="7303"/>
                  </a:lnTo>
                  <a:lnTo>
                    <a:pt x="4541" y="6989"/>
                  </a:lnTo>
                  <a:lnTo>
                    <a:pt x="4562" y="6822"/>
                  </a:lnTo>
                  <a:lnTo>
                    <a:pt x="4541" y="6675"/>
                  </a:lnTo>
                  <a:lnTo>
                    <a:pt x="4478" y="6592"/>
                  </a:lnTo>
                  <a:lnTo>
                    <a:pt x="4667" y="6299"/>
                  </a:lnTo>
                  <a:lnTo>
                    <a:pt x="4750" y="6090"/>
                  </a:lnTo>
                  <a:lnTo>
                    <a:pt x="4750" y="5985"/>
                  </a:lnTo>
                  <a:lnTo>
                    <a:pt x="4876" y="5901"/>
                  </a:lnTo>
                  <a:lnTo>
                    <a:pt x="5650" y="5692"/>
                  </a:lnTo>
                  <a:lnTo>
                    <a:pt x="6319" y="5692"/>
                  </a:lnTo>
                  <a:lnTo>
                    <a:pt x="6696" y="5985"/>
                  </a:lnTo>
                  <a:lnTo>
                    <a:pt x="6780" y="5985"/>
                  </a:lnTo>
                  <a:lnTo>
                    <a:pt x="6864" y="6069"/>
                  </a:lnTo>
                  <a:lnTo>
                    <a:pt x="6926" y="5964"/>
                  </a:lnTo>
                  <a:lnTo>
                    <a:pt x="6905" y="5880"/>
                  </a:lnTo>
                  <a:lnTo>
                    <a:pt x="7198" y="5315"/>
                  </a:lnTo>
                  <a:lnTo>
                    <a:pt x="7177" y="5043"/>
                  </a:lnTo>
                  <a:lnTo>
                    <a:pt x="6884" y="4499"/>
                  </a:lnTo>
                  <a:lnTo>
                    <a:pt x="6571" y="4437"/>
                  </a:lnTo>
                  <a:lnTo>
                    <a:pt x="6591" y="4207"/>
                  </a:lnTo>
                  <a:lnTo>
                    <a:pt x="6550" y="3851"/>
                  </a:lnTo>
                  <a:lnTo>
                    <a:pt x="5524" y="3809"/>
                  </a:lnTo>
                  <a:lnTo>
                    <a:pt x="5545" y="3558"/>
                  </a:lnTo>
                  <a:lnTo>
                    <a:pt x="5315" y="3181"/>
                  </a:lnTo>
                  <a:lnTo>
                    <a:pt x="5399" y="3056"/>
                  </a:lnTo>
                  <a:lnTo>
                    <a:pt x="5336" y="2846"/>
                  </a:lnTo>
                  <a:lnTo>
                    <a:pt x="5378" y="2554"/>
                  </a:lnTo>
                  <a:lnTo>
                    <a:pt x="5315" y="2491"/>
                  </a:lnTo>
                  <a:lnTo>
                    <a:pt x="5106" y="2323"/>
                  </a:lnTo>
                  <a:lnTo>
                    <a:pt x="4771" y="2386"/>
                  </a:lnTo>
                  <a:lnTo>
                    <a:pt x="4604" y="2302"/>
                  </a:lnTo>
                  <a:lnTo>
                    <a:pt x="4499" y="2240"/>
                  </a:lnTo>
                  <a:lnTo>
                    <a:pt x="4457" y="2093"/>
                  </a:lnTo>
                  <a:lnTo>
                    <a:pt x="4290" y="2030"/>
                  </a:lnTo>
                  <a:lnTo>
                    <a:pt x="4060" y="1968"/>
                  </a:lnTo>
                  <a:lnTo>
                    <a:pt x="3955" y="1968"/>
                  </a:lnTo>
                  <a:lnTo>
                    <a:pt x="3746" y="1717"/>
                  </a:lnTo>
                  <a:lnTo>
                    <a:pt x="3620" y="1779"/>
                  </a:lnTo>
                  <a:lnTo>
                    <a:pt x="3411" y="1570"/>
                  </a:lnTo>
                  <a:lnTo>
                    <a:pt x="3181" y="1612"/>
                  </a:lnTo>
                  <a:lnTo>
                    <a:pt x="3118" y="1696"/>
                  </a:lnTo>
                  <a:lnTo>
                    <a:pt x="2993" y="1570"/>
                  </a:lnTo>
                  <a:lnTo>
                    <a:pt x="2804" y="1466"/>
                  </a:lnTo>
                  <a:lnTo>
                    <a:pt x="2679" y="1382"/>
                  </a:lnTo>
                  <a:lnTo>
                    <a:pt x="2616" y="1235"/>
                  </a:lnTo>
                  <a:lnTo>
                    <a:pt x="2490" y="1152"/>
                  </a:lnTo>
                  <a:lnTo>
                    <a:pt x="2407" y="942"/>
                  </a:lnTo>
                  <a:lnTo>
                    <a:pt x="2449" y="838"/>
                  </a:lnTo>
                  <a:lnTo>
                    <a:pt x="2386" y="545"/>
                  </a:lnTo>
                  <a:lnTo>
                    <a:pt x="2470" y="398"/>
                  </a:lnTo>
                  <a:lnTo>
                    <a:pt x="2407" y="189"/>
                  </a:lnTo>
                  <a:lnTo>
                    <a:pt x="2407" y="43"/>
                  </a:lnTo>
                  <a:lnTo>
                    <a:pt x="2365" y="1"/>
                  </a:lnTo>
                  <a:lnTo>
                    <a:pt x="2239" y="85"/>
                  </a:lnTo>
                  <a:lnTo>
                    <a:pt x="209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6B65"/>
                </a:solidFill>
              </a:endParaRPr>
            </a:p>
          </p:txBody>
        </p:sp>
        <p:sp>
          <p:nvSpPr>
            <p:cNvPr id="2216" name="Google Shape;2216;p45"/>
            <p:cNvSpPr/>
            <p:nvPr/>
          </p:nvSpPr>
          <p:spPr>
            <a:xfrm>
              <a:off x="3327273" y="3275982"/>
              <a:ext cx="58811" cy="59262"/>
            </a:xfrm>
            <a:custGeom>
              <a:avLst/>
              <a:gdLst/>
              <a:ahLst/>
              <a:cxnLst/>
              <a:rect l="l" t="t" r="r" b="b"/>
              <a:pathLst>
                <a:path w="4939" h="5211" extrusionOk="0">
                  <a:moveTo>
                    <a:pt x="1298" y="0"/>
                  </a:moveTo>
                  <a:lnTo>
                    <a:pt x="524" y="209"/>
                  </a:lnTo>
                  <a:lnTo>
                    <a:pt x="398" y="293"/>
                  </a:lnTo>
                  <a:lnTo>
                    <a:pt x="398" y="398"/>
                  </a:lnTo>
                  <a:lnTo>
                    <a:pt x="315" y="607"/>
                  </a:lnTo>
                  <a:lnTo>
                    <a:pt x="126" y="900"/>
                  </a:lnTo>
                  <a:lnTo>
                    <a:pt x="189" y="983"/>
                  </a:lnTo>
                  <a:lnTo>
                    <a:pt x="210" y="1130"/>
                  </a:lnTo>
                  <a:lnTo>
                    <a:pt x="189" y="1297"/>
                  </a:lnTo>
                  <a:lnTo>
                    <a:pt x="22" y="1611"/>
                  </a:lnTo>
                  <a:lnTo>
                    <a:pt x="1" y="1779"/>
                  </a:lnTo>
                  <a:lnTo>
                    <a:pt x="1" y="1820"/>
                  </a:lnTo>
                  <a:lnTo>
                    <a:pt x="126" y="1946"/>
                  </a:lnTo>
                  <a:lnTo>
                    <a:pt x="231" y="1967"/>
                  </a:lnTo>
                  <a:lnTo>
                    <a:pt x="398" y="2239"/>
                  </a:lnTo>
                  <a:lnTo>
                    <a:pt x="754" y="2595"/>
                  </a:lnTo>
                  <a:lnTo>
                    <a:pt x="879" y="2595"/>
                  </a:lnTo>
                  <a:lnTo>
                    <a:pt x="1026" y="2720"/>
                  </a:lnTo>
                  <a:lnTo>
                    <a:pt x="1131" y="2888"/>
                  </a:lnTo>
                  <a:lnTo>
                    <a:pt x="1465" y="2971"/>
                  </a:lnTo>
                  <a:lnTo>
                    <a:pt x="1695" y="3097"/>
                  </a:lnTo>
                  <a:lnTo>
                    <a:pt x="1800" y="3097"/>
                  </a:lnTo>
                  <a:lnTo>
                    <a:pt x="2030" y="3327"/>
                  </a:lnTo>
                  <a:lnTo>
                    <a:pt x="2302" y="3452"/>
                  </a:lnTo>
                  <a:lnTo>
                    <a:pt x="2637" y="3515"/>
                  </a:lnTo>
                  <a:lnTo>
                    <a:pt x="2804" y="3641"/>
                  </a:lnTo>
                  <a:lnTo>
                    <a:pt x="2951" y="3808"/>
                  </a:lnTo>
                  <a:lnTo>
                    <a:pt x="3035" y="3934"/>
                  </a:lnTo>
                  <a:lnTo>
                    <a:pt x="2972" y="4059"/>
                  </a:lnTo>
                  <a:lnTo>
                    <a:pt x="2909" y="4185"/>
                  </a:lnTo>
                  <a:lnTo>
                    <a:pt x="2804" y="4269"/>
                  </a:lnTo>
                  <a:lnTo>
                    <a:pt x="2742" y="4373"/>
                  </a:lnTo>
                  <a:lnTo>
                    <a:pt x="2763" y="4478"/>
                  </a:lnTo>
                  <a:lnTo>
                    <a:pt x="2700" y="4708"/>
                  </a:lnTo>
                  <a:lnTo>
                    <a:pt x="2512" y="4896"/>
                  </a:lnTo>
                  <a:lnTo>
                    <a:pt x="2491" y="5022"/>
                  </a:lnTo>
                  <a:lnTo>
                    <a:pt x="2574" y="5022"/>
                  </a:lnTo>
                  <a:lnTo>
                    <a:pt x="2972" y="4959"/>
                  </a:lnTo>
                  <a:lnTo>
                    <a:pt x="3328" y="5064"/>
                  </a:lnTo>
                  <a:lnTo>
                    <a:pt x="3579" y="5210"/>
                  </a:lnTo>
                  <a:lnTo>
                    <a:pt x="3704" y="5168"/>
                  </a:lnTo>
                  <a:lnTo>
                    <a:pt x="3788" y="5168"/>
                  </a:lnTo>
                  <a:lnTo>
                    <a:pt x="3851" y="5210"/>
                  </a:lnTo>
                  <a:lnTo>
                    <a:pt x="3955" y="5064"/>
                  </a:lnTo>
                  <a:lnTo>
                    <a:pt x="3997" y="5022"/>
                  </a:lnTo>
                  <a:lnTo>
                    <a:pt x="4123" y="5085"/>
                  </a:lnTo>
                  <a:lnTo>
                    <a:pt x="4227" y="4959"/>
                  </a:lnTo>
                  <a:lnTo>
                    <a:pt x="4290" y="4792"/>
                  </a:lnTo>
                  <a:lnTo>
                    <a:pt x="4541" y="4603"/>
                  </a:lnTo>
                  <a:lnTo>
                    <a:pt x="4583" y="4478"/>
                  </a:lnTo>
                  <a:lnTo>
                    <a:pt x="4646" y="4352"/>
                  </a:lnTo>
                  <a:lnTo>
                    <a:pt x="4750" y="4248"/>
                  </a:lnTo>
                  <a:lnTo>
                    <a:pt x="4792" y="4038"/>
                  </a:lnTo>
                  <a:lnTo>
                    <a:pt x="4750" y="3976"/>
                  </a:lnTo>
                  <a:lnTo>
                    <a:pt x="4750" y="3829"/>
                  </a:lnTo>
                  <a:lnTo>
                    <a:pt x="4813" y="3808"/>
                  </a:lnTo>
                  <a:lnTo>
                    <a:pt x="4813" y="3724"/>
                  </a:lnTo>
                  <a:lnTo>
                    <a:pt x="4813" y="3662"/>
                  </a:lnTo>
                  <a:lnTo>
                    <a:pt x="4813" y="3599"/>
                  </a:lnTo>
                  <a:lnTo>
                    <a:pt x="4834" y="3599"/>
                  </a:lnTo>
                  <a:lnTo>
                    <a:pt x="4855" y="3515"/>
                  </a:lnTo>
                  <a:lnTo>
                    <a:pt x="4855" y="2971"/>
                  </a:lnTo>
                  <a:lnTo>
                    <a:pt x="4939" y="2888"/>
                  </a:lnTo>
                  <a:lnTo>
                    <a:pt x="4834" y="2867"/>
                  </a:lnTo>
                  <a:lnTo>
                    <a:pt x="4750" y="2783"/>
                  </a:lnTo>
                  <a:lnTo>
                    <a:pt x="4625" y="2720"/>
                  </a:lnTo>
                  <a:lnTo>
                    <a:pt x="4395" y="2867"/>
                  </a:lnTo>
                  <a:lnTo>
                    <a:pt x="4290" y="2825"/>
                  </a:lnTo>
                  <a:lnTo>
                    <a:pt x="4206" y="2616"/>
                  </a:lnTo>
                  <a:lnTo>
                    <a:pt x="4060" y="1988"/>
                  </a:lnTo>
                  <a:lnTo>
                    <a:pt x="4018" y="1862"/>
                  </a:lnTo>
                  <a:lnTo>
                    <a:pt x="3892" y="1820"/>
                  </a:lnTo>
                  <a:lnTo>
                    <a:pt x="3767" y="1716"/>
                  </a:lnTo>
                  <a:lnTo>
                    <a:pt x="3495" y="1841"/>
                  </a:lnTo>
                  <a:lnTo>
                    <a:pt x="3328" y="1758"/>
                  </a:lnTo>
                  <a:lnTo>
                    <a:pt x="3056" y="1779"/>
                  </a:lnTo>
                  <a:lnTo>
                    <a:pt x="2972" y="1737"/>
                  </a:lnTo>
                  <a:lnTo>
                    <a:pt x="2763" y="1758"/>
                  </a:lnTo>
                  <a:lnTo>
                    <a:pt x="2721" y="1632"/>
                  </a:lnTo>
                  <a:lnTo>
                    <a:pt x="2763" y="1528"/>
                  </a:lnTo>
                  <a:lnTo>
                    <a:pt x="2721" y="1360"/>
                  </a:lnTo>
                  <a:lnTo>
                    <a:pt x="2763" y="1025"/>
                  </a:lnTo>
                  <a:lnTo>
                    <a:pt x="2658" y="837"/>
                  </a:lnTo>
                  <a:lnTo>
                    <a:pt x="2658" y="670"/>
                  </a:lnTo>
                  <a:lnTo>
                    <a:pt x="2512" y="565"/>
                  </a:lnTo>
                  <a:lnTo>
                    <a:pt x="2553" y="419"/>
                  </a:lnTo>
                  <a:lnTo>
                    <a:pt x="2428" y="293"/>
                  </a:lnTo>
                  <a:lnTo>
                    <a:pt x="2344" y="293"/>
                  </a:lnTo>
                  <a:lnTo>
                    <a:pt x="196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6CBC2"/>
                </a:solidFill>
              </a:endParaRPr>
            </a:p>
          </p:txBody>
        </p:sp>
        <p:sp>
          <p:nvSpPr>
            <p:cNvPr id="2217" name="Google Shape;2217;p45"/>
            <p:cNvSpPr/>
            <p:nvPr/>
          </p:nvSpPr>
          <p:spPr>
            <a:xfrm>
              <a:off x="3363150" y="3352838"/>
              <a:ext cx="34889" cy="37848"/>
            </a:xfrm>
            <a:custGeom>
              <a:avLst/>
              <a:gdLst/>
              <a:ahLst/>
              <a:cxnLst/>
              <a:rect l="l" t="t" r="r" b="b"/>
              <a:pathLst>
                <a:path w="2930" h="3328" extrusionOk="0">
                  <a:moveTo>
                    <a:pt x="754" y="0"/>
                  </a:moveTo>
                  <a:lnTo>
                    <a:pt x="440" y="63"/>
                  </a:lnTo>
                  <a:lnTo>
                    <a:pt x="377" y="42"/>
                  </a:lnTo>
                  <a:lnTo>
                    <a:pt x="315" y="42"/>
                  </a:lnTo>
                  <a:lnTo>
                    <a:pt x="273" y="63"/>
                  </a:lnTo>
                  <a:lnTo>
                    <a:pt x="231" y="210"/>
                  </a:lnTo>
                  <a:lnTo>
                    <a:pt x="126" y="335"/>
                  </a:lnTo>
                  <a:lnTo>
                    <a:pt x="168" y="524"/>
                  </a:lnTo>
                  <a:lnTo>
                    <a:pt x="126" y="586"/>
                  </a:lnTo>
                  <a:lnTo>
                    <a:pt x="147" y="712"/>
                  </a:lnTo>
                  <a:lnTo>
                    <a:pt x="147" y="963"/>
                  </a:lnTo>
                  <a:lnTo>
                    <a:pt x="84" y="1047"/>
                  </a:lnTo>
                  <a:lnTo>
                    <a:pt x="84" y="1151"/>
                  </a:lnTo>
                  <a:lnTo>
                    <a:pt x="43" y="1277"/>
                  </a:lnTo>
                  <a:lnTo>
                    <a:pt x="84" y="1465"/>
                  </a:lnTo>
                  <a:lnTo>
                    <a:pt x="43" y="1507"/>
                  </a:lnTo>
                  <a:lnTo>
                    <a:pt x="63" y="1779"/>
                  </a:lnTo>
                  <a:lnTo>
                    <a:pt x="126" y="1967"/>
                  </a:lnTo>
                  <a:lnTo>
                    <a:pt x="84" y="2030"/>
                  </a:lnTo>
                  <a:lnTo>
                    <a:pt x="22" y="2114"/>
                  </a:lnTo>
                  <a:lnTo>
                    <a:pt x="1" y="2156"/>
                  </a:lnTo>
                  <a:lnTo>
                    <a:pt x="1" y="2428"/>
                  </a:lnTo>
                  <a:lnTo>
                    <a:pt x="63" y="2637"/>
                  </a:lnTo>
                  <a:lnTo>
                    <a:pt x="231" y="2867"/>
                  </a:lnTo>
                  <a:lnTo>
                    <a:pt x="315" y="2867"/>
                  </a:lnTo>
                  <a:lnTo>
                    <a:pt x="461" y="3034"/>
                  </a:lnTo>
                  <a:lnTo>
                    <a:pt x="545" y="3055"/>
                  </a:lnTo>
                  <a:lnTo>
                    <a:pt x="796" y="3034"/>
                  </a:lnTo>
                  <a:lnTo>
                    <a:pt x="963" y="3055"/>
                  </a:lnTo>
                  <a:lnTo>
                    <a:pt x="1089" y="3139"/>
                  </a:lnTo>
                  <a:lnTo>
                    <a:pt x="1172" y="3160"/>
                  </a:lnTo>
                  <a:lnTo>
                    <a:pt x="1277" y="3160"/>
                  </a:lnTo>
                  <a:lnTo>
                    <a:pt x="1298" y="3181"/>
                  </a:lnTo>
                  <a:lnTo>
                    <a:pt x="1277" y="3244"/>
                  </a:lnTo>
                  <a:lnTo>
                    <a:pt x="1277" y="3285"/>
                  </a:lnTo>
                  <a:lnTo>
                    <a:pt x="1382" y="3285"/>
                  </a:lnTo>
                  <a:lnTo>
                    <a:pt x="1507" y="3202"/>
                  </a:lnTo>
                  <a:lnTo>
                    <a:pt x="1654" y="3181"/>
                  </a:lnTo>
                  <a:lnTo>
                    <a:pt x="1800" y="3244"/>
                  </a:lnTo>
                  <a:lnTo>
                    <a:pt x="1842" y="3264"/>
                  </a:lnTo>
                  <a:lnTo>
                    <a:pt x="1926" y="3264"/>
                  </a:lnTo>
                  <a:lnTo>
                    <a:pt x="2009" y="3285"/>
                  </a:lnTo>
                  <a:lnTo>
                    <a:pt x="2093" y="3327"/>
                  </a:lnTo>
                  <a:lnTo>
                    <a:pt x="2135" y="3264"/>
                  </a:lnTo>
                  <a:lnTo>
                    <a:pt x="2156" y="3181"/>
                  </a:lnTo>
                  <a:lnTo>
                    <a:pt x="2177" y="3181"/>
                  </a:lnTo>
                  <a:lnTo>
                    <a:pt x="2239" y="3202"/>
                  </a:lnTo>
                  <a:lnTo>
                    <a:pt x="2449" y="3139"/>
                  </a:lnTo>
                  <a:lnTo>
                    <a:pt x="2574" y="2972"/>
                  </a:lnTo>
                  <a:lnTo>
                    <a:pt x="2637" y="2930"/>
                  </a:lnTo>
                  <a:lnTo>
                    <a:pt x="2616" y="2909"/>
                  </a:lnTo>
                  <a:lnTo>
                    <a:pt x="2658" y="2804"/>
                  </a:lnTo>
                  <a:lnTo>
                    <a:pt x="2784" y="2720"/>
                  </a:lnTo>
                  <a:lnTo>
                    <a:pt x="2784" y="2532"/>
                  </a:lnTo>
                  <a:lnTo>
                    <a:pt x="2867" y="2428"/>
                  </a:lnTo>
                  <a:lnTo>
                    <a:pt x="2930" y="2407"/>
                  </a:lnTo>
                  <a:lnTo>
                    <a:pt x="2888" y="2386"/>
                  </a:lnTo>
                  <a:lnTo>
                    <a:pt x="2825" y="2281"/>
                  </a:lnTo>
                  <a:lnTo>
                    <a:pt x="2784" y="2239"/>
                  </a:lnTo>
                  <a:lnTo>
                    <a:pt x="2784" y="2218"/>
                  </a:lnTo>
                  <a:lnTo>
                    <a:pt x="2742" y="2030"/>
                  </a:lnTo>
                  <a:lnTo>
                    <a:pt x="2846" y="1884"/>
                  </a:lnTo>
                  <a:lnTo>
                    <a:pt x="2867" y="1716"/>
                  </a:lnTo>
                  <a:lnTo>
                    <a:pt x="2742" y="1612"/>
                  </a:lnTo>
                  <a:lnTo>
                    <a:pt x="2574" y="1402"/>
                  </a:lnTo>
                  <a:lnTo>
                    <a:pt x="2449" y="1256"/>
                  </a:lnTo>
                  <a:lnTo>
                    <a:pt x="2239" y="1151"/>
                  </a:lnTo>
                  <a:lnTo>
                    <a:pt x="2114" y="1172"/>
                  </a:lnTo>
                  <a:lnTo>
                    <a:pt x="2114" y="1026"/>
                  </a:lnTo>
                  <a:lnTo>
                    <a:pt x="1988" y="879"/>
                  </a:lnTo>
                  <a:lnTo>
                    <a:pt x="1842" y="858"/>
                  </a:lnTo>
                  <a:lnTo>
                    <a:pt x="1695" y="775"/>
                  </a:lnTo>
                  <a:lnTo>
                    <a:pt x="1570" y="565"/>
                  </a:lnTo>
                  <a:lnTo>
                    <a:pt x="1486" y="565"/>
                  </a:lnTo>
                  <a:lnTo>
                    <a:pt x="1382" y="670"/>
                  </a:lnTo>
                  <a:lnTo>
                    <a:pt x="1319" y="670"/>
                  </a:lnTo>
                  <a:lnTo>
                    <a:pt x="1172" y="461"/>
                  </a:lnTo>
                  <a:lnTo>
                    <a:pt x="1110" y="314"/>
                  </a:lnTo>
                  <a:lnTo>
                    <a:pt x="984" y="251"/>
                  </a:lnTo>
                  <a:lnTo>
                    <a:pt x="859" y="63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18" name="Google Shape;2218;p45"/>
            <p:cNvGrpSpPr/>
            <p:nvPr/>
          </p:nvGrpSpPr>
          <p:grpSpPr>
            <a:xfrm>
              <a:off x="3280929" y="3294542"/>
              <a:ext cx="109894" cy="272224"/>
              <a:chOff x="2711750" y="3572300"/>
              <a:chExt cx="230725" cy="598425"/>
            </a:xfrm>
          </p:grpSpPr>
          <p:sp>
            <p:nvSpPr>
              <p:cNvPr id="2219" name="Google Shape;2219;p45"/>
              <p:cNvSpPr/>
              <p:nvPr/>
            </p:nvSpPr>
            <p:spPr>
              <a:xfrm>
                <a:off x="2711750" y="3572300"/>
                <a:ext cx="230725" cy="538800"/>
              </a:xfrm>
              <a:custGeom>
                <a:avLst/>
                <a:gdLst/>
                <a:ahLst/>
                <a:cxnLst/>
                <a:rect l="l" t="t" r="r" b="b"/>
                <a:pathLst>
                  <a:path w="9229" h="21552" extrusionOk="0">
                    <a:moveTo>
                      <a:pt x="1947" y="0"/>
                    </a:moveTo>
                    <a:lnTo>
                      <a:pt x="1800" y="42"/>
                    </a:lnTo>
                    <a:lnTo>
                      <a:pt x="1570" y="293"/>
                    </a:lnTo>
                    <a:lnTo>
                      <a:pt x="1466" y="502"/>
                    </a:lnTo>
                    <a:lnTo>
                      <a:pt x="1382" y="607"/>
                    </a:lnTo>
                    <a:lnTo>
                      <a:pt x="1466" y="753"/>
                    </a:lnTo>
                    <a:lnTo>
                      <a:pt x="1298" y="1402"/>
                    </a:lnTo>
                    <a:lnTo>
                      <a:pt x="629" y="1779"/>
                    </a:lnTo>
                    <a:lnTo>
                      <a:pt x="566" y="1925"/>
                    </a:lnTo>
                    <a:lnTo>
                      <a:pt x="691" y="2030"/>
                    </a:lnTo>
                    <a:lnTo>
                      <a:pt x="733" y="2134"/>
                    </a:lnTo>
                    <a:lnTo>
                      <a:pt x="650" y="2281"/>
                    </a:lnTo>
                    <a:lnTo>
                      <a:pt x="670" y="2448"/>
                    </a:lnTo>
                    <a:lnTo>
                      <a:pt x="796" y="2616"/>
                    </a:lnTo>
                    <a:lnTo>
                      <a:pt x="796" y="2762"/>
                    </a:lnTo>
                    <a:lnTo>
                      <a:pt x="691" y="2846"/>
                    </a:lnTo>
                    <a:lnTo>
                      <a:pt x="670" y="2950"/>
                    </a:lnTo>
                    <a:lnTo>
                      <a:pt x="754" y="3013"/>
                    </a:lnTo>
                    <a:lnTo>
                      <a:pt x="796" y="3076"/>
                    </a:lnTo>
                    <a:lnTo>
                      <a:pt x="796" y="3243"/>
                    </a:lnTo>
                    <a:lnTo>
                      <a:pt x="859" y="3285"/>
                    </a:lnTo>
                    <a:lnTo>
                      <a:pt x="775" y="3390"/>
                    </a:lnTo>
                    <a:lnTo>
                      <a:pt x="670" y="3453"/>
                    </a:lnTo>
                    <a:lnTo>
                      <a:pt x="524" y="3599"/>
                    </a:lnTo>
                    <a:lnTo>
                      <a:pt x="357" y="3997"/>
                    </a:lnTo>
                    <a:lnTo>
                      <a:pt x="252" y="4164"/>
                    </a:lnTo>
                    <a:lnTo>
                      <a:pt x="210" y="4582"/>
                    </a:lnTo>
                    <a:lnTo>
                      <a:pt x="126" y="4645"/>
                    </a:lnTo>
                    <a:lnTo>
                      <a:pt x="147" y="5022"/>
                    </a:lnTo>
                    <a:lnTo>
                      <a:pt x="252" y="5210"/>
                    </a:lnTo>
                    <a:lnTo>
                      <a:pt x="252" y="5461"/>
                    </a:lnTo>
                    <a:lnTo>
                      <a:pt x="168" y="5566"/>
                    </a:lnTo>
                    <a:lnTo>
                      <a:pt x="168" y="5859"/>
                    </a:lnTo>
                    <a:lnTo>
                      <a:pt x="22" y="5942"/>
                    </a:lnTo>
                    <a:lnTo>
                      <a:pt x="1" y="6152"/>
                    </a:lnTo>
                    <a:lnTo>
                      <a:pt x="43" y="6424"/>
                    </a:lnTo>
                    <a:lnTo>
                      <a:pt x="147" y="6570"/>
                    </a:lnTo>
                    <a:lnTo>
                      <a:pt x="168" y="6675"/>
                    </a:lnTo>
                    <a:lnTo>
                      <a:pt x="315" y="6884"/>
                    </a:lnTo>
                    <a:lnTo>
                      <a:pt x="378" y="7051"/>
                    </a:lnTo>
                    <a:lnTo>
                      <a:pt x="461" y="7407"/>
                    </a:lnTo>
                    <a:lnTo>
                      <a:pt x="545" y="7470"/>
                    </a:lnTo>
                    <a:lnTo>
                      <a:pt x="587" y="7930"/>
                    </a:lnTo>
                    <a:lnTo>
                      <a:pt x="566" y="8181"/>
                    </a:lnTo>
                    <a:lnTo>
                      <a:pt x="461" y="8202"/>
                    </a:lnTo>
                    <a:lnTo>
                      <a:pt x="357" y="8453"/>
                    </a:lnTo>
                    <a:lnTo>
                      <a:pt x="378" y="8683"/>
                    </a:lnTo>
                    <a:lnTo>
                      <a:pt x="252" y="8872"/>
                    </a:lnTo>
                    <a:lnTo>
                      <a:pt x="336" y="8935"/>
                    </a:lnTo>
                    <a:lnTo>
                      <a:pt x="440" y="9123"/>
                    </a:lnTo>
                    <a:lnTo>
                      <a:pt x="461" y="9332"/>
                    </a:lnTo>
                    <a:lnTo>
                      <a:pt x="336" y="9458"/>
                    </a:lnTo>
                    <a:lnTo>
                      <a:pt x="210" y="9709"/>
                    </a:lnTo>
                    <a:lnTo>
                      <a:pt x="210" y="10085"/>
                    </a:lnTo>
                    <a:lnTo>
                      <a:pt x="210" y="10253"/>
                    </a:lnTo>
                    <a:lnTo>
                      <a:pt x="147" y="10483"/>
                    </a:lnTo>
                    <a:lnTo>
                      <a:pt x="482" y="11173"/>
                    </a:lnTo>
                    <a:lnTo>
                      <a:pt x="419" y="11278"/>
                    </a:lnTo>
                    <a:lnTo>
                      <a:pt x="252" y="11341"/>
                    </a:lnTo>
                    <a:lnTo>
                      <a:pt x="231" y="11655"/>
                    </a:lnTo>
                    <a:lnTo>
                      <a:pt x="22" y="11948"/>
                    </a:lnTo>
                    <a:lnTo>
                      <a:pt x="43" y="12157"/>
                    </a:lnTo>
                    <a:lnTo>
                      <a:pt x="147" y="12345"/>
                    </a:lnTo>
                    <a:lnTo>
                      <a:pt x="126" y="12764"/>
                    </a:lnTo>
                    <a:lnTo>
                      <a:pt x="147" y="13119"/>
                    </a:lnTo>
                    <a:lnTo>
                      <a:pt x="210" y="13391"/>
                    </a:lnTo>
                    <a:lnTo>
                      <a:pt x="315" y="13433"/>
                    </a:lnTo>
                    <a:lnTo>
                      <a:pt x="357" y="13538"/>
                    </a:lnTo>
                    <a:lnTo>
                      <a:pt x="336" y="13705"/>
                    </a:lnTo>
                    <a:lnTo>
                      <a:pt x="210" y="13789"/>
                    </a:lnTo>
                    <a:lnTo>
                      <a:pt x="231" y="14103"/>
                    </a:lnTo>
                    <a:cubicBezTo>
                      <a:pt x="252" y="14165"/>
                      <a:pt x="252" y="14270"/>
                      <a:pt x="273" y="14354"/>
                    </a:cubicBezTo>
                    <a:lnTo>
                      <a:pt x="273" y="14375"/>
                    </a:lnTo>
                    <a:lnTo>
                      <a:pt x="461" y="14437"/>
                    </a:lnTo>
                    <a:lnTo>
                      <a:pt x="461" y="14626"/>
                    </a:lnTo>
                    <a:lnTo>
                      <a:pt x="461" y="14772"/>
                    </a:lnTo>
                    <a:lnTo>
                      <a:pt x="566" y="15002"/>
                    </a:lnTo>
                    <a:lnTo>
                      <a:pt x="608" y="15274"/>
                    </a:lnTo>
                    <a:lnTo>
                      <a:pt x="712" y="15295"/>
                    </a:lnTo>
                    <a:lnTo>
                      <a:pt x="796" y="15253"/>
                    </a:lnTo>
                    <a:lnTo>
                      <a:pt x="880" y="15274"/>
                    </a:lnTo>
                    <a:lnTo>
                      <a:pt x="880" y="15400"/>
                    </a:lnTo>
                    <a:lnTo>
                      <a:pt x="754" y="15567"/>
                    </a:lnTo>
                    <a:lnTo>
                      <a:pt x="482" y="15567"/>
                    </a:lnTo>
                    <a:lnTo>
                      <a:pt x="440" y="15672"/>
                    </a:lnTo>
                    <a:lnTo>
                      <a:pt x="524" y="15735"/>
                    </a:lnTo>
                    <a:lnTo>
                      <a:pt x="545" y="15714"/>
                    </a:lnTo>
                    <a:lnTo>
                      <a:pt x="670" y="15714"/>
                    </a:lnTo>
                    <a:lnTo>
                      <a:pt x="859" y="15839"/>
                    </a:lnTo>
                    <a:lnTo>
                      <a:pt x="984" y="16049"/>
                    </a:lnTo>
                    <a:lnTo>
                      <a:pt x="984" y="16195"/>
                    </a:lnTo>
                    <a:lnTo>
                      <a:pt x="838" y="16321"/>
                    </a:lnTo>
                    <a:lnTo>
                      <a:pt x="838" y="16425"/>
                    </a:lnTo>
                    <a:lnTo>
                      <a:pt x="901" y="16572"/>
                    </a:lnTo>
                    <a:lnTo>
                      <a:pt x="963" y="16885"/>
                    </a:lnTo>
                    <a:lnTo>
                      <a:pt x="1047" y="17137"/>
                    </a:lnTo>
                    <a:lnTo>
                      <a:pt x="942" y="17241"/>
                    </a:lnTo>
                    <a:lnTo>
                      <a:pt x="901" y="17367"/>
                    </a:lnTo>
                    <a:lnTo>
                      <a:pt x="1005" y="17618"/>
                    </a:lnTo>
                    <a:lnTo>
                      <a:pt x="901" y="17764"/>
                    </a:lnTo>
                    <a:lnTo>
                      <a:pt x="859" y="18015"/>
                    </a:lnTo>
                    <a:lnTo>
                      <a:pt x="942" y="18246"/>
                    </a:lnTo>
                    <a:lnTo>
                      <a:pt x="984" y="18559"/>
                    </a:lnTo>
                    <a:lnTo>
                      <a:pt x="942" y="18852"/>
                    </a:lnTo>
                    <a:lnTo>
                      <a:pt x="733" y="19062"/>
                    </a:lnTo>
                    <a:lnTo>
                      <a:pt x="587" y="19250"/>
                    </a:lnTo>
                    <a:lnTo>
                      <a:pt x="524" y="19752"/>
                    </a:lnTo>
                    <a:cubicBezTo>
                      <a:pt x="545" y="19815"/>
                      <a:pt x="545" y="19898"/>
                      <a:pt x="566" y="19982"/>
                    </a:cubicBezTo>
                    <a:lnTo>
                      <a:pt x="796" y="20422"/>
                    </a:lnTo>
                    <a:lnTo>
                      <a:pt x="942" y="20422"/>
                    </a:lnTo>
                    <a:lnTo>
                      <a:pt x="1047" y="20317"/>
                    </a:lnTo>
                    <a:lnTo>
                      <a:pt x="1214" y="20233"/>
                    </a:lnTo>
                    <a:lnTo>
                      <a:pt x="1361" y="20233"/>
                    </a:lnTo>
                    <a:lnTo>
                      <a:pt x="1361" y="20401"/>
                    </a:lnTo>
                    <a:lnTo>
                      <a:pt x="1382" y="20735"/>
                    </a:lnTo>
                    <a:lnTo>
                      <a:pt x="1507" y="20840"/>
                    </a:lnTo>
                    <a:lnTo>
                      <a:pt x="1570" y="21049"/>
                    </a:lnTo>
                    <a:lnTo>
                      <a:pt x="1633" y="21279"/>
                    </a:lnTo>
                    <a:lnTo>
                      <a:pt x="1926" y="21321"/>
                    </a:lnTo>
                    <a:lnTo>
                      <a:pt x="2030" y="21363"/>
                    </a:lnTo>
                    <a:lnTo>
                      <a:pt x="2449" y="21279"/>
                    </a:lnTo>
                    <a:lnTo>
                      <a:pt x="3181" y="21279"/>
                    </a:lnTo>
                    <a:lnTo>
                      <a:pt x="3244" y="21342"/>
                    </a:lnTo>
                    <a:lnTo>
                      <a:pt x="3370" y="21363"/>
                    </a:lnTo>
                    <a:lnTo>
                      <a:pt x="3516" y="21489"/>
                    </a:lnTo>
                    <a:lnTo>
                      <a:pt x="3663" y="21551"/>
                    </a:lnTo>
                    <a:lnTo>
                      <a:pt x="3704" y="21551"/>
                    </a:lnTo>
                    <a:lnTo>
                      <a:pt x="3704" y="21447"/>
                    </a:lnTo>
                    <a:lnTo>
                      <a:pt x="3600" y="21363"/>
                    </a:lnTo>
                    <a:lnTo>
                      <a:pt x="3411" y="21238"/>
                    </a:lnTo>
                    <a:lnTo>
                      <a:pt x="3391" y="21133"/>
                    </a:lnTo>
                    <a:lnTo>
                      <a:pt x="3286" y="21028"/>
                    </a:lnTo>
                    <a:lnTo>
                      <a:pt x="3202" y="21049"/>
                    </a:lnTo>
                    <a:lnTo>
                      <a:pt x="3160" y="21007"/>
                    </a:lnTo>
                    <a:lnTo>
                      <a:pt x="3244" y="20945"/>
                    </a:lnTo>
                    <a:lnTo>
                      <a:pt x="3265" y="20861"/>
                    </a:lnTo>
                    <a:lnTo>
                      <a:pt x="3244" y="20840"/>
                    </a:lnTo>
                    <a:lnTo>
                      <a:pt x="3244" y="20756"/>
                    </a:lnTo>
                    <a:lnTo>
                      <a:pt x="3139" y="20505"/>
                    </a:lnTo>
                    <a:lnTo>
                      <a:pt x="3035" y="20317"/>
                    </a:lnTo>
                    <a:lnTo>
                      <a:pt x="2993" y="20129"/>
                    </a:lnTo>
                    <a:lnTo>
                      <a:pt x="3077" y="19961"/>
                    </a:lnTo>
                    <a:lnTo>
                      <a:pt x="3202" y="19857"/>
                    </a:lnTo>
                    <a:lnTo>
                      <a:pt x="3265" y="19752"/>
                    </a:lnTo>
                    <a:lnTo>
                      <a:pt x="3202" y="19689"/>
                    </a:lnTo>
                    <a:lnTo>
                      <a:pt x="3202" y="19585"/>
                    </a:lnTo>
                    <a:lnTo>
                      <a:pt x="3160" y="19501"/>
                    </a:lnTo>
                    <a:lnTo>
                      <a:pt x="3244" y="19564"/>
                    </a:lnTo>
                    <a:lnTo>
                      <a:pt x="3307" y="19647"/>
                    </a:lnTo>
                    <a:lnTo>
                      <a:pt x="3391" y="19668"/>
                    </a:lnTo>
                    <a:lnTo>
                      <a:pt x="3516" y="19564"/>
                    </a:lnTo>
                    <a:lnTo>
                      <a:pt x="3558" y="19480"/>
                    </a:lnTo>
                    <a:lnTo>
                      <a:pt x="3663" y="19354"/>
                    </a:lnTo>
                    <a:lnTo>
                      <a:pt x="3683" y="19250"/>
                    </a:lnTo>
                    <a:lnTo>
                      <a:pt x="3663" y="19062"/>
                    </a:lnTo>
                    <a:lnTo>
                      <a:pt x="3579" y="19041"/>
                    </a:lnTo>
                    <a:lnTo>
                      <a:pt x="3516" y="19082"/>
                    </a:lnTo>
                    <a:lnTo>
                      <a:pt x="3516" y="19082"/>
                    </a:lnTo>
                    <a:lnTo>
                      <a:pt x="3558" y="19020"/>
                    </a:lnTo>
                    <a:lnTo>
                      <a:pt x="3663" y="18915"/>
                    </a:lnTo>
                    <a:lnTo>
                      <a:pt x="3704" y="18769"/>
                    </a:lnTo>
                    <a:lnTo>
                      <a:pt x="3725" y="18643"/>
                    </a:lnTo>
                    <a:lnTo>
                      <a:pt x="3872" y="18518"/>
                    </a:lnTo>
                    <a:lnTo>
                      <a:pt x="3976" y="18518"/>
                    </a:lnTo>
                    <a:lnTo>
                      <a:pt x="4018" y="18392"/>
                    </a:lnTo>
                    <a:lnTo>
                      <a:pt x="4102" y="18287"/>
                    </a:lnTo>
                    <a:lnTo>
                      <a:pt x="4144" y="18246"/>
                    </a:lnTo>
                    <a:lnTo>
                      <a:pt x="4186" y="18141"/>
                    </a:lnTo>
                    <a:lnTo>
                      <a:pt x="4248" y="18099"/>
                    </a:lnTo>
                    <a:lnTo>
                      <a:pt x="4332" y="17994"/>
                    </a:lnTo>
                    <a:lnTo>
                      <a:pt x="4311" y="17932"/>
                    </a:lnTo>
                    <a:lnTo>
                      <a:pt x="4311" y="17869"/>
                    </a:lnTo>
                    <a:lnTo>
                      <a:pt x="4395" y="17806"/>
                    </a:lnTo>
                    <a:lnTo>
                      <a:pt x="4290" y="17702"/>
                    </a:lnTo>
                    <a:lnTo>
                      <a:pt x="4207" y="17702"/>
                    </a:lnTo>
                    <a:lnTo>
                      <a:pt x="4311" y="17597"/>
                    </a:lnTo>
                    <a:lnTo>
                      <a:pt x="4311" y="17492"/>
                    </a:lnTo>
                    <a:lnTo>
                      <a:pt x="4227" y="17367"/>
                    </a:lnTo>
                    <a:lnTo>
                      <a:pt x="4227" y="17423"/>
                    </a:lnTo>
                    <a:lnTo>
                      <a:pt x="4186" y="17409"/>
                    </a:lnTo>
                    <a:lnTo>
                      <a:pt x="4123" y="17429"/>
                    </a:lnTo>
                    <a:lnTo>
                      <a:pt x="4018" y="17429"/>
                    </a:lnTo>
                    <a:lnTo>
                      <a:pt x="3830" y="17471"/>
                    </a:lnTo>
                    <a:lnTo>
                      <a:pt x="3600" y="17262"/>
                    </a:lnTo>
                    <a:lnTo>
                      <a:pt x="3453" y="17137"/>
                    </a:lnTo>
                    <a:lnTo>
                      <a:pt x="3370" y="17095"/>
                    </a:lnTo>
                    <a:lnTo>
                      <a:pt x="3265" y="16990"/>
                    </a:lnTo>
                    <a:lnTo>
                      <a:pt x="3139" y="16781"/>
                    </a:lnTo>
                    <a:lnTo>
                      <a:pt x="3139" y="16655"/>
                    </a:lnTo>
                    <a:lnTo>
                      <a:pt x="3056" y="16551"/>
                    </a:lnTo>
                    <a:lnTo>
                      <a:pt x="3056" y="16467"/>
                    </a:lnTo>
                    <a:lnTo>
                      <a:pt x="3181" y="16362"/>
                    </a:lnTo>
                    <a:lnTo>
                      <a:pt x="3244" y="16258"/>
                    </a:lnTo>
                    <a:lnTo>
                      <a:pt x="3286" y="16132"/>
                    </a:lnTo>
                    <a:lnTo>
                      <a:pt x="3370" y="16111"/>
                    </a:lnTo>
                    <a:lnTo>
                      <a:pt x="3474" y="16007"/>
                    </a:lnTo>
                    <a:lnTo>
                      <a:pt x="3600" y="15986"/>
                    </a:lnTo>
                    <a:lnTo>
                      <a:pt x="3704" y="15881"/>
                    </a:lnTo>
                    <a:lnTo>
                      <a:pt x="3872" y="15839"/>
                    </a:lnTo>
                    <a:lnTo>
                      <a:pt x="3976" y="15881"/>
                    </a:lnTo>
                    <a:lnTo>
                      <a:pt x="4144" y="15839"/>
                    </a:lnTo>
                    <a:lnTo>
                      <a:pt x="4144" y="15797"/>
                    </a:lnTo>
                    <a:lnTo>
                      <a:pt x="4102" y="15735"/>
                    </a:lnTo>
                    <a:lnTo>
                      <a:pt x="3997" y="15693"/>
                    </a:lnTo>
                    <a:lnTo>
                      <a:pt x="4018" y="15630"/>
                    </a:lnTo>
                    <a:lnTo>
                      <a:pt x="4039" y="15567"/>
                    </a:lnTo>
                    <a:lnTo>
                      <a:pt x="4207" y="15463"/>
                    </a:lnTo>
                    <a:lnTo>
                      <a:pt x="4186" y="15421"/>
                    </a:lnTo>
                    <a:lnTo>
                      <a:pt x="4227" y="15358"/>
                    </a:lnTo>
                    <a:lnTo>
                      <a:pt x="4227" y="15295"/>
                    </a:lnTo>
                    <a:lnTo>
                      <a:pt x="4102" y="15128"/>
                    </a:lnTo>
                    <a:lnTo>
                      <a:pt x="4123" y="15065"/>
                    </a:lnTo>
                    <a:lnTo>
                      <a:pt x="4123" y="14981"/>
                    </a:lnTo>
                    <a:lnTo>
                      <a:pt x="4018" y="14940"/>
                    </a:lnTo>
                    <a:lnTo>
                      <a:pt x="3997" y="14772"/>
                    </a:lnTo>
                    <a:lnTo>
                      <a:pt x="4081" y="14668"/>
                    </a:lnTo>
                    <a:lnTo>
                      <a:pt x="4123" y="14563"/>
                    </a:lnTo>
                    <a:lnTo>
                      <a:pt x="4081" y="14521"/>
                    </a:lnTo>
                    <a:lnTo>
                      <a:pt x="4144" y="14437"/>
                    </a:lnTo>
                    <a:lnTo>
                      <a:pt x="4332" y="14354"/>
                    </a:lnTo>
                    <a:lnTo>
                      <a:pt x="4458" y="14249"/>
                    </a:lnTo>
                    <a:lnTo>
                      <a:pt x="4458" y="14207"/>
                    </a:lnTo>
                    <a:lnTo>
                      <a:pt x="4311" y="14144"/>
                    </a:lnTo>
                    <a:lnTo>
                      <a:pt x="4207" y="14144"/>
                    </a:lnTo>
                    <a:lnTo>
                      <a:pt x="4144" y="14061"/>
                    </a:lnTo>
                    <a:lnTo>
                      <a:pt x="4186" y="14019"/>
                    </a:lnTo>
                    <a:lnTo>
                      <a:pt x="4290" y="13935"/>
                    </a:lnTo>
                    <a:lnTo>
                      <a:pt x="4437" y="13893"/>
                    </a:lnTo>
                    <a:lnTo>
                      <a:pt x="4562" y="13956"/>
                    </a:lnTo>
                    <a:lnTo>
                      <a:pt x="4562" y="14040"/>
                    </a:lnTo>
                    <a:lnTo>
                      <a:pt x="4541" y="14082"/>
                    </a:lnTo>
                    <a:lnTo>
                      <a:pt x="4604" y="14186"/>
                    </a:lnTo>
                    <a:lnTo>
                      <a:pt x="4667" y="14228"/>
                    </a:lnTo>
                    <a:lnTo>
                      <a:pt x="4918" y="14082"/>
                    </a:lnTo>
                    <a:lnTo>
                      <a:pt x="4939" y="13998"/>
                    </a:lnTo>
                    <a:lnTo>
                      <a:pt x="4876" y="13852"/>
                    </a:lnTo>
                    <a:lnTo>
                      <a:pt x="4813" y="13747"/>
                    </a:lnTo>
                    <a:lnTo>
                      <a:pt x="4855" y="13726"/>
                    </a:lnTo>
                    <a:lnTo>
                      <a:pt x="4876" y="13621"/>
                    </a:lnTo>
                    <a:lnTo>
                      <a:pt x="4813" y="13496"/>
                    </a:lnTo>
                    <a:lnTo>
                      <a:pt x="4730" y="13496"/>
                    </a:lnTo>
                    <a:lnTo>
                      <a:pt x="4625" y="13559"/>
                    </a:lnTo>
                    <a:lnTo>
                      <a:pt x="4541" y="13559"/>
                    </a:lnTo>
                    <a:lnTo>
                      <a:pt x="4499" y="13621"/>
                    </a:lnTo>
                    <a:lnTo>
                      <a:pt x="4520" y="13642"/>
                    </a:lnTo>
                    <a:lnTo>
                      <a:pt x="4625" y="13684"/>
                    </a:lnTo>
                    <a:lnTo>
                      <a:pt x="4625" y="13726"/>
                    </a:lnTo>
                    <a:lnTo>
                      <a:pt x="4437" y="13789"/>
                    </a:lnTo>
                    <a:lnTo>
                      <a:pt x="4353" y="13747"/>
                    </a:lnTo>
                    <a:lnTo>
                      <a:pt x="4416" y="13705"/>
                    </a:lnTo>
                    <a:lnTo>
                      <a:pt x="4499" y="13684"/>
                    </a:lnTo>
                    <a:lnTo>
                      <a:pt x="4437" y="13642"/>
                    </a:lnTo>
                    <a:lnTo>
                      <a:pt x="4248" y="13642"/>
                    </a:lnTo>
                    <a:lnTo>
                      <a:pt x="4123" y="13580"/>
                    </a:lnTo>
                    <a:lnTo>
                      <a:pt x="4102" y="13475"/>
                    </a:lnTo>
                    <a:lnTo>
                      <a:pt x="4102" y="13203"/>
                    </a:lnTo>
                    <a:lnTo>
                      <a:pt x="4039" y="12994"/>
                    </a:lnTo>
                    <a:lnTo>
                      <a:pt x="3914" y="12889"/>
                    </a:lnTo>
                    <a:lnTo>
                      <a:pt x="3914" y="12680"/>
                    </a:lnTo>
                    <a:lnTo>
                      <a:pt x="4018" y="12575"/>
                    </a:lnTo>
                    <a:lnTo>
                      <a:pt x="4102" y="12575"/>
                    </a:lnTo>
                    <a:lnTo>
                      <a:pt x="4081" y="12659"/>
                    </a:lnTo>
                    <a:lnTo>
                      <a:pt x="4102" y="12680"/>
                    </a:lnTo>
                    <a:lnTo>
                      <a:pt x="4227" y="12680"/>
                    </a:lnTo>
                    <a:lnTo>
                      <a:pt x="4437" y="12764"/>
                    </a:lnTo>
                    <a:lnTo>
                      <a:pt x="4646" y="12910"/>
                    </a:lnTo>
                    <a:lnTo>
                      <a:pt x="4834" y="12973"/>
                    </a:lnTo>
                    <a:lnTo>
                      <a:pt x="5148" y="12973"/>
                    </a:lnTo>
                    <a:lnTo>
                      <a:pt x="5336" y="12847"/>
                    </a:lnTo>
                    <a:lnTo>
                      <a:pt x="5295" y="12805"/>
                    </a:lnTo>
                    <a:lnTo>
                      <a:pt x="5441" y="12701"/>
                    </a:lnTo>
                    <a:lnTo>
                      <a:pt x="5462" y="12596"/>
                    </a:lnTo>
                    <a:lnTo>
                      <a:pt x="5441" y="12533"/>
                    </a:lnTo>
                    <a:lnTo>
                      <a:pt x="5462" y="12471"/>
                    </a:lnTo>
                    <a:lnTo>
                      <a:pt x="5483" y="12366"/>
                    </a:lnTo>
                    <a:lnTo>
                      <a:pt x="5378" y="12345"/>
                    </a:lnTo>
                    <a:lnTo>
                      <a:pt x="5295" y="12220"/>
                    </a:lnTo>
                    <a:lnTo>
                      <a:pt x="5295" y="12115"/>
                    </a:lnTo>
                    <a:lnTo>
                      <a:pt x="5357" y="12031"/>
                    </a:lnTo>
                    <a:lnTo>
                      <a:pt x="5336" y="11968"/>
                    </a:lnTo>
                    <a:lnTo>
                      <a:pt x="5441" y="11864"/>
                    </a:lnTo>
                    <a:lnTo>
                      <a:pt x="5441" y="11843"/>
                    </a:lnTo>
                    <a:lnTo>
                      <a:pt x="5483" y="11843"/>
                    </a:lnTo>
                    <a:lnTo>
                      <a:pt x="5504" y="11759"/>
                    </a:lnTo>
                    <a:lnTo>
                      <a:pt x="5483" y="11655"/>
                    </a:lnTo>
                    <a:lnTo>
                      <a:pt x="5378" y="11655"/>
                    </a:lnTo>
                    <a:lnTo>
                      <a:pt x="5378" y="11613"/>
                    </a:lnTo>
                    <a:lnTo>
                      <a:pt x="5336" y="11529"/>
                    </a:lnTo>
                    <a:lnTo>
                      <a:pt x="5336" y="11320"/>
                    </a:lnTo>
                    <a:lnTo>
                      <a:pt x="5295" y="11236"/>
                    </a:lnTo>
                    <a:lnTo>
                      <a:pt x="5295" y="11131"/>
                    </a:lnTo>
                    <a:lnTo>
                      <a:pt x="5336" y="11111"/>
                    </a:lnTo>
                    <a:lnTo>
                      <a:pt x="5378" y="11194"/>
                    </a:lnTo>
                    <a:lnTo>
                      <a:pt x="5462" y="11194"/>
                    </a:lnTo>
                    <a:lnTo>
                      <a:pt x="5608" y="11236"/>
                    </a:lnTo>
                    <a:lnTo>
                      <a:pt x="5755" y="11320"/>
                    </a:lnTo>
                    <a:lnTo>
                      <a:pt x="5859" y="11320"/>
                    </a:lnTo>
                    <a:lnTo>
                      <a:pt x="6027" y="11299"/>
                    </a:lnTo>
                    <a:lnTo>
                      <a:pt x="6215" y="11320"/>
                    </a:lnTo>
                    <a:lnTo>
                      <a:pt x="6445" y="11320"/>
                    </a:lnTo>
                    <a:lnTo>
                      <a:pt x="6843" y="11215"/>
                    </a:lnTo>
                    <a:lnTo>
                      <a:pt x="7178" y="11069"/>
                    </a:lnTo>
                    <a:lnTo>
                      <a:pt x="7220" y="10985"/>
                    </a:lnTo>
                    <a:lnTo>
                      <a:pt x="7261" y="11027"/>
                    </a:lnTo>
                    <a:lnTo>
                      <a:pt x="7492" y="10964"/>
                    </a:lnTo>
                    <a:lnTo>
                      <a:pt x="7805" y="10776"/>
                    </a:lnTo>
                    <a:lnTo>
                      <a:pt x="7868" y="10671"/>
                    </a:lnTo>
                    <a:lnTo>
                      <a:pt x="7826" y="10546"/>
                    </a:lnTo>
                    <a:lnTo>
                      <a:pt x="7889" y="10357"/>
                    </a:lnTo>
                    <a:lnTo>
                      <a:pt x="7931" y="10336"/>
                    </a:lnTo>
                    <a:lnTo>
                      <a:pt x="7973" y="10378"/>
                    </a:lnTo>
                    <a:lnTo>
                      <a:pt x="8015" y="10336"/>
                    </a:lnTo>
                    <a:lnTo>
                      <a:pt x="8077" y="10148"/>
                    </a:lnTo>
                    <a:lnTo>
                      <a:pt x="8182" y="9960"/>
                    </a:lnTo>
                    <a:lnTo>
                      <a:pt x="8203" y="9855"/>
                    </a:lnTo>
                    <a:lnTo>
                      <a:pt x="8203" y="9625"/>
                    </a:lnTo>
                    <a:lnTo>
                      <a:pt x="8182" y="9520"/>
                    </a:lnTo>
                    <a:lnTo>
                      <a:pt x="8140" y="9520"/>
                    </a:lnTo>
                    <a:lnTo>
                      <a:pt x="8077" y="9604"/>
                    </a:lnTo>
                    <a:lnTo>
                      <a:pt x="7931" y="9604"/>
                    </a:lnTo>
                    <a:lnTo>
                      <a:pt x="7784" y="9499"/>
                    </a:lnTo>
                    <a:lnTo>
                      <a:pt x="7701" y="9332"/>
                    </a:lnTo>
                    <a:lnTo>
                      <a:pt x="7701" y="9248"/>
                    </a:lnTo>
                    <a:lnTo>
                      <a:pt x="7826" y="8976"/>
                    </a:lnTo>
                    <a:lnTo>
                      <a:pt x="7826" y="8872"/>
                    </a:lnTo>
                    <a:lnTo>
                      <a:pt x="7764" y="8788"/>
                    </a:lnTo>
                    <a:lnTo>
                      <a:pt x="7471" y="8558"/>
                    </a:lnTo>
                    <a:lnTo>
                      <a:pt x="7240" y="8453"/>
                    </a:lnTo>
                    <a:lnTo>
                      <a:pt x="6989" y="8265"/>
                    </a:lnTo>
                    <a:lnTo>
                      <a:pt x="6948" y="8160"/>
                    </a:lnTo>
                    <a:lnTo>
                      <a:pt x="6968" y="8139"/>
                    </a:lnTo>
                    <a:lnTo>
                      <a:pt x="6968" y="8035"/>
                    </a:lnTo>
                    <a:lnTo>
                      <a:pt x="6885" y="7951"/>
                    </a:lnTo>
                    <a:lnTo>
                      <a:pt x="6927" y="7888"/>
                    </a:lnTo>
                    <a:lnTo>
                      <a:pt x="6864" y="7679"/>
                    </a:lnTo>
                    <a:lnTo>
                      <a:pt x="6885" y="7449"/>
                    </a:lnTo>
                    <a:lnTo>
                      <a:pt x="6927" y="7240"/>
                    </a:lnTo>
                    <a:lnTo>
                      <a:pt x="7010" y="7156"/>
                    </a:lnTo>
                    <a:lnTo>
                      <a:pt x="7031" y="7093"/>
                    </a:lnTo>
                    <a:lnTo>
                      <a:pt x="6968" y="6905"/>
                    </a:lnTo>
                    <a:lnTo>
                      <a:pt x="6948" y="6633"/>
                    </a:lnTo>
                    <a:lnTo>
                      <a:pt x="7010" y="6591"/>
                    </a:lnTo>
                    <a:lnTo>
                      <a:pt x="6948" y="6403"/>
                    </a:lnTo>
                    <a:lnTo>
                      <a:pt x="7031" y="6277"/>
                    </a:lnTo>
                    <a:lnTo>
                      <a:pt x="7031" y="6173"/>
                    </a:lnTo>
                    <a:lnTo>
                      <a:pt x="7073" y="6089"/>
                    </a:lnTo>
                    <a:lnTo>
                      <a:pt x="7115" y="5838"/>
                    </a:lnTo>
                    <a:lnTo>
                      <a:pt x="7073" y="5733"/>
                    </a:lnTo>
                    <a:lnTo>
                      <a:pt x="7136" y="5650"/>
                    </a:lnTo>
                    <a:lnTo>
                      <a:pt x="7115" y="5461"/>
                    </a:lnTo>
                    <a:lnTo>
                      <a:pt x="7220" y="5336"/>
                    </a:lnTo>
                    <a:lnTo>
                      <a:pt x="7261" y="5210"/>
                    </a:lnTo>
                    <a:lnTo>
                      <a:pt x="7261" y="5168"/>
                    </a:lnTo>
                    <a:lnTo>
                      <a:pt x="7282" y="5126"/>
                    </a:lnTo>
                    <a:lnTo>
                      <a:pt x="7387" y="5043"/>
                    </a:lnTo>
                    <a:lnTo>
                      <a:pt x="7387" y="5001"/>
                    </a:lnTo>
                    <a:lnTo>
                      <a:pt x="7492" y="4833"/>
                    </a:lnTo>
                    <a:lnTo>
                      <a:pt x="7575" y="4750"/>
                    </a:lnTo>
                    <a:lnTo>
                      <a:pt x="7680" y="4541"/>
                    </a:lnTo>
                    <a:lnTo>
                      <a:pt x="7722" y="4478"/>
                    </a:lnTo>
                    <a:lnTo>
                      <a:pt x="7805" y="4436"/>
                    </a:lnTo>
                    <a:lnTo>
                      <a:pt x="7805" y="4310"/>
                    </a:lnTo>
                    <a:lnTo>
                      <a:pt x="7826" y="4227"/>
                    </a:lnTo>
                    <a:lnTo>
                      <a:pt x="8015" y="3997"/>
                    </a:lnTo>
                    <a:lnTo>
                      <a:pt x="8098" y="3997"/>
                    </a:lnTo>
                    <a:lnTo>
                      <a:pt x="8182" y="3976"/>
                    </a:lnTo>
                    <a:lnTo>
                      <a:pt x="8182" y="3850"/>
                    </a:lnTo>
                    <a:lnTo>
                      <a:pt x="8266" y="3808"/>
                    </a:lnTo>
                    <a:lnTo>
                      <a:pt x="8475" y="3641"/>
                    </a:lnTo>
                    <a:lnTo>
                      <a:pt x="8538" y="3599"/>
                    </a:lnTo>
                    <a:lnTo>
                      <a:pt x="8600" y="3536"/>
                    </a:lnTo>
                    <a:lnTo>
                      <a:pt x="8831" y="3369"/>
                    </a:lnTo>
                    <a:lnTo>
                      <a:pt x="8852" y="3390"/>
                    </a:lnTo>
                    <a:lnTo>
                      <a:pt x="8935" y="3327"/>
                    </a:lnTo>
                    <a:lnTo>
                      <a:pt x="8956" y="3264"/>
                    </a:lnTo>
                    <a:lnTo>
                      <a:pt x="9103" y="3181"/>
                    </a:lnTo>
                    <a:lnTo>
                      <a:pt x="9207" y="3181"/>
                    </a:lnTo>
                    <a:lnTo>
                      <a:pt x="9228" y="3118"/>
                    </a:lnTo>
                    <a:lnTo>
                      <a:pt x="9207" y="2909"/>
                    </a:lnTo>
                    <a:lnTo>
                      <a:pt x="9165" y="2657"/>
                    </a:lnTo>
                    <a:lnTo>
                      <a:pt x="9165" y="2490"/>
                    </a:lnTo>
                    <a:lnTo>
                      <a:pt x="9061" y="2239"/>
                    </a:lnTo>
                    <a:lnTo>
                      <a:pt x="9061" y="2134"/>
                    </a:lnTo>
                    <a:lnTo>
                      <a:pt x="8810" y="2113"/>
                    </a:lnTo>
                    <a:lnTo>
                      <a:pt x="8705" y="2197"/>
                    </a:lnTo>
                    <a:lnTo>
                      <a:pt x="8684" y="2218"/>
                    </a:lnTo>
                    <a:lnTo>
                      <a:pt x="8684" y="2385"/>
                    </a:lnTo>
                    <a:lnTo>
                      <a:pt x="8705" y="2427"/>
                    </a:lnTo>
                    <a:lnTo>
                      <a:pt x="8705" y="2637"/>
                    </a:lnTo>
                    <a:lnTo>
                      <a:pt x="8600" y="2720"/>
                    </a:lnTo>
                    <a:lnTo>
                      <a:pt x="8517" y="2846"/>
                    </a:lnTo>
                    <a:lnTo>
                      <a:pt x="8496" y="2971"/>
                    </a:lnTo>
                    <a:lnTo>
                      <a:pt x="8224" y="3160"/>
                    </a:lnTo>
                    <a:lnTo>
                      <a:pt x="8182" y="3327"/>
                    </a:lnTo>
                    <a:lnTo>
                      <a:pt x="8077" y="3453"/>
                    </a:lnTo>
                    <a:lnTo>
                      <a:pt x="7952" y="3432"/>
                    </a:lnTo>
                    <a:lnTo>
                      <a:pt x="7889" y="3453"/>
                    </a:lnTo>
                    <a:lnTo>
                      <a:pt x="7784" y="3599"/>
                    </a:lnTo>
                    <a:lnTo>
                      <a:pt x="7743" y="3557"/>
                    </a:lnTo>
                    <a:lnTo>
                      <a:pt x="7659" y="3557"/>
                    </a:lnTo>
                    <a:lnTo>
                      <a:pt x="7533" y="3599"/>
                    </a:lnTo>
                    <a:lnTo>
                      <a:pt x="7282" y="3453"/>
                    </a:lnTo>
                    <a:lnTo>
                      <a:pt x="6948" y="3348"/>
                    </a:lnTo>
                    <a:lnTo>
                      <a:pt x="6529" y="3390"/>
                    </a:lnTo>
                    <a:lnTo>
                      <a:pt x="6424" y="3390"/>
                    </a:lnTo>
                    <a:lnTo>
                      <a:pt x="6445" y="3264"/>
                    </a:lnTo>
                    <a:lnTo>
                      <a:pt x="6634" y="3076"/>
                    </a:lnTo>
                    <a:lnTo>
                      <a:pt x="6717" y="2846"/>
                    </a:lnTo>
                    <a:lnTo>
                      <a:pt x="6696" y="2720"/>
                    </a:lnTo>
                    <a:lnTo>
                      <a:pt x="6738" y="2616"/>
                    </a:lnTo>
                    <a:lnTo>
                      <a:pt x="6843" y="2532"/>
                    </a:lnTo>
                    <a:lnTo>
                      <a:pt x="6927" y="2406"/>
                    </a:lnTo>
                    <a:lnTo>
                      <a:pt x="6948" y="2281"/>
                    </a:lnTo>
                    <a:lnTo>
                      <a:pt x="6864" y="2134"/>
                    </a:lnTo>
                    <a:lnTo>
                      <a:pt x="6696" y="2009"/>
                    </a:lnTo>
                    <a:lnTo>
                      <a:pt x="6550" y="1862"/>
                    </a:lnTo>
                    <a:lnTo>
                      <a:pt x="6215" y="1800"/>
                    </a:lnTo>
                    <a:lnTo>
                      <a:pt x="5964" y="1674"/>
                    </a:lnTo>
                    <a:lnTo>
                      <a:pt x="5692" y="1465"/>
                    </a:lnTo>
                    <a:lnTo>
                      <a:pt x="5587" y="1444"/>
                    </a:lnTo>
                    <a:lnTo>
                      <a:pt x="5357" y="1339"/>
                    </a:lnTo>
                    <a:lnTo>
                      <a:pt x="5023" y="1256"/>
                    </a:lnTo>
                    <a:lnTo>
                      <a:pt x="4939" y="1088"/>
                    </a:lnTo>
                    <a:lnTo>
                      <a:pt x="4813" y="963"/>
                    </a:lnTo>
                    <a:lnTo>
                      <a:pt x="4667" y="942"/>
                    </a:lnTo>
                    <a:lnTo>
                      <a:pt x="4311" y="565"/>
                    </a:lnTo>
                    <a:lnTo>
                      <a:pt x="4186" y="314"/>
                    </a:lnTo>
                    <a:lnTo>
                      <a:pt x="4081" y="293"/>
                    </a:lnTo>
                    <a:lnTo>
                      <a:pt x="3935" y="147"/>
                    </a:lnTo>
                    <a:lnTo>
                      <a:pt x="3914" y="126"/>
                    </a:lnTo>
                    <a:lnTo>
                      <a:pt x="3809" y="21"/>
                    </a:lnTo>
                    <a:lnTo>
                      <a:pt x="3181" y="21"/>
                    </a:lnTo>
                    <a:lnTo>
                      <a:pt x="3077" y="147"/>
                    </a:lnTo>
                    <a:lnTo>
                      <a:pt x="3077" y="251"/>
                    </a:lnTo>
                    <a:lnTo>
                      <a:pt x="2993" y="356"/>
                    </a:lnTo>
                    <a:lnTo>
                      <a:pt x="2993" y="460"/>
                    </a:lnTo>
                    <a:lnTo>
                      <a:pt x="2951" y="544"/>
                    </a:lnTo>
                    <a:lnTo>
                      <a:pt x="2888" y="460"/>
                    </a:lnTo>
                    <a:lnTo>
                      <a:pt x="2826" y="230"/>
                    </a:lnTo>
                    <a:lnTo>
                      <a:pt x="2784" y="84"/>
                    </a:lnTo>
                    <a:lnTo>
                      <a:pt x="2679" y="42"/>
                    </a:lnTo>
                    <a:lnTo>
                      <a:pt x="2470" y="105"/>
                    </a:lnTo>
                    <a:lnTo>
                      <a:pt x="2344" y="84"/>
                    </a:lnTo>
                    <a:lnTo>
                      <a:pt x="2240" y="105"/>
                    </a:lnTo>
                    <a:lnTo>
                      <a:pt x="2093" y="126"/>
                    </a:lnTo>
                    <a:lnTo>
                      <a:pt x="194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Google Shape;2220;p45"/>
              <p:cNvSpPr/>
              <p:nvPr/>
            </p:nvSpPr>
            <p:spPr>
              <a:xfrm>
                <a:off x="2804875" y="4134625"/>
                <a:ext cx="51800" cy="3610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444" extrusionOk="0">
                    <a:moveTo>
                      <a:pt x="0" y="0"/>
                    </a:moveTo>
                    <a:lnTo>
                      <a:pt x="272" y="1067"/>
                    </a:lnTo>
                    <a:lnTo>
                      <a:pt x="314" y="1067"/>
                    </a:lnTo>
                    <a:lnTo>
                      <a:pt x="502" y="1046"/>
                    </a:lnTo>
                    <a:lnTo>
                      <a:pt x="670" y="1046"/>
                    </a:lnTo>
                    <a:lnTo>
                      <a:pt x="816" y="1004"/>
                    </a:lnTo>
                    <a:lnTo>
                      <a:pt x="816" y="1046"/>
                    </a:lnTo>
                    <a:lnTo>
                      <a:pt x="712" y="1067"/>
                    </a:lnTo>
                    <a:lnTo>
                      <a:pt x="565" y="1130"/>
                    </a:lnTo>
                    <a:lnTo>
                      <a:pt x="293" y="1130"/>
                    </a:lnTo>
                    <a:lnTo>
                      <a:pt x="356" y="1360"/>
                    </a:lnTo>
                    <a:lnTo>
                      <a:pt x="398" y="1360"/>
                    </a:lnTo>
                    <a:lnTo>
                      <a:pt x="607" y="1276"/>
                    </a:lnTo>
                    <a:lnTo>
                      <a:pt x="837" y="1297"/>
                    </a:lnTo>
                    <a:lnTo>
                      <a:pt x="1005" y="1276"/>
                    </a:lnTo>
                    <a:lnTo>
                      <a:pt x="1235" y="1297"/>
                    </a:lnTo>
                    <a:lnTo>
                      <a:pt x="1360" y="1381"/>
                    </a:lnTo>
                    <a:lnTo>
                      <a:pt x="1507" y="1444"/>
                    </a:lnTo>
                    <a:lnTo>
                      <a:pt x="1632" y="1402"/>
                    </a:lnTo>
                    <a:lnTo>
                      <a:pt x="1737" y="1297"/>
                    </a:lnTo>
                    <a:lnTo>
                      <a:pt x="1758" y="1193"/>
                    </a:lnTo>
                    <a:lnTo>
                      <a:pt x="1883" y="1151"/>
                    </a:lnTo>
                    <a:lnTo>
                      <a:pt x="1946" y="1193"/>
                    </a:lnTo>
                    <a:lnTo>
                      <a:pt x="2072" y="1130"/>
                    </a:lnTo>
                    <a:lnTo>
                      <a:pt x="2072" y="1004"/>
                    </a:lnTo>
                    <a:lnTo>
                      <a:pt x="1967" y="983"/>
                    </a:lnTo>
                    <a:lnTo>
                      <a:pt x="1758" y="1046"/>
                    </a:lnTo>
                    <a:lnTo>
                      <a:pt x="1632" y="1004"/>
                    </a:lnTo>
                    <a:lnTo>
                      <a:pt x="1507" y="879"/>
                    </a:lnTo>
                    <a:lnTo>
                      <a:pt x="1318" y="837"/>
                    </a:lnTo>
                    <a:lnTo>
                      <a:pt x="1256" y="774"/>
                    </a:lnTo>
                    <a:lnTo>
                      <a:pt x="816" y="628"/>
                    </a:lnTo>
                    <a:lnTo>
                      <a:pt x="691" y="607"/>
                    </a:lnTo>
                    <a:lnTo>
                      <a:pt x="691" y="460"/>
                    </a:lnTo>
                    <a:lnTo>
                      <a:pt x="565" y="335"/>
                    </a:lnTo>
                    <a:lnTo>
                      <a:pt x="398" y="314"/>
                    </a:lnTo>
                    <a:lnTo>
                      <a:pt x="314" y="126"/>
                    </a:lnTo>
                    <a:lnTo>
                      <a:pt x="272" y="21"/>
                    </a:lnTo>
                    <a:lnTo>
                      <a:pt x="105" y="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221" name="Google Shape;2221;p45"/>
            <p:cNvSpPr/>
            <p:nvPr/>
          </p:nvSpPr>
          <p:spPr>
            <a:xfrm>
              <a:off x="4563295" y="2964728"/>
              <a:ext cx="12467" cy="27863"/>
            </a:xfrm>
            <a:custGeom>
              <a:avLst/>
              <a:gdLst/>
              <a:ahLst/>
              <a:cxnLst/>
              <a:rect l="l" t="t" r="r" b="b"/>
              <a:pathLst>
                <a:path w="1047" h="2450" extrusionOk="0">
                  <a:moveTo>
                    <a:pt x="691" y="1"/>
                  </a:moveTo>
                  <a:lnTo>
                    <a:pt x="628" y="43"/>
                  </a:lnTo>
                  <a:lnTo>
                    <a:pt x="628" y="127"/>
                  </a:lnTo>
                  <a:lnTo>
                    <a:pt x="524" y="147"/>
                  </a:lnTo>
                  <a:lnTo>
                    <a:pt x="398" y="315"/>
                  </a:lnTo>
                  <a:lnTo>
                    <a:pt x="294" y="482"/>
                  </a:lnTo>
                  <a:lnTo>
                    <a:pt x="315" y="545"/>
                  </a:lnTo>
                  <a:lnTo>
                    <a:pt x="294" y="629"/>
                  </a:lnTo>
                  <a:lnTo>
                    <a:pt x="231" y="671"/>
                  </a:lnTo>
                  <a:lnTo>
                    <a:pt x="105" y="880"/>
                  </a:lnTo>
                  <a:lnTo>
                    <a:pt x="63" y="1110"/>
                  </a:lnTo>
                  <a:lnTo>
                    <a:pt x="1" y="1152"/>
                  </a:lnTo>
                  <a:lnTo>
                    <a:pt x="63" y="1194"/>
                  </a:lnTo>
                  <a:lnTo>
                    <a:pt x="63" y="1424"/>
                  </a:lnTo>
                  <a:lnTo>
                    <a:pt x="84" y="1675"/>
                  </a:lnTo>
                  <a:lnTo>
                    <a:pt x="126" y="1696"/>
                  </a:lnTo>
                  <a:lnTo>
                    <a:pt x="168" y="1780"/>
                  </a:lnTo>
                  <a:lnTo>
                    <a:pt x="126" y="1780"/>
                  </a:lnTo>
                  <a:lnTo>
                    <a:pt x="105" y="1842"/>
                  </a:lnTo>
                  <a:lnTo>
                    <a:pt x="189" y="1947"/>
                  </a:lnTo>
                  <a:lnTo>
                    <a:pt x="231" y="1947"/>
                  </a:lnTo>
                  <a:lnTo>
                    <a:pt x="273" y="2031"/>
                  </a:lnTo>
                  <a:lnTo>
                    <a:pt x="419" y="2093"/>
                  </a:lnTo>
                  <a:lnTo>
                    <a:pt x="503" y="2219"/>
                  </a:lnTo>
                  <a:lnTo>
                    <a:pt x="503" y="2344"/>
                  </a:lnTo>
                  <a:lnTo>
                    <a:pt x="503" y="2449"/>
                  </a:lnTo>
                  <a:lnTo>
                    <a:pt x="587" y="2407"/>
                  </a:lnTo>
                  <a:lnTo>
                    <a:pt x="691" y="2449"/>
                  </a:lnTo>
                  <a:lnTo>
                    <a:pt x="691" y="2449"/>
                  </a:lnTo>
                  <a:lnTo>
                    <a:pt x="649" y="2324"/>
                  </a:lnTo>
                  <a:lnTo>
                    <a:pt x="691" y="2198"/>
                  </a:lnTo>
                  <a:lnTo>
                    <a:pt x="628" y="2010"/>
                  </a:lnTo>
                  <a:lnTo>
                    <a:pt x="712" y="1884"/>
                  </a:lnTo>
                  <a:lnTo>
                    <a:pt x="859" y="1675"/>
                  </a:lnTo>
                  <a:lnTo>
                    <a:pt x="859" y="1528"/>
                  </a:lnTo>
                  <a:lnTo>
                    <a:pt x="880" y="1487"/>
                  </a:lnTo>
                  <a:lnTo>
                    <a:pt x="838" y="1466"/>
                  </a:lnTo>
                  <a:lnTo>
                    <a:pt x="880" y="1256"/>
                  </a:lnTo>
                  <a:lnTo>
                    <a:pt x="880" y="1089"/>
                  </a:lnTo>
                  <a:lnTo>
                    <a:pt x="859" y="943"/>
                  </a:lnTo>
                  <a:lnTo>
                    <a:pt x="942" y="796"/>
                  </a:lnTo>
                  <a:lnTo>
                    <a:pt x="963" y="524"/>
                  </a:lnTo>
                  <a:lnTo>
                    <a:pt x="1005" y="357"/>
                  </a:lnTo>
                  <a:lnTo>
                    <a:pt x="1047" y="336"/>
                  </a:lnTo>
                  <a:lnTo>
                    <a:pt x="1026" y="252"/>
                  </a:lnTo>
                  <a:lnTo>
                    <a:pt x="921" y="168"/>
                  </a:lnTo>
                  <a:lnTo>
                    <a:pt x="880" y="168"/>
                  </a:lnTo>
                  <a:lnTo>
                    <a:pt x="817" y="43"/>
                  </a:lnTo>
                  <a:lnTo>
                    <a:pt x="69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22" name="Google Shape;2222;p45"/>
            <p:cNvGrpSpPr/>
            <p:nvPr/>
          </p:nvGrpSpPr>
          <p:grpSpPr>
            <a:xfrm>
              <a:off x="3790439" y="2408636"/>
              <a:ext cx="73017" cy="75684"/>
              <a:chOff x="3781475" y="1624825"/>
              <a:chExt cx="153300" cy="166375"/>
            </a:xfrm>
          </p:grpSpPr>
          <p:sp>
            <p:nvSpPr>
              <p:cNvPr id="2223" name="Google Shape;2223;p45"/>
              <p:cNvSpPr/>
              <p:nvPr/>
            </p:nvSpPr>
            <p:spPr>
              <a:xfrm>
                <a:off x="3845300" y="1624825"/>
                <a:ext cx="89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579" h="2428" extrusionOk="0">
                    <a:moveTo>
                      <a:pt x="1695" y="1"/>
                    </a:moveTo>
                    <a:lnTo>
                      <a:pt x="1674" y="84"/>
                    </a:lnTo>
                    <a:lnTo>
                      <a:pt x="1716" y="168"/>
                    </a:lnTo>
                    <a:lnTo>
                      <a:pt x="1758" y="252"/>
                    </a:lnTo>
                    <a:lnTo>
                      <a:pt x="1674" y="210"/>
                    </a:lnTo>
                    <a:lnTo>
                      <a:pt x="1611" y="168"/>
                    </a:lnTo>
                    <a:lnTo>
                      <a:pt x="1570" y="189"/>
                    </a:lnTo>
                    <a:lnTo>
                      <a:pt x="1570" y="293"/>
                    </a:lnTo>
                    <a:lnTo>
                      <a:pt x="1653" y="377"/>
                    </a:lnTo>
                    <a:lnTo>
                      <a:pt x="1653" y="482"/>
                    </a:lnTo>
                    <a:lnTo>
                      <a:pt x="1611" y="586"/>
                    </a:lnTo>
                    <a:lnTo>
                      <a:pt x="1611" y="712"/>
                    </a:lnTo>
                    <a:lnTo>
                      <a:pt x="1674" y="879"/>
                    </a:lnTo>
                    <a:lnTo>
                      <a:pt x="1653" y="984"/>
                    </a:lnTo>
                    <a:lnTo>
                      <a:pt x="1591" y="984"/>
                    </a:lnTo>
                    <a:lnTo>
                      <a:pt x="1570" y="879"/>
                    </a:lnTo>
                    <a:lnTo>
                      <a:pt x="1465" y="796"/>
                    </a:lnTo>
                    <a:lnTo>
                      <a:pt x="1360" y="733"/>
                    </a:lnTo>
                    <a:lnTo>
                      <a:pt x="1339" y="670"/>
                    </a:lnTo>
                    <a:lnTo>
                      <a:pt x="1381" y="586"/>
                    </a:lnTo>
                    <a:lnTo>
                      <a:pt x="1381" y="524"/>
                    </a:lnTo>
                    <a:lnTo>
                      <a:pt x="1298" y="503"/>
                    </a:lnTo>
                    <a:lnTo>
                      <a:pt x="1193" y="565"/>
                    </a:lnTo>
                    <a:lnTo>
                      <a:pt x="1151" y="565"/>
                    </a:lnTo>
                    <a:lnTo>
                      <a:pt x="1130" y="607"/>
                    </a:lnTo>
                    <a:lnTo>
                      <a:pt x="1026" y="670"/>
                    </a:lnTo>
                    <a:lnTo>
                      <a:pt x="942" y="628"/>
                    </a:lnTo>
                    <a:lnTo>
                      <a:pt x="942" y="586"/>
                    </a:lnTo>
                    <a:lnTo>
                      <a:pt x="942" y="524"/>
                    </a:lnTo>
                    <a:lnTo>
                      <a:pt x="879" y="524"/>
                    </a:lnTo>
                    <a:lnTo>
                      <a:pt x="816" y="461"/>
                    </a:lnTo>
                    <a:lnTo>
                      <a:pt x="775" y="356"/>
                    </a:lnTo>
                    <a:lnTo>
                      <a:pt x="712" y="314"/>
                    </a:lnTo>
                    <a:lnTo>
                      <a:pt x="649" y="356"/>
                    </a:lnTo>
                    <a:lnTo>
                      <a:pt x="565" y="273"/>
                    </a:lnTo>
                    <a:lnTo>
                      <a:pt x="607" y="189"/>
                    </a:lnTo>
                    <a:lnTo>
                      <a:pt x="565" y="84"/>
                    </a:lnTo>
                    <a:lnTo>
                      <a:pt x="523" y="63"/>
                    </a:lnTo>
                    <a:lnTo>
                      <a:pt x="461" y="147"/>
                    </a:lnTo>
                    <a:lnTo>
                      <a:pt x="440" y="293"/>
                    </a:lnTo>
                    <a:lnTo>
                      <a:pt x="461" y="419"/>
                    </a:lnTo>
                    <a:lnTo>
                      <a:pt x="544" y="565"/>
                    </a:lnTo>
                    <a:lnTo>
                      <a:pt x="565" y="712"/>
                    </a:lnTo>
                    <a:lnTo>
                      <a:pt x="523" y="733"/>
                    </a:lnTo>
                    <a:lnTo>
                      <a:pt x="440" y="649"/>
                    </a:lnTo>
                    <a:lnTo>
                      <a:pt x="419" y="545"/>
                    </a:lnTo>
                    <a:lnTo>
                      <a:pt x="398" y="524"/>
                    </a:lnTo>
                    <a:lnTo>
                      <a:pt x="398" y="628"/>
                    </a:lnTo>
                    <a:lnTo>
                      <a:pt x="419" y="754"/>
                    </a:lnTo>
                    <a:lnTo>
                      <a:pt x="461" y="837"/>
                    </a:lnTo>
                    <a:lnTo>
                      <a:pt x="461" y="921"/>
                    </a:lnTo>
                    <a:lnTo>
                      <a:pt x="440" y="1005"/>
                    </a:lnTo>
                    <a:lnTo>
                      <a:pt x="419" y="984"/>
                    </a:lnTo>
                    <a:lnTo>
                      <a:pt x="356" y="837"/>
                    </a:lnTo>
                    <a:lnTo>
                      <a:pt x="314" y="796"/>
                    </a:lnTo>
                    <a:lnTo>
                      <a:pt x="105" y="817"/>
                    </a:lnTo>
                    <a:lnTo>
                      <a:pt x="21" y="775"/>
                    </a:lnTo>
                    <a:lnTo>
                      <a:pt x="0" y="775"/>
                    </a:lnTo>
                    <a:lnTo>
                      <a:pt x="63" y="879"/>
                    </a:lnTo>
                    <a:lnTo>
                      <a:pt x="126" y="879"/>
                    </a:lnTo>
                    <a:lnTo>
                      <a:pt x="189" y="921"/>
                    </a:lnTo>
                    <a:lnTo>
                      <a:pt x="168" y="984"/>
                    </a:lnTo>
                    <a:lnTo>
                      <a:pt x="189" y="1026"/>
                    </a:lnTo>
                    <a:lnTo>
                      <a:pt x="293" y="1026"/>
                    </a:lnTo>
                    <a:lnTo>
                      <a:pt x="314" y="1068"/>
                    </a:lnTo>
                    <a:lnTo>
                      <a:pt x="168" y="1172"/>
                    </a:lnTo>
                    <a:lnTo>
                      <a:pt x="168" y="1235"/>
                    </a:lnTo>
                    <a:lnTo>
                      <a:pt x="293" y="1423"/>
                    </a:lnTo>
                    <a:lnTo>
                      <a:pt x="377" y="1444"/>
                    </a:lnTo>
                    <a:lnTo>
                      <a:pt x="461" y="1486"/>
                    </a:lnTo>
                    <a:lnTo>
                      <a:pt x="607" y="1486"/>
                    </a:lnTo>
                    <a:lnTo>
                      <a:pt x="691" y="1465"/>
                    </a:lnTo>
                    <a:lnTo>
                      <a:pt x="754" y="1528"/>
                    </a:lnTo>
                    <a:lnTo>
                      <a:pt x="816" y="1528"/>
                    </a:lnTo>
                    <a:lnTo>
                      <a:pt x="942" y="1444"/>
                    </a:lnTo>
                    <a:lnTo>
                      <a:pt x="1026" y="1423"/>
                    </a:lnTo>
                    <a:lnTo>
                      <a:pt x="1235" y="1381"/>
                    </a:lnTo>
                    <a:lnTo>
                      <a:pt x="1381" y="1381"/>
                    </a:lnTo>
                    <a:lnTo>
                      <a:pt x="1465" y="1340"/>
                    </a:lnTo>
                    <a:lnTo>
                      <a:pt x="1528" y="1340"/>
                    </a:lnTo>
                    <a:lnTo>
                      <a:pt x="1570" y="1361"/>
                    </a:lnTo>
                    <a:lnTo>
                      <a:pt x="1570" y="1423"/>
                    </a:lnTo>
                    <a:lnTo>
                      <a:pt x="1549" y="1465"/>
                    </a:lnTo>
                    <a:lnTo>
                      <a:pt x="1507" y="1549"/>
                    </a:lnTo>
                    <a:lnTo>
                      <a:pt x="1465" y="1570"/>
                    </a:lnTo>
                    <a:lnTo>
                      <a:pt x="1339" y="1549"/>
                    </a:lnTo>
                    <a:lnTo>
                      <a:pt x="1214" y="1549"/>
                    </a:lnTo>
                    <a:lnTo>
                      <a:pt x="1109" y="1528"/>
                    </a:lnTo>
                    <a:lnTo>
                      <a:pt x="1067" y="1570"/>
                    </a:lnTo>
                    <a:lnTo>
                      <a:pt x="1130" y="1591"/>
                    </a:lnTo>
                    <a:lnTo>
                      <a:pt x="1298" y="1653"/>
                    </a:lnTo>
                    <a:lnTo>
                      <a:pt x="1360" y="1695"/>
                    </a:lnTo>
                    <a:lnTo>
                      <a:pt x="1360" y="1758"/>
                    </a:lnTo>
                    <a:lnTo>
                      <a:pt x="1298" y="1758"/>
                    </a:lnTo>
                    <a:lnTo>
                      <a:pt x="1172" y="1695"/>
                    </a:lnTo>
                    <a:lnTo>
                      <a:pt x="1151" y="1758"/>
                    </a:lnTo>
                    <a:lnTo>
                      <a:pt x="1088" y="1758"/>
                    </a:lnTo>
                    <a:lnTo>
                      <a:pt x="984" y="1674"/>
                    </a:lnTo>
                    <a:lnTo>
                      <a:pt x="900" y="1653"/>
                    </a:lnTo>
                    <a:lnTo>
                      <a:pt x="754" y="1695"/>
                    </a:lnTo>
                    <a:lnTo>
                      <a:pt x="754" y="1758"/>
                    </a:lnTo>
                    <a:lnTo>
                      <a:pt x="837" y="1779"/>
                    </a:lnTo>
                    <a:lnTo>
                      <a:pt x="1047" y="1967"/>
                    </a:lnTo>
                    <a:lnTo>
                      <a:pt x="1130" y="1988"/>
                    </a:lnTo>
                    <a:lnTo>
                      <a:pt x="1235" y="1946"/>
                    </a:lnTo>
                    <a:lnTo>
                      <a:pt x="1277" y="1967"/>
                    </a:lnTo>
                    <a:lnTo>
                      <a:pt x="1339" y="2072"/>
                    </a:lnTo>
                    <a:lnTo>
                      <a:pt x="1339" y="2156"/>
                    </a:lnTo>
                    <a:lnTo>
                      <a:pt x="1423" y="2177"/>
                    </a:lnTo>
                    <a:lnTo>
                      <a:pt x="1507" y="2156"/>
                    </a:lnTo>
                    <a:lnTo>
                      <a:pt x="1674" y="2156"/>
                    </a:lnTo>
                    <a:lnTo>
                      <a:pt x="1842" y="2093"/>
                    </a:lnTo>
                    <a:lnTo>
                      <a:pt x="1946" y="2093"/>
                    </a:lnTo>
                    <a:lnTo>
                      <a:pt x="2093" y="2072"/>
                    </a:lnTo>
                    <a:lnTo>
                      <a:pt x="2093" y="2114"/>
                    </a:lnTo>
                    <a:lnTo>
                      <a:pt x="2072" y="2218"/>
                    </a:lnTo>
                    <a:lnTo>
                      <a:pt x="2093" y="2323"/>
                    </a:lnTo>
                    <a:lnTo>
                      <a:pt x="2218" y="2407"/>
                    </a:lnTo>
                    <a:lnTo>
                      <a:pt x="2365" y="2428"/>
                    </a:lnTo>
                    <a:lnTo>
                      <a:pt x="2532" y="2386"/>
                    </a:lnTo>
                    <a:lnTo>
                      <a:pt x="2574" y="2323"/>
                    </a:lnTo>
                    <a:lnTo>
                      <a:pt x="2532" y="2281"/>
                    </a:lnTo>
                    <a:lnTo>
                      <a:pt x="2532" y="2218"/>
                    </a:lnTo>
                    <a:lnTo>
                      <a:pt x="2595" y="2156"/>
                    </a:lnTo>
                    <a:lnTo>
                      <a:pt x="2699" y="2051"/>
                    </a:lnTo>
                    <a:lnTo>
                      <a:pt x="2783" y="2009"/>
                    </a:lnTo>
                    <a:lnTo>
                      <a:pt x="2846" y="2072"/>
                    </a:lnTo>
                    <a:lnTo>
                      <a:pt x="2930" y="2114"/>
                    </a:lnTo>
                    <a:lnTo>
                      <a:pt x="3034" y="2114"/>
                    </a:lnTo>
                    <a:lnTo>
                      <a:pt x="3160" y="2051"/>
                    </a:lnTo>
                    <a:lnTo>
                      <a:pt x="3202" y="1988"/>
                    </a:lnTo>
                    <a:lnTo>
                      <a:pt x="3160" y="1842"/>
                    </a:lnTo>
                    <a:lnTo>
                      <a:pt x="3139" y="1758"/>
                    </a:lnTo>
                    <a:lnTo>
                      <a:pt x="3181" y="1674"/>
                    </a:lnTo>
                    <a:lnTo>
                      <a:pt x="3264" y="1591"/>
                    </a:lnTo>
                    <a:lnTo>
                      <a:pt x="3348" y="1423"/>
                    </a:lnTo>
                    <a:lnTo>
                      <a:pt x="3432" y="1319"/>
                    </a:lnTo>
                    <a:lnTo>
                      <a:pt x="3557" y="1172"/>
                    </a:lnTo>
                    <a:lnTo>
                      <a:pt x="3578" y="1068"/>
                    </a:lnTo>
                    <a:lnTo>
                      <a:pt x="3578" y="1005"/>
                    </a:lnTo>
                    <a:lnTo>
                      <a:pt x="3557" y="900"/>
                    </a:lnTo>
                    <a:lnTo>
                      <a:pt x="3536" y="817"/>
                    </a:lnTo>
                    <a:lnTo>
                      <a:pt x="3557" y="754"/>
                    </a:lnTo>
                    <a:lnTo>
                      <a:pt x="3557" y="712"/>
                    </a:lnTo>
                    <a:lnTo>
                      <a:pt x="3516" y="691"/>
                    </a:lnTo>
                    <a:lnTo>
                      <a:pt x="3348" y="691"/>
                    </a:lnTo>
                    <a:lnTo>
                      <a:pt x="3264" y="607"/>
                    </a:lnTo>
                    <a:lnTo>
                      <a:pt x="3223" y="607"/>
                    </a:lnTo>
                    <a:lnTo>
                      <a:pt x="3034" y="628"/>
                    </a:lnTo>
                    <a:lnTo>
                      <a:pt x="2930" y="607"/>
                    </a:lnTo>
                    <a:lnTo>
                      <a:pt x="2846" y="545"/>
                    </a:lnTo>
                    <a:lnTo>
                      <a:pt x="2741" y="545"/>
                    </a:lnTo>
                    <a:lnTo>
                      <a:pt x="2679" y="503"/>
                    </a:lnTo>
                    <a:lnTo>
                      <a:pt x="2679" y="440"/>
                    </a:lnTo>
                    <a:lnTo>
                      <a:pt x="2637" y="419"/>
                    </a:lnTo>
                    <a:lnTo>
                      <a:pt x="2532" y="482"/>
                    </a:lnTo>
                    <a:lnTo>
                      <a:pt x="2532" y="419"/>
                    </a:lnTo>
                    <a:lnTo>
                      <a:pt x="2532" y="335"/>
                    </a:lnTo>
                    <a:lnTo>
                      <a:pt x="2532" y="293"/>
                    </a:lnTo>
                    <a:lnTo>
                      <a:pt x="2490" y="335"/>
                    </a:lnTo>
                    <a:lnTo>
                      <a:pt x="2469" y="440"/>
                    </a:lnTo>
                    <a:lnTo>
                      <a:pt x="2407" y="482"/>
                    </a:lnTo>
                    <a:lnTo>
                      <a:pt x="2386" y="335"/>
                    </a:lnTo>
                    <a:lnTo>
                      <a:pt x="2344" y="335"/>
                    </a:lnTo>
                    <a:lnTo>
                      <a:pt x="2302" y="398"/>
                    </a:lnTo>
                    <a:lnTo>
                      <a:pt x="2323" y="440"/>
                    </a:lnTo>
                    <a:lnTo>
                      <a:pt x="2302" y="503"/>
                    </a:lnTo>
                    <a:lnTo>
                      <a:pt x="2093" y="503"/>
                    </a:lnTo>
                    <a:lnTo>
                      <a:pt x="2093" y="607"/>
                    </a:lnTo>
                    <a:lnTo>
                      <a:pt x="2072" y="691"/>
                    </a:lnTo>
                    <a:lnTo>
                      <a:pt x="1988" y="670"/>
                    </a:lnTo>
                    <a:lnTo>
                      <a:pt x="1967" y="586"/>
                    </a:lnTo>
                    <a:lnTo>
                      <a:pt x="1925" y="586"/>
                    </a:lnTo>
                    <a:lnTo>
                      <a:pt x="1925" y="670"/>
                    </a:lnTo>
                    <a:lnTo>
                      <a:pt x="1904" y="733"/>
                    </a:lnTo>
                    <a:lnTo>
                      <a:pt x="1883" y="691"/>
                    </a:lnTo>
                    <a:lnTo>
                      <a:pt x="1883" y="607"/>
                    </a:lnTo>
                    <a:lnTo>
                      <a:pt x="1904" y="482"/>
                    </a:lnTo>
                    <a:lnTo>
                      <a:pt x="1904" y="252"/>
                    </a:lnTo>
                    <a:lnTo>
                      <a:pt x="1883" y="168"/>
                    </a:lnTo>
                    <a:lnTo>
                      <a:pt x="1779" y="84"/>
                    </a:lnTo>
                    <a:lnTo>
                      <a:pt x="171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Google Shape;2224;p45"/>
              <p:cNvSpPr/>
              <p:nvPr/>
            </p:nvSpPr>
            <p:spPr>
              <a:xfrm>
                <a:off x="3875625" y="1704850"/>
                <a:ext cx="21475" cy="18350"/>
              </a:xfrm>
              <a:custGeom>
                <a:avLst/>
                <a:gdLst/>
                <a:ahLst/>
                <a:cxnLst/>
                <a:rect l="l" t="t" r="r" b="b"/>
                <a:pathLst>
                  <a:path w="859" h="734" extrusionOk="0">
                    <a:moveTo>
                      <a:pt x="650" y="1"/>
                    </a:moveTo>
                    <a:lnTo>
                      <a:pt x="587" y="43"/>
                    </a:lnTo>
                    <a:lnTo>
                      <a:pt x="419" y="126"/>
                    </a:lnTo>
                    <a:lnTo>
                      <a:pt x="419" y="43"/>
                    </a:lnTo>
                    <a:lnTo>
                      <a:pt x="357" y="43"/>
                    </a:lnTo>
                    <a:lnTo>
                      <a:pt x="273" y="105"/>
                    </a:lnTo>
                    <a:lnTo>
                      <a:pt x="252" y="147"/>
                    </a:lnTo>
                    <a:lnTo>
                      <a:pt x="231" y="210"/>
                    </a:lnTo>
                    <a:lnTo>
                      <a:pt x="126" y="189"/>
                    </a:lnTo>
                    <a:lnTo>
                      <a:pt x="64" y="252"/>
                    </a:lnTo>
                    <a:lnTo>
                      <a:pt x="1" y="315"/>
                    </a:lnTo>
                    <a:lnTo>
                      <a:pt x="64" y="357"/>
                    </a:lnTo>
                    <a:lnTo>
                      <a:pt x="210" y="357"/>
                    </a:lnTo>
                    <a:lnTo>
                      <a:pt x="252" y="461"/>
                    </a:lnTo>
                    <a:lnTo>
                      <a:pt x="273" y="524"/>
                    </a:lnTo>
                    <a:lnTo>
                      <a:pt x="273" y="608"/>
                    </a:lnTo>
                    <a:lnTo>
                      <a:pt x="336" y="629"/>
                    </a:lnTo>
                    <a:lnTo>
                      <a:pt x="273" y="712"/>
                    </a:lnTo>
                    <a:lnTo>
                      <a:pt x="357" y="712"/>
                    </a:lnTo>
                    <a:lnTo>
                      <a:pt x="419" y="733"/>
                    </a:lnTo>
                    <a:lnTo>
                      <a:pt x="440" y="670"/>
                    </a:lnTo>
                    <a:lnTo>
                      <a:pt x="587" y="608"/>
                    </a:lnTo>
                    <a:lnTo>
                      <a:pt x="670" y="608"/>
                    </a:lnTo>
                    <a:lnTo>
                      <a:pt x="754" y="524"/>
                    </a:lnTo>
                    <a:lnTo>
                      <a:pt x="733" y="461"/>
                    </a:lnTo>
                    <a:lnTo>
                      <a:pt x="754" y="315"/>
                    </a:lnTo>
                    <a:lnTo>
                      <a:pt x="796" y="294"/>
                    </a:lnTo>
                    <a:lnTo>
                      <a:pt x="859" y="189"/>
                    </a:lnTo>
                    <a:lnTo>
                      <a:pt x="796" y="105"/>
                    </a:lnTo>
                    <a:lnTo>
                      <a:pt x="733" y="85"/>
                    </a:lnTo>
                    <a:lnTo>
                      <a:pt x="670" y="22"/>
                    </a:lnTo>
                    <a:lnTo>
                      <a:pt x="65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Google Shape;2225;p45"/>
              <p:cNvSpPr/>
              <p:nvPr/>
            </p:nvSpPr>
            <p:spPr>
              <a:xfrm>
                <a:off x="3883475" y="1716375"/>
                <a:ext cx="39275" cy="43425"/>
              </a:xfrm>
              <a:custGeom>
                <a:avLst/>
                <a:gdLst/>
                <a:ahLst/>
                <a:cxnLst/>
                <a:rect l="l" t="t" r="r" b="b"/>
                <a:pathLst>
                  <a:path w="1571" h="1737" extrusionOk="0">
                    <a:moveTo>
                      <a:pt x="796" y="0"/>
                    </a:moveTo>
                    <a:lnTo>
                      <a:pt x="649" y="105"/>
                    </a:lnTo>
                    <a:lnTo>
                      <a:pt x="482" y="251"/>
                    </a:lnTo>
                    <a:lnTo>
                      <a:pt x="377" y="251"/>
                    </a:lnTo>
                    <a:lnTo>
                      <a:pt x="147" y="293"/>
                    </a:lnTo>
                    <a:lnTo>
                      <a:pt x="43" y="398"/>
                    </a:lnTo>
                    <a:lnTo>
                      <a:pt x="1" y="502"/>
                    </a:lnTo>
                    <a:lnTo>
                      <a:pt x="105" y="565"/>
                    </a:lnTo>
                    <a:lnTo>
                      <a:pt x="168" y="670"/>
                    </a:lnTo>
                    <a:lnTo>
                      <a:pt x="273" y="670"/>
                    </a:lnTo>
                    <a:lnTo>
                      <a:pt x="315" y="712"/>
                    </a:lnTo>
                    <a:lnTo>
                      <a:pt x="273" y="795"/>
                    </a:lnTo>
                    <a:lnTo>
                      <a:pt x="273" y="900"/>
                    </a:lnTo>
                    <a:lnTo>
                      <a:pt x="168" y="1046"/>
                    </a:lnTo>
                    <a:lnTo>
                      <a:pt x="147" y="1235"/>
                    </a:lnTo>
                    <a:lnTo>
                      <a:pt x="64" y="1297"/>
                    </a:lnTo>
                    <a:lnTo>
                      <a:pt x="105" y="1402"/>
                    </a:lnTo>
                    <a:lnTo>
                      <a:pt x="43" y="1444"/>
                    </a:lnTo>
                    <a:lnTo>
                      <a:pt x="64" y="1548"/>
                    </a:lnTo>
                    <a:lnTo>
                      <a:pt x="126" y="1548"/>
                    </a:lnTo>
                    <a:lnTo>
                      <a:pt x="210" y="1507"/>
                    </a:lnTo>
                    <a:lnTo>
                      <a:pt x="315" y="1465"/>
                    </a:lnTo>
                    <a:lnTo>
                      <a:pt x="440" y="1402"/>
                    </a:lnTo>
                    <a:lnTo>
                      <a:pt x="524" y="1402"/>
                    </a:lnTo>
                    <a:lnTo>
                      <a:pt x="587" y="1318"/>
                    </a:lnTo>
                    <a:lnTo>
                      <a:pt x="649" y="1193"/>
                    </a:lnTo>
                    <a:lnTo>
                      <a:pt x="691" y="1151"/>
                    </a:lnTo>
                    <a:lnTo>
                      <a:pt x="796" y="1151"/>
                    </a:lnTo>
                    <a:lnTo>
                      <a:pt x="838" y="1130"/>
                    </a:lnTo>
                    <a:lnTo>
                      <a:pt x="838" y="1235"/>
                    </a:lnTo>
                    <a:lnTo>
                      <a:pt x="796" y="1423"/>
                    </a:lnTo>
                    <a:lnTo>
                      <a:pt x="796" y="1548"/>
                    </a:lnTo>
                    <a:lnTo>
                      <a:pt x="754" y="1632"/>
                    </a:lnTo>
                    <a:lnTo>
                      <a:pt x="775" y="1737"/>
                    </a:lnTo>
                    <a:lnTo>
                      <a:pt x="859" y="1737"/>
                    </a:lnTo>
                    <a:lnTo>
                      <a:pt x="942" y="1653"/>
                    </a:lnTo>
                    <a:lnTo>
                      <a:pt x="942" y="1569"/>
                    </a:lnTo>
                    <a:lnTo>
                      <a:pt x="984" y="1465"/>
                    </a:lnTo>
                    <a:lnTo>
                      <a:pt x="1089" y="1423"/>
                    </a:lnTo>
                    <a:lnTo>
                      <a:pt x="1193" y="1402"/>
                    </a:lnTo>
                    <a:lnTo>
                      <a:pt x="1277" y="1151"/>
                    </a:lnTo>
                    <a:lnTo>
                      <a:pt x="1277" y="1046"/>
                    </a:lnTo>
                    <a:lnTo>
                      <a:pt x="1382" y="900"/>
                    </a:lnTo>
                    <a:lnTo>
                      <a:pt x="1507" y="837"/>
                    </a:lnTo>
                    <a:lnTo>
                      <a:pt x="1570" y="795"/>
                    </a:lnTo>
                    <a:lnTo>
                      <a:pt x="1465" y="732"/>
                    </a:lnTo>
                    <a:lnTo>
                      <a:pt x="1403" y="691"/>
                    </a:lnTo>
                    <a:lnTo>
                      <a:pt x="1298" y="628"/>
                    </a:lnTo>
                    <a:lnTo>
                      <a:pt x="1172" y="712"/>
                    </a:lnTo>
                    <a:lnTo>
                      <a:pt x="1089" y="774"/>
                    </a:lnTo>
                    <a:lnTo>
                      <a:pt x="963" y="691"/>
                    </a:lnTo>
                    <a:lnTo>
                      <a:pt x="838" y="565"/>
                    </a:lnTo>
                    <a:lnTo>
                      <a:pt x="796" y="398"/>
                    </a:lnTo>
                    <a:lnTo>
                      <a:pt x="838" y="356"/>
                    </a:lnTo>
                    <a:lnTo>
                      <a:pt x="942" y="314"/>
                    </a:lnTo>
                    <a:lnTo>
                      <a:pt x="942" y="272"/>
                    </a:lnTo>
                    <a:lnTo>
                      <a:pt x="859" y="147"/>
                    </a:lnTo>
                    <a:lnTo>
                      <a:pt x="79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Google Shape;2226;p45"/>
              <p:cNvSpPr/>
              <p:nvPr/>
            </p:nvSpPr>
            <p:spPr>
              <a:xfrm>
                <a:off x="3781475" y="1649925"/>
                <a:ext cx="102550" cy="141275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5651" extrusionOk="0">
                    <a:moveTo>
                      <a:pt x="1988" y="1"/>
                    </a:moveTo>
                    <a:lnTo>
                      <a:pt x="1926" y="22"/>
                    </a:lnTo>
                    <a:lnTo>
                      <a:pt x="1842" y="126"/>
                    </a:lnTo>
                    <a:lnTo>
                      <a:pt x="1884" y="315"/>
                    </a:lnTo>
                    <a:lnTo>
                      <a:pt x="1821" y="419"/>
                    </a:lnTo>
                    <a:lnTo>
                      <a:pt x="1821" y="524"/>
                    </a:lnTo>
                    <a:lnTo>
                      <a:pt x="1800" y="629"/>
                    </a:lnTo>
                    <a:lnTo>
                      <a:pt x="1842" y="649"/>
                    </a:lnTo>
                    <a:lnTo>
                      <a:pt x="1884" y="733"/>
                    </a:lnTo>
                    <a:lnTo>
                      <a:pt x="1884" y="1068"/>
                    </a:lnTo>
                    <a:lnTo>
                      <a:pt x="1884" y="1235"/>
                    </a:lnTo>
                    <a:lnTo>
                      <a:pt x="1926" y="1361"/>
                    </a:lnTo>
                    <a:lnTo>
                      <a:pt x="2030" y="1507"/>
                    </a:lnTo>
                    <a:lnTo>
                      <a:pt x="2030" y="1654"/>
                    </a:lnTo>
                    <a:lnTo>
                      <a:pt x="2135" y="1779"/>
                    </a:lnTo>
                    <a:lnTo>
                      <a:pt x="2135" y="1863"/>
                    </a:lnTo>
                    <a:lnTo>
                      <a:pt x="2051" y="1863"/>
                    </a:lnTo>
                    <a:lnTo>
                      <a:pt x="2009" y="1800"/>
                    </a:lnTo>
                    <a:lnTo>
                      <a:pt x="1926" y="1612"/>
                    </a:lnTo>
                    <a:lnTo>
                      <a:pt x="1842" y="1507"/>
                    </a:lnTo>
                    <a:lnTo>
                      <a:pt x="1800" y="1507"/>
                    </a:lnTo>
                    <a:lnTo>
                      <a:pt x="1716" y="1570"/>
                    </a:lnTo>
                    <a:lnTo>
                      <a:pt x="1675" y="1549"/>
                    </a:lnTo>
                    <a:lnTo>
                      <a:pt x="1675" y="1486"/>
                    </a:lnTo>
                    <a:lnTo>
                      <a:pt x="1737" y="1403"/>
                    </a:lnTo>
                    <a:lnTo>
                      <a:pt x="1779" y="1361"/>
                    </a:lnTo>
                    <a:lnTo>
                      <a:pt x="1779" y="1256"/>
                    </a:lnTo>
                    <a:lnTo>
                      <a:pt x="1695" y="1026"/>
                    </a:lnTo>
                    <a:lnTo>
                      <a:pt x="1695" y="817"/>
                    </a:lnTo>
                    <a:lnTo>
                      <a:pt x="1675" y="733"/>
                    </a:lnTo>
                    <a:lnTo>
                      <a:pt x="1528" y="649"/>
                    </a:lnTo>
                    <a:lnTo>
                      <a:pt x="1465" y="524"/>
                    </a:lnTo>
                    <a:lnTo>
                      <a:pt x="1382" y="503"/>
                    </a:lnTo>
                    <a:lnTo>
                      <a:pt x="1319" y="545"/>
                    </a:lnTo>
                    <a:lnTo>
                      <a:pt x="1319" y="670"/>
                    </a:lnTo>
                    <a:lnTo>
                      <a:pt x="1193" y="838"/>
                    </a:lnTo>
                    <a:lnTo>
                      <a:pt x="1172" y="963"/>
                    </a:lnTo>
                    <a:lnTo>
                      <a:pt x="1193" y="1089"/>
                    </a:lnTo>
                    <a:lnTo>
                      <a:pt x="1256" y="1235"/>
                    </a:lnTo>
                    <a:lnTo>
                      <a:pt x="1277" y="1403"/>
                    </a:lnTo>
                    <a:lnTo>
                      <a:pt x="1214" y="1382"/>
                    </a:lnTo>
                    <a:lnTo>
                      <a:pt x="1172" y="1298"/>
                    </a:lnTo>
                    <a:lnTo>
                      <a:pt x="1151" y="1173"/>
                    </a:lnTo>
                    <a:lnTo>
                      <a:pt x="1172" y="1089"/>
                    </a:lnTo>
                    <a:lnTo>
                      <a:pt x="1110" y="1068"/>
                    </a:lnTo>
                    <a:lnTo>
                      <a:pt x="1068" y="984"/>
                    </a:lnTo>
                    <a:lnTo>
                      <a:pt x="1047" y="984"/>
                    </a:lnTo>
                    <a:lnTo>
                      <a:pt x="984" y="1047"/>
                    </a:lnTo>
                    <a:lnTo>
                      <a:pt x="942" y="1026"/>
                    </a:lnTo>
                    <a:lnTo>
                      <a:pt x="942" y="942"/>
                    </a:lnTo>
                    <a:lnTo>
                      <a:pt x="1047" y="859"/>
                    </a:lnTo>
                    <a:lnTo>
                      <a:pt x="1047" y="838"/>
                    </a:lnTo>
                    <a:lnTo>
                      <a:pt x="984" y="817"/>
                    </a:lnTo>
                    <a:lnTo>
                      <a:pt x="859" y="859"/>
                    </a:lnTo>
                    <a:lnTo>
                      <a:pt x="775" y="921"/>
                    </a:lnTo>
                    <a:lnTo>
                      <a:pt x="691" y="859"/>
                    </a:lnTo>
                    <a:lnTo>
                      <a:pt x="733" y="817"/>
                    </a:lnTo>
                    <a:lnTo>
                      <a:pt x="775" y="775"/>
                    </a:lnTo>
                    <a:lnTo>
                      <a:pt x="796" y="733"/>
                    </a:lnTo>
                    <a:lnTo>
                      <a:pt x="900" y="629"/>
                    </a:lnTo>
                    <a:lnTo>
                      <a:pt x="984" y="629"/>
                    </a:lnTo>
                    <a:lnTo>
                      <a:pt x="1005" y="649"/>
                    </a:lnTo>
                    <a:lnTo>
                      <a:pt x="1089" y="670"/>
                    </a:lnTo>
                    <a:lnTo>
                      <a:pt x="1151" y="608"/>
                    </a:lnTo>
                    <a:lnTo>
                      <a:pt x="1172" y="524"/>
                    </a:lnTo>
                    <a:lnTo>
                      <a:pt x="1089" y="398"/>
                    </a:lnTo>
                    <a:lnTo>
                      <a:pt x="1047" y="336"/>
                    </a:lnTo>
                    <a:lnTo>
                      <a:pt x="900" y="357"/>
                    </a:lnTo>
                    <a:lnTo>
                      <a:pt x="670" y="545"/>
                    </a:lnTo>
                    <a:lnTo>
                      <a:pt x="587" y="566"/>
                    </a:lnTo>
                    <a:lnTo>
                      <a:pt x="545" y="545"/>
                    </a:lnTo>
                    <a:lnTo>
                      <a:pt x="545" y="461"/>
                    </a:lnTo>
                    <a:lnTo>
                      <a:pt x="461" y="419"/>
                    </a:lnTo>
                    <a:lnTo>
                      <a:pt x="419" y="440"/>
                    </a:lnTo>
                    <a:lnTo>
                      <a:pt x="419" y="566"/>
                    </a:lnTo>
                    <a:lnTo>
                      <a:pt x="545" y="712"/>
                    </a:lnTo>
                    <a:lnTo>
                      <a:pt x="524" y="754"/>
                    </a:lnTo>
                    <a:lnTo>
                      <a:pt x="419" y="754"/>
                    </a:lnTo>
                    <a:lnTo>
                      <a:pt x="377" y="649"/>
                    </a:lnTo>
                    <a:lnTo>
                      <a:pt x="315" y="503"/>
                    </a:lnTo>
                    <a:lnTo>
                      <a:pt x="231" y="503"/>
                    </a:lnTo>
                    <a:lnTo>
                      <a:pt x="126" y="608"/>
                    </a:lnTo>
                    <a:lnTo>
                      <a:pt x="147" y="733"/>
                    </a:lnTo>
                    <a:lnTo>
                      <a:pt x="168" y="775"/>
                    </a:lnTo>
                    <a:lnTo>
                      <a:pt x="168" y="880"/>
                    </a:lnTo>
                    <a:lnTo>
                      <a:pt x="147" y="880"/>
                    </a:lnTo>
                    <a:lnTo>
                      <a:pt x="43" y="963"/>
                    </a:lnTo>
                    <a:lnTo>
                      <a:pt x="1" y="984"/>
                    </a:lnTo>
                    <a:lnTo>
                      <a:pt x="1" y="1089"/>
                    </a:lnTo>
                    <a:lnTo>
                      <a:pt x="22" y="1235"/>
                    </a:lnTo>
                    <a:lnTo>
                      <a:pt x="43" y="1361"/>
                    </a:lnTo>
                    <a:lnTo>
                      <a:pt x="147" y="1549"/>
                    </a:lnTo>
                    <a:lnTo>
                      <a:pt x="147" y="1612"/>
                    </a:lnTo>
                    <a:lnTo>
                      <a:pt x="231" y="1591"/>
                    </a:lnTo>
                    <a:lnTo>
                      <a:pt x="273" y="1507"/>
                    </a:lnTo>
                    <a:lnTo>
                      <a:pt x="273" y="1403"/>
                    </a:lnTo>
                    <a:lnTo>
                      <a:pt x="273" y="1298"/>
                    </a:lnTo>
                    <a:lnTo>
                      <a:pt x="335" y="1277"/>
                    </a:lnTo>
                    <a:lnTo>
                      <a:pt x="419" y="1361"/>
                    </a:lnTo>
                    <a:lnTo>
                      <a:pt x="461" y="1298"/>
                    </a:lnTo>
                    <a:lnTo>
                      <a:pt x="482" y="1340"/>
                    </a:lnTo>
                    <a:lnTo>
                      <a:pt x="440" y="1445"/>
                    </a:lnTo>
                    <a:lnTo>
                      <a:pt x="419" y="1591"/>
                    </a:lnTo>
                    <a:lnTo>
                      <a:pt x="377" y="1612"/>
                    </a:lnTo>
                    <a:lnTo>
                      <a:pt x="377" y="1675"/>
                    </a:lnTo>
                    <a:lnTo>
                      <a:pt x="482" y="1779"/>
                    </a:lnTo>
                    <a:lnTo>
                      <a:pt x="482" y="1800"/>
                    </a:lnTo>
                    <a:lnTo>
                      <a:pt x="545" y="1821"/>
                    </a:lnTo>
                    <a:lnTo>
                      <a:pt x="628" y="1821"/>
                    </a:lnTo>
                    <a:lnTo>
                      <a:pt x="649" y="1863"/>
                    </a:lnTo>
                    <a:lnTo>
                      <a:pt x="649" y="1926"/>
                    </a:lnTo>
                    <a:lnTo>
                      <a:pt x="545" y="2010"/>
                    </a:lnTo>
                    <a:lnTo>
                      <a:pt x="482" y="2010"/>
                    </a:lnTo>
                    <a:lnTo>
                      <a:pt x="482" y="1968"/>
                    </a:lnTo>
                    <a:lnTo>
                      <a:pt x="461" y="1905"/>
                    </a:lnTo>
                    <a:lnTo>
                      <a:pt x="315" y="1800"/>
                    </a:lnTo>
                    <a:lnTo>
                      <a:pt x="273" y="1821"/>
                    </a:lnTo>
                    <a:lnTo>
                      <a:pt x="273" y="1884"/>
                    </a:lnTo>
                    <a:lnTo>
                      <a:pt x="335" y="1989"/>
                    </a:lnTo>
                    <a:lnTo>
                      <a:pt x="419" y="2030"/>
                    </a:lnTo>
                    <a:lnTo>
                      <a:pt x="482" y="2093"/>
                    </a:lnTo>
                    <a:lnTo>
                      <a:pt x="482" y="2114"/>
                    </a:lnTo>
                    <a:lnTo>
                      <a:pt x="440" y="2177"/>
                    </a:lnTo>
                    <a:lnTo>
                      <a:pt x="482" y="2240"/>
                    </a:lnTo>
                    <a:lnTo>
                      <a:pt x="587" y="2302"/>
                    </a:lnTo>
                    <a:lnTo>
                      <a:pt x="670" y="2344"/>
                    </a:lnTo>
                    <a:lnTo>
                      <a:pt x="691" y="2428"/>
                    </a:lnTo>
                    <a:lnTo>
                      <a:pt x="775" y="2449"/>
                    </a:lnTo>
                    <a:lnTo>
                      <a:pt x="900" y="2449"/>
                    </a:lnTo>
                    <a:lnTo>
                      <a:pt x="942" y="2491"/>
                    </a:lnTo>
                    <a:lnTo>
                      <a:pt x="879" y="2533"/>
                    </a:lnTo>
                    <a:lnTo>
                      <a:pt x="754" y="2533"/>
                    </a:lnTo>
                    <a:lnTo>
                      <a:pt x="754" y="2637"/>
                    </a:lnTo>
                    <a:lnTo>
                      <a:pt x="796" y="2742"/>
                    </a:lnTo>
                    <a:lnTo>
                      <a:pt x="859" y="2742"/>
                    </a:lnTo>
                    <a:lnTo>
                      <a:pt x="942" y="2763"/>
                    </a:lnTo>
                    <a:lnTo>
                      <a:pt x="1068" y="2909"/>
                    </a:lnTo>
                    <a:lnTo>
                      <a:pt x="1110" y="2972"/>
                    </a:lnTo>
                    <a:lnTo>
                      <a:pt x="1068" y="3035"/>
                    </a:lnTo>
                    <a:lnTo>
                      <a:pt x="1068" y="3077"/>
                    </a:lnTo>
                    <a:lnTo>
                      <a:pt x="1382" y="3077"/>
                    </a:lnTo>
                    <a:lnTo>
                      <a:pt x="1465" y="3014"/>
                    </a:lnTo>
                    <a:lnTo>
                      <a:pt x="1465" y="2930"/>
                    </a:lnTo>
                    <a:lnTo>
                      <a:pt x="1507" y="2805"/>
                    </a:lnTo>
                    <a:lnTo>
                      <a:pt x="1591" y="2763"/>
                    </a:lnTo>
                    <a:lnTo>
                      <a:pt x="1675" y="2805"/>
                    </a:lnTo>
                    <a:lnTo>
                      <a:pt x="1675" y="2721"/>
                    </a:lnTo>
                    <a:lnTo>
                      <a:pt x="1612" y="2616"/>
                    </a:lnTo>
                    <a:lnTo>
                      <a:pt x="1570" y="2512"/>
                    </a:lnTo>
                    <a:lnTo>
                      <a:pt x="1570" y="2386"/>
                    </a:lnTo>
                    <a:lnTo>
                      <a:pt x="1528" y="2302"/>
                    </a:lnTo>
                    <a:lnTo>
                      <a:pt x="1528" y="2219"/>
                    </a:lnTo>
                    <a:lnTo>
                      <a:pt x="1591" y="2198"/>
                    </a:lnTo>
                    <a:lnTo>
                      <a:pt x="1633" y="2219"/>
                    </a:lnTo>
                    <a:lnTo>
                      <a:pt x="1695" y="2323"/>
                    </a:lnTo>
                    <a:lnTo>
                      <a:pt x="1675" y="2344"/>
                    </a:lnTo>
                    <a:lnTo>
                      <a:pt x="1695" y="2428"/>
                    </a:lnTo>
                    <a:lnTo>
                      <a:pt x="1779" y="2344"/>
                    </a:lnTo>
                    <a:lnTo>
                      <a:pt x="1779" y="2282"/>
                    </a:lnTo>
                    <a:lnTo>
                      <a:pt x="1737" y="2093"/>
                    </a:lnTo>
                    <a:lnTo>
                      <a:pt x="1800" y="2010"/>
                    </a:lnTo>
                    <a:lnTo>
                      <a:pt x="1821" y="2010"/>
                    </a:lnTo>
                    <a:lnTo>
                      <a:pt x="1884" y="2093"/>
                    </a:lnTo>
                    <a:lnTo>
                      <a:pt x="1884" y="2219"/>
                    </a:lnTo>
                    <a:lnTo>
                      <a:pt x="1926" y="2282"/>
                    </a:lnTo>
                    <a:lnTo>
                      <a:pt x="1926" y="2344"/>
                    </a:lnTo>
                    <a:lnTo>
                      <a:pt x="1842" y="2428"/>
                    </a:lnTo>
                    <a:lnTo>
                      <a:pt x="1842" y="2491"/>
                    </a:lnTo>
                    <a:lnTo>
                      <a:pt x="1884" y="2637"/>
                    </a:lnTo>
                    <a:lnTo>
                      <a:pt x="1926" y="2658"/>
                    </a:lnTo>
                    <a:lnTo>
                      <a:pt x="2009" y="2637"/>
                    </a:lnTo>
                    <a:lnTo>
                      <a:pt x="2156" y="2491"/>
                    </a:lnTo>
                    <a:lnTo>
                      <a:pt x="2219" y="2344"/>
                    </a:lnTo>
                    <a:lnTo>
                      <a:pt x="2219" y="2240"/>
                    </a:lnTo>
                    <a:lnTo>
                      <a:pt x="2239" y="2177"/>
                    </a:lnTo>
                    <a:lnTo>
                      <a:pt x="2302" y="2198"/>
                    </a:lnTo>
                    <a:lnTo>
                      <a:pt x="2344" y="2282"/>
                    </a:lnTo>
                    <a:lnTo>
                      <a:pt x="2323" y="2407"/>
                    </a:lnTo>
                    <a:lnTo>
                      <a:pt x="2260" y="2512"/>
                    </a:lnTo>
                    <a:lnTo>
                      <a:pt x="2260" y="2595"/>
                    </a:lnTo>
                    <a:lnTo>
                      <a:pt x="2344" y="2637"/>
                    </a:lnTo>
                    <a:lnTo>
                      <a:pt x="2449" y="2616"/>
                    </a:lnTo>
                    <a:lnTo>
                      <a:pt x="2532" y="2533"/>
                    </a:lnTo>
                    <a:lnTo>
                      <a:pt x="2574" y="2533"/>
                    </a:lnTo>
                    <a:lnTo>
                      <a:pt x="2574" y="2595"/>
                    </a:lnTo>
                    <a:lnTo>
                      <a:pt x="2532" y="2637"/>
                    </a:lnTo>
                    <a:lnTo>
                      <a:pt x="2428" y="2658"/>
                    </a:lnTo>
                    <a:lnTo>
                      <a:pt x="2344" y="2763"/>
                    </a:lnTo>
                    <a:lnTo>
                      <a:pt x="2156" y="2763"/>
                    </a:lnTo>
                    <a:lnTo>
                      <a:pt x="2009" y="2826"/>
                    </a:lnTo>
                    <a:lnTo>
                      <a:pt x="1988" y="2867"/>
                    </a:lnTo>
                    <a:lnTo>
                      <a:pt x="2009" y="2951"/>
                    </a:lnTo>
                    <a:lnTo>
                      <a:pt x="1884" y="3014"/>
                    </a:lnTo>
                    <a:lnTo>
                      <a:pt x="1800" y="3118"/>
                    </a:lnTo>
                    <a:lnTo>
                      <a:pt x="1716" y="3181"/>
                    </a:lnTo>
                    <a:lnTo>
                      <a:pt x="1675" y="3181"/>
                    </a:lnTo>
                    <a:lnTo>
                      <a:pt x="1570" y="3244"/>
                    </a:lnTo>
                    <a:lnTo>
                      <a:pt x="1570" y="3328"/>
                    </a:lnTo>
                    <a:lnTo>
                      <a:pt x="1507" y="3349"/>
                    </a:lnTo>
                    <a:lnTo>
                      <a:pt x="1486" y="3265"/>
                    </a:lnTo>
                    <a:lnTo>
                      <a:pt x="1465" y="3223"/>
                    </a:lnTo>
                    <a:lnTo>
                      <a:pt x="1382" y="3265"/>
                    </a:lnTo>
                    <a:lnTo>
                      <a:pt x="1298" y="3286"/>
                    </a:lnTo>
                    <a:lnTo>
                      <a:pt x="1298" y="3349"/>
                    </a:lnTo>
                    <a:lnTo>
                      <a:pt x="1277" y="3390"/>
                    </a:lnTo>
                    <a:lnTo>
                      <a:pt x="1319" y="3579"/>
                    </a:lnTo>
                    <a:lnTo>
                      <a:pt x="1319" y="3704"/>
                    </a:lnTo>
                    <a:lnTo>
                      <a:pt x="1361" y="3746"/>
                    </a:lnTo>
                    <a:lnTo>
                      <a:pt x="1465" y="3746"/>
                    </a:lnTo>
                    <a:lnTo>
                      <a:pt x="1528" y="3704"/>
                    </a:lnTo>
                    <a:lnTo>
                      <a:pt x="1633" y="3683"/>
                    </a:lnTo>
                    <a:lnTo>
                      <a:pt x="1695" y="3662"/>
                    </a:lnTo>
                    <a:lnTo>
                      <a:pt x="1779" y="3662"/>
                    </a:lnTo>
                    <a:lnTo>
                      <a:pt x="1842" y="3642"/>
                    </a:lnTo>
                    <a:lnTo>
                      <a:pt x="1926" y="3537"/>
                    </a:lnTo>
                    <a:lnTo>
                      <a:pt x="1988" y="3537"/>
                    </a:lnTo>
                    <a:lnTo>
                      <a:pt x="2009" y="3495"/>
                    </a:lnTo>
                    <a:lnTo>
                      <a:pt x="2114" y="3495"/>
                    </a:lnTo>
                    <a:lnTo>
                      <a:pt x="2135" y="3537"/>
                    </a:lnTo>
                    <a:lnTo>
                      <a:pt x="2428" y="3537"/>
                    </a:lnTo>
                    <a:lnTo>
                      <a:pt x="2470" y="3474"/>
                    </a:lnTo>
                    <a:lnTo>
                      <a:pt x="2553" y="3432"/>
                    </a:lnTo>
                    <a:lnTo>
                      <a:pt x="2616" y="3432"/>
                    </a:lnTo>
                    <a:lnTo>
                      <a:pt x="2616" y="3495"/>
                    </a:lnTo>
                    <a:lnTo>
                      <a:pt x="2553" y="3537"/>
                    </a:lnTo>
                    <a:lnTo>
                      <a:pt x="2532" y="3600"/>
                    </a:lnTo>
                    <a:lnTo>
                      <a:pt x="2449" y="3600"/>
                    </a:lnTo>
                    <a:lnTo>
                      <a:pt x="2407" y="3642"/>
                    </a:lnTo>
                    <a:lnTo>
                      <a:pt x="2239" y="3642"/>
                    </a:lnTo>
                    <a:lnTo>
                      <a:pt x="2135" y="3683"/>
                    </a:lnTo>
                    <a:lnTo>
                      <a:pt x="1947" y="3767"/>
                    </a:lnTo>
                    <a:lnTo>
                      <a:pt x="1884" y="3767"/>
                    </a:lnTo>
                    <a:lnTo>
                      <a:pt x="1800" y="3788"/>
                    </a:lnTo>
                    <a:lnTo>
                      <a:pt x="1800" y="3809"/>
                    </a:lnTo>
                    <a:lnTo>
                      <a:pt x="1905" y="3872"/>
                    </a:lnTo>
                    <a:lnTo>
                      <a:pt x="2051" y="3893"/>
                    </a:lnTo>
                    <a:lnTo>
                      <a:pt x="2135" y="3893"/>
                    </a:lnTo>
                    <a:lnTo>
                      <a:pt x="2239" y="3976"/>
                    </a:lnTo>
                    <a:lnTo>
                      <a:pt x="2239" y="4018"/>
                    </a:lnTo>
                    <a:lnTo>
                      <a:pt x="2030" y="4018"/>
                    </a:lnTo>
                    <a:lnTo>
                      <a:pt x="1947" y="4060"/>
                    </a:lnTo>
                    <a:lnTo>
                      <a:pt x="1905" y="4018"/>
                    </a:lnTo>
                    <a:lnTo>
                      <a:pt x="1800" y="3997"/>
                    </a:lnTo>
                    <a:lnTo>
                      <a:pt x="1779" y="4060"/>
                    </a:lnTo>
                    <a:lnTo>
                      <a:pt x="1737" y="4060"/>
                    </a:lnTo>
                    <a:lnTo>
                      <a:pt x="1695" y="3997"/>
                    </a:lnTo>
                    <a:lnTo>
                      <a:pt x="1633" y="3914"/>
                    </a:lnTo>
                    <a:lnTo>
                      <a:pt x="1570" y="3893"/>
                    </a:lnTo>
                    <a:lnTo>
                      <a:pt x="1423" y="3997"/>
                    </a:lnTo>
                    <a:lnTo>
                      <a:pt x="1423" y="4018"/>
                    </a:lnTo>
                    <a:lnTo>
                      <a:pt x="1486" y="4102"/>
                    </a:lnTo>
                    <a:lnTo>
                      <a:pt x="1507" y="4165"/>
                    </a:lnTo>
                    <a:lnTo>
                      <a:pt x="1486" y="4227"/>
                    </a:lnTo>
                    <a:lnTo>
                      <a:pt x="1507" y="4227"/>
                    </a:lnTo>
                    <a:lnTo>
                      <a:pt x="1486" y="4290"/>
                    </a:lnTo>
                    <a:lnTo>
                      <a:pt x="1507" y="4332"/>
                    </a:lnTo>
                    <a:lnTo>
                      <a:pt x="1591" y="4395"/>
                    </a:lnTo>
                    <a:lnTo>
                      <a:pt x="1591" y="4437"/>
                    </a:lnTo>
                    <a:lnTo>
                      <a:pt x="1612" y="4499"/>
                    </a:lnTo>
                    <a:lnTo>
                      <a:pt x="1633" y="4478"/>
                    </a:lnTo>
                    <a:lnTo>
                      <a:pt x="1716" y="4541"/>
                    </a:lnTo>
                    <a:lnTo>
                      <a:pt x="1716" y="4604"/>
                    </a:lnTo>
                    <a:lnTo>
                      <a:pt x="1779" y="4688"/>
                    </a:lnTo>
                    <a:lnTo>
                      <a:pt x="1800" y="4646"/>
                    </a:lnTo>
                    <a:lnTo>
                      <a:pt x="1884" y="4688"/>
                    </a:lnTo>
                    <a:lnTo>
                      <a:pt x="1926" y="4751"/>
                    </a:lnTo>
                    <a:lnTo>
                      <a:pt x="1988" y="4792"/>
                    </a:lnTo>
                    <a:lnTo>
                      <a:pt x="1988" y="4855"/>
                    </a:lnTo>
                    <a:lnTo>
                      <a:pt x="2114" y="4960"/>
                    </a:lnTo>
                    <a:lnTo>
                      <a:pt x="2239" y="4918"/>
                    </a:lnTo>
                    <a:lnTo>
                      <a:pt x="2260" y="4834"/>
                    </a:lnTo>
                    <a:lnTo>
                      <a:pt x="2323" y="4834"/>
                    </a:lnTo>
                    <a:lnTo>
                      <a:pt x="2344" y="4897"/>
                    </a:lnTo>
                    <a:lnTo>
                      <a:pt x="2428" y="4855"/>
                    </a:lnTo>
                    <a:lnTo>
                      <a:pt x="2449" y="4897"/>
                    </a:lnTo>
                    <a:lnTo>
                      <a:pt x="2449" y="4960"/>
                    </a:lnTo>
                    <a:lnTo>
                      <a:pt x="2407" y="5023"/>
                    </a:lnTo>
                    <a:lnTo>
                      <a:pt x="2344" y="5023"/>
                    </a:lnTo>
                    <a:lnTo>
                      <a:pt x="2239" y="5106"/>
                    </a:lnTo>
                    <a:lnTo>
                      <a:pt x="2239" y="5148"/>
                    </a:lnTo>
                    <a:lnTo>
                      <a:pt x="2428" y="5336"/>
                    </a:lnTo>
                    <a:lnTo>
                      <a:pt x="2470" y="5357"/>
                    </a:lnTo>
                    <a:lnTo>
                      <a:pt x="2532" y="5420"/>
                    </a:lnTo>
                    <a:lnTo>
                      <a:pt x="2512" y="5567"/>
                    </a:lnTo>
                    <a:lnTo>
                      <a:pt x="2532" y="5650"/>
                    </a:lnTo>
                    <a:lnTo>
                      <a:pt x="2574" y="5650"/>
                    </a:lnTo>
                    <a:lnTo>
                      <a:pt x="2616" y="5587"/>
                    </a:lnTo>
                    <a:lnTo>
                      <a:pt x="2658" y="5567"/>
                    </a:lnTo>
                    <a:lnTo>
                      <a:pt x="2721" y="5650"/>
                    </a:lnTo>
                    <a:lnTo>
                      <a:pt x="2784" y="5629"/>
                    </a:lnTo>
                    <a:lnTo>
                      <a:pt x="2867" y="5525"/>
                    </a:lnTo>
                    <a:lnTo>
                      <a:pt x="2888" y="5420"/>
                    </a:lnTo>
                    <a:lnTo>
                      <a:pt x="2930" y="5357"/>
                    </a:lnTo>
                    <a:lnTo>
                      <a:pt x="2930" y="5315"/>
                    </a:lnTo>
                    <a:lnTo>
                      <a:pt x="2867" y="5148"/>
                    </a:lnTo>
                    <a:lnTo>
                      <a:pt x="2846" y="5023"/>
                    </a:lnTo>
                    <a:lnTo>
                      <a:pt x="2888" y="4939"/>
                    </a:lnTo>
                    <a:lnTo>
                      <a:pt x="2951" y="4855"/>
                    </a:lnTo>
                    <a:lnTo>
                      <a:pt x="2951" y="4499"/>
                    </a:lnTo>
                    <a:lnTo>
                      <a:pt x="2972" y="4395"/>
                    </a:lnTo>
                    <a:lnTo>
                      <a:pt x="2972" y="4311"/>
                    </a:lnTo>
                    <a:lnTo>
                      <a:pt x="3056" y="4227"/>
                    </a:lnTo>
                    <a:lnTo>
                      <a:pt x="3056" y="4206"/>
                    </a:lnTo>
                    <a:lnTo>
                      <a:pt x="2972" y="4165"/>
                    </a:lnTo>
                    <a:lnTo>
                      <a:pt x="3056" y="4060"/>
                    </a:lnTo>
                    <a:lnTo>
                      <a:pt x="3181" y="4081"/>
                    </a:lnTo>
                    <a:lnTo>
                      <a:pt x="3202" y="4081"/>
                    </a:lnTo>
                    <a:lnTo>
                      <a:pt x="3244" y="3976"/>
                    </a:lnTo>
                    <a:lnTo>
                      <a:pt x="3244" y="3809"/>
                    </a:lnTo>
                    <a:lnTo>
                      <a:pt x="3265" y="3683"/>
                    </a:lnTo>
                    <a:lnTo>
                      <a:pt x="3265" y="3558"/>
                    </a:lnTo>
                    <a:lnTo>
                      <a:pt x="3181" y="3432"/>
                    </a:lnTo>
                    <a:lnTo>
                      <a:pt x="3181" y="3286"/>
                    </a:lnTo>
                    <a:lnTo>
                      <a:pt x="3244" y="3265"/>
                    </a:lnTo>
                    <a:lnTo>
                      <a:pt x="3348" y="3328"/>
                    </a:lnTo>
                    <a:lnTo>
                      <a:pt x="3390" y="3223"/>
                    </a:lnTo>
                    <a:lnTo>
                      <a:pt x="3369" y="3181"/>
                    </a:lnTo>
                    <a:lnTo>
                      <a:pt x="3369" y="3056"/>
                    </a:lnTo>
                    <a:lnTo>
                      <a:pt x="3390" y="2951"/>
                    </a:lnTo>
                    <a:lnTo>
                      <a:pt x="3369" y="2742"/>
                    </a:lnTo>
                    <a:lnTo>
                      <a:pt x="3348" y="2616"/>
                    </a:lnTo>
                    <a:lnTo>
                      <a:pt x="3369" y="2554"/>
                    </a:lnTo>
                    <a:lnTo>
                      <a:pt x="3495" y="2449"/>
                    </a:lnTo>
                    <a:lnTo>
                      <a:pt x="3495" y="2386"/>
                    </a:lnTo>
                    <a:lnTo>
                      <a:pt x="3474" y="2323"/>
                    </a:lnTo>
                    <a:lnTo>
                      <a:pt x="3474" y="2282"/>
                    </a:lnTo>
                    <a:lnTo>
                      <a:pt x="3579" y="2282"/>
                    </a:lnTo>
                    <a:lnTo>
                      <a:pt x="3725" y="2135"/>
                    </a:lnTo>
                    <a:lnTo>
                      <a:pt x="3830" y="2135"/>
                    </a:lnTo>
                    <a:lnTo>
                      <a:pt x="3934" y="2114"/>
                    </a:lnTo>
                    <a:lnTo>
                      <a:pt x="3997" y="2219"/>
                    </a:lnTo>
                    <a:lnTo>
                      <a:pt x="4039" y="2198"/>
                    </a:lnTo>
                    <a:lnTo>
                      <a:pt x="4081" y="2114"/>
                    </a:lnTo>
                    <a:lnTo>
                      <a:pt x="4102" y="2072"/>
                    </a:lnTo>
                    <a:lnTo>
                      <a:pt x="4102" y="1926"/>
                    </a:lnTo>
                    <a:lnTo>
                      <a:pt x="4018" y="1905"/>
                    </a:lnTo>
                    <a:lnTo>
                      <a:pt x="3767" y="1821"/>
                    </a:lnTo>
                    <a:lnTo>
                      <a:pt x="3662" y="1779"/>
                    </a:lnTo>
                    <a:lnTo>
                      <a:pt x="3495" y="1612"/>
                    </a:lnTo>
                    <a:lnTo>
                      <a:pt x="3411" y="1570"/>
                    </a:lnTo>
                    <a:lnTo>
                      <a:pt x="3286" y="1382"/>
                    </a:lnTo>
                    <a:lnTo>
                      <a:pt x="3244" y="1361"/>
                    </a:lnTo>
                    <a:lnTo>
                      <a:pt x="3097" y="1361"/>
                    </a:lnTo>
                    <a:lnTo>
                      <a:pt x="3056" y="1277"/>
                    </a:lnTo>
                    <a:lnTo>
                      <a:pt x="3056" y="1193"/>
                    </a:lnTo>
                    <a:lnTo>
                      <a:pt x="2972" y="942"/>
                    </a:lnTo>
                    <a:lnTo>
                      <a:pt x="2888" y="733"/>
                    </a:lnTo>
                    <a:lnTo>
                      <a:pt x="2742" y="608"/>
                    </a:lnTo>
                    <a:lnTo>
                      <a:pt x="2658" y="670"/>
                    </a:lnTo>
                    <a:lnTo>
                      <a:pt x="2637" y="775"/>
                    </a:lnTo>
                    <a:lnTo>
                      <a:pt x="2658" y="984"/>
                    </a:lnTo>
                    <a:lnTo>
                      <a:pt x="2658" y="1131"/>
                    </a:lnTo>
                    <a:lnTo>
                      <a:pt x="2574" y="1193"/>
                    </a:lnTo>
                    <a:lnTo>
                      <a:pt x="2553" y="1173"/>
                    </a:lnTo>
                    <a:lnTo>
                      <a:pt x="2553" y="1131"/>
                    </a:lnTo>
                    <a:lnTo>
                      <a:pt x="2553" y="963"/>
                    </a:lnTo>
                    <a:lnTo>
                      <a:pt x="2553" y="733"/>
                    </a:lnTo>
                    <a:lnTo>
                      <a:pt x="2616" y="670"/>
                    </a:lnTo>
                    <a:lnTo>
                      <a:pt x="2616" y="545"/>
                    </a:lnTo>
                    <a:lnTo>
                      <a:pt x="2553" y="419"/>
                    </a:lnTo>
                    <a:lnTo>
                      <a:pt x="2449" y="231"/>
                    </a:lnTo>
                    <a:lnTo>
                      <a:pt x="2344" y="189"/>
                    </a:lnTo>
                    <a:lnTo>
                      <a:pt x="2260" y="231"/>
                    </a:lnTo>
                    <a:lnTo>
                      <a:pt x="2219" y="315"/>
                    </a:lnTo>
                    <a:lnTo>
                      <a:pt x="2156" y="294"/>
                    </a:lnTo>
                    <a:lnTo>
                      <a:pt x="2135" y="147"/>
                    </a:lnTo>
                    <a:lnTo>
                      <a:pt x="203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227" name="Google Shape;2227;p45"/>
            <p:cNvSpPr/>
            <p:nvPr/>
          </p:nvSpPr>
          <p:spPr>
            <a:xfrm>
              <a:off x="4614379" y="2777935"/>
              <a:ext cx="83472" cy="139700"/>
            </a:xfrm>
            <a:custGeom>
              <a:avLst/>
              <a:gdLst/>
              <a:ahLst/>
              <a:cxnLst/>
              <a:rect l="l" t="t" r="r" b="b"/>
              <a:pathLst>
                <a:path w="7010" h="12284" extrusionOk="0">
                  <a:moveTo>
                    <a:pt x="4122" y="1"/>
                  </a:moveTo>
                  <a:lnTo>
                    <a:pt x="4122" y="43"/>
                  </a:lnTo>
                  <a:lnTo>
                    <a:pt x="4080" y="126"/>
                  </a:lnTo>
                  <a:lnTo>
                    <a:pt x="4017" y="126"/>
                  </a:lnTo>
                  <a:lnTo>
                    <a:pt x="3996" y="147"/>
                  </a:lnTo>
                  <a:lnTo>
                    <a:pt x="4059" y="231"/>
                  </a:lnTo>
                  <a:lnTo>
                    <a:pt x="4080" y="357"/>
                  </a:lnTo>
                  <a:lnTo>
                    <a:pt x="4289" y="671"/>
                  </a:lnTo>
                  <a:lnTo>
                    <a:pt x="4331" y="796"/>
                  </a:lnTo>
                  <a:lnTo>
                    <a:pt x="4331" y="1005"/>
                  </a:lnTo>
                  <a:lnTo>
                    <a:pt x="4310" y="1089"/>
                  </a:lnTo>
                  <a:lnTo>
                    <a:pt x="4373" y="1277"/>
                  </a:lnTo>
                  <a:lnTo>
                    <a:pt x="4415" y="1382"/>
                  </a:lnTo>
                  <a:lnTo>
                    <a:pt x="4415" y="1424"/>
                  </a:lnTo>
                  <a:lnTo>
                    <a:pt x="4373" y="1424"/>
                  </a:lnTo>
                  <a:lnTo>
                    <a:pt x="4289" y="1528"/>
                  </a:lnTo>
                  <a:lnTo>
                    <a:pt x="4310" y="1633"/>
                  </a:lnTo>
                  <a:lnTo>
                    <a:pt x="4373" y="1738"/>
                  </a:lnTo>
                  <a:lnTo>
                    <a:pt x="4394" y="1800"/>
                  </a:lnTo>
                  <a:lnTo>
                    <a:pt x="4457" y="1821"/>
                  </a:lnTo>
                  <a:lnTo>
                    <a:pt x="4478" y="1905"/>
                  </a:lnTo>
                  <a:lnTo>
                    <a:pt x="4457" y="1926"/>
                  </a:lnTo>
                  <a:lnTo>
                    <a:pt x="4457" y="2010"/>
                  </a:lnTo>
                  <a:lnTo>
                    <a:pt x="4394" y="2051"/>
                  </a:lnTo>
                  <a:lnTo>
                    <a:pt x="4206" y="2031"/>
                  </a:lnTo>
                  <a:lnTo>
                    <a:pt x="4017" y="1926"/>
                  </a:lnTo>
                  <a:lnTo>
                    <a:pt x="3955" y="1947"/>
                  </a:lnTo>
                  <a:lnTo>
                    <a:pt x="3892" y="2031"/>
                  </a:lnTo>
                  <a:lnTo>
                    <a:pt x="3913" y="2093"/>
                  </a:lnTo>
                  <a:lnTo>
                    <a:pt x="3976" y="2093"/>
                  </a:lnTo>
                  <a:lnTo>
                    <a:pt x="4080" y="2156"/>
                  </a:lnTo>
                  <a:lnTo>
                    <a:pt x="4080" y="2219"/>
                  </a:lnTo>
                  <a:lnTo>
                    <a:pt x="4017" y="2261"/>
                  </a:lnTo>
                  <a:lnTo>
                    <a:pt x="3976" y="2365"/>
                  </a:lnTo>
                  <a:lnTo>
                    <a:pt x="3892" y="2407"/>
                  </a:lnTo>
                  <a:lnTo>
                    <a:pt x="3871" y="2449"/>
                  </a:lnTo>
                  <a:lnTo>
                    <a:pt x="3787" y="2470"/>
                  </a:lnTo>
                  <a:lnTo>
                    <a:pt x="3745" y="2575"/>
                  </a:lnTo>
                  <a:lnTo>
                    <a:pt x="3766" y="2679"/>
                  </a:lnTo>
                  <a:lnTo>
                    <a:pt x="3766" y="2847"/>
                  </a:lnTo>
                  <a:lnTo>
                    <a:pt x="3787" y="2930"/>
                  </a:lnTo>
                  <a:lnTo>
                    <a:pt x="3871" y="2930"/>
                  </a:lnTo>
                  <a:lnTo>
                    <a:pt x="3976" y="2993"/>
                  </a:lnTo>
                  <a:lnTo>
                    <a:pt x="4059" y="3077"/>
                  </a:lnTo>
                  <a:lnTo>
                    <a:pt x="4122" y="3286"/>
                  </a:lnTo>
                  <a:lnTo>
                    <a:pt x="4164" y="3495"/>
                  </a:lnTo>
                  <a:lnTo>
                    <a:pt x="4122" y="3516"/>
                  </a:lnTo>
                  <a:lnTo>
                    <a:pt x="4185" y="3621"/>
                  </a:lnTo>
                  <a:lnTo>
                    <a:pt x="4289" y="3684"/>
                  </a:lnTo>
                  <a:lnTo>
                    <a:pt x="4415" y="3516"/>
                  </a:lnTo>
                  <a:lnTo>
                    <a:pt x="4478" y="3412"/>
                  </a:lnTo>
                  <a:lnTo>
                    <a:pt x="4478" y="3349"/>
                  </a:lnTo>
                  <a:lnTo>
                    <a:pt x="4520" y="3286"/>
                  </a:lnTo>
                  <a:lnTo>
                    <a:pt x="4540" y="3286"/>
                  </a:lnTo>
                  <a:cubicBezTo>
                    <a:pt x="4624" y="3370"/>
                    <a:pt x="4708" y="3453"/>
                    <a:pt x="4729" y="3558"/>
                  </a:cubicBezTo>
                  <a:lnTo>
                    <a:pt x="4729" y="3579"/>
                  </a:lnTo>
                  <a:lnTo>
                    <a:pt x="4687" y="3704"/>
                  </a:lnTo>
                  <a:lnTo>
                    <a:pt x="4687" y="3809"/>
                  </a:lnTo>
                  <a:lnTo>
                    <a:pt x="4729" y="3872"/>
                  </a:lnTo>
                  <a:lnTo>
                    <a:pt x="4792" y="3830"/>
                  </a:lnTo>
                  <a:lnTo>
                    <a:pt x="4917" y="3725"/>
                  </a:lnTo>
                  <a:lnTo>
                    <a:pt x="4980" y="3872"/>
                  </a:lnTo>
                  <a:lnTo>
                    <a:pt x="4917" y="3976"/>
                  </a:lnTo>
                  <a:lnTo>
                    <a:pt x="4833" y="4018"/>
                  </a:lnTo>
                  <a:lnTo>
                    <a:pt x="4771" y="3976"/>
                  </a:lnTo>
                  <a:lnTo>
                    <a:pt x="4792" y="4102"/>
                  </a:lnTo>
                  <a:lnTo>
                    <a:pt x="4729" y="4144"/>
                  </a:lnTo>
                  <a:lnTo>
                    <a:pt x="4666" y="4123"/>
                  </a:lnTo>
                  <a:lnTo>
                    <a:pt x="4624" y="4018"/>
                  </a:lnTo>
                  <a:lnTo>
                    <a:pt x="4603" y="3914"/>
                  </a:lnTo>
                  <a:lnTo>
                    <a:pt x="4582" y="3872"/>
                  </a:lnTo>
                  <a:lnTo>
                    <a:pt x="4499" y="3893"/>
                  </a:lnTo>
                  <a:lnTo>
                    <a:pt x="4457" y="3872"/>
                  </a:lnTo>
                  <a:lnTo>
                    <a:pt x="4415" y="3976"/>
                  </a:lnTo>
                  <a:lnTo>
                    <a:pt x="4478" y="4123"/>
                  </a:lnTo>
                  <a:lnTo>
                    <a:pt x="4478" y="4228"/>
                  </a:lnTo>
                  <a:lnTo>
                    <a:pt x="4394" y="4248"/>
                  </a:lnTo>
                  <a:lnTo>
                    <a:pt x="4310" y="4353"/>
                  </a:lnTo>
                  <a:lnTo>
                    <a:pt x="4310" y="4416"/>
                  </a:lnTo>
                  <a:lnTo>
                    <a:pt x="4457" y="4562"/>
                  </a:lnTo>
                  <a:lnTo>
                    <a:pt x="4499" y="4646"/>
                  </a:lnTo>
                  <a:lnTo>
                    <a:pt x="4457" y="4813"/>
                  </a:lnTo>
                  <a:lnTo>
                    <a:pt x="4373" y="4855"/>
                  </a:lnTo>
                  <a:lnTo>
                    <a:pt x="4289" y="4834"/>
                  </a:lnTo>
                  <a:lnTo>
                    <a:pt x="4268" y="4876"/>
                  </a:lnTo>
                  <a:lnTo>
                    <a:pt x="4352" y="4981"/>
                  </a:lnTo>
                  <a:lnTo>
                    <a:pt x="4415" y="4960"/>
                  </a:lnTo>
                  <a:lnTo>
                    <a:pt x="4499" y="4876"/>
                  </a:lnTo>
                  <a:lnTo>
                    <a:pt x="4603" y="5148"/>
                  </a:lnTo>
                  <a:lnTo>
                    <a:pt x="4666" y="5441"/>
                  </a:lnTo>
                  <a:lnTo>
                    <a:pt x="4624" y="5588"/>
                  </a:lnTo>
                  <a:lnTo>
                    <a:pt x="4624" y="5860"/>
                  </a:lnTo>
                  <a:lnTo>
                    <a:pt x="4520" y="6236"/>
                  </a:lnTo>
                  <a:lnTo>
                    <a:pt x="4561" y="6404"/>
                  </a:lnTo>
                  <a:lnTo>
                    <a:pt x="4499" y="6592"/>
                  </a:lnTo>
                  <a:lnTo>
                    <a:pt x="4373" y="6655"/>
                  </a:lnTo>
                  <a:lnTo>
                    <a:pt x="4310" y="6843"/>
                  </a:lnTo>
                  <a:lnTo>
                    <a:pt x="4310" y="7031"/>
                  </a:lnTo>
                  <a:lnTo>
                    <a:pt x="4248" y="7136"/>
                  </a:lnTo>
                  <a:lnTo>
                    <a:pt x="4206" y="7241"/>
                  </a:lnTo>
                  <a:lnTo>
                    <a:pt x="4080" y="7366"/>
                  </a:lnTo>
                  <a:lnTo>
                    <a:pt x="3829" y="7533"/>
                  </a:lnTo>
                  <a:lnTo>
                    <a:pt x="3724" y="7554"/>
                  </a:lnTo>
                  <a:lnTo>
                    <a:pt x="3662" y="7659"/>
                  </a:lnTo>
                  <a:lnTo>
                    <a:pt x="3536" y="7575"/>
                  </a:lnTo>
                  <a:lnTo>
                    <a:pt x="3411" y="7429"/>
                  </a:lnTo>
                  <a:lnTo>
                    <a:pt x="3411" y="7345"/>
                  </a:lnTo>
                  <a:lnTo>
                    <a:pt x="3452" y="7324"/>
                  </a:lnTo>
                  <a:lnTo>
                    <a:pt x="3515" y="7220"/>
                  </a:lnTo>
                  <a:lnTo>
                    <a:pt x="3515" y="7157"/>
                  </a:lnTo>
                  <a:lnTo>
                    <a:pt x="3578" y="7073"/>
                  </a:lnTo>
                  <a:lnTo>
                    <a:pt x="3578" y="7052"/>
                  </a:lnTo>
                  <a:lnTo>
                    <a:pt x="3452" y="7073"/>
                  </a:lnTo>
                  <a:lnTo>
                    <a:pt x="3348" y="7178"/>
                  </a:lnTo>
                  <a:lnTo>
                    <a:pt x="3222" y="7241"/>
                  </a:lnTo>
                  <a:lnTo>
                    <a:pt x="3201" y="7345"/>
                  </a:lnTo>
                  <a:lnTo>
                    <a:pt x="3264" y="7471"/>
                  </a:lnTo>
                  <a:lnTo>
                    <a:pt x="3306" y="7722"/>
                  </a:lnTo>
                  <a:lnTo>
                    <a:pt x="3264" y="7868"/>
                  </a:lnTo>
                  <a:lnTo>
                    <a:pt x="3139" y="7994"/>
                  </a:lnTo>
                  <a:lnTo>
                    <a:pt x="3139" y="8077"/>
                  </a:lnTo>
                  <a:lnTo>
                    <a:pt x="3076" y="8119"/>
                  </a:lnTo>
                  <a:lnTo>
                    <a:pt x="3055" y="8329"/>
                  </a:lnTo>
                  <a:lnTo>
                    <a:pt x="3118" y="8391"/>
                  </a:lnTo>
                  <a:lnTo>
                    <a:pt x="3118" y="8475"/>
                  </a:lnTo>
                  <a:lnTo>
                    <a:pt x="3076" y="8496"/>
                  </a:lnTo>
                  <a:lnTo>
                    <a:pt x="3118" y="8517"/>
                  </a:lnTo>
                  <a:lnTo>
                    <a:pt x="3076" y="8601"/>
                  </a:lnTo>
                  <a:lnTo>
                    <a:pt x="3034" y="8601"/>
                  </a:lnTo>
                  <a:lnTo>
                    <a:pt x="3055" y="8642"/>
                  </a:lnTo>
                  <a:lnTo>
                    <a:pt x="2992" y="8684"/>
                  </a:lnTo>
                  <a:lnTo>
                    <a:pt x="2929" y="8621"/>
                  </a:lnTo>
                  <a:lnTo>
                    <a:pt x="2846" y="8684"/>
                  </a:lnTo>
                  <a:lnTo>
                    <a:pt x="2804" y="8642"/>
                  </a:lnTo>
                  <a:lnTo>
                    <a:pt x="2762" y="8517"/>
                  </a:lnTo>
                  <a:lnTo>
                    <a:pt x="2741" y="8496"/>
                  </a:lnTo>
                  <a:lnTo>
                    <a:pt x="2657" y="8538"/>
                  </a:lnTo>
                  <a:lnTo>
                    <a:pt x="2595" y="8538"/>
                  </a:lnTo>
                  <a:lnTo>
                    <a:pt x="2553" y="8517"/>
                  </a:lnTo>
                  <a:lnTo>
                    <a:pt x="2302" y="8601"/>
                  </a:lnTo>
                  <a:lnTo>
                    <a:pt x="2176" y="8642"/>
                  </a:lnTo>
                  <a:lnTo>
                    <a:pt x="2030" y="8705"/>
                  </a:lnTo>
                  <a:lnTo>
                    <a:pt x="1883" y="8705"/>
                  </a:lnTo>
                  <a:lnTo>
                    <a:pt x="1758" y="8747"/>
                  </a:lnTo>
                  <a:lnTo>
                    <a:pt x="1695" y="8726"/>
                  </a:lnTo>
                  <a:lnTo>
                    <a:pt x="1569" y="8747"/>
                  </a:lnTo>
                  <a:lnTo>
                    <a:pt x="1360" y="8914"/>
                  </a:lnTo>
                  <a:lnTo>
                    <a:pt x="1297" y="9040"/>
                  </a:lnTo>
                  <a:lnTo>
                    <a:pt x="1235" y="9082"/>
                  </a:lnTo>
                  <a:lnTo>
                    <a:pt x="1193" y="9165"/>
                  </a:lnTo>
                  <a:lnTo>
                    <a:pt x="1046" y="9354"/>
                  </a:lnTo>
                  <a:lnTo>
                    <a:pt x="942" y="9375"/>
                  </a:lnTo>
                  <a:lnTo>
                    <a:pt x="858" y="9479"/>
                  </a:lnTo>
                  <a:lnTo>
                    <a:pt x="837" y="9563"/>
                  </a:lnTo>
                  <a:lnTo>
                    <a:pt x="753" y="9647"/>
                  </a:lnTo>
                  <a:lnTo>
                    <a:pt x="607" y="9668"/>
                  </a:lnTo>
                  <a:lnTo>
                    <a:pt x="544" y="9751"/>
                  </a:lnTo>
                  <a:lnTo>
                    <a:pt x="565" y="9940"/>
                  </a:lnTo>
                  <a:lnTo>
                    <a:pt x="628" y="9961"/>
                  </a:lnTo>
                  <a:lnTo>
                    <a:pt x="649" y="10002"/>
                  </a:lnTo>
                  <a:lnTo>
                    <a:pt x="628" y="10065"/>
                  </a:lnTo>
                  <a:lnTo>
                    <a:pt x="607" y="10044"/>
                  </a:lnTo>
                  <a:lnTo>
                    <a:pt x="481" y="10149"/>
                  </a:lnTo>
                  <a:lnTo>
                    <a:pt x="439" y="10212"/>
                  </a:lnTo>
                  <a:lnTo>
                    <a:pt x="377" y="10274"/>
                  </a:lnTo>
                  <a:lnTo>
                    <a:pt x="272" y="10379"/>
                  </a:lnTo>
                  <a:lnTo>
                    <a:pt x="209" y="10463"/>
                  </a:lnTo>
                  <a:lnTo>
                    <a:pt x="105" y="10463"/>
                  </a:lnTo>
                  <a:lnTo>
                    <a:pt x="0" y="10505"/>
                  </a:lnTo>
                  <a:lnTo>
                    <a:pt x="105" y="10505"/>
                  </a:lnTo>
                  <a:lnTo>
                    <a:pt x="167" y="10609"/>
                  </a:lnTo>
                  <a:lnTo>
                    <a:pt x="209" y="10735"/>
                  </a:lnTo>
                  <a:lnTo>
                    <a:pt x="167" y="10777"/>
                  </a:lnTo>
                  <a:lnTo>
                    <a:pt x="126" y="10693"/>
                  </a:lnTo>
                  <a:lnTo>
                    <a:pt x="84" y="10609"/>
                  </a:lnTo>
                  <a:lnTo>
                    <a:pt x="63" y="10714"/>
                  </a:lnTo>
                  <a:lnTo>
                    <a:pt x="84" y="10818"/>
                  </a:lnTo>
                  <a:lnTo>
                    <a:pt x="167" y="10839"/>
                  </a:lnTo>
                  <a:lnTo>
                    <a:pt x="167" y="10923"/>
                  </a:lnTo>
                  <a:lnTo>
                    <a:pt x="126" y="11007"/>
                  </a:lnTo>
                  <a:lnTo>
                    <a:pt x="126" y="11007"/>
                  </a:lnTo>
                  <a:lnTo>
                    <a:pt x="188" y="10965"/>
                  </a:lnTo>
                  <a:lnTo>
                    <a:pt x="230" y="10902"/>
                  </a:lnTo>
                  <a:lnTo>
                    <a:pt x="314" y="10860"/>
                  </a:lnTo>
                  <a:lnTo>
                    <a:pt x="377" y="10902"/>
                  </a:lnTo>
                  <a:lnTo>
                    <a:pt x="314" y="10944"/>
                  </a:lnTo>
                  <a:lnTo>
                    <a:pt x="377" y="10965"/>
                  </a:lnTo>
                  <a:lnTo>
                    <a:pt x="439" y="10944"/>
                  </a:lnTo>
                  <a:lnTo>
                    <a:pt x="439" y="10839"/>
                  </a:lnTo>
                  <a:lnTo>
                    <a:pt x="398" y="10798"/>
                  </a:lnTo>
                  <a:lnTo>
                    <a:pt x="293" y="10818"/>
                  </a:lnTo>
                  <a:lnTo>
                    <a:pt x="293" y="10777"/>
                  </a:lnTo>
                  <a:lnTo>
                    <a:pt x="314" y="10714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439" y="10609"/>
                  </a:lnTo>
                  <a:lnTo>
                    <a:pt x="544" y="10798"/>
                  </a:lnTo>
                  <a:lnTo>
                    <a:pt x="586" y="10923"/>
                  </a:lnTo>
                  <a:lnTo>
                    <a:pt x="628" y="10986"/>
                  </a:lnTo>
                  <a:lnTo>
                    <a:pt x="628" y="11153"/>
                  </a:lnTo>
                  <a:lnTo>
                    <a:pt x="544" y="11342"/>
                  </a:lnTo>
                  <a:lnTo>
                    <a:pt x="439" y="11342"/>
                  </a:lnTo>
                  <a:lnTo>
                    <a:pt x="481" y="11383"/>
                  </a:lnTo>
                  <a:lnTo>
                    <a:pt x="544" y="11551"/>
                  </a:lnTo>
                  <a:lnTo>
                    <a:pt x="586" y="11760"/>
                  </a:lnTo>
                  <a:lnTo>
                    <a:pt x="691" y="11865"/>
                  </a:lnTo>
                  <a:lnTo>
                    <a:pt x="691" y="11969"/>
                  </a:lnTo>
                  <a:lnTo>
                    <a:pt x="628" y="12011"/>
                  </a:lnTo>
                  <a:lnTo>
                    <a:pt x="711" y="12095"/>
                  </a:lnTo>
                  <a:lnTo>
                    <a:pt x="795" y="12095"/>
                  </a:lnTo>
                  <a:lnTo>
                    <a:pt x="858" y="12158"/>
                  </a:lnTo>
                  <a:lnTo>
                    <a:pt x="900" y="12095"/>
                  </a:lnTo>
                  <a:lnTo>
                    <a:pt x="900" y="12053"/>
                  </a:lnTo>
                  <a:lnTo>
                    <a:pt x="816" y="11906"/>
                  </a:lnTo>
                  <a:lnTo>
                    <a:pt x="816" y="11739"/>
                  </a:lnTo>
                  <a:lnTo>
                    <a:pt x="858" y="11676"/>
                  </a:lnTo>
                  <a:lnTo>
                    <a:pt x="921" y="11739"/>
                  </a:lnTo>
                  <a:lnTo>
                    <a:pt x="900" y="11781"/>
                  </a:lnTo>
                  <a:lnTo>
                    <a:pt x="900" y="11844"/>
                  </a:lnTo>
                  <a:lnTo>
                    <a:pt x="963" y="11948"/>
                  </a:lnTo>
                  <a:lnTo>
                    <a:pt x="1004" y="12095"/>
                  </a:lnTo>
                  <a:lnTo>
                    <a:pt x="963" y="12199"/>
                  </a:lnTo>
                  <a:lnTo>
                    <a:pt x="1004" y="12283"/>
                  </a:lnTo>
                  <a:lnTo>
                    <a:pt x="1109" y="12220"/>
                  </a:lnTo>
                  <a:lnTo>
                    <a:pt x="1214" y="12074"/>
                  </a:lnTo>
                  <a:lnTo>
                    <a:pt x="1109" y="11969"/>
                  </a:lnTo>
                  <a:lnTo>
                    <a:pt x="1109" y="11906"/>
                  </a:lnTo>
                  <a:lnTo>
                    <a:pt x="1151" y="11886"/>
                  </a:lnTo>
                  <a:lnTo>
                    <a:pt x="1235" y="11906"/>
                  </a:lnTo>
                  <a:lnTo>
                    <a:pt x="1276" y="11948"/>
                  </a:lnTo>
                  <a:lnTo>
                    <a:pt x="1318" y="11844"/>
                  </a:lnTo>
                  <a:lnTo>
                    <a:pt x="1318" y="11655"/>
                  </a:lnTo>
                  <a:lnTo>
                    <a:pt x="1276" y="11572"/>
                  </a:lnTo>
                  <a:lnTo>
                    <a:pt x="1276" y="11237"/>
                  </a:lnTo>
                  <a:lnTo>
                    <a:pt x="1276" y="11049"/>
                  </a:lnTo>
                  <a:lnTo>
                    <a:pt x="1339" y="10944"/>
                  </a:lnTo>
                  <a:lnTo>
                    <a:pt x="1444" y="10839"/>
                  </a:lnTo>
                  <a:lnTo>
                    <a:pt x="1423" y="10777"/>
                  </a:lnTo>
                  <a:lnTo>
                    <a:pt x="1360" y="10735"/>
                  </a:lnTo>
                  <a:lnTo>
                    <a:pt x="1360" y="10630"/>
                  </a:lnTo>
                  <a:lnTo>
                    <a:pt x="1318" y="10630"/>
                  </a:lnTo>
                  <a:lnTo>
                    <a:pt x="1339" y="10567"/>
                  </a:lnTo>
                  <a:lnTo>
                    <a:pt x="1151" y="10567"/>
                  </a:lnTo>
                  <a:lnTo>
                    <a:pt x="1130" y="10505"/>
                  </a:lnTo>
                  <a:lnTo>
                    <a:pt x="1235" y="10463"/>
                  </a:lnTo>
                  <a:lnTo>
                    <a:pt x="1255" y="10379"/>
                  </a:lnTo>
                  <a:lnTo>
                    <a:pt x="1235" y="10212"/>
                  </a:lnTo>
                  <a:lnTo>
                    <a:pt x="1151" y="10170"/>
                  </a:lnTo>
                  <a:lnTo>
                    <a:pt x="1067" y="10191"/>
                  </a:lnTo>
                  <a:lnTo>
                    <a:pt x="1067" y="10212"/>
                  </a:lnTo>
                  <a:lnTo>
                    <a:pt x="1004" y="10274"/>
                  </a:lnTo>
                  <a:lnTo>
                    <a:pt x="921" y="10274"/>
                  </a:lnTo>
                  <a:lnTo>
                    <a:pt x="795" y="10149"/>
                  </a:lnTo>
                  <a:lnTo>
                    <a:pt x="816" y="10065"/>
                  </a:lnTo>
                  <a:lnTo>
                    <a:pt x="1004" y="9982"/>
                  </a:lnTo>
                  <a:lnTo>
                    <a:pt x="1151" y="9961"/>
                  </a:lnTo>
                  <a:lnTo>
                    <a:pt x="1339" y="10002"/>
                  </a:lnTo>
                  <a:lnTo>
                    <a:pt x="1423" y="10065"/>
                  </a:lnTo>
                  <a:lnTo>
                    <a:pt x="1444" y="10002"/>
                  </a:lnTo>
                  <a:lnTo>
                    <a:pt x="1444" y="9940"/>
                  </a:lnTo>
                  <a:lnTo>
                    <a:pt x="1444" y="9835"/>
                  </a:lnTo>
                  <a:lnTo>
                    <a:pt x="1423" y="9751"/>
                  </a:lnTo>
                  <a:lnTo>
                    <a:pt x="1444" y="9689"/>
                  </a:lnTo>
                  <a:lnTo>
                    <a:pt x="1527" y="9689"/>
                  </a:lnTo>
                  <a:lnTo>
                    <a:pt x="1569" y="9772"/>
                  </a:lnTo>
                  <a:lnTo>
                    <a:pt x="1653" y="9772"/>
                  </a:lnTo>
                  <a:lnTo>
                    <a:pt x="1758" y="9730"/>
                  </a:lnTo>
                  <a:lnTo>
                    <a:pt x="1946" y="9689"/>
                  </a:lnTo>
                  <a:lnTo>
                    <a:pt x="2113" y="9647"/>
                  </a:lnTo>
                  <a:lnTo>
                    <a:pt x="2218" y="9647"/>
                  </a:lnTo>
                  <a:lnTo>
                    <a:pt x="2281" y="9668"/>
                  </a:lnTo>
                  <a:lnTo>
                    <a:pt x="2323" y="9647"/>
                  </a:lnTo>
                  <a:cubicBezTo>
                    <a:pt x="2323" y="9668"/>
                    <a:pt x="2364" y="9730"/>
                    <a:pt x="2364" y="9751"/>
                  </a:cubicBezTo>
                  <a:lnTo>
                    <a:pt x="2218" y="9856"/>
                  </a:lnTo>
                  <a:lnTo>
                    <a:pt x="2218" y="9940"/>
                  </a:lnTo>
                  <a:lnTo>
                    <a:pt x="2155" y="9877"/>
                  </a:lnTo>
                  <a:lnTo>
                    <a:pt x="2051" y="9898"/>
                  </a:lnTo>
                  <a:lnTo>
                    <a:pt x="1967" y="9961"/>
                  </a:lnTo>
                  <a:lnTo>
                    <a:pt x="1904" y="9940"/>
                  </a:lnTo>
                  <a:lnTo>
                    <a:pt x="1841" y="9772"/>
                  </a:lnTo>
                  <a:lnTo>
                    <a:pt x="1779" y="9772"/>
                  </a:lnTo>
                  <a:lnTo>
                    <a:pt x="1632" y="9961"/>
                  </a:lnTo>
                  <a:lnTo>
                    <a:pt x="1632" y="10065"/>
                  </a:lnTo>
                  <a:lnTo>
                    <a:pt x="1527" y="10128"/>
                  </a:lnTo>
                  <a:lnTo>
                    <a:pt x="1486" y="10233"/>
                  </a:lnTo>
                  <a:lnTo>
                    <a:pt x="1653" y="10295"/>
                  </a:lnTo>
                  <a:lnTo>
                    <a:pt x="1674" y="10400"/>
                  </a:lnTo>
                  <a:lnTo>
                    <a:pt x="1653" y="10421"/>
                  </a:lnTo>
                  <a:lnTo>
                    <a:pt x="1653" y="10484"/>
                  </a:lnTo>
                  <a:lnTo>
                    <a:pt x="1737" y="10609"/>
                  </a:lnTo>
                  <a:lnTo>
                    <a:pt x="1862" y="10630"/>
                  </a:lnTo>
                  <a:lnTo>
                    <a:pt x="1862" y="10714"/>
                  </a:lnTo>
                  <a:lnTo>
                    <a:pt x="1904" y="10735"/>
                  </a:lnTo>
                  <a:lnTo>
                    <a:pt x="1946" y="10693"/>
                  </a:lnTo>
                  <a:lnTo>
                    <a:pt x="2009" y="10714"/>
                  </a:lnTo>
                  <a:lnTo>
                    <a:pt x="2072" y="10693"/>
                  </a:lnTo>
                  <a:lnTo>
                    <a:pt x="2072" y="10609"/>
                  </a:lnTo>
                  <a:lnTo>
                    <a:pt x="1967" y="10505"/>
                  </a:lnTo>
                  <a:lnTo>
                    <a:pt x="2009" y="10400"/>
                  </a:lnTo>
                  <a:lnTo>
                    <a:pt x="2072" y="10254"/>
                  </a:lnTo>
                  <a:lnTo>
                    <a:pt x="2197" y="10170"/>
                  </a:lnTo>
                  <a:lnTo>
                    <a:pt x="2218" y="10107"/>
                  </a:lnTo>
                  <a:lnTo>
                    <a:pt x="2364" y="10149"/>
                  </a:lnTo>
                  <a:lnTo>
                    <a:pt x="2511" y="10254"/>
                  </a:lnTo>
                  <a:lnTo>
                    <a:pt x="2574" y="10316"/>
                  </a:lnTo>
                  <a:lnTo>
                    <a:pt x="2636" y="10295"/>
                  </a:lnTo>
                  <a:lnTo>
                    <a:pt x="2699" y="10086"/>
                  </a:lnTo>
                  <a:lnTo>
                    <a:pt x="2825" y="9961"/>
                  </a:lnTo>
                  <a:lnTo>
                    <a:pt x="2825" y="9877"/>
                  </a:lnTo>
                  <a:lnTo>
                    <a:pt x="2783" y="9814"/>
                  </a:lnTo>
                  <a:lnTo>
                    <a:pt x="2741" y="9751"/>
                  </a:lnTo>
                  <a:lnTo>
                    <a:pt x="2616" y="9647"/>
                  </a:lnTo>
                  <a:lnTo>
                    <a:pt x="2532" y="9647"/>
                  </a:lnTo>
                  <a:lnTo>
                    <a:pt x="2469" y="9584"/>
                  </a:lnTo>
                  <a:lnTo>
                    <a:pt x="2302" y="9584"/>
                  </a:lnTo>
                  <a:cubicBezTo>
                    <a:pt x="2302" y="9563"/>
                    <a:pt x="2302" y="9521"/>
                    <a:pt x="2281" y="9479"/>
                  </a:cubicBezTo>
                  <a:lnTo>
                    <a:pt x="2281" y="9458"/>
                  </a:lnTo>
                  <a:lnTo>
                    <a:pt x="2406" y="9375"/>
                  </a:lnTo>
                  <a:lnTo>
                    <a:pt x="2427" y="9333"/>
                  </a:lnTo>
                  <a:lnTo>
                    <a:pt x="2574" y="9228"/>
                  </a:lnTo>
                  <a:lnTo>
                    <a:pt x="2699" y="9165"/>
                  </a:lnTo>
                  <a:lnTo>
                    <a:pt x="2888" y="9207"/>
                  </a:lnTo>
                  <a:lnTo>
                    <a:pt x="2992" y="9165"/>
                  </a:lnTo>
                  <a:lnTo>
                    <a:pt x="3034" y="9228"/>
                  </a:lnTo>
                  <a:lnTo>
                    <a:pt x="3034" y="9333"/>
                  </a:lnTo>
                  <a:lnTo>
                    <a:pt x="2950" y="9458"/>
                  </a:lnTo>
                  <a:lnTo>
                    <a:pt x="2929" y="9563"/>
                  </a:lnTo>
                  <a:lnTo>
                    <a:pt x="2992" y="9584"/>
                  </a:lnTo>
                  <a:lnTo>
                    <a:pt x="2992" y="9689"/>
                  </a:lnTo>
                  <a:lnTo>
                    <a:pt x="2992" y="9793"/>
                  </a:lnTo>
                  <a:lnTo>
                    <a:pt x="2950" y="9856"/>
                  </a:lnTo>
                  <a:lnTo>
                    <a:pt x="2992" y="9961"/>
                  </a:lnTo>
                  <a:lnTo>
                    <a:pt x="3097" y="10002"/>
                  </a:lnTo>
                  <a:lnTo>
                    <a:pt x="3243" y="10170"/>
                  </a:lnTo>
                  <a:lnTo>
                    <a:pt x="3348" y="10191"/>
                  </a:lnTo>
                  <a:lnTo>
                    <a:pt x="3432" y="10170"/>
                  </a:lnTo>
                  <a:lnTo>
                    <a:pt x="3536" y="10002"/>
                  </a:lnTo>
                  <a:lnTo>
                    <a:pt x="3536" y="9898"/>
                  </a:lnTo>
                  <a:lnTo>
                    <a:pt x="3578" y="9856"/>
                  </a:lnTo>
                  <a:lnTo>
                    <a:pt x="3620" y="9793"/>
                  </a:lnTo>
                  <a:lnTo>
                    <a:pt x="3578" y="9710"/>
                  </a:lnTo>
                  <a:lnTo>
                    <a:pt x="3662" y="9584"/>
                  </a:lnTo>
                  <a:lnTo>
                    <a:pt x="3766" y="9563"/>
                  </a:lnTo>
                  <a:lnTo>
                    <a:pt x="3850" y="9563"/>
                  </a:lnTo>
                  <a:lnTo>
                    <a:pt x="3871" y="9500"/>
                  </a:lnTo>
                  <a:lnTo>
                    <a:pt x="3850" y="9458"/>
                  </a:lnTo>
                  <a:lnTo>
                    <a:pt x="3829" y="9333"/>
                  </a:lnTo>
                  <a:lnTo>
                    <a:pt x="3620" y="9249"/>
                  </a:lnTo>
                  <a:lnTo>
                    <a:pt x="3578" y="9186"/>
                  </a:lnTo>
                  <a:lnTo>
                    <a:pt x="3641" y="9040"/>
                  </a:lnTo>
                  <a:lnTo>
                    <a:pt x="3724" y="8977"/>
                  </a:lnTo>
                  <a:lnTo>
                    <a:pt x="3766" y="8956"/>
                  </a:lnTo>
                  <a:lnTo>
                    <a:pt x="3745" y="9019"/>
                  </a:lnTo>
                  <a:lnTo>
                    <a:pt x="3745" y="9145"/>
                  </a:lnTo>
                  <a:lnTo>
                    <a:pt x="3787" y="9165"/>
                  </a:lnTo>
                  <a:lnTo>
                    <a:pt x="3850" y="9145"/>
                  </a:lnTo>
                  <a:lnTo>
                    <a:pt x="3871" y="9124"/>
                  </a:lnTo>
                  <a:lnTo>
                    <a:pt x="3955" y="9145"/>
                  </a:lnTo>
                  <a:lnTo>
                    <a:pt x="3996" y="9186"/>
                  </a:lnTo>
                  <a:lnTo>
                    <a:pt x="4059" y="9165"/>
                  </a:lnTo>
                  <a:lnTo>
                    <a:pt x="4101" y="9165"/>
                  </a:lnTo>
                  <a:lnTo>
                    <a:pt x="4080" y="9228"/>
                  </a:lnTo>
                  <a:lnTo>
                    <a:pt x="3976" y="9249"/>
                  </a:lnTo>
                  <a:lnTo>
                    <a:pt x="3976" y="9270"/>
                  </a:lnTo>
                  <a:lnTo>
                    <a:pt x="3996" y="9291"/>
                  </a:lnTo>
                  <a:lnTo>
                    <a:pt x="4080" y="9270"/>
                  </a:lnTo>
                  <a:lnTo>
                    <a:pt x="4206" y="9186"/>
                  </a:lnTo>
                  <a:lnTo>
                    <a:pt x="4499" y="9228"/>
                  </a:lnTo>
                  <a:lnTo>
                    <a:pt x="4666" y="9186"/>
                  </a:lnTo>
                  <a:lnTo>
                    <a:pt x="4603" y="9165"/>
                  </a:lnTo>
                  <a:lnTo>
                    <a:pt x="4582" y="9061"/>
                  </a:lnTo>
                  <a:lnTo>
                    <a:pt x="4603" y="8935"/>
                  </a:lnTo>
                  <a:lnTo>
                    <a:pt x="4729" y="8873"/>
                  </a:lnTo>
                  <a:lnTo>
                    <a:pt x="4833" y="8914"/>
                  </a:lnTo>
                  <a:lnTo>
                    <a:pt x="4875" y="9019"/>
                  </a:lnTo>
                  <a:lnTo>
                    <a:pt x="4833" y="9124"/>
                  </a:lnTo>
                  <a:lnTo>
                    <a:pt x="4896" y="9186"/>
                  </a:lnTo>
                  <a:lnTo>
                    <a:pt x="4980" y="9186"/>
                  </a:lnTo>
                  <a:lnTo>
                    <a:pt x="5043" y="9061"/>
                  </a:lnTo>
                  <a:lnTo>
                    <a:pt x="4980" y="8852"/>
                  </a:lnTo>
                  <a:lnTo>
                    <a:pt x="5001" y="8726"/>
                  </a:lnTo>
                  <a:lnTo>
                    <a:pt x="5126" y="8621"/>
                  </a:lnTo>
                  <a:lnTo>
                    <a:pt x="5210" y="8621"/>
                  </a:lnTo>
                  <a:lnTo>
                    <a:pt x="5231" y="8559"/>
                  </a:lnTo>
                  <a:lnTo>
                    <a:pt x="5189" y="8496"/>
                  </a:lnTo>
                  <a:lnTo>
                    <a:pt x="5210" y="8349"/>
                  </a:lnTo>
                  <a:lnTo>
                    <a:pt x="5294" y="8308"/>
                  </a:lnTo>
                  <a:lnTo>
                    <a:pt x="5398" y="8329"/>
                  </a:lnTo>
                  <a:lnTo>
                    <a:pt x="5419" y="8391"/>
                  </a:lnTo>
                  <a:lnTo>
                    <a:pt x="5357" y="8454"/>
                  </a:lnTo>
                  <a:lnTo>
                    <a:pt x="5336" y="8621"/>
                  </a:lnTo>
                  <a:lnTo>
                    <a:pt x="5357" y="8956"/>
                  </a:lnTo>
                  <a:lnTo>
                    <a:pt x="5419" y="8998"/>
                  </a:lnTo>
                  <a:lnTo>
                    <a:pt x="5503" y="8935"/>
                  </a:lnTo>
                  <a:lnTo>
                    <a:pt x="5545" y="8831"/>
                  </a:lnTo>
                  <a:lnTo>
                    <a:pt x="5649" y="8831"/>
                  </a:lnTo>
                  <a:lnTo>
                    <a:pt x="5754" y="8726"/>
                  </a:lnTo>
                  <a:lnTo>
                    <a:pt x="5817" y="8580"/>
                  </a:lnTo>
                  <a:lnTo>
                    <a:pt x="5775" y="8475"/>
                  </a:lnTo>
                  <a:lnTo>
                    <a:pt x="5921" y="8370"/>
                  </a:lnTo>
                  <a:lnTo>
                    <a:pt x="5880" y="8287"/>
                  </a:lnTo>
                  <a:lnTo>
                    <a:pt x="5838" y="8224"/>
                  </a:lnTo>
                  <a:lnTo>
                    <a:pt x="5712" y="8057"/>
                  </a:lnTo>
                  <a:lnTo>
                    <a:pt x="5649" y="7910"/>
                  </a:lnTo>
                  <a:lnTo>
                    <a:pt x="5629" y="7638"/>
                  </a:lnTo>
                  <a:lnTo>
                    <a:pt x="5670" y="7324"/>
                  </a:lnTo>
                  <a:lnTo>
                    <a:pt x="5670" y="7115"/>
                  </a:lnTo>
                  <a:lnTo>
                    <a:pt x="5566" y="6717"/>
                  </a:lnTo>
                  <a:lnTo>
                    <a:pt x="5440" y="6529"/>
                  </a:lnTo>
                  <a:lnTo>
                    <a:pt x="5440" y="6383"/>
                  </a:lnTo>
                  <a:lnTo>
                    <a:pt x="5461" y="6194"/>
                  </a:lnTo>
                  <a:lnTo>
                    <a:pt x="5649" y="6111"/>
                  </a:lnTo>
                  <a:lnTo>
                    <a:pt x="5733" y="6111"/>
                  </a:lnTo>
                  <a:lnTo>
                    <a:pt x="5775" y="6194"/>
                  </a:lnTo>
                  <a:lnTo>
                    <a:pt x="5817" y="6132"/>
                  </a:lnTo>
                  <a:lnTo>
                    <a:pt x="5775" y="6006"/>
                  </a:lnTo>
                  <a:lnTo>
                    <a:pt x="5754" y="5922"/>
                  </a:lnTo>
                  <a:lnTo>
                    <a:pt x="5733" y="5880"/>
                  </a:lnTo>
                  <a:lnTo>
                    <a:pt x="5712" y="5776"/>
                  </a:lnTo>
                  <a:lnTo>
                    <a:pt x="5712" y="5713"/>
                  </a:lnTo>
                  <a:lnTo>
                    <a:pt x="5712" y="5650"/>
                  </a:lnTo>
                  <a:lnTo>
                    <a:pt x="5754" y="5567"/>
                  </a:lnTo>
                  <a:lnTo>
                    <a:pt x="5754" y="5546"/>
                  </a:lnTo>
                  <a:lnTo>
                    <a:pt x="5754" y="5462"/>
                  </a:lnTo>
                  <a:lnTo>
                    <a:pt x="5733" y="5399"/>
                  </a:lnTo>
                  <a:lnTo>
                    <a:pt x="5733" y="5274"/>
                  </a:lnTo>
                  <a:lnTo>
                    <a:pt x="5754" y="5190"/>
                  </a:lnTo>
                  <a:lnTo>
                    <a:pt x="5712" y="5127"/>
                  </a:lnTo>
                  <a:lnTo>
                    <a:pt x="5670" y="4876"/>
                  </a:lnTo>
                  <a:lnTo>
                    <a:pt x="5566" y="4709"/>
                  </a:lnTo>
                  <a:lnTo>
                    <a:pt x="5545" y="4709"/>
                  </a:lnTo>
                  <a:lnTo>
                    <a:pt x="5503" y="4667"/>
                  </a:lnTo>
                  <a:lnTo>
                    <a:pt x="5503" y="4437"/>
                  </a:lnTo>
                  <a:lnTo>
                    <a:pt x="5398" y="4332"/>
                  </a:lnTo>
                  <a:lnTo>
                    <a:pt x="5147" y="4081"/>
                  </a:lnTo>
                  <a:lnTo>
                    <a:pt x="5105" y="3976"/>
                  </a:lnTo>
                  <a:lnTo>
                    <a:pt x="5043" y="3788"/>
                  </a:lnTo>
                  <a:lnTo>
                    <a:pt x="5043" y="3600"/>
                  </a:lnTo>
                  <a:lnTo>
                    <a:pt x="5043" y="3558"/>
                  </a:lnTo>
                  <a:lnTo>
                    <a:pt x="4980" y="3600"/>
                  </a:lnTo>
                  <a:lnTo>
                    <a:pt x="4917" y="3600"/>
                  </a:lnTo>
                  <a:lnTo>
                    <a:pt x="4896" y="3579"/>
                  </a:lnTo>
                  <a:lnTo>
                    <a:pt x="4896" y="3558"/>
                  </a:lnTo>
                  <a:cubicBezTo>
                    <a:pt x="4854" y="3474"/>
                    <a:pt x="4812" y="3412"/>
                    <a:pt x="4750" y="3349"/>
                  </a:cubicBezTo>
                  <a:lnTo>
                    <a:pt x="4792" y="3265"/>
                  </a:lnTo>
                  <a:lnTo>
                    <a:pt x="4854" y="3160"/>
                  </a:lnTo>
                  <a:lnTo>
                    <a:pt x="4812" y="3077"/>
                  </a:lnTo>
                  <a:lnTo>
                    <a:pt x="4687" y="3077"/>
                  </a:lnTo>
                  <a:lnTo>
                    <a:pt x="4540" y="3056"/>
                  </a:lnTo>
                  <a:lnTo>
                    <a:pt x="4394" y="2888"/>
                  </a:lnTo>
                  <a:lnTo>
                    <a:pt x="4268" y="2930"/>
                  </a:lnTo>
                  <a:lnTo>
                    <a:pt x="4122" y="2847"/>
                  </a:lnTo>
                  <a:lnTo>
                    <a:pt x="4101" y="2763"/>
                  </a:lnTo>
                  <a:lnTo>
                    <a:pt x="4101" y="2658"/>
                  </a:lnTo>
                  <a:lnTo>
                    <a:pt x="4185" y="2575"/>
                  </a:lnTo>
                  <a:lnTo>
                    <a:pt x="4268" y="2575"/>
                  </a:lnTo>
                  <a:lnTo>
                    <a:pt x="4415" y="2679"/>
                  </a:lnTo>
                  <a:lnTo>
                    <a:pt x="4478" y="2721"/>
                  </a:lnTo>
                  <a:lnTo>
                    <a:pt x="4603" y="2533"/>
                  </a:lnTo>
                  <a:lnTo>
                    <a:pt x="4729" y="2428"/>
                  </a:lnTo>
                  <a:lnTo>
                    <a:pt x="4833" y="2428"/>
                  </a:lnTo>
                  <a:lnTo>
                    <a:pt x="4896" y="2470"/>
                  </a:lnTo>
                  <a:lnTo>
                    <a:pt x="4959" y="2512"/>
                  </a:lnTo>
                  <a:lnTo>
                    <a:pt x="5064" y="2470"/>
                  </a:lnTo>
                  <a:lnTo>
                    <a:pt x="5168" y="2575"/>
                  </a:lnTo>
                  <a:lnTo>
                    <a:pt x="5336" y="2721"/>
                  </a:lnTo>
                  <a:lnTo>
                    <a:pt x="5524" y="2784"/>
                  </a:lnTo>
                  <a:lnTo>
                    <a:pt x="5691" y="2847"/>
                  </a:lnTo>
                  <a:lnTo>
                    <a:pt x="5754" y="2930"/>
                  </a:lnTo>
                  <a:lnTo>
                    <a:pt x="5859" y="2972"/>
                  </a:lnTo>
                  <a:lnTo>
                    <a:pt x="5859" y="2888"/>
                  </a:lnTo>
                  <a:lnTo>
                    <a:pt x="5880" y="2784"/>
                  </a:lnTo>
                  <a:lnTo>
                    <a:pt x="5859" y="2658"/>
                  </a:lnTo>
                  <a:lnTo>
                    <a:pt x="5880" y="2470"/>
                  </a:lnTo>
                  <a:lnTo>
                    <a:pt x="5942" y="2240"/>
                  </a:lnTo>
                  <a:lnTo>
                    <a:pt x="6089" y="2031"/>
                  </a:lnTo>
                  <a:lnTo>
                    <a:pt x="6193" y="2010"/>
                  </a:lnTo>
                  <a:lnTo>
                    <a:pt x="6298" y="2031"/>
                  </a:lnTo>
                  <a:lnTo>
                    <a:pt x="6465" y="2031"/>
                  </a:lnTo>
                  <a:lnTo>
                    <a:pt x="6465" y="1989"/>
                  </a:lnTo>
                  <a:lnTo>
                    <a:pt x="6528" y="1926"/>
                  </a:lnTo>
                  <a:lnTo>
                    <a:pt x="6591" y="1947"/>
                  </a:lnTo>
                  <a:lnTo>
                    <a:pt x="6675" y="1947"/>
                  </a:lnTo>
                  <a:lnTo>
                    <a:pt x="6717" y="1905"/>
                  </a:lnTo>
                  <a:lnTo>
                    <a:pt x="6737" y="1821"/>
                  </a:lnTo>
                  <a:lnTo>
                    <a:pt x="6842" y="1779"/>
                  </a:lnTo>
                  <a:lnTo>
                    <a:pt x="6926" y="1717"/>
                  </a:lnTo>
                  <a:lnTo>
                    <a:pt x="6926" y="1612"/>
                  </a:lnTo>
                  <a:lnTo>
                    <a:pt x="6989" y="1591"/>
                  </a:lnTo>
                  <a:lnTo>
                    <a:pt x="7009" y="1507"/>
                  </a:lnTo>
                  <a:lnTo>
                    <a:pt x="6926" y="1507"/>
                  </a:lnTo>
                  <a:lnTo>
                    <a:pt x="6863" y="1591"/>
                  </a:lnTo>
                  <a:lnTo>
                    <a:pt x="6800" y="1675"/>
                  </a:lnTo>
                  <a:lnTo>
                    <a:pt x="6717" y="1675"/>
                  </a:lnTo>
                  <a:lnTo>
                    <a:pt x="6717" y="1612"/>
                  </a:lnTo>
                  <a:lnTo>
                    <a:pt x="6717" y="1528"/>
                  </a:lnTo>
                  <a:lnTo>
                    <a:pt x="6612" y="1403"/>
                  </a:lnTo>
                  <a:lnTo>
                    <a:pt x="6486" y="1319"/>
                  </a:lnTo>
                  <a:lnTo>
                    <a:pt x="6445" y="1277"/>
                  </a:lnTo>
                  <a:lnTo>
                    <a:pt x="6445" y="1110"/>
                  </a:lnTo>
                  <a:lnTo>
                    <a:pt x="6486" y="943"/>
                  </a:lnTo>
                  <a:lnTo>
                    <a:pt x="6486" y="838"/>
                  </a:lnTo>
                  <a:lnTo>
                    <a:pt x="6465" y="775"/>
                  </a:lnTo>
                  <a:lnTo>
                    <a:pt x="6445" y="796"/>
                  </a:lnTo>
                  <a:lnTo>
                    <a:pt x="6403" y="901"/>
                  </a:lnTo>
                  <a:lnTo>
                    <a:pt x="6298" y="1047"/>
                  </a:lnTo>
                  <a:lnTo>
                    <a:pt x="6131" y="1173"/>
                  </a:lnTo>
                  <a:lnTo>
                    <a:pt x="5963" y="1194"/>
                  </a:lnTo>
                  <a:lnTo>
                    <a:pt x="5901" y="1173"/>
                  </a:lnTo>
                  <a:lnTo>
                    <a:pt x="5838" y="1194"/>
                  </a:lnTo>
                  <a:lnTo>
                    <a:pt x="5733" y="1089"/>
                  </a:lnTo>
                  <a:lnTo>
                    <a:pt x="5608" y="1068"/>
                  </a:lnTo>
                  <a:lnTo>
                    <a:pt x="5419" y="984"/>
                  </a:lnTo>
                  <a:lnTo>
                    <a:pt x="5315" y="880"/>
                  </a:lnTo>
                  <a:lnTo>
                    <a:pt x="5210" y="859"/>
                  </a:lnTo>
                  <a:lnTo>
                    <a:pt x="5147" y="775"/>
                  </a:lnTo>
                  <a:lnTo>
                    <a:pt x="5001" y="671"/>
                  </a:lnTo>
                  <a:lnTo>
                    <a:pt x="4729" y="419"/>
                  </a:lnTo>
                  <a:lnTo>
                    <a:pt x="4645" y="252"/>
                  </a:lnTo>
                  <a:lnTo>
                    <a:pt x="4499" y="231"/>
                  </a:lnTo>
                  <a:lnTo>
                    <a:pt x="4310" y="64"/>
                  </a:lnTo>
                  <a:lnTo>
                    <a:pt x="42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45"/>
            <p:cNvSpPr/>
            <p:nvPr/>
          </p:nvSpPr>
          <p:spPr>
            <a:xfrm>
              <a:off x="4580490" y="2850992"/>
              <a:ext cx="28661" cy="38087"/>
            </a:xfrm>
            <a:custGeom>
              <a:avLst/>
              <a:gdLst/>
              <a:ahLst/>
              <a:cxnLst/>
              <a:rect l="l" t="t" r="r" b="b"/>
              <a:pathLst>
                <a:path w="2407" h="3349" extrusionOk="0">
                  <a:moveTo>
                    <a:pt x="1256" y="1"/>
                  </a:moveTo>
                  <a:lnTo>
                    <a:pt x="1005" y="126"/>
                  </a:lnTo>
                  <a:lnTo>
                    <a:pt x="628" y="189"/>
                  </a:lnTo>
                  <a:lnTo>
                    <a:pt x="419" y="377"/>
                  </a:lnTo>
                  <a:lnTo>
                    <a:pt x="210" y="419"/>
                  </a:lnTo>
                  <a:lnTo>
                    <a:pt x="21" y="586"/>
                  </a:lnTo>
                  <a:lnTo>
                    <a:pt x="0" y="712"/>
                  </a:lnTo>
                  <a:lnTo>
                    <a:pt x="0" y="733"/>
                  </a:lnTo>
                  <a:lnTo>
                    <a:pt x="105" y="649"/>
                  </a:lnTo>
                  <a:lnTo>
                    <a:pt x="293" y="691"/>
                  </a:lnTo>
                  <a:lnTo>
                    <a:pt x="210" y="712"/>
                  </a:lnTo>
                  <a:lnTo>
                    <a:pt x="419" y="921"/>
                  </a:lnTo>
                  <a:lnTo>
                    <a:pt x="565" y="1130"/>
                  </a:lnTo>
                  <a:lnTo>
                    <a:pt x="649" y="1130"/>
                  </a:lnTo>
                  <a:lnTo>
                    <a:pt x="607" y="1214"/>
                  </a:lnTo>
                  <a:lnTo>
                    <a:pt x="712" y="1319"/>
                  </a:lnTo>
                  <a:lnTo>
                    <a:pt x="733" y="1423"/>
                  </a:lnTo>
                  <a:lnTo>
                    <a:pt x="544" y="1361"/>
                  </a:lnTo>
                  <a:lnTo>
                    <a:pt x="524" y="1277"/>
                  </a:lnTo>
                  <a:lnTo>
                    <a:pt x="461" y="1381"/>
                  </a:lnTo>
                  <a:lnTo>
                    <a:pt x="398" y="1361"/>
                  </a:lnTo>
                  <a:lnTo>
                    <a:pt x="252" y="1549"/>
                  </a:lnTo>
                  <a:lnTo>
                    <a:pt x="524" y="1653"/>
                  </a:lnTo>
                  <a:lnTo>
                    <a:pt x="607" y="1633"/>
                  </a:lnTo>
                  <a:lnTo>
                    <a:pt x="649" y="1758"/>
                  </a:lnTo>
                  <a:lnTo>
                    <a:pt x="649" y="1988"/>
                  </a:lnTo>
                  <a:lnTo>
                    <a:pt x="712" y="2051"/>
                  </a:lnTo>
                  <a:lnTo>
                    <a:pt x="754" y="2009"/>
                  </a:lnTo>
                  <a:lnTo>
                    <a:pt x="858" y="2197"/>
                  </a:lnTo>
                  <a:lnTo>
                    <a:pt x="670" y="2323"/>
                  </a:lnTo>
                  <a:lnTo>
                    <a:pt x="670" y="2386"/>
                  </a:lnTo>
                  <a:lnTo>
                    <a:pt x="754" y="2469"/>
                  </a:lnTo>
                  <a:lnTo>
                    <a:pt x="754" y="2574"/>
                  </a:lnTo>
                  <a:lnTo>
                    <a:pt x="670" y="2595"/>
                  </a:lnTo>
                  <a:lnTo>
                    <a:pt x="670" y="2700"/>
                  </a:lnTo>
                  <a:lnTo>
                    <a:pt x="733" y="2804"/>
                  </a:lnTo>
                  <a:lnTo>
                    <a:pt x="670" y="2804"/>
                  </a:lnTo>
                  <a:lnTo>
                    <a:pt x="816" y="3097"/>
                  </a:lnTo>
                  <a:lnTo>
                    <a:pt x="879" y="3097"/>
                  </a:lnTo>
                  <a:lnTo>
                    <a:pt x="921" y="3223"/>
                  </a:lnTo>
                  <a:lnTo>
                    <a:pt x="963" y="3244"/>
                  </a:lnTo>
                  <a:lnTo>
                    <a:pt x="963" y="3348"/>
                  </a:lnTo>
                  <a:lnTo>
                    <a:pt x="1047" y="3306"/>
                  </a:lnTo>
                  <a:lnTo>
                    <a:pt x="1047" y="3139"/>
                  </a:lnTo>
                  <a:lnTo>
                    <a:pt x="1088" y="3223"/>
                  </a:lnTo>
                  <a:lnTo>
                    <a:pt x="1172" y="3118"/>
                  </a:lnTo>
                  <a:lnTo>
                    <a:pt x="1444" y="2888"/>
                  </a:lnTo>
                  <a:lnTo>
                    <a:pt x="1549" y="2846"/>
                  </a:lnTo>
                  <a:lnTo>
                    <a:pt x="1570" y="2909"/>
                  </a:lnTo>
                  <a:lnTo>
                    <a:pt x="1653" y="2825"/>
                  </a:lnTo>
                  <a:lnTo>
                    <a:pt x="1695" y="2825"/>
                  </a:lnTo>
                  <a:lnTo>
                    <a:pt x="1758" y="2930"/>
                  </a:lnTo>
                  <a:lnTo>
                    <a:pt x="1863" y="2909"/>
                  </a:lnTo>
                  <a:lnTo>
                    <a:pt x="1905" y="2951"/>
                  </a:lnTo>
                  <a:lnTo>
                    <a:pt x="1967" y="2909"/>
                  </a:lnTo>
                  <a:lnTo>
                    <a:pt x="1925" y="2825"/>
                  </a:lnTo>
                  <a:lnTo>
                    <a:pt x="2072" y="2741"/>
                  </a:lnTo>
                  <a:lnTo>
                    <a:pt x="2197" y="2741"/>
                  </a:lnTo>
                  <a:lnTo>
                    <a:pt x="2344" y="2532"/>
                  </a:lnTo>
                  <a:lnTo>
                    <a:pt x="2323" y="2490"/>
                  </a:lnTo>
                  <a:lnTo>
                    <a:pt x="2407" y="2428"/>
                  </a:lnTo>
                  <a:lnTo>
                    <a:pt x="2344" y="1988"/>
                  </a:lnTo>
                  <a:lnTo>
                    <a:pt x="2323" y="1988"/>
                  </a:lnTo>
                  <a:lnTo>
                    <a:pt x="2281" y="2009"/>
                  </a:lnTo>
                  <a:lnTo>
                    <a:pt x="2281" y="1884"/>
                  </a:lnTo>
                  <a:lnTo>
                    <a:pt x="2197" y="1486"/>
                  </a:lnTo>
                  <a:lnTo>
                    <a:pt x="2114" y="1381"/>
                  </a:lnTo>
                  <a:lnTo>
                    <a:pt x="2114" y="1130"/>
                  </a:lnTo>
                  <a:lnTo>
                    <a:pt x="1779" y="712"/>
                  </a:lnTo>
                  <a:lnTo>
                    <a:pt x="1465" y="398"/>
                  </a:lnTo>
                  <a:lnTo>
                    <a:pt x="125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45"/>
            <p:cNvSpPr/>
            <p:nvPr/>
          </p:nvSpPr>
          <p:spPr>
            <a:xfrm>
              <a:off x="4566534" y="2807208"/>
              <a:ext cx="32650" cy="53553"/>
            </a:xfrm>
            <a:custGeom>
              <a:avLst/>
              <a:gdLst/>
              <a:ahLst/>
              <a:cxnLst/>
              <a:rect l="l" t="t" r="r" b="b"/>
              <a:pathLst>
                <a:path w="2742" h="4709" extrusionOk="0">
                  <a:moveTo>
                    <a:pt x="2260" y="1"/>
                  </a:moveTo>
                  <a:lnTo>
                    <a:pt x="2177" y="42"/>
                  </a:lnTo>
                  <a:lnTo>
                    <a:pt x="2177" y="168"/>
                  </a:lnTo>
                  <a:lnTo>
                    <a:pt x="2177" y="273"/>
                  </a:lnTo>
                  <a:lnTo>
                    <a:pt x="2240" y="377"/>
                  </a:lnTo>
                  <a:lnTo>
                    <a:pt x="2177" y="482"/>
                  </a:lnTo>
                  <a:lnTo>
                    <a:pt x="2093" y="482"/>
                  </a:lnTo>
                  <a:lnTo>
                    <a:pt x="1988" y="607"/>
                  </a:lnTo>
                  <a:lnTo>
                    <a:pt x="1988" y="733"/>
                  </a:lnTo>
                  <a:lnTo>
                    <a:pt x="1737" y="921"/>
                  </a:lnTo>
                  <a:lnTo>
                    <a:pt x="1612" y="921"/>
                  </a:lnTo>
                  <a:lnTo>
                    <a:pt x="1528" y="1005"/>
                  </a:lnTo>
                  <a:lnTo>
                    <a:pt x="1633" y="1089"/>
                  </a:lnTo>
                  <a:lnTo>
                    <a:pt x="1779" y="1214"/>
                  </a:lnTo>
                  <a:lnTo>
                    <a:pt x="1779" y="1298"/>
                  </a:lnTo>
                  <a:lnTo>
                    <a:pt x="1716" y="1444"/>
                  </a:lnTo>
                  <a:lnTo>
                    <a:pt x="1570" y="1423"/>
                  </a:lnTo>
                  <a:lnTo>
                    <a:pt x="1319" y="1444"/>
                  </a:lnTo>
                  <a:lnTo>
                    <a:pt x="1193" y="1402"/>
                  </a:lnTo>
                  <a:lnTo>
                    <a:pt x="1089" y="1444"/>
                  </a:lnTo>
                  <a:lnTo>
                    <a:pt x="1005" y="1361"/>
                  </a:lnTo>
                  <a:lnTo>
                    <a:pt x="942" y="1319"/>
                  </a:lnTo>
                  <a:lnTo>
                    <a:pt x="838" y="1151"/>
                  </a:lnTo>
                  <a:lnTo>
                    <a:pt x="691" y="1298"/>
                  </a:lnTo>
                  <a:lnTo>
                    <a:pt x="691" y="1465"/>
                  </a:lnTo>
                  <a:lnTo>
                    <a:pt x="691" y="1528"/>
                  </a:lnTo>
                  <a:lnTo>
                    <a:pt x="649" y="1633"/>
                  </a:lnTo>
                  <a:lnTo>
                    <a:pt x="566" y="1926"/>
                  </a:lnTo>
                  <a:lnTo>
                    <a:pt x="461" y="1967"/>
                  </a:lnTo>
                  <a:lnTo>
                    <a:pt x="356" y="2156"/>
                  </a:lnTo>
                  <a:lnTo>
                    <a:pt x="210" y="2260"/>
                  </a:lnTo>
                  <a:lnTo>
                    <a:pt x="210" y="2365"/>
                  </a:lnTo>
                  <a:lnTo>
                    <a:pt x="147" y="2511"/>
                  </a:lnTo>
                  <a:lnTo>
                    <a:pt x="1" y="2616"/>
                  </a:lnTo>
                  <a:lnTo>
                    <a:pt x="1" y="2972"/>
                  </a:lnTo>
                  <a:lnTo>
                    <a:pt x="22" y="3014"/>
                  </a:lnTo>
                  <a:lnTo>
                    <a:pt x="43" y="2993"/>
                  </a:lnTo>
                  <a:lnTo>
                    <a:pt x="84" y="3202"/>
                  </a:lnTo>
                  <a:lnTo>
                    <a:pt x="168" y="3139"/>
                  </a:lnTo>
                  <a:lnTo>
                    <a:pt x="168" y="3034"/>
                  </a:lnTo>
                  <a:lnTo>
                    <a:pt x="315" y="3118"/>
                  </a:lnTo>
                  <a:lnTo>
                    <a:pt x="356" y="3202"/>
                  </a:lnTo>
                  <a:lnTo>
                    <a:pt x="545" y="3181"/>
                  </a:lnTo>
                  <a:lnTo>
                    <a:pt x="587" y="3097"/>
                  </a:lnTo>
                  <a:lnTo>
                    <a:pt x="670" y="3097"/>
                  </a:lnTo>
                  <a:lnTo>
                    <a:pt x="649" y="3181"/>
                  </a:lnTo>
                  <a:lnTo>
                    <a:pt x="566" y="3223"/>
                  </a:lnTo>
                  <a:lnTo>
                    <a:pt x="649" y="3348"/>
                  </a:lnTo>
                  <a:lnTo>
                    <a:pt x="524" y="3558"/>
                  </a:lnTo>
                  <a:lnTo>
                    <a:pt x="524" y="3851"/>
                  </a:lnTo>
                  <a:lnTo>
                    <a:pt x="545" y="3913"/>
                  </a:lnTo>
                  <a:lnTo>
                    <a:pt x="775" y="3913"/>
                  </a:lnTo>
                  <a:lnTo>
                    <a:pt x="880" y="3851"/>
                  </a:lnTo>
                  <a:lnTo>
                    <a:pt x="754" y="3955"/>
                  </a:lnTo>
                  <a:lnTo>
                    <a:pt x="608" y="3955"/>
                  </a:lnTo>
                  <a:lnTo>
                    <a:pt x="545" y="4143"/>
                  </a:lnTo>
                  <a:lnTo>
                    <a:pt x="524" y="4374"/>
                  </a:lnTo>
                  <a:lnTo>
                    <a:pt x="482" y="4478"/>
                  </a:lnTo>
                  <a:lnTo>
                    <a:pt x="545" y="4478"/>
                  </a:lnTo>
                  <a:lnTo>
                    <a:pt x="649" y="4436"/>
                  </a:lnTo>
                  <a:lnTo>
                    <a:pt x="775" y="4478"/>
                  </a:lnTo>
                  <a:lnTo>
                    <a:pt x="670" y="4646"/>
                  </a:lnTo>
                  <a:lnTo>
                    <a:pt x="691" y="4708"/>
                  </a:lnTo>
                  <a:lnTo>
                    <a:pt x="838" y="4604"/>
                  </a:lnTo>
                  <a:lnTo>
                    <a:pt x="900" y="4667"/>
                  </a:lnTo>
                  <a:lnTo>
                    <a:pt x="1005" y="4541"/>
                  </a:lnTo>
                  <a:lnTo>
                    <a:pt x="963" y="4478"/>
                  </a:lnTo>
                  <a:lnTo>
                    <a:pt x="1047" y="4436"/>
                  </a:lnTo>
                  <a:lnTo>
                    <a:pt x="1172" y="4562"/>
                  </a:lnTo>
                  <a:lnTo>
                    <a:pt x="1193" y="4436"/>
                  </a:lnTo>
                  <a:lnTo>
                    <a:pt x="1382" y="4269"/>
                  </a:lnTo>
                  <a:lnTo>
                    <a:pt x="1591" y="4227"/>
                  </a:lnTo>
                  <a:lnTo>
                    <a:pt x="1800" y="4039"/>
                  </a:lnTo>
                  <a:lnTo>
                    <a:pt x="2177" y="3976"/>
                  </a:lnTo>
                  <a:lnTo>
                    <a:pt x="2428" y="3851"/>
                  </a:lnTo>
                  <a:lnTo>
                    <a:pt x="2344" y="3725"/>
                  </a:lnTo>
                  <a:lnTo>
                    <a:pt x="1926" y="3495"/>
                  </a:lnTo>
                  <a:lnTo>
                    <a:pt x="1884" y="3390"/>
                  </a:lnTo>
                  <a:lnTo>
                    <a:pt x="1654" y="3348"/>
                  </a:lnTo>
                  <a:lnTo>
                    <a:pt x="1612" y="3202"/>
                  </a:lnTo>
                  <a:lnTo>
                    <a:pt x="1654" y="3118"/>
                  </a:lnTo>
                  <a:lnTo>
                    <a:pt x="1633" y="2993"/>
                  </a:lnTo>
                  <a:lnTo>
                    <a:pt x="1633" y="2867"/>
                  </a:lnTo>
                  <a:lnTo>
                    <a:pt x="1800" y="2762"/>
                  </a:lnTo>
                  <a:lnTo>
                    <a:pt x="1821" y="2616"/>
                  </a:lnTo>
                  <a:lnTo>
                    <a:pt x="1947" y="2574"/>
                  </a:lnTo>
                  <a:lnTo>
                    <a:pt x="2051" y="2574"/>
                  </a:lnTo>
                  <a:lnTo>
                    <a:pt x="2093" y="2490"/>
                  </a:lnTo>
                  <a:lnTo>
                    <a:pt x="2156" y="2449"/>
                  </a:lnTo>
                  <a:lnTo>
                    <a:pt x="2135" y="2344"/>
                  </a:lnTo>
                  <a:lnTo>
                    <a:pt x="2428" y="2051"/>
                  </a:lnTo>
                  <a:lnTo>
                    <a:pt x="2407" y="1988"/>
                  </a:lnTo>
                  <a:lnTo>
                    <a:pt x="2553" y="1863"/>
                  </a:lnTo>
                  <a:lnTo>
                    <a:pt x="2574" y="1737"/>
                  </a:lnTo>
                  <a:lnTo>
                    <a:pt x="2512" y="1654"/>
                  </a:lnTo>
                  <a:lnTo>
                    <a:pt x="2512" y="1361"/>
                  </a:lnTo>
                  <a:lnTo>
                    <a:pt x="2365" y="1256"/>
                  </a:lnTo>
                  <a:lnTo>
                    <a:pt x="2365" y="1110"/>
                  </a:lnTo>
                  <a:lnTo>
                    <a:pt x="2449" y="817"/>
                  </a:lnTo>
                  <a:lnTo>
                    <a:pt x="2449" y="691"/>
                  </a:lnTo>
                  <a:lnTo>
                    <a:pt x="2532" y="691"/>
                  </a:lnTo>
                  <a:lnTo>
                    <a:pt x="2721" y="482"/>
                  </a:lnTo>
                  <a:lnTo>
                    <a:pt x="2742" y="482"/>
                  </a:lnTo>
                  <a:lnTo>
                    <a:pt x="2637" y="356"/>
                  </a:lnTo>
                  <a:lnTo>
                    <a:pt x="2616" y="293"/>
                  </a:lnTo>
                  <a:lnTo>
                    <a:pt x="2428" y="273"/>
                  </a:lnTo>
                  <a:lnTo>
                    <a:pt x="2365" y="189"/>
                  </a:lnTo>
                  <a:lnTo>
                    <a:pt x="2365" y="84"/>
                  </a:lnTo>
                  <a:lnTo>
                    <a:pt x="22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2230;p45"/>
            <p:cNvSpPr/>
            <p:nvPr/>
          </p:nvSpPr>
          <p:spPr>
            <a:xfrm>
              <a:off x="4301938" y="2737722"/>
              <a:ext cx="211787" cy="95438"/>
            </a:xfrm>
            <a:custGeom>
              <a:avLst/>
              <a:gdLst/>
              <a:ahLst/>
              <a:cxnLst/>
              <a:rect l="l" t="t" r="r" b="b"/>
              <a:pathLst>
                <a:path w="17786" h="8392" extrusionOk="0">
                  <a:moveTo>
                    <a:pt x="5232" y="1"/>
                  </a:moveTo>
                  <a:lnTo>
                    <a:pt x="5169" y="85"/>
                  </a:lnTo>
                  <a:lnTo>
                    <a:pt x="5169" y="147"/>
                  </a:lnTo>
                  <a:lnTo>
                    <a:pt x="5190" y="252"/>
                  </a:lnTo>
                  <a:lnTo>
                    <a:pt x="5169" y="336"/>
                  </a:lnTo>
                  <a:lnTo>
                    <a:pt x="5085" y="336"/>
                  </a:lnTo>
                  <a:lnTo>
                    <a:pt x="5002" y="357"/>
                  </a:lnTo>
                  <a:lnTo>
                    <a:pt x="4918" y="461"/>
                  </a:lnTo>
                  <a:lnTo>
                    <a:pt x="4918" y="545"/>
                  </a:lnTo>
                  <a:lnTo>
                    <a:pt x="4813" y="670"/>
                  </a:lnTo>
                  <a:lnTo>
                    <a:pt x="4813" y="963"/>
                  </a:lnTo>
                  <a:lnTo>
                    <a:pt x="4855" y="1089"/>
                  </a:lnTo>
                  <a:lnTo>
                    <a:pt x="5023" y="1152"/>
                  </a:lnTo>
                  <a:lnTo>
                    <a:pt x="5085" y="1214"/>
                  </a:lnTo>
                  <a:lnTo>
                    <a:pt x="5190" y="1256"/>
                  </a:lnTo>
                  <a:lnTo>
                    <a:pt x="5211" y="1340"/>
                  </a:lnTo>
                  <a:lnTo>
                    <a:pt x="5190" y="1507"/>
                  </a:lnTo>
                  <a:lnTo>
                    <a:pt x="5190" y="1696"/>
                  </a:lnTo>
                  <a:lnTo>
                    <a:pt x="5295" y="1779"/>
                  </a:lnTo>
                  <a:lnTo>
                    <a:pt x="5378" y="1863"/>
                  </a:lnTo>
                  <a:lnTo>
                    <a:pt x="5232" y="2010"/>
                  </a:lnTo>
                  <a:lnTo>
                    <a:pt x="5043" y="2030"/>
                  </a:lnTo>
                  <a:lnTo>
                    <a:pt x="4960" y="2010"/>
                  </a:lnTo>
                  <a:lnTo>
                    <a:pt x="4918" y="2072"/>
                  </a:lnTo>
                  <a:lnTo>
                    <a:pt x="4813" y="2072"/>
                  </a:lnTo>
                  <a:lnTo>
                    <a:pt x="4709" y="2010"/>
                  </a:lnTo>
                  <a:lnTo>
                    <a:pt x="4479" y="2010"/>
                  </a:lnTo>
                  <a:lnTo>
                    <a:pt x="4374" y="2030"/>
                  </a:lnTo>
                  <a:lnTo>
                    <a:pt x="4290" y="1989"/>
                  </a:lnTo>
                  <a:lnTo>
                    <a:pt x="4186" y="1968"/>
                  </a:lnTo>
                  <a:lnTo>
                    <a:pt x="4081" y="1968"/>
                  </a:lnTo>
                  <a:lnTo>
                    <a:pt x="3955" y="2072"/>
                  </a:lnTo>
                  <a:lnTo>
                    <a:pt x="3851" y="2093"/>
                  </a:lnTo>
                  <a:lnTo>
                    <a:pt x="3767" y="2135"/>
                  </a:lnTo>
                  <a:lnTo>
                    <a:pt x="3558" y="2030"/>
                  </a:lnTo>
                  <a:lnTo>
                    <a:pt x="3453" y="1968"/>
                  </a:lnTo>
                  <a:lnTo>
                    <a:pt x="3181" y="1800"/>
                  </a:lnTo>
                  <a:lnTo>
                    <a:pt x="3139" y="1717"/>
                  </a:lnTo>
                  <a:lnTo>
                    <a:pt x="3118" y="1612"/>
                  </a:lnTo>
                  <a:lnTo>
                    <a:pt x="3077" y="1549"/>
                  </a:lnTo>
                  <a:lnTo>
                    <a:pt x="2888" y="1549"/>
                  </a:lnTo>
                  <a:lnTo>
                    <a:pt x="2805" y="1591"/>
                  </a:lnTo>
                  <a:lnTo>
                    <a:pt x="2700" y="1591"/>
                  </a:lnTo>
                  <a:lnTo>
                    <a:pt x="2658" y="1612"/>
                  </a:lnTo>
                  <a:lnTo>
                    <a:pt x="2512" y="1612"/>
                  </a:lnTo>
                  <a:lnTo>
                    <a:pt x="2470" y="1549"/>
                  </a:lnTo>
                  <a:lnTo>
                    <a:pt x="2428" y="1486"/>
                  </a:lnTo>
                  <a:lnTo>
                    <a:pt x="2365" y="1382"/>
                  </a:lnTo>
                  <a:lnTo>
                    <a:pt x="2344" y="1382"/>
                  </a:lnTo>
                  <a:lnTo>
                    <a:pt x="2261" y="1445"/>
                  </a:lnTo>
                  <a:lnTo>
                    <a:pt x="2030" y="1445"/>
                  </a:lnTo>
                  <a:lnTo>
                    <a:pt x="1905" y="1466"/>
                  </a:lnTo>
                  <a:lnTo>
                    <a:pt x="1717" y="1486"/>
                  </a:lnTo>
                  <a:lnTo>
                    <a:pt x="1633" y="1549"/>
                  </a:lnTo>
                  <a:lnTo>
                    <a:pt x="1549" y="1675"/>
                  </a:lnTo>
                  <a:lnTo>
                    <a:pt x="1466" y="1717"/>
                  </a:lnTo>
                  <a:lnTo>
                    <a:pt x="1298" y="1675"/>
                  </a:lnTo>
                  <a:lnTo>
                    <a:pt x="1256" y="1717"/>
                  </a:lnTo>
                  <a:lnTo>
                    <a:pt x="1256" y="1800"/>
                  </a:lnTo>
                  <a:lnTo>
                    <a:pt x="1319" y="1863"/>
                  </a:lnTo>
                  <a:lnTo>
                    <a:pt x="1256" y="1884"/>
                  </a:lnTo>
                  <a:lnTo>
                    <a:pt x="1193" y="2010"/>
                  </a:lnTo>
                  <a:lnTo>
                    <a:pt x="1110" y="2030"/>
                  </a:lnTo>
                  <a:lnTo>
                    <a:pt x="1005" y="2114"/>
                  </a:lnTo>
                  <a:lnTo>
                    <a:pt x="1005" y="2198"/>
                  </a:lnTo>
                  <a:lnTo>
                    <a:pt x="838" y="2282"/>
                  </a:lnTo>
                  <a:lnTo>
                    <a:pt x="817" y="2386"/>
                  </a:lnTo>
                  <a:lnTo>
                    <a:pt x="796" y="2512"/>
                  </a:lnTo>
                  <a:lnTo>
                    <a:pt x="608" y="2554"/>
                  </a:lnTo>
                  <a:lnTo>
                    <a:pt x="503" y="2658"/>
                  </a:lnTo>
                  <a:lnTo>
                    <a:pt x="482" y="2742"/>
                  </a:lnTo>
                  <a:lnTo>
                    <a:pt x="210" y="2721"/>
                  </a:lnTo>
                  <a:lnTo>
                    <a:pt x="105" y="2763"/>
                  </a:lnTo>
                  <a:lnTo>
                    <a:pt x="1" y="2972"/>
                  </a:lnTo>
                  <a:lnTo>
                    <a:pt x="1" y="3014"/>
                  </a:lnTo>
                  <a:lnTo>
                    <a:pt x="43" y="3056"/>
                  </a:lnTo>
                  <a:lnTo>
                    <a:pt x="43" y="3181"/>
                  </a:lnTo>
                  <a:lnTo>
                    <a:pt x="64" y="3223"/>
                  </a:lnTo>
                  <a:lnTo>
                    <a:pt x="105" y="3286"/>
                  </a:lnTo>
                  <a:lnTo>
                    <a:pt x="147" y="3286"/>
                  </a:lnTo>
                  <a:lnTo>
                    <a:pt x="147" y="3244"/>
                  </a:lnTo>
                  <a:lnTo>
                    <a:pt x="168" y="3244"/>
                  </a:lnTo>
                  <a:lnTo>
                    <a:pt x="189" y="3286"/>
                  </a:lnTo>
                  <a:lnTo>
                    <a:pt x="189" y="3370"/>
                  </a:lnTo>
                  <a:lnTo>
                    <a:pt x="210" y="3453"/>
                  </a:lnTo>
                  <a:lnTo>
                    <a:pt x="294" y="3495"/>
                  </a:lnTo>
                  <a:lnTo>
                    <a:pt x="336" y="3537"/>
                  </a:lnTo>
                  <a:lnTo>
                    <a:pt x="461" y="3642"/>
                  </a:lnTo>
                  <a:lnTo>
                    <a:pt x="566" y="3704"/>
                  </a:lnTo>
                  <a:lnTo>
                    <a:pt x="629" y="3788"/>
                  </a:lnTo>
                  <a:lnTo>
                    <a:pt x="629" y="3851"/>
                  </a:lnTo>
                  <a:lnTo>
                    <a:pt x="670" y="3914"/>
                  </a:lnTo>
                  <a:lnTo>
                    <a:pt x="796" y="3997"/>
                  </a:lnTo>
                  <a:lnTo>
                    <a:pt x="838" y="3997"/>
                  </a:lnTo>
                  <a:lnTo>
                    <a:pt x="859" y="3914"/>
                  </a:lnTo>
                  <a:lnTo>
                    <a:pt x="901" y="3872"/>
                  </a:lnTo>
                  <a:lnTo>
                    <a:pt x="1026" y="3809"/>
                  </a:lnTo>
                  <a:lnTo>
                    <a:pt x="1131" y="3809"/>
                  </a:lnTo>
                  <a:lnTo>
                    <a:pt x="1152" y="3872"/>
                  </a:lnTo>
                  <a:lnTo>
                    <a:pt x="1235" y="3976"/>
                  </a:lnTo>
                  <a:lnTo>
                    <a:pt x="1319" y="3997"/>
                  </a:lnTo>
                  <a:lnTo>
                    <a:pt x="1361" y="3976"/>
                  </a:lnTo>
                  <a:lnTo>
                    <a:pt x="1424" y="3914"/>
                  </a:lnTo>
                  <a:lnTo>
                    <a:pt x="1528" y="3914"/>
                  </a:lnTo>
                  <a:lnTo>
                    <a:pt x="1612" y="3955"/>
                  </a:lnTo>
                  <a:lnTo>
                    <a:pt x="1654" y="4018"/>
                  </a:lnTo>
                  <a:lnTo>
                    <a:pt x="1738" y="4060"/>
                  </a:lnTo>
                  <a:lnTo>
                    <a:pt x="1842" y="4123"/>
                  </a:lnTo>
                  <a:lnTo>
                    <a:pt x="1884" y="4207"/>
                  </a:lnTo>
                  <a:lnTo>
                    <a:pt x="1905" y="4311"/>
                  </a:lnTo>
                  <a:lnTo>
                    <a:pt x="1947" y="4416"/>
                  </a:lnTo>
                  <a:lnTo>
                    <a:pt x="1989" y="4499"/>
                  </a:lnTo>
                  <a:lnTo>
                    <a:pt x="2051" y="4604"/>
                  </a:lnTo>
                  <a:lnTo>
                    <a:pt x="2135" y="4646"/>
                  </a:lnTo>
                  <a:lnTo>
                    <a:pt x="2198" y="4709"/>
                  </a:lnTo>
                  <a:lnTo>
                    <a:pt x="2282" y="4834"/>
                  </a:lnTo>
                  <a:lnTo>
                    <a:pt x="2344" y="4897"/>
                  </a:lnTo>
                  <a:lnTo>
                    <a:pt x="2344" y="5023"/>
                  </a:lnTo>
                  <a:lnTo>
                    <a:pt x="2302" y="5106"/>
                  </a:lnTo>
                  <a:lnTo>
                    <a:pt x="2344" y="5232"/>
                  </a:lnTo>
                  <a:lnTo>
                    <a:pt x="2407" y="5315"/>
                  </a:lnTo>
                  <a:lnTo>
                    <a:pt x="2365" y="5420"/>
                  </a:lnTo>
                  <a:lnTo>
                    <a:pt x="2282" y="5483"/>
                  </a:lnTo>
                  <a:lnTo>
                    <a:pt x="2261" y="5546"/>
                  </a:lnTo>
                  <a:lnTo>
                    <a:pt x="2261" y="5629"/>
                  </a:lnTo>
                  <a:lnTo>
                    <a:pt x="2282" y="5734"/>
                  </a:lnTo>
                  <a:lnTo>
                    <a:pt x="2407" y="5901"/>
                  </a:lnTo>
                  <a:lnTo>
                    <a:pt x="2512" y="5985"/>
                  </a:lnTo>
                  <a:lnTo>
                    <a:pt x="3098" y="6111"/>
                  </a:lnTo>
                  <a:lnTo>
                    <a:pt x="3349" y="6090"/>
                  </a:lnTo>
                  <a:lnTo>
                    <a:pt x="3516" y="6090"/>
                  </a:lnTo>
                  <a:lnTo>
                    <a:pt x="3558" y="6048"/>
                  </a:lnTo>
                  <a:lnTo>
                    <a:pt x="3600" y="6048"/>
                  </a:lnTo>
                  <a:lnTo>
                    <a:pt x="3976" y="6111"/>
                  </a:lnTo>
                  <a:lnTo>
                    <a:pt x="4165" y="6257"/>
                  </a:lnTo>
                  <a:lnTo>
                    <a:pt x="4227" y="6299"/>
                  </a:lnTo>
                  <a:lnTo>
                    <a:pt x="4332" y="6320"/>
                  </a:lnTo>
                  <a:lnTo>
                    <a:pt x="4437" y="6320"/>
                  </a:lnTo>
                  <a:lnTo>
                    <a:pt x="4646" y="6487"/>
                  </a:lnTo>
                  <a:lnTo>
                    <a:pt x="4792" y="6571"/>
                  </a:lnTo>
                  <a:lnTo>
                    <a:pt x="5023" y="6571"/>
                  </a:lnTo>
                  <a:lnTo>
                    <a:pt x="5043" y="6675"/>
                  </a:lnTo>
                  <a:lnTo>
                    <a:pt x="5085" y="6738"/>
                  </a:lnTo>
                  <a:lnTo>
                    <a:pt x="5127" y="6738"/>
                  </a:lnTo>
                  <a:lnTo>
                    <a:pt x="5211" y="6780"/>
                  </a:lnTo>
                  <a:lnTo>
                    <a:pt x="5315" y="6885"/>
                  </a:lnTo>
                  <a:lnTo>
                    <a:pt x="5315" y="6948"/>
                  </a:lnTo>
                  <a:lnTo>
                    <a:pt x="5378" y="7115"/>
                  </a:lnTo>
                  <a:lnTo>
                    <a:pt x="5483" y="7240"/>
                  </a:lnTo>
                  <a:lnTo>
                    <a:pt x="5608" y="7408"/>
                  </a:lnTo>
                  <a:lnTo>
                    <a:pt x="5650" y="7533"/>
                  </a:lnTo>
                  <a:lnTo>
                    <a:pt x="5797" y="7784"/>
                  </a:lnTo>
                  <a:lnTo>
                    <a:pt x="5901" y="7826"/>
                  </a:lnTo>
                  <a:lnTo>
                    <a:pt x="6006" y="7784"/>
                  </a:lnTo>
                  <a:lnTo>
                    <a:pt x="6236" y="7764"/>
                  </a:lnTo>
                  <a:lnTo>
                    <a:pt x="6487" y="7784"/>
                  </a:lnTo>
                  <a:lnTo>
                    <a:pt x="6843" y="7764"/>
                  </a:lnTo>
                  <a:lnTo>
                    <a:pt x="7324" y="7826"/>
                  </a:lnTo>
                  <a:lnTo>
                    <a:pt x="7596" y="7784"/>
                  </a:lnTo>
                  <a:lnTo>
                    <a:pt x="7784" y="7722"/>
                  </a:lnTo>
                  <a:lnTo>
                    <a:pt x="7826" y="7659"/>
                  </a:lnTo>
                  <a:lnTo>
                    <a:pt x="7889" y="7617"/>
                  </a:lnTo>
                  <a:lnTo>
                    <a:pt x="7952" y="7638"/>
                  </a:lnTo>
                  <a:lnTo>
                    <a:pt x="8328" y="7638"/>
                  </a:lnTo>
                  <a:lnTo>
                    <a:pt x="8747" y="7659"/>
                  </a:lnTo>
                  <a:lnTo>
                    <a:pt x="8872" y="7680"/>
                  </a:lnTo>
                  <a:lnTo>
                    <a:pt x="9082" y="7868"/>
                  </a:lnTo>
                  <a:lnTo>
                    <a:pt x="9458" y="8036"/>
                  </a:lnTo>
                  <a:lnTo>
                    <a:pt x="9814" y="8161"/>
                  </a:lnTo>
                  <a:lnTo>
                    <a:pt x="9981" y="8182"/>
                  </a:lnTo>
                  <a:lnTo>
                    <a:pt x="10191" y="8287"/>
                  </a:lnTo>
                  <a:lnTo>
                    <a:pt x="10358" y="8266"/>
                  </a:lnTo>
                  <a:lnTo>
                    <a:pt x="10630" y="8182"/>
                  </a:lnTo>
                  <a:lnTo>
                    <a:pt x="10651" y="8287"/>
                  </a:lnTo>
                  <a:lnTo>
                    <a:pt x="10651" y="8349"/>
                  </a:lnTo>
                  <a:lnTo>
                    <a:pt x="10797" y="8391"/>
                  </a:lnTo>
                  <a:lnTo>
                    <a:pt x="10944" y="8391"/>
                  </a:lnTo>
                  <a:lnTo>
                    <a:pt x="11049" y="8287"/>
                  </a:lnTo>
                  <a:lnTo>
                    <a:pt x="11300" y="8098"/>
                  </a:lnTo>
                  <a:lnTo>
                    <a:pt x="11467" y="7931"/>
                  </a:lnTo>
                  <a:lnTo>
                    <a:pt x="11781" y="7826"/>
                  </a:lnTo>
                  <a:lnTo>
                    <a:pt x="12199" y="7659"/>
                  </a:lnTo>
                  <a:lnTo>
                    <a:pt x="12367" y="7617"/>
                  </a:lnTo>
                  <a:lnTo>
                    <a:pt x="12555" y="7554"/>
                  </a:lnTo>
                  <a:lnTo>
                    <a:pt x="12806" y="7533"/>
                  </a:lnTo>
                  <a:lnTo>
                    <a:pt x="12953" y="7533"/>
                  </a:lnTo>
                  <a:lnTo>
                    <a:pt x="13120" y="7408"/>
                  </a:lnTo>
                  <a:lnTo>
                    <a:pt x="13266" y="7303"/>
                  </a:lnTo>
                  <a:lnTo>
                    <a:pt x="13392" y="7303"/>
                  </a:lnTo>
                  <a:lnTo>
                    <a:pt x="13580" y="7240"/>
                  </a:lnTo>
                  <a:lnTo>
                    <a:pt x="13685" y="7240"/>
                  </a:lnTo>
                  <a:lnTo>
                    <a:pt x="13769" y="7031"/>
                  </a:lnTo>
                  <a:lnTo>
                    <a:pt x="13894" y="6801"/>
                  </a:lnTo>
                  <a:lnTo>
                    <a:pt x="14166" y="6508"/>
                  </a:lnTo>
                  <a:lnTo>
                    <a:pt x="14229" y="6403"/>
                  </a:lnTo>
                  <a:lnTo>
                    <a:pt x="14292" y="6299"/>
                  </a:lnTo>
                  <a:lnTo>
                    <a:pt x="14292" y="6215"/>
                  </a:lnTo>
                  <a:lnTo>
                    <a:pt x="14062" y="6090"/>
                  </a:lnTo>
                  <a:lnTo>
                    <a:pt x="13790" y="5901"/>
                  </a:lnTo>
                  <a:lnTo>
                    <a:pt x="13810" y="5839"/>
                  </a:lnTo>
                  <a:lnTo>
                    <a:pt x="13790" y="5692"/>
                  </a:lnTo>
                  <a:lnTo>
                    <a:pt x="13790" y="5462"/>
                  </a:lnTo>
                  <a:lnTo>
                    <a:pt x="13894" y="5336"/>
                  </a:lnTo>
                  <a:lnTo>
                    <a:pt x="14020" y="5232"/>
                  </a:lnTo>
                  <a:lnTo>
                    <a:pt x="14229" y="5169"/>
                  </a:lnTo>
                  <a:lnTo>
                    <a:pt x="14396" y="5211"/>
                  </a:lnTo>
                  <a:lnTo>
                    <a:pt x="14522" y="5274"/>
                  </a:lnTo>
                  <a:lnTo>
                    <a:pt x="14710" y="5357"/>
                  </a:lnTo>
                  <a:lnTo>
                    <a:pt x="14836" y="5378"/>
                  </a:lnTo>
                  <a:lnTo>
                    <a:pt x="14961" y="5441"/>
                  </a:lnTo>
                  <a:lnTo>
                    <a:pt x="15024" y="5441"/>
                  </a:lnTo>
                  <a:lnTo>
                    <a:pt x="15045" y="5336"/>
                  </a:lnTo>
                  <a:lnTo>
                    <a:pt x="15129" y="5253"/>
                  </a:lnTo>
                  <a:lnTo>
                    <a:pt x="15254" y="5148"/>
                  </a:lnTo>
                  <a:lnTo>
                    <a:pt x="15359" y="5064"/>
                  </a:lnTo>
                  <a:lnTo>
                    <a:pt x="15463" y="4855"/>
                  </a:lnTo>
                  <a:lnTo>
                    <a:pt x="15547" y="4813"/>
                  </a:lnTo>
                  <a:lnTo>
                    <a:pt x="15673" y="4834"/>
                  </a:lnTo>
                  <a:lnTo>
                    <a:pt x="15840" y="4834"/>
                  </a:lnTo>
                  <a:lnTo>
                    <a:pt x="16070" y="4646"/>
                  </a:lnTo>
                  <a:lnTo>
                    <a:pt x="16196" y="4625"/>
                  </a:lnTo>
                  <a:lnTo>
                    <a:pt x="16259" y="4541"/>
                  </a:lnTo>
                  <a:lnTo>
                    <a:pt x="16259" y="4437"/>
                  </a:lnTo>
                  <a:lnTo>
                    <a:pt x="16279" y="4269"/>
                  </a:lnTo>
                  <a:lnTo>
                    <a:pt x="16384" y="4102"/>
                  </a:lnTo>
                  <a:lnTo>
                    <a:pt x="16426" y="4018"/>
                  </a:lnTo>
                  <a:lnTo>
                    <a:pt x="16489" y="4060"/>
                  </a:lnTo>
                  <a:lnTo>
                    <a:pt x="16551" y="4018"/>
                  </a:lnTo>
                  <a:lnTo>
                    <a:pt x="16614" y="3976"/>
                  </a:lnTo>
                  <a:lnTo>
                    <a:pt x="16614" y="3872"/>
                  </a:lnTo>
                  <a:lnTo>
                    <a:pt x="16677" y="3851"/>
                  </a:lnTo>
                  <a:lnTo>
                    <a:pt x="16782" y="3914"/>
                  </a:lnTo>
                  <a:lnTo>
                    <a:pt x="16844" y="3872"/>
                  </a:lnTo>
                  <a:lnTo>
                    <a:pt x="17012" y="3746"/>
                  </a:lnTo>
                  <a:lnTo>
                    <a:pt x="17116" y="3600"/>
                  </a:lnTo>
                  <a:lnTo>
                    <a:pt x="17221" y="3579"/>
                  </a:lnTo>
                  <a:lnTo>
                    <a:pt x="17367" y="3662"/>
                  </a:lnTo>
                  <a:lnTo>
                    <a:pt x="17451" y="3600"/>
                  </a:lnTo>
                  <a:lnTo>
                    <a:pt x="17556" y="3579"/>
                  </a:lnTo>
                  <a:lnTo>
                    <a:pt x="17598" y="3642"/>
                  </a:lnTo>
                  <a:lnTo>
                    <a:pt x="17723" y="3662"/>
                  </a:lnTo>
                  <a:lnTo>
                    <a:pt x="17744" y="3579"/>
                  </a:lnTo>
                  <a:lnTo>
                    <a:pt x="17744" y="3495"/>
                  </a:lnTo>
                  <a:lnTo>
                    <a:pt x="17786" y="3453"/>
                  </a:lnTo>
                  <a:lnTo>
                    <a:pt x="17786" y="3349"/>
                  </a:lnTo>
                  <a:lnTo>
                    <a:pt x="17765" y="3265"/>
                  </a:lnTo>
                  <a:lnTo>
                    <a:pt x="17744" y="3160"/>
                  </a:lnTo>
                  <a:lnTo>
                    <a:pt x="17535" y="3014"/>
                  </a:lnTo>
                  <a:lnTo>
                    <a:pt x="17367" y="2805"/>
                  </a:lnTo>
                  <a:lnTo>
                    <a:pt x="17158" y="2616"/>
                  </a:lnTo>
                  <a:lnTo>
                    <a:pt x="17012" y="2428"/>
                  </a:lnTo>
                  <a:lnTo>
                    <a:pt x="16740" y="2344"/>
                  </a:lnTo>
                  <a:lnTo>
                    <a:pt x="16698" y="2407"/>
                  </a:lnTo>
                  <a:lnTo>
                    <a:pt x="16531" y="2449"/>
                  </a:lnTo>
                  <a:lnTo>
                    <a:pt x="16531" y="2554"/>
                  </a:lnTo>
                  <a:lnTo>
                    <a:pt x="16531" y="2700"/>
                  </a:lnTo>
                  <a:lnTo>
                    <a:pt x="16405" y="2909"/>
                  </a:lnTo>
                  <a:lnTo>
                    <a:pt x="16300" y="2805"/>
                  </a:lnTo>
                  <a:lnTo>
                    <a:pt x="16028" y="2742"/>
                  </a:lnTo>
                  <a:lnTo>
                    <a:pt x="15798" y="2742"/>
                  </a:lnTo>
                  <a:lnTo>
                    <a:pt x="15631" y="2909"/>
                  </a:lnTo>
                  <a:lnTo>
                    <a:pt x="15359" y="2763"/>
                  </a:lnTo>
                  <a:lnTo>
                    <a:pt x="15254" y="2595"/>
                  </a:lnTo>
                  <a:lnTo>
                    <a:pt x="15338" y="2323"/>
                  </a:lnTo>
                  <a:lnTo>
                    <a:pt x="15317" y="2219"/>
                  </a:lnTo>
                  <a:lnTo>
                    <a:pt x="15359" y="2030"/>
                  </a:lnTo>
                  <a:lnTo>
                    <a:pt x="15338" y="1863"/>
                  </a:lnTo>
                  <a:lnTo>
                    <a:pt x="15463" y="963"/>
                  </a:lnTo>
                  <a:lnTo>
                    <a:pt x="15463" y="942"/>
                  </a:lnTo>
                  <a:lnTo>
                    <a:pt x="15422" y="880"/>
                  </a:lnTo>
                  <a:lnTo>
                    <a:pt x="15212" y="838"/>
                  </a:lnTo>
                  <a:lnTo>
                    <a:pt x="14982" y="859"/>
                  </a:lnTo>
                  <a:lnTo>
                    <a:pt x="14982" y="922"/>
                  </a:lnTo>
                  <a:lnTo>
                    <a:pt x="14857" y="984"/>
                  </a:lnTo>
                  <a:lnTo>
                    <a:pt x="14752" y="984"/>
                  </a:lnTo>
                  <a:lnTo>
                    <a:pt x="14710" y="942"/>
                  </a:lnTo>
                  <a:lnTo>
                    <a:pt x="14606" y="1026"/>
                  </a:lnTo>
                  <a:lnTo>
                    <a:pt x="14501" y="963"/>
                  </a:lnTo>
                  <a:lnTo>
                    <a:pt x="14438" y="880"/>
                  </a:lnTo>
                  <a:lnTo>
                    <a:pt x="14313" y="775"/>
                  </a:lnTo>
                  <a:lnTo>
                    <a:pt x="14208" y="775"/>
                  </a:lnTo>
                  <a:lnTo>
                    <a:pt x="14020" y="838"/>
                  </a:lnTo>
                  <a:lnTo>
                    <a:pt x="13999" y="775"/>
                  </a:lnTo>
                  <a:lnTo>
                    <a:pt x="13894" y="775"/>
                  </a:lnTo>
                  <a:lnTo>
                    <a:pt x="13790" y="859"/>
                  </a:lnTo>
                  <a:lnTo>
                    <a:pt x="13769" y="984"/>
                  </a:lnTo>
                  <a:lnTo>
                    <a:pt x="13685" y="1068"/>
                  </a:lnTo>
                  <a:lnTo>
                    <a:pt x="13559" y="1131"/>
                  </a:lnTo>
                  <a:lnTo>
                    <a:pt x="13476" y="1256"/>
                  </a:lnTo>
                  <a:lnTo>
                    <a:pt x="13476" y="1298"/>
                  </a:lnTo>
                  <a:lnTo>
                    <a:pt x="13455" y="1403"/>
                  </a:lnTo>
                  <a:lnTo>
                    <a:pt x="13350" y="1507"/>
                  </a:lnTo>
                  <a:lnTo>
                    <a:pt x="12973" y="1507"/>
                  </a:lnTo>
                  <a:lnTo>
                    <a:pt x="12869" y="1612"/>
                  </a:lnTo>
                  <a:lnTo>
                    <a:pt x="12743" y="1612"/>
                  </a:lnTo>
                  <a:lnTo>
                    <a:pt x="12534" y="1758"/>
                  </a:lnTo>
                  <a:lnTo>
                    <a:pt x="12429" y="1905"/>
                  </a:lnTo>
                  <a:lnTo>
                    <a:pt x="12367" y="1905"/>
                  </a:lnTo>
                  <a:lnTo>
                    <a:pt x="12283" y="1863"/>
                  </a:lnTo>
                  <a:lnTo>
                    <a:pt x="12137" y="1863"/>
                  </a:lnTo>
                  <a:lnTo>
                    <a:pt x="12095" y="1884"/>
                  </a:lnTo>
                  <a:lnTo>
                    <a:pt x="11927" y="1905"/>
                  </a:lnTo>
                  <a:lnTo>
                    <a:pt x="11593" y="1905"/>
                  </a:lnTo>
                  <a:lnTo>
                    <a:pt x="11362" y="1863"/>
                  </a:lnTo>
                  <a:lnTo>
                    <a:pt x="11090" y="1884"/>
                  </a:lnTo>
                  <a:lnTo>
                    <a:pt x="11028" y="1884"/>
                  </a:lnTo>
                  <a:lnTo>
                    <a:pt x="10923" y="1758"/>
                  </a:lnTo>
                  <a:lnTo>
                    <a:pt x="10839" y="1758"/>
                  </a:lnTo>
                  <a:lnTo>
                    <a:pt x="10756" y="1696"/>
                  </a:lnTo>
                  <a:lnTo>
                    <a:pt x="10651" y="1612"/>
                  </a:lnTo>
                  <a:lnTo>
                    <a:pt x="10609" y="1445"/>
                  </a:lnTo>
                  <a:lnTo>
                    <a:pt x="10525" y="1382"/>
                  </a:lnTo>
                  <a:lnTo>
                    <a:pt x="10421" y="1403"/>
                  </a:lnTo>
                  <a:lnTo>
                    <a:pt x="10232" y="1403"/>
                  </a:lnTo>
                  <a:lnTo>
                    <a:pt x="10044" y="1340"/>
                  </a:lnTo>
                  <a:lnTo>
                    <a:pt x="9919" y="1173"/>
                  </a:lnTo>
                  <a:lnTo>
                    <a:pt x="9521" y="1173"/>
                  </a:lnTo>
                  <a:lnTo>
                    <a:pt x="9396" y="1089"/>
                  </a:lnTo>
                  <a:lnTo>
                    <a:pt x="9270" y="1131"/>
                  </a:lnTo>
                  <a:lnTo>
                    <a:pt x="9103" y="1152"/>
                  </a:lnTo>
                  <a:lnTo>
                    <a:pt x="8977" y="1194"/>
                  </a:lnTo>
                  <a:lnTo>
                    <a:pt x="8768" y="1214"/>
                  </a:lnTo>
                  <a:lnTo>
                    <a:pt x="8580" y="1277"/>
                  </a:lnTo>
                  <a:lnTo>
                    <a:pt x="8517" y="1382"/>
                  </a:lnTo>
                  <a:lnTo>
                    <a:pt x="8433" y="1403"/>
                  </a:lnTo>
                  <a:lnTo>
                    <a:pt x="8349" y="1382"/>
                  </a:lnTo>
                  <a:lnTo>
                    <a:pt x="8266" y="1382"/>
                  </a:lnTo>
                  <a:lnTo>
                    <a:pt x="8182" y="1445"/>
                  </a:lnTo>
                  <a:lnTo>
                    <a:pt x="8015" y="1445"/>
                  </a:lnTo>
                  <a:lnTo>
                    <a:pt x="7952" y="1466"/>
                  </a:lnTo>
                  <a:lnTo>
                    <a:pt x="7889" y="1466"/>
                  </a:lnTo>
                  <a:lnTo>
                    <a:pt x="7722" y="1361"/>
                  </a:lnTo>
                  <a:lnTo>
                    <a:pt x="7533" y="1340"/>
                  </a:lnTo>
                  <a:lnTo>
                    <a:pt x="7512" y="1256"/>
                  </a:lnTo>
                  <a:lnTo>
                    <a:pt x="7387" y="1152"/>
                  </a:lnTo>
                  <a:lnTo>
                    <a:pt x="7324" y="1152"/>
                  </a:lnTo>
                  <a:lnTo>
                    <a:pt x="7261" y="1089"/>
                  </a:lnTo>
                  <a:lnTo>
                    <a:pt x="7261" y="984"/>
                  </a:lnTo>
                  <a:lnTo>
                    <a:pt x="7199" y="859"/>
                  </a:lnTo>
                  <a:lnTo>
                    <a:pt x="7136" y="817"/>
                  </a:lnTo>
                  <a:lnTo>
                    <a:pt x="7136" y="691"/>
                  </a:lnTo>
                  <a:lnTo>
                    <a:pt x="7094" y="629"/>
                  </a:lnTo>
                  <a:lnTo>
                    <a:pt x="7094" y="566"/>
                  </a:lnTo>
                  <a:lnTo>
                    <a:pt x="7052" y="461"/>
                  </a:lnTo>
                  <a:lnTo>
                    <a:pt x="6947" y="440"/>
                  </a:lnTo>
                  <a:lnTo>
                    <a:pt x="6696" y="440"/>
                  </a:lnTo>
                  <a:lnTo>
                    <a:pt x="6592" y="419"/>
                  </a:lnTo>
                  <a:lnTo>
                    <a:pt x="6529" y="398"/>
                  </a:lnTo>
                  <a:lnTo>
                    <a:pt x="6383" y="357"/>
                  </a:lnTo>
                  <a:lnTo>
                    <a:pt x="6341" y="315"/>
                  </a:lnTo>
                  <a:lnTo>
                    <a:pt x="6257" y="252"/>
                  </a:lnTo>
                  <a:lnTo>
                    <a:pt x="5901" y="252"/>
                  </a:lnTo>
                  <a:lnTo>
                    <a:pt x="5755" y="210"/>
                  </a:lnTo>
                  <a:lnTo>
                    <a:pt x="5734" y="168"/>
                  </a:lnTo>
                  <a:lnTo>
                    <a:pt x="5567" y="105"/>
                  </a:lnTo>
                  <a:lnTo>
                    <a:pt x="5441" y="43"/>
                  </a:lnTo>
                  <a:lnTo>
                    <a:pt x="537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231;p45"/>
            <p:cNvSpPr/>
            <p:nvPr/>
          </p:nvSpPr>
          <p:spPr>
            <a:xfrm>
              <a:off x="4718522" y="3165089"/>
              <a:ext cx="67277" cy="54986"/>
            </a:xfrm>
            <a:custGeom>
              <a:avLst/>
              <a:gdLst/>
              <a:ahLst/>
              <a:cxnLst/>
              <a:rect l="l" t="t" r="r" b="b"/>
              <a:pathLst>
                <a:path w="5650" h="4835" extrusionOk="0">
                  <a:moveTo>
                    <a:pt x="126" y="1"/>
                  </a:moveTo>
                  <a:lnTo>
                    <a:pt x="42" y="2156"/>
                  </a:lnTo>
                  <a:lnTo>
                    <a:pt x="21" y="2323"/>
                  </a:lnTo>
                  <a:lnTo>
                    <a:pt x="21" y="2407"/>
                  </a:lnTo>
                  <a:lnTo>
                    <a:pt x="21" y="2470"/>
                  </a:lnTo>
                  <a:lnTo>
                    <a:pt x="0" y="3872"/>
                  </a:lnTo>
                  <a:lnTo>
                    <a:pt x="168" y="3872"/>
                  </a:lnTo>
                  <a:lnTo>
                    <a:pt x="251" y="3892"/>
                  </a:lnTo>
                  <a:lnTo>
                    <a:pt x="356" y="3872"/>
                  </a:lnTo>
                  <a:lnTo>
                    <a:pt x="732" y="3872"/>
                  </a:lnTo>
                  <a:lnTo>
                    <a:pt x="753" y="3934"/>
                  </a:lnTo>
                  <a:lnTo>
                    <a:pt x="837" y="3997"/>
                  </a:lnTo>
                  <a:lnTo>
                    <a:pt x="942" y="4039"/>
                  </a:lnTo>
                  <a:lnTo>
                    <a:pt x="1046" y="3955"/>
                  </a:lnTo>
                  <a:lnTo>
                    <a:pt x="1256" y="3892"/>
                  </a:lnTo>
                  <a:lnTo>
                    <a:pt x="1276" y="3851"/>
                  </a:lnTo>
                  <a:lnTo>
                    <a:pt x="1318" y="3892"/>
                  </a:lnTo>
                  <a:lnTo>
                    <a:pt x="1381" y="3830"/>
                  </a:lnTo>
                  <a:lnTo>
                    <a:pt x="1360" y="3662"/>
                  </a:lnTo>
                  <a:lnTo>
                    <a:pt x="1214" y="3558"/>
                  </a:lnTo>
                  <a:lnTo>
                    <a:pt x="1046" y="3474"/>
                  </a:lnTo>
                  <a:lnTo>
                    <a:pt x="900" y="3453"/>
                  </a:lnTo>
                  <a:lnTo>
                    <a:pt x="858" y="3411"/>
                  </a:lnTo>
                  <a:lnTo>
                    <a:pt x="753" y="3369"/>
                  </a:lnTo>
                  <a:lnTo>
                    <a:pt x="732" y="3369"/>
                  </a:lnTo>
                  <a:lnTo>
                    <a:pt x="670" y="3328"/>
                  </a:lnTo>
                  <a:lnTo>
                    <a:pt x="649" y="3202"/>
                  </a:lnTo>
                  <a:lnTo>
                    <a:pt x="544" y="3056"/>
                  </a:lnTo>
                  <a:lnTo>
                    <a:pt x="440" y="3014"/>
                  </a:lnTo>
                  <a:lnTo>
                    <a:pt x="419" y="2930"/>
                  </a:lnTo>
                  <a:lnTo>
                    <a:pt x="335" y="2846"/>
                  </a:lnTo>
                  <a:lnTo>
                    <a:pt x="419" y="2909"/>
                  </a:lnTo>
                  <a:lnTo>
                    <a:pt x="440" y="3014"/>
                  </a:lnTo>
                  <a:lnTo>
                    <a:pt x="523" y="3014"/>
                  </a:lnTo>
                  <a:lnTo>
                    <a:pt x="649" y="3097"/>
                  </a:lnTo>
                  <a:lnTo>
                    <a:pt x="670" y="3202"/>
                  </a:lnTo>
                  <a:lnTo>
                    <a:pt x="670" y="3328"/>
                  </a:lnTo>
                  <a:lnTo>
                    <a:pt x="732" y="3328"/>
                  </a:lnTo>
                  <a:lnTo>
                    <a:pt x="879" y="3348"/>
                  </a:lnTo>
                  <a:lnTo>
                    <a:pt x="963" y="3432"/>
                  </a:lnTo>
                  <a:lnTo>
                    <a:pt x="1151" y="3432"/>
                  </a:lnTo>
                  <a:lnTo>
                    <a:pt x="1297" y="3369"/>
                  </a:lnTo>
                  <a:lnTo>
                    <a:pt x="1423" y="3411"/>
                  </a:lnTo>
                  <a:lnTo>
                    <a:pt x="1507" y="3348"/>
                  </a:lnTo>
                  <a:lnTo>
                    <a:pt x="1486" y="3328"/>
                  </a:lnTo>
                  <a:lnTo>
                    <a:pt x="1402" y="3244"/>
                  </a:lnTo>
                  <a:lnTo>
                    <a:pt x="1360" y="3160"/>
                  </a:lnTo>
                  <a:lnTo>
                    <a:pt x="1276" y="3202"/>
                  </a:lnTo>
                  <a:lnTo>
                    <a:pt x="1256" y="3118"/>
                  </a:lnTo>
                  <a:lnTo>
                    <a:pt x="1297" y="3160"/>
                  </a:lnTo>
                  <a:lnTo>
                    <a:pt x="1423" y="3139"/>
                  </a:lnTo>
                  <a:lnTo>
                    <a:pt x="1507" y="3244"/>
                  </a:lnTo>
                  <a:lnTo>
                    <a:pt x="1611" y="3244"/>
                  </a:lnTo>
                  <a:lnTo>
                    <a:pt x="1569" y="3202"/>
                  </a:lnTo>
                  <a:lnTo>
                    <a:pt x="1569" y="3118"/>
                  </a:lnTo>
                  <a:lnTo>
                    <a:pt x="1611" y="3056"/>
                  </a:lnTo>
                  <a:lnTo>
                    <a:pt x="1611" y="3014"/>
                  </a:lnTo>
                  <a:lnTo>
                    <a:pt x="1611" y="2930"/>
                  </a:lnTo>
                  <a:lnTo>
                    <a:pt x="1528" y="2825"/>
                  </a:lnTo>
                  <a:lnTo>
                    <a:pt x="1528" y="2804"/>
                  </a:lnTo>
                  <a:lnTo>
                    <a:pt x="1632" y="2846"/>
                  </a:lnTo>
                  <a:lnTo>
                    <a:pt x="1674" y="2909"/>
                  </a:lnTo>
                  <a:lnTo>
                    <a:pt x="1779" y="3014"/>
                  </a:lnTo>
                  <a:lnTo>
                    <a:pt x="1883" y="3035"/>
                  </a:lnTo>
                  <a:lnTo>
                    <a:pt x="1883" y="2993"/>
                  </a:lnTo>
                  <a:lnTo>
                    <a:pt x="1841" y="2909"/>
                  </a:lnTo>
                  <a:lnTo>
                    <a:pt x="1883" y="2930"/>
                  </a:lnTo>
                  <a:lnTo>
                    <a:pt x="1904" y="3035"/>
                  </a:lnTo>
                  <a:lnTo>
                    <a:pt x="1946" y="3035"/>
                  </a:lnTo>
                  <a:lnTo>
                    <a:pt x="1946" y="2951"/>
                  </a:lnTo>
                  <a:lnTo>
                    <a:pt x="1925" y="2888"/>
                  </a:lnTo>
                  <a:lnTo>
                    <a:pt x="1946" y="2784"/>
                  </a:lnTo>
                  <a:lnTo>
                    <a:pt x="2009" y="2825"/>
                  </a:lnTo>
                  <a:lnTo>
                    <a:pt x="2155" y="2888"/>
                  </a:lnTo>
                  <a:lnTo>
                    <a:pt x="2197" y="2951"/>
                  </a:lnTo>
                  <a:lnTo>
                    <a:pt x="2260" y="2993"/>
                  </a:lnTo>
                  <a:lnTo>
                    <a:pt x="2323" y="2951"/>
                  </a:lnTo>
                  <a:lnTo>
                    <a:pt x="2365" y="2993"/>
                  </a:lnTo>
                  <a:lnTo>
                    <a:pt x="2427" y="2930"/>
                  </a:lnTo>
                  <a:lnTo>
                    <a:pt x="2427" y="3014"/>
                  </a:lnTo>
                  <a:lnTo>
                    <a:pt x="2427" y="3097"/>
                  </a:lnTo>
                  <a:lnTo>
                    <a:pt x="2469" y="3097"/>
                  </a:lnTo>
                  <a:lnTo>
                    <a:pt x="2553" y="3160"/>
                  </a:lnTo>
                  <a:lnTo>
                    <a:pt x="2867" y="3244"/>
                  </a:lnTo>
                  <a:lnTo>
                    <a:pt x="2950" y="3307"/>
                  </a:lnTo>
                  <a:lnTo>
                    <a:pt x="3055" y="3411"/>
                  </a:lnTo>
                  <a:lnTo>
                    <a:pt x="3076" y="3558"/>
                  </a:lnTo>
                  <a:lnTo>
                    <a:pt x="3243" y="3746"/>
                  </a:lnTo>
                  <a:lnTo>
                    <a:pt x="3264" y="3830"/>
                  </a:lnTo>
                  <a:lnTo>
                    <a:pt x="3369" y="3872"/>
                  </a:lnTo>
                  <a:lnTo>
                    <a:pt x="3453" y="3955"/>
                  </a:lnTo>
                  <a:lnTo>
                    <a:pt x="3473" y="4039"/>
                  </a:lnTo>
                  <a:lnTo>
                    <a:pt x="3725" y="4290"/>
                  </a:lnTo>
                  <a:lnTo>
                    <a:pt x="3725" y="4374"/>
                  </a:lnTo>
                  <a:lnTo>
                    <a:pt x="3829" y="4457"/>
                  </a:lnTo>
                  <a:lnTo>
                    <a:pt x="3997" y="4499"/>
                  </a:lnTo>
                  <a:lnTo>
                    <a:pt x="4080" y="4478"/>
                  </a:lnTo>
                  <a:lnTo>
                    <a:pt x="4122" y="4478"/>
                  </a:lnTo>
                  <a:lnTo>
                    <a:pt x="4206" y="4520"/>
                  </a:lnTo>
                  <a:lnTo>
                    <a:pt x="4394" y="4499"/>
                  </a:lnTo>
                  <a:lnTo>
                    <a:pt x="4520" y="4562"/>
                  </a:lnTo>
                  <a:lnTo>
                    <a:pt x="4624" y="4520"/>
                  </a:lnTo>
                  <a:lnTo>
                    <a:pt x="4771" y="4562"/>
                  </a:lnTo>
                  <a:lnTo>
                    <a:pt x="4875" y="4604"/>
                  </a:lnTo>
                  <a:lnTo>
                    <a:pt x="5022" y="4583"/>
                  </a:lnTo>
                  <a:lnTo>
                    <a:pt x="5064" y="4667"/>
                  </a:lnTo>
                  <a:lnTo>
                    <a:pt x="5168" y="4667"/>
                  </a:lnTo>
                  <a:lnTo>
                    <a:pt x="5189" y="4688"/>
                  </a:lnTo>
                  <a:lnTo>
                    <a:pt x="5126" y="4729"/>
                  </a:lnTo>
                  <a:lnTo>
                    <a:pt x="5252" y="4771"/>
                  </a:lnTo>
                  <a:lnTo>
                    <a:pt x="5378" y="4834"/>
                  </a:lnTo>
                  <a:lnTo>
                    <a:pt x="5503" y="4813"/>
                  </a:lnTo>
                  <a:lnTo>
                    <a:pt x="5545" y="4729"/>
                  </a:lnTo>
                  <a:lnTo>
                    <a:pt x="5398" y="4667"/>
                  </a:lnTo>
                  <a:lnTo>
                    <a:pt x="5357" y="4667"/>
                  </a:lnTo>
                  <a:lnTo>
                    <a:pt x="5357" y="4604"/>
                  </a:lnTo>
                  <a:lnTo>
                    <a:pt x="5461" y="4583"/>
                  </a:lnTo>
                  <a:lnTo>
                    <a:pt x="5545" y="4604"/>
                  </a:lnTo>
                  <a:lnTo>
                    <a:pt x="5650" y="4562"/>
                  </a:lnTo>
                  <a:lnTo>
                    <a:pt x="5440" y="4499"/>
                  </a:lnTo>
                  <a:lnTo>
                    <a:pt x="5168" y="4478"/>
                  </a:lnTo>
                  <a:lnTo>
                    <a:pt x="5043" y="4395"/>
                  </a:lnTo>
                  <a:lnTo>
                    <a:pt x="4980" y="4311"/>
                  </a:lnTo>
                  <a:lnTo>
                    <a:pt x="5126" y="4269"/>
                  </a:lnTo>
                  <a:lnTo>
                    <a:pt x="5189" y="4269"/>
                  </a:lnTo>
                  <a:lnTo>
                    <a:pt x="5252" y="4248"/>
                  </a:lnTo>
                  <a:lnTo>
                    <a:pt x="5168" y="4185"/>
                  </a:lnTo>
                  <a:lnTo>
                    <a:pt x="4959" y="4185"/>
                  </a:lnTo>
                  <a:lnTo>
                    <a:pt x="4771" y="4164"/>
                  </a:lnTo>
                  <a:lnTo>
                    <a:pt x="4708" y="4081"/>
                  </a:lnTo>
                  <a:lnTo>
                    <a:pt x="4708" y="3997"/>
                  </a:lnTo>
                  <a:lnTo>
                    <a:pt x="4771" y="3934"/>
                  </a:lnTo>
                  <a:lnTo>
                    <a:pt x="4813" y="3851"/>
                  </a:lnTo>
                  <a:lnTo>
                    <a:pt x="4750" y="3788"/>
                  </a:lnTo>
                  <a:lnTo>
                    <a:pt x="4666" y="3788"/>
                  </a:lnTo>
                  <a:lnTo>
                    <a:pt x="4624" y="3830"/>
                  </a:lnTo>
                  <a:lnTo>
                    <a:pt x="4541" y="3788"/>
                  </a:lnTo>
                  <a:lnTo>
                    <a:pt x="4457" y="3830"/>
                  </a:lnTo>
                  <a:lnTo>
                    <a:pt x="4352" y="3683"/>
                  </a:lnTo>
                  <a:lnTo>
                    <a:pt x="4352" y="3537"/>
                  </a:lnTo>
                  <a:lnTo>
                    <a:pt x="4248" y="3516"/>
                  </a:lnTo>
                  <a:lnTo>
                    <a:pt x="4143" y="3244"/>
                  </a:lnTo>
                  <a:lnTo>
                    <a:pt x="4101" y="3223"/>
                  </a:lnTo>
                  <a:lnTo>
                    <a:pt x="4080" y="3139"/>
                  </a:lnTo>
                  <a:lnTo>
                    <a:pt x="3934" y="3139"/>
                  </a:lnTo>
                  <a:lnTo>
                    <a:pt x="3871" y="3097"/>
                  </a:lnTo>
                  <a:lnTo>
                    <a:pt x="3808" y="2951"/>
                  </a:lnTo>
                  <a:lnTo>
                    <a:pt x="3683" y="2825"/>
                  </a:lnTo>
                  <a:lnTo>
                    <a:pt x="3662" y="2700"/>
                  </a:lnTo>
                  <a:lnTo>
                    <a:pt x="3578" y="2616"/>
                  </a:lnTo>
                  <a:lnTo>
                    <a:pt x="3494" y="2512"/>
                  </a:lnTo>
                  <a:lnTo>
                    <a:pt x="3515" y="2470"/>
                  </a:lnTo>
                  <a:lnTo>
                    <a:pt x="3766" y="2491"/>
                  </a:lnTo>
                  <a:lnTo>
                    <a:pt x="3976" y="2386"/>
                  </a:lnTo>
                  <a:lnTo>
                    <a:pt x="4017" y="2281"/>
                  </a:lnTo>
                  <a:lnTo>
                    <a:pt x="3997" y="2156"/>
                  </a:lnTo>
                  <a:lnTo>
                    <a:pt x="3829" y="1988"/>
                  </a:lnTo>
                  <a:lnTo>
                    <a:pt x="3704" y="1968"/>
                  </a:lnTo>
                  <a:lnTo>
                    <a:pt x="3662" y="1988"/>
                  </a:lnTo>
                  <a:lnTo>
                    <a:pt x="3557" y="1947"/>
                  </a:lnTo>
                  <a:lnTo>
                    <a:pt x="3348" y="1842"/>
                  </a:lnTo>
                  <a:lnTo>
                    <a:pt x="3243" y="1737"/>
                  </a:lnTo>
                  <a:lnTo>
                    <a:pt x="3097" y="1758"/>
                  </a:lnTo>
                  <a:lnTo>
                    <a:pt x="2846" y="1654"/>
                  </a:lnTo>
                  <a:lnTo>
                    <a:pt x="2825" y="1570"/>
                  </a:lnTo>
                  <a:lnTo>
                    <a:pt x="2867" y="1444"/>
                  </a:lnTo>
                  <a:lnTo>
                    <a:pt x="2888" y="1340"/>
                  </a:lnTo>
                  <a:lnTo>
                    <a:pt x="2825" y="1235"/>
                  </a:lnTo>
                  <a:lnTo>
                    <a:pt x="2616" y="1026"/>
                  </a:lnTo>
                  <a:lnTo>
                    <a:pt x="2553" y="1026"/>
                  </a:lnTo>
                  <a:lnTo>
                    <a:pt x="2511" y="1047"/>
                  </a:lnTo>
                  <a:lnTo>
                    <a:pt x="2448" y="963"/>
                  </a:lnTo>
                  <a:lnTo>
                    <a:pt x="2344" y="900"/>
                  </a:lnTo>
                  <a:lnTo>
                    <a:pt x="2323" y="817"/>
                  </a:lnTo>
                  <a:lnTo>
                    <a:pt x="2197" y="796"/>
                  </a:lnTo>
                  <a:lnTo>
                    <a:pt x="2134" y="712"/>
                  </a:lnTo>
                  <a:lnTo>
                    <a:pt x="2092" y="712"/>
                  </a:lnTo>
                  <a:lnTo>
                    <a:pt x="1988" y="649"/>
                  </a:lnTo>
                  <a:lnTo>
                    <a:pt x="1841" y="649"/>
                  </a:lnTo>
                  <a:lnTo>
                    <a:pt x="1716" y="545"/>
                  </a:lnTo>
                  <a:lnTo>
                    <a:pt x="1590" y="524"/>
                  </a:lnTo>
                  <a:lnTo>
                    <a:pt x="1381" y="398"/>
                  </a:lnTo>
                  <a:lnTo>
                    <a:pt x="1067" y="377"/>
                  </a:lnTo>
                  <a:lnTo>
                    <a:pt x="963" y="315"/>
                  </a:lnTo>
                  <a:lnTo>
                    <a:pt x="879" y="231"/>
                  </a:lnTo>
                  <a:lnTo>
                    <a:pt x="837" y="231"/>
                  </a:lnTo>
                  <a:lnTo>
                    <a:pt x="795" y="273"/>
                  </a:lnTo>
                  <a:lnTo>
                    <a:pt x="565" y="189"/>
                  </a:lnTo>
                  <a:lnTo>
                    <a:pt x="523" y="126"/>
                  </a:lnTo>
                  <a:lnTo>
                    <a:pt x="419" y="84"/>
                  </a:lnTo>
                  <a:lnTo>
                    <a:pt x="2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45"/>
            <p:cNvSpPr/>
            <p:nvPr/>
          </p:nvSpPr>
          <p:spPr>
            <a:xfrm>
              <a:off x="4567785" y="3016610"/>
              <a:ext cx="54822" cy="91389"/>
            </a:xfrm>
            <a:custGeom>
              <a:avLst/>
              <a:gdLst/>
              <a:ahLst/>
              <a:cxnLst/>
              <a:rect l="l" t="t" r="r" b="b"/>
              <a:pathLst>
                <a:path w="4604" h="8036" extrusionOk="0">
                  <a:moveTo>
                    <a:pt x="586" y="0"/>
                  </a:moveTo>
                  <a:lnTo>
                    <a:pt x="440" y="63"/>
                  </a:lnTo>
                  <a:lnTo>
                    <a:pt x="419" y="189"/>
                  </a:lnTo>
                  <a:lnTo>
                    <a:pt x="314" y="419"/>
                  </a:lnTo>
                  <a:lnTo>
                    <a:pt x="335" y="565"/>
                  </a:lnTo>
                  <a:lnTo>
                    <a:pt x="335" y="795"/>
                  </a:lnTo>
                  <a:lnTo>
                    <a:pt x="251" y="1088"/>
                  </a:lnTo>
                  <a:lnTo>
                    <a:pt x="210" y="1214"/>
                  </a:lnTo>
                  <a:lnTo>
                    <a:pt x="272" y="1402"/>
                  </a:lnTo>
                  <a:lnTo>
                    <a:pt x="272" y="1465"/>
                  </a:lnTo>
                  <a:lnTo>
                    <a:pt x="210" y="1528"/>
                  </a:lnTo>
                  <a:lnTo>
                    <a:pt x="105" y="1507"/>
                  </a:lnTo>
                  <a:lnTo>
                    <a:pt x="21" y="1402"/>
                  </a:lnTo>
                  <a:lnTo>
                    <a:pt x="0" y="1528"/>
                  </a:lnTo>
                  <a:lnTo>
                    <a:pt x="21" y="1653"/>
                  </a:lnTo>
                  <a:lnTo>
                    <a:pt x="105" y="1653"/>
                  </a:lnTo>
                  <a:lnTo>
                    <a:pt x="126" y="1716"/>
                  </a:lnTo>
                  <a:lnTo>
                    <a:pt x="63" y="1779"/>
                  </a:lnTo>
                  <a:lnTo>
                    <a:pt x="126" y="1946"/>
                  </a:lnTo>
                  <a:lnTo>
                    <a:pt x="210" y="2093"/>
                  </a:lnTo>
                  <a:lnTo>
                    <a:pt x="210" y="2302"/>
                  </a:lnTo>
                  <a:lnTo>
                    <a:pt x="251" y="2344"/>
                  </a:lnTo>
                  <a:lnTo>
                    <a:pt x="314" y="2302"/>
                  </a:lnTo>
                  <a:lnTo>
                    <a:pt x="356" y="2344"/>
                  </a:lnTo>
                  <a:lnTo>
                    <a:pt x="356" y="2448"/>
                  </a:lnTo>
                  <a:lnTo>
                    <a:pt x="461" y="2595"/>
                  </a:lnTo>
                  <a:lnTo>
                    <a:pt x="544" y="2595"/>
                  </a:lnTo>
                  <a:lnTo>
                    <a:pt x="628" y="2511"/>
                  </a:lnTo>
                  <a:lnTo>
                    <a:pt x="565" y="2448"/>
                  </a:lnTo>
                  <a:lnTo>
                    <a:pt x="565" y="2365"/>
                  </a:lnTo>
                  <a:lnTo>
                    <a:pt x="691" y="2365"/>
                  </a:lnTo>
                  <a:lnTo>
                    <a:pt x="795" y="2448"/>
                  </a:lnTo>
                  <a:lnTo>
                    <a:pt x="670" y="2595"/>
                  </a:lnTo>
                  <a:lnTo>
                    <a:pt x="628" y="2679"/>
                  </a:lnTo>
                  <a:lnTo>
                    <a:pt x="628" y="2762"/>
                  </a:lnTo>
                  <a:lnTo>
                    <a:pt x="628" y="2888"/>
                  </a:lnTo>
                  <a:lnTo>
                    <a:pt x="691" y="3013"/>
                  </a:lnTo>
                  <a:lnTo>
                    <a:pt x="733" y="2909"/>
                  </a:lnTo>
                  <a:lnTo>
                    <a:pt x="795" y="2888"/>
                  </a:lnTo>
                  <a:lnTo>
                    <a:pt x="858" y="2992"/>
                  </a:lnTo>
                  <a:lnTo>
                    <a:pt x="795" y="3097"/>
                  </a:lnTo>
                  <a:lnTo>
                    <a:pt x="795" y="3097"/>
                  </a:lnTo>
                  <a:lnTo>
                    <a:pt x="879" y="3076"/>
                  </a:lnTo>
                  <a:lnTo>
                    <a:pt x="963" y="3013"/>
                  </a:lnTo>
                  <a:cubicBezTo>
                    <a:pt x="963" y="3097"/>
                    <a:pt x="963" y="3181"/>
                    <a:pt x="984" y="3244"/>
                  </a:cubicBezTo>
                  <a:lnTo>
                    <a:pt x="900" y="3181"/>
                  </a:lnTo>
                  <a:lnTo>
                    <a:pt x="775" y="3202"/>
                  </a:lnTo>
                  <a:lnTo>
                    <a:pt x="649" y="3139"/>
                  </a:lnTo>
                  <a:lnTo>
                    <a:pt x="544" y="3202"/>
                  </a:lnTo>
                  <a:lnTo>
                    <a:pt x="565" y="3244"/>
                  </a:lnTo>
                  <a:lnTo>
                    <a:pt x="649" y="3244"/>
                  </a:lnTo>
                  <a:lnTo>
                    <a:pt x="670" y="3390"/>
                  </a:lnTo>
                  <a:lnTo>
                    <a:pt x="754" y="3411"/>
                  </a:lnTo>
                  <a:lnTo>
                    <a:pt x="816" y="3516"/>
                  </a:lnTo>
                  <a:lnTo>
                    <a:pt x="816" y="3704"/>
                  </a:lnTo>
                  <a:lnTo>
                    <a:pt x="900" y="3746"/>
                  </a:lnTo>
                  <a:lnTo>
                    <a:pt x="900" y="3850"/>
                  </a:lnTo>
                  <a:lnTo>
                    <a:pt x="1005" y="3976"/>
                  </a:lnTo>
                  <a:lnTo>
                    <a:pt x="1109" y="4018"/>
                  </a:lnTo>
                  <a:lnTo>
                    <a:pt x="1214" y="3934"/>
                  </a:lnTo>
                  <a:lnTo>
                    <a:pt x="1214" y="3850"/>
                  </a:lnTo>
                  <a:lnTo>
                    <a:pt x="1277" y="3829"/>
                  </a:lnTo>
                  <a:lnTo>
                    <a:pt x="1277" y="3725"/>
                  </a:lnTo>
                  <a:lnTo>
                    <a:pt x="1214" y="3641"/>
                  </a:lnTo>
                  <a:lnTo>
                    <a:pt x="1277" y="3557"/>
                  </a:lnTo>
                  <a:lnTo>
                    <a:pt x="1277" y="3453"/>
                  </a:lnTo>
                  <a:lnTo>
                    <a:pt x="1172" y="3411"/>
                  </a:lnTo>
                  <a:lnTo>
                    <a:pt x="1109" y="3348"/>
                  </a:lnTo>
                  <a:cubicBezTo>
                    <a:pt x="1130" y="3306"/>
                    <a:pt x="1130" y="3223"/>
                    <a:pt x="1130" y="3181"/>
                  </a:cubicBezTo>
                  <a:lnTo>
                    <a:pt x="1235" y="3097"/>
                  </a:lnTo>
                  <a:lnTo>
                    <a:pt x="1214" y="3013"/>
                  </a:lnTo>
                  <a:lnTo>
                    <a:pt x="1277" y="2930"/>
                  </a:lnTo>
                  <a:lnTo>
                    <a:pt x="1402" y="2930"/>
                  </a:lnTo>
                  <a:lnTo>
                    <a:pt x="1632" y="3034"/>
                  </a:lnTo>
                  <a:lnTo>
                    <a:pt x="1695" y="3118"/>
                  </a:lnTo>
                  <a:lnTo>
                    <a:pt x="1821" y="3202"/>
                  </a:lnTo>
                  <a:lnTo>
                    <a:pt x="1904" y="3327"/>
                  </a:lnTo>
                  <a:lnTo>
                    <a:pt x="1863" y="3306"/>
                  </a:lnTo>
                  <a:cubicBezTo>
                    <a:pt x="1800" y="3264"/>
                    <a:pt x="1716" y="3264"/>
                    <a:pt x="1632" y="3264"/>
                  </a:cubicBezTo>
                  <a:lnTo>
                    <a:pt x="1653" y="3244"/>
                  </a:lnTo>
                  <a:lnTo>
                    <a:pt x="1611" y="3139"/>
                  </a:lnTo>
                  <a:lnTo>
                    <a:pt x="1507" y="3097"/>
                  </a:lnTo>
                  <a:lnTo>
                    <a:pt x="1444" y="3181"/>
                  </a:lnTo>
                  <a:lnTo>
                    <a:pt x="1486" y="3244"/>
                  </a:lnTo>
                  <a:lnTo>
                    <a:pt x="1528" y="3285"/>
                  </a:lnTo>
                  <a:cubicBezTo>
                    <a:pt x="1507" y="3285"/>
                    <a:pt x="1486" y="3306"/>
                    <a:pt x="1444" y="3306"/>
                  </a:cubicBezTo>
                  <a:lnTo>
                    <a:pt x="1444" y="3327"/>
                  </a:lnTo>
                  <a:lnTo>
                    <a:pt x="1591" y="3327"/>
                  </a:lnTo>
                  <a:lnTo>
                    <a:pt x="1611" y="3348"/>
                  </a:lnTo>
                  <a:lnTo>
                    <a:pt x="1611" y="3327"/>
                  </a:lnTo>
                  <a:cubicBezTo>
                    <a:pt x="1695" y="3327"/>
                    <a:pt x="1758" y="3348"/>
                    <a:pt x="1842" y="3390"/>
                  </a:cubicBezTo>
                  <a:cubicBezTo>
                    <a:pt x="1850" y="3393"/>
                    <a:pt x="1858" y="3394"/>
                    <a:pt x="1866" y="3394"/>
                  </a:cubicBezTo>
                  <a:cubicBezTo>
                    <a:pt x="1915" y="3394"/>
                    <a:pt x="1946" y="3342"/>
                    <a:pt x="1946" y="3306"/>
                  </a:cubicBezTo>
                  <a:lnTo>
                    <a:pt x="1967" y="3327"/>
                  </a:lnTo>
                  <a:lnTo>
                    <a:pt x="2030" y="3327"/>
                  </a:lnTo>
                  <a:lnTo>
                    <a:pt x="2009" y="3139"/>
                  </a:lnTo>
                  <a:lnTo>
                    <a:pt x="1863" y="2930"/>
                  </a:lnTo>
                  <a:lnTo>
                    <a:pt x="1904" y="2888"/>
                  </a:lnTo>
                  <a:lnTo>
                    <a:pt x="1946" y="2888"/>
                  </a:lnTo>
                  <a:lnTo>
                    <a:pt x="2030" y="2971"/>
                  </a:lnTo>
                  <a:lnTo>
                    <a:pt x="2114" y="2992"/>
                  </a:lnTo>
                  <a:lnTo>
                    <a:pt x="2176" y="3118"/>
                  </a:lnTo>
                  <a:lnTo>
                    <a:pt x="2344" y="3181"/>
                  </a:lnTo>
                  <a:lnTo>
                    <a:pt x="2386" y="3285"/>
                  </a:lnTo>
                  <a:lnTo>
                    <a:pt x="2386" y="3411"/>
                  </a:lnTo>
                  <a:lnTo>
                    <a:pt x="2469" y="3432"/>
                  </a:lnTo>
                  <a:lnTo>
                    <a:pt x="2595" y="3599"/>
                  </a:lnTo>
                  <a:lnTo>
                    <a:pt x="2699" y="3557"/>
                  </a:lnTo>
                  <a:lnTo>
                    <a:pt x="2699" y="3516"/>
                  </a:lnTo>
                  <a:lnTo>
                    <a:pt x="2804" y="3536"/>
                  </a:lnTo>
                  <a:lnTo>
                    <a:pt x="2804" y="3599"/>
                  </a:lnTo>
                  <a:lnTo>
                    <a:pt x="2741" y="3641"/>
                  </a:lnTo>
                  <a:cubicBezTo>
                    <a:pt x="2741" y="3641"/>
                    <a:pt x="2699" y="3641"/>
                    <a:pt x="2699" y="3662"/>
                  </a:cubicBezTo>
                  <a:cubicBezTo>
                    <a:pt x="2783" y="3913"/>
                    <a:pt x="2992" y="4060"/>
                    <a:pt x="3223" y="4122"/>
                  </a:cubicBezTo>
                  <a:lnTo>
                    <a:pt x="3285" y="4122"/>
                  </a:lnTo>
                  <a:lnTo>
                    <a:pt x="3411" y="4269"/>
                  </a:lnTo>
                  <a:lnTo>
                    <a:pt x="3432" y="4290"/>
                  </a:lnTo>
                  <a:lnTo>
                    <a:pt x="3432" y="4332"/>
                  </a:lnTo>
                  <a:cubicBezTo>
                    <a:pt x="3432" y="4352"/>
                    <a:pt x="3411" y="4394"/>
                    <a:pt x="3411" y="4436"/>
                  </a:cubicBezTo>
                  <a:lnTo>
                    <a:pt x="3411" y="4436"/>
                  </a:lnTo>
                  <a:cubicBezTo>
                    <a:pt x="3411" y="4436"/>
                    <a:pt x="3411" y="4394"/>
                    <a:pt x="3453" y="4394"/>
                  </a:cubicBezTo>
                  <a:lnTo>
                    <a:pt x="3495" y="4436"/>
                  </a:lnTo>
                  <a:lnTo>
                    <a:pt x="3599" y="4478"/>
                  </a:lnTo>
                  <a:lnTo>
                    <a:pt x="3620" y="4562"/>
                  </a:lnTo>
                  <a:lnTo>
                    <a:pt x="3808" y="4562"/>
                  </a:lnTo>
                  <a:lnTo>
                    <a:pt x="3829" y="4583"/>
                  </a:lnTo>
                  <a:lnTo>
                    <a:pt x="3871" y="4562"/>
                  </a:lnTo>
                  <a:lnTo>
                    <a:pt x="3913" y="4583"/>
                  </a:lnTo>
                  <a:lnTo>
                    <a:pt x="3871" y="4499"/>
                  </a:lnTo>
                  <a:lnTo>
                    <a:pt x="3829" y="4394"/>
                  </a:lnTo>
                  <a:lnTo>
                    <a:pt x="3788" y="4352"/>
                  </a:lnTo>
                  <a:lnTo>
                    <a:pt x="3788" y="4185"/>
                  </a:lnTo>
                  <a:lnTo>
                    <a:pt x="3767" y="3976"/>
                  </a:lnTo>
                  <a:lnTo>
                    <a:pt x="3767" y="3934"/>
                  </a:lnTo>
                  <a:lnTo>
                    <a:pt x="3704" y="3913"/>
                  </a:lnTo>
                  <a:lnTo>
                    <a:pt x="3599" y="3767"/>
                  </a:lnTo>
                  <a:lnTo>
                    <a:pt x="3557" y="3662"/>
                  </a:lnTo>
                  <a:lnTo>
                    <a:pt x="3474" y="3662"/>
                  </a:lnTo>
                  <a:lnTo>
                    <a:pt x="3453" y="3704"/>
                  </a:lnTo>
                  <a:lnTo>
                    <a:pt x="3390" y="3662"/>
                  </a:lnTo>
                  <a:lnTo>
                    <a:pt x="3348" y="3662"/>
                  </a:lnTo>
                  <a:lnTo>
                    <a:pt x="3285" y="3725"/>
                  </a:lnTo>
                  <a:lnTo>
                    <a:pt x="3097" y="3725"/>
                  </a:lnTo>
                  <a:lnTo>
                    <a:pt x="3055" y="3704"/>
                  </a:lnTo>
                  <a:lnTo>
                    <a:pt x="3055" y="3767"/>
                  </a:lnTo>
                  <a:lnTo>
                    <a:pt x="3055" y="3808"/>
                  </a:lnTo>
                  <a:cubicBezTo>
                    <a:pt x="2992" y="3767"/>
                    <a:pt x="2972" y="3746"/>
                    <a:pt x="2930" y="3725"/>
                  </a:cubicBezTo>
                  <a:lnTo>
                    <a:pt x="2951" y="3620"/>
                  </a:lnTo>
                  <a:lnTo>
                    <a:pt x="2951" y="3536"/>
                  </a:lnTo>
                  <a:lnTo>
                    <a:pt x="2992" y="3495"/>
                  </a:lnTo>
                  <a:lnTo>
                    <a:pt x="2951" y="3432"/>
                  </a:lnTo>
                  <a:lnTo>
                    <a:pt x="2846" y="3432"/>
                  </a:lnTo>
                  <a:lnTo>
                    <a:pt x="2762" y="3390"/>
                  </a:lnTo>
                  <a:lnTo>
                    <a:pt x="2658" y="3390"/>
                  </a:lnTo>
                  <a:lnTo>
                    <a:pt x="2658" y="3306"/>
                  </a:lnTo>
                  <a:lnTo>
                    <a:pt x="2574" y="3097"/>
                  </a:lnTo>
                  <a:lnTo>
                    <a:pt x="2553" y="2992"/>
                  </a:lnTo>
                  <a:lnTo>
                    <a:pt x="2616" y="2971"/>
                  </a:lnTo>
                  <a:lnTo>
                    <a:pt x="2658" y="2992"/>
                  </a:lnTo>
                  <a:lnTo>
                    <a:pt x="2741" y="2992"/>
                  </a:lnTo>
                  <a:lnTo>
                    <a:pt x="2720" y="2971"/>
                  </a:lnTo>
                  <a:lnTo>
                    <a:pt x="2616" y="2888"/>
                  </a:lnTo>
                  <a:lnTo>
                    <a:pt x="2469" y="2888"/>
                  </a:lnTo>
                  <a:lnTo>
                    <a:pt x="2427" y="2783"/>
                  </a:lnTo>
                  <a:lnTo>
                    <a:pt x="2365" y="2825"/>
                  </a:lnTo>
                  <a:lnTo>
                    <a:pt x="2365" y="2930"/>
                  </a:lnTo>
                  <a:lnTo>
                    <a:pt x="2302" y="2992"/>
                  </a:lnTo>
                  <a:lnTo>
                    <a:pt x="2239" y="2930"/>
                  </a:lnTo>
                  <a:lnTo>
                    <a:pt x="2260" y="2804"/>
                  </a:lnTo>
                  <a:lnTo>
                    <a:pt x="2197" y="2679"/>
                  </a:lnTo>
                  <a:lnTo>
                    <a:pt x="2009" y="2574"/>
                  </a:lnTo>
                  <a:lnTo>
                    <a:pt x="1904" y="2574"/>
                  </a:lnTo>
                  <a:lnTo>
                    <a:pt x="1737" y="2699"/>
                  </a:lnTo>
                  <a:lnTo>
                    <a:pt x="1716" y="2783"/>
                  </a:lnTo>
                  <a:lnTo>
                    <a:pt x="1632" y="2804"/>
                  </a:lnTo>
                  <a:lnTo>
                    <a:pt x="1507" y="2762"/>
                  </a:lnTo>
                  <a:lnTo>
                    <a:pt x="1465" y="2658"/>
                  </a:lnTo>
                  <a:lnTo>
                    <a:pt x="1381" y="2574"/>
                  </a:lnTo>
                  <a:lnTo>
                    <a:pt x="1381" y="2448"/>
                  </a:lnTo>
                  <a:lnTo>
                    <a:pt x="1423" y="2365"/>
                  </a:lnTo>
                  <a:lnTo>
                    <a:pt x="1360" y="2281"/>
                  </a:lnTo>
                  <a:lnTo>
                    <a:pt x="1088" y="2239"/>
                  </a:lnTo>
                  <a:lnTo>
                    <a:pt x="1026" y="2176"/>
                  </a:lnTo>
                  <a:lnTo>
                    <a:pt x="1067" y="2051"/>
                  </a:lnTo>
                  <a:lnTo>
                    <a:pt x="1109" y="1967"/>
                  </a:lnTo>
                  <a:lnTo>
                    <a:pt x="1109" y="1842"/>
                  </a:lnTo>
                  <a:lnTo>
                    <a:pt x="1172" y="1737"/>
                  </a:lnTo>
                  <a:lnTo>
                    <a:pt x="1360" y="1549"/>
                  </a:lnTo>
                  <a:lnTo>
                    <a:pt x="1423" y="1507"/>
                  </a:lnTo>
                  <a:lnTo>
                    <a:pt x="1402" y="1570"/>
                  </a:lnTo>
                  <a:lnTo>
                    <a:pt x="1402" y="1632"/>
                  </a:lnTo>
                  <a:lnTo>
                    <a:pt x="1507" y="1465"/>
                  </a:lnTo>
                  <a:lnTo>
                    <a:pt x="1486" y="1339"/>
                  </a:lnTo>
                  <a:lnTo>
                    <a:pt x="1549" y="1193"/>
                  </a:lnTo>
                  <a:lnTo>
                    <a:pt x="1611" y="921"/>
                  </a:lnTo>
                  <a:lnTo>
                    <a:pt x="1549" y="837"/>
                  </a:lnTo>
                  <a:lnTo>
                    <a:pt x="1528" y="691"/>
                  </a:lnTo>
                  <a:lnTo>
                    <a:pt x="1465" y="649"/>
                  </a:lnTo>
                  <a:lnTo>
                    <a:pt x="1360" y="482"/>
                  </a:lnTo>
                  <a:lnTo>
                    <a:pt x="1381" y="251"/>
                  </a:lnTo>
                  <a:lnTo>
                    <a:pt x="1381" y="189"/>
                  </a:lnTo>
                  <a:lnTo>
                    <a:pt x="1381" y="105"/>
                  </a:lnTo>
                  <a:lnTo>
                    <a:pt x="1298" y="0"/>
                  </a:lnTo>
                  <a:lnTo>
                    <a:pt x="1256" y="42"/>
                  </a:lnTo>
                  <a:lnTo>
                    <a:pt x="1256" y="84"/>
                  </a:lnTo>
                  <a:lnTo>
                    <a:pt x="1172" y="168"/>
                  </a:lnTo>
                  <a:lnTo>
                    <a:pt x="1005" y="168"/>
                  </a:lnTo>
                  <a:lnTo>
                    <a:pt x="984" y="210"/>
                  </a:lnTo>
                  <a:lnTo>
                    <a:pt x="900" y="168"/>
                  </a:lnTo>
                  <a:lnTo>
                    <a:pt x="795" y="63"/>
                  </a:lnTo>
                  <a:lnTo>
                    <a:pt x="586" y="0"/>
                  </a:lnTo>
                  <a:close/>
                  <a:moveTo>
                    <a:pt x="1842" y="4060"/>
                  </a:moveTo>
                  <a:lnTo>
                    <a:pt x="1716" y="4080"/>
                  </a:lnTo>
                  <a:lnTo>
                    <a:pt x="1695" y="4164"/>
                  </a:lnTo>
                  <a:lnTo>
                    <a:pt x="1821" y="4227"/>
                  </a:lnTo>
                  <a:lnTo>
                    <a:pt x="1883" y="4248"/>
                  </a:lnTo>
                  <a:lnTo>
                    <a:pt x="1883" y="4352"/>
                  </a:lnTo>
                  <a:lnTo>
                    <a:pt x="1842" y="4457"/>
                  </a:lnTo>
                  <a:lnTo>
                    <a:pt x="1842" y="4666"/>
                  </a:lnTo>
                  <a:lnTo>
                    <a:pt x="1800" y="4792"/>
                  </a:lnTo>
                  <a:lnTo>
                    <a:pt x="1842" y="4980"/>
                  </a:lnTo>
                  <a:lnTo>
                    <a:pt x="1904" y="4959"/>
                  </a:lnTo>
                  <a:lnTo>
                    <a:pt x="1925" y="4896"/>
                  </a:lnTo>
                  <a:lnTo>
                    <a:pt x="2051" y="4813"/>
                  </a:lnTo>
                  <a:cubicBezTo>
                    <a:pt x="2093" y="4813"/>
                    <a:pt x="2114" y="4855"/>
                    <a:pt x="2135" y="4855"/>
                  </a:cubicBezTo>
                  <a:lnTo>
                    <a:pt x="2114" y="4959"/>
                  </a:lnTo>
                  <a:lnTo>
                    <a:pt x="2197" y="5001"/>
                  </a:lnTo>
                  <a:lnTo>
                    <a:pt x="2260" y="4917"/>
                  </a:lnTo>
                  <a:cubicBezTo>
                    <a:pt x="2323" y="4959"/>
                    <a:pt x="2344" y="5001"/>
                    <a:pt x="2407" y="5022"/>
                  </a:cubicBezTo>
                  <a:lnTo>
                    <a:pt x="2407" y="5106"/>
                  </a:lnTo>
                  <a:lnTo>
                    <a:pt x="2344" y="5231"/>
                  </a:lnTo>
                  <a:lnTo>
                    <a:pt x="2155" y="5294"/>
                  </a:lnTo>
                  <a:lnTo>
                    <a:pt x="2114" y="5378"/>
                  </a:lnTo>
                  <a:lnTo>
                    <a:pt x="2135" y="5545"/>
                  </a:lnTo>
                  <a:lnTo>
                    <a:pt x="2218" y="5545"/>
                  </a:lnTo>
                  <a:lnTo>
                    <a:pt x="2344" y="5629"/>
                  </a:lnTo>
                  <a:lnTo>
                    <a:pt x="2448" y="5629"/>
                  </a:lnTo>
                  <a:lnTo>
                    <a:pt x="2448" y="5754"/>
                  </a:lnTo>
                  <a:lnTo>
                    <a:pt x="2532" y="5817"/>
                  </a:lnTo>
                  <a:lnTo>
                    <a:pt x="2637" y="5754"/>
                  </a:lnTo>
                  <a:lnTo>
                    <a:pt x="2637" y="5650"/>
                  </a:lnTo>
                  <a:lnTo>
                    <a:pt x="2574" y="5587"/>
                  </a:lnTo>
                  <a:cubicBezTo>
                    <a:pt x="2616" y="5545"/>
                    <a:pt x="2637" y="5545"/>
                    <a:pt x="2658" y="5524"/>
                  </a:cubicBezTo>
                  <a:lnTo>
                    <a:pt x="2658" y="5503"/>
                  </a:lnTo>
                  <a:lnTo>
                    <a:pt x="2679" y="5587"/>
                  </a:lnTo>
                  <a:lnTo>
                    <a:pt x="2762" y="5482"/>
                  </a:lnTo>
                  <a:lnTo>
                    <a:pt x="2804" y="5231"/>
                  </a:lnTo>
                  <a:lnTo>
                    <a:pt x="2972" y="5064"/>
                  </a:lnTo>
                  <a:lnTo>
                    <a:pt x="2992" y="4959"/>
                  </a:lnTo>
                  <a:lnTo>
                    <a:pt x="2972" y="4855"/>
                  </a:lnTo>
                  <a:lnTo>
                    <a:pt x="3034" y="4771"/>
                  </a:lnTo>
                  <a:lnTo>
                    <a:pt x="3034" y="4750"/>
                  </a:lnTo>
                  <a:cubicBezTo>
                    <a:pt x="3087" y="4760"/>
                    <a:pt x="3128" y="4766"/>
                    <a:pt x="3170" y="4766"/>
                  </a:cubicBezTo>
                  <a:cubicBezTo>
                    <a:pt x="3212" y="4766"/>
                    <a:pt x="3254" y="4760"/>
                    <a:pt x="3306" y="4750"/>
                  </a:cubicBezTo>
                  <a:cubicBezTo>
                    <a:pt x="3348" y="4750"/>
                    <a:pt x="3369" y="4708"/>
                    <a:pt x="3369" y="4687"/>
                  </a:cubicBezTo>
                  <a:lnTo>
                    <a:pt x="3411" y="4750"/>
                  </a:lnTo>
                  <a:lnTo>
                    <a:pt x="3411" y="4896"/>
                  </a:lnTo>
                  <a:lnTo>
                    <a:pt x="3411" y="4917"/>
                  </a:lnTo>
                  <a:cubicBezTo>
                    <a:pt x="3390" y="4959"/>
                    <a:pt x="3390" y="4980"/>
                    <a:pt x="3411" y="4980"/>
                  </a:cubicBezTo>
                  <a:cubicBezTo>
                    <a:pt x="3453" y="5001"/>
                    <a:pt x="3453" y="5022"/>
                    <a:pt x="3474" y="5085"/>
                  </a:cubicBezTo>
                  <a:lnTo>
                    <a:pt x="3474" y="5189"/>
                  </a:lnTo>
                  <a:lnTo>
                    <a:pt x="3557" y="5231"/>
                  </a:lnTo>
                  <a:cubicBezTo>
                    <a:pt x="3599" y="5336"/>
                    <a:pt x="3683" y="5482"/>
                    <a:pt x="3704" y="5608"/>
                  </a:cubicBezTo>
                  <a:cubicBezTo>
                    <a:pt x="3716" y="5632"/>
                    <a:pt x="3750" y="5643"/>
                    <a:pt x="3780" y="5643"/>
                  </a:cubicBezTo>
                  <a:cubicBezTo>
                    <a:pt x="3801" y="5643"/>
                    <a:pt x="3821" y="5637"/>
                    <a:pt x="3829" y="5629"/>
                  </a:cubicBezTo>
                  <a:lnTo>
                    <a:pt x="3871" y="5754"/>
                  </a:lnTo>
                  <a:lnTo>
                    <a:pt x="3871" y="5838"/>
                  </a:lnTo>
                  <a:lnTo>
                    <a:pt x="3788" y="5733"/>
                  </a:lnTo>
                  <a:lnTo>
                    <a:pt x="3725" y="5733"/>
                  </a:lnTo>
                  <a:lnTo>
                    <a:pt x="3725" y="5901"/>
                  </a:lnTo>
                  <a:lnTo>
                    <a:pt x="3704" y="5943"/>
                  </a:lnTo>
                  <a:lnTo>
                    <a:pt x="3620" y="5901"/>
                  </a:lnTo>
                  <a:lnTo>
                    <a:pt x="3495" y="5838"/>
                  </a:lnTo>
                  <a:lnTo>
                    <a:pt x="3453" y="6068"/>
                  </a:lnTo>
                  <a:lnTo>
                    <a:pt x="3495" y="6110"/>
                  </a:lnTo>
                  <a:lnTo>
                    <a:pt x="3495" y="6173"/>
                  </a:lnTo>
                  <a:lnTo>
                    <a:pt x="3411" y="6215"/>
                  </a:lnTo>
                  <a:lnTo>
                    <a:pt x="3369" y="6068"/>
                  </a:lnTo>
                  <a:lnTo>
                    <a:pt x="3244" y="6131"/>
                  </a:lnTo>
                  <a:lnTo>
                    <a:pt x="3181" y="6340"/>
                  </a:lnTo>
                  <a:lnTo>
                    <a:pt x="3055" y="6424"/>
                  </a:lnTo>
                  <a:lnTo>
                    <a:pt x="2951" y="6445"/>
                  </a:lnTo>
                  <a:lnTo>
                    <a:pt x="2846" y="6549"/>
                  </a:lnTo>
                  <a:lnTo>
                    <a:pt x="2972" y="6361"/>
                  </a:lnTo>
                  <a:lnTo>
                    <a:pt x="2972" y="6173"/>
                  </a:lnTo>
                  <a:lnTo>
                    <a:pt x="2825" y="6047"/>
                  </a:lnTo>
                  <a:lnTo>
                    <a:pt x="2741" y="6047"/>
                  </a:lnTo>
                  <a:lnTo>
                    <a:pt x="2658" y="6152"/>
                  </a:lnTo>
                  <a:lnTo>
                    <a:pt x="2532" y="6215"/>
                  </a:lnTo>
                  <a:lnTo>
                    <a:pt x="2469" y="6319"/>
                  </a:lnTo>
                  <a:lnTo>
                    <a:pt x="2532" y="6424"/>
                  </a:lnTo>
                  <a:lnTo>
                    <a:pt x="2365" y="6445"/>
                  </a:lnTo>
                  <a:lnTo>
                    <a:pt x="2260" y="6424"/>
                  </a:lnTo>
                  <a:lnTo>
                    <a:pt x="2197" y="6487"/>
                  </a:lnTo>
                  <a:lnTo>
                    <a:pt x="2093" y="6529"/>
                  </a:lnTo>
                  <a:lnTo>
                    <a:pt x="1988" y="6654"/>
                  </a:lnTo>
                  <a:lnTo>
                    <a:pt x="2009" y="6738"/>
                  </a:lnTo>
                  <a:lnTo>
                    <a:pt x="1988" y="6884"/>
                  </a:lnTo>
                  <a:lnTo>
                    <a:pt x="1904" y="7052"/>
                  </a:lnTo>
                  <a:lnTo>
                    <a:pt x="2030" y="7177"/>
                  </a:lnTo>
                  <a:lnTo>
                    <a:pt x="2093" y="7093"/>
                  </a:lnTo>
                  <a:lnTo>
                    <a:pt x="2155" y="6863"/>
                  </a:lnTo>
                  <a:lnTo>
                    <a:pt x="2239" y="6801"/>
                  </a:lnTo>
                  <a:lnTo>
                    <a:pt x="2302" y="6675"/>
                  </a:lnTo>
                  <a:lnTo>
                    <a:pt x="2344" y="6654"/>
                  </a:lnTo>
                  <a:lnTo>
                    <a:pt x="2427" y="6738"/>
                  </a:lnTo>
                  <a:lnTo>
                    <a:pt x="2407" y="6863"/>
                  </a:lnTo>
                  <a:lnTo>
                    <a:pt x="2427" y="6884"/>
                  </a:lnTo>
                  <a:lnTo>
                    <a:pt x="2469" y="6863"/>
                  </a:lnTo>
                  <a:lnTo>
                    <a:pt x="2532" y="6884"/>
                  </a:lnTo>
                  <a:lnTo>
                    <a:pt x="2532" y="6780"/>
                  </a:lnTo>
                  <a:lnTo>
                    <a:pt x="2574" y="6759"/>
                  </a:lnTo>
                  <a:lnTo>
                    <a:pt x="2637" y="6780"/>
                  </a:lnTo>
                  <a:lnTo>
                    <a:pt x="2616" y="6863"/>
                  </a:lnTo>
                  <a:lnTo>
                    <a:pt x="2658" y="6863"/>
                  </a:lnTo>
                  <a:lnTo>
                    <a:pt x="2762" y="6947"/>
                  </a:lnTo>
                  <a:lnTo>
                    <a:pt x="2825" y="6947"/>
                  </a:lnTo>
                  <a:lnTo>
                    <a:pt x="2762" y="6863"/>
                  </a:lnTo>
                  <a:lnTo>
                    <a:pt x="2783" y="6801"/>
                  </a:lnTo>
                  <a:lnTo>
                    <a:pt x="2762" y="6759"/>
                  </a:lnTo>
                  <a:lnTo>
                    <a:pt x="2825" y="6696"/>
                  </a:lnTo>
                  <a:lnTo>
                    <a:pt x="2867" y="6696"/>
                  </a:lnTo>
                  <a:lnTo>
                    <a:pt x="2972" y="6801"/>
                  </a:lnTo>
                  <a:lnTo>
                    <a:pt x="3076" y="6842"/>
                  </a:lnTo>
                  <a:lnTo>
                    <a:pt x="3181" y="6905"/>
                  </a:lnTo>
                  <a:lnTo>
                    <a:pt x="3202" y="7010"/>
                  </a:lnTo>
                  <a:lnTo>
                    <a:pt x="3306" y="7093"/>
                  </a:lnTo>
                  <a:lnTo>
                    <a:pt x="3202" y="7073"/>
                  </a:lnTo>
                  <a:lnTo>
                    <a:pt x="3160" y="7093"/>
                  </a:lnTo>
                  <a:lnTo>
                    <a:pt x="3160" y="7156"/>
                  </a:lnTo>
                  <a:lnTo>
                    <a:pt x="3097" y="7219"/>
                  </a:lnTo>
                  <a:lnTo>
                    <a:pt x="3160" y="7282"/>
                  </a:lnTo>
                  <a:lnTo>
                    <a:pt x="3160" y="7365"/>
                  </a:lnTo>
                  <a:lnTo>
                    <a:pt x="3139" y="7428"/>
                  </a:lnTo>
                  <a:lnTo>
                    <a:pt x="3202" y="7533"/>
                  </a:lnTo>
                  <a:lnTo>
                    <a:pt x="3244" y="7637"/>
                  </a:lnTo>
                  <a:lnTo>
                    <a:pt x="3348" y="7784"/>
                  </a:lnTo>
                  <a:lnTo>
                    <a:pt x="3474" y="7784"/>
                  </a:lnTo>
                  <a:lnTo>
                    <a:pt x="3578" y="7847"/>
                  </a:lnTo>
                  <a:lnTo>
                    <a:pt x="3704" y="7909"/>
                  </a:lnTo>
                  <a:lnTo>
                    <a:pt x="3808" y="7847"/>
                  </a:lnTo>
                  <a:lnTo>
                    <a:pt x="3829" y="7805"/>
                  </a:lnTo>
                  <a:lnTo>
                    <a:pt x="3892" y="7742"/>
                  </a:lnTo>
                  <a:lnTo>
                    <a:pt x="3913" y="7805"/>
                  </a:lnTo>
                  <a:lnTo>
                    <a:pt x="3871" y="7889"/>
                  </a:lnTo>
                  <a:lnTo>
                    <a:pt x="3892" y="7993"/>
                  </a:lnTo>
                  <a:lnTo>
                    <a:pt x="3913" y="8035"/>
                  </a:lnTo>
                  <a:lnTo>
                    <a:pt x="3997" y="7993"/>
                  </a:lnTo>
                  <a:lnTo>
                    <a:pt x="4143" y="7784"/>
                  </a:lnTo>
                  <a:lnTo>
                    <a:pt x="4143" y="7637"/>
                  </a:lnTo>
                  <a:lnTo>
                    <a:pt x="4101" y="7575"/>
                  </a:lnTo>
                  <a:lnTo>
                    <a:pt x="4039" y="7407"/>
                  </a:lnTo>
                  <a:lnTo>
                    <a:pt x="3934" y="7324"/>
                  </a:lnTo>
                  <a:lnTo>
                    <a:pt x="3976" y="7219"/>
                  </a:lnTo>
                  <a:lnTo>
                    <a:pt x="4101" y="6989"/>
                  </a:lnTo>
                  <a:lnTo>
                    <a:pt x="4185" y="6947"/>
                  </a:lnTo>
                  <a:lnTo>
                    <a:pt x="4248" y="7052"/>
                  </a:lnTo>
                  <a:lnTo>
                    <a:pt x="4290" y="7156"/>
                  </a:lnTo>
                  <a:lnTo>
                    <a:pt x="4332" y="7219"/>
                  </a:lnTo>
                  <a:lnTo>
                    <a:pt x="4332" y="7324"/>
                  </a:lnTo>
                  <a:lnTo>
                    <a:pt x="4394" y="7512"/>
                  </a:lnTo>
                  <a:lnTo>
                    <a:pt x="4415" y="7596"/>
                  </a:lnTo>
                  <a:lnTo>
                    <a:pt x="4415" y="7512"/>
                  </a:lnTo>
                  <a:lnTo>
                    <a:pt x="4415" y="7386"/>
                  </a:lnTo>
                  <a:lnTo>
                    <a:pt x="4352" y="7219"/>
                  </a:lnTo>
                  <a:lnTo>
                    <a:pt x="4394" y="7156"/>
                  </a:lnTo>
                  <a:lnTo>
                    <a:pt x="4436" y="7156"/>
                  </a:lnTo>
                  <a:lnTo>
                    <a:pt x="4499" y="7219"/>
                  </a:lnTo>
                  <a:lnTo>
                    <a:pt x="4499" y="7156"/>
                  </a:lnTo>
                  <a:lnTo>
                    <a:pt x="4541" y="7156"/>
                  </a:lnTo>
                  <a:lnTo>
                    <a:pt x="4604" y="6989"/>
                  </a:lnTo>
                  <a:lnTo>
                    <a:pt x="4562" y="6801"/>
                  </a:lnTo>
                  <a:lnTo>
                    <a:pt x="4499" y="6696"/>
                  </a:lnTo>
                  <a:lnTo>
                    <a:pt x="4436" y="6591"/>
                  </a:lnTo>
                  <a:lnTo>
                    <a:pt x="4436" y="6466"/>
                  </a:lnTo>
                  <a:lnTo>
                    <a:pt x="4415" y="6340"/>
                  </a:lnTo>
                  <a:lnTo>
                    <a:pt x="4352" y="6424"/>
                  </a:lnTo>
                  <a:lnTo>
                    <a:pt x="4352" y="6277"/>
                  </a:lnTo>
                  <a:lnTo>
                    <a:pt x="4352" y="6215"/>
                  </a:lnTo>
                  <a:lnTo>
                    <a:pt x="4311" y="6215"/>
                  </a:lnTo>
                  <a:lnTo>
                    <a:pt x="4227" y="6131"/>
                  </a:lnTo>
                  <a:lnTo>
                    <a:pt x="4248" y="6068"/>
                  </a:lnTo>
                  <a:lnTo>
                    <a:pt x="4332" y="6068"/>
                  </a:lnTo>
                  <a:lnTo>
                    <a:pt x="4332" y="5922"/>
                  </a:lnTo>
                  <a:lnTo>
                    <a:pt x="4248" y="5796"/>
                  </a:lnTo>
                  <a:lnTo>
                    <a:pt x="4248" y="5712"/>
                  </a:lnTo>
                  <a:lnTo>
                    <a:pt x="4185" y="5796"/>
                  </a:lnTo>
                  <a:lnTo>
                    <a:pt x="4080" y="5692"/>
                  </a:lnTo>
                  <a:lnTo>
                    <a:pt x="3913" y="5545"/>
                  </a:lnTo>
                  <a:lnTo>
                    <a:pt x="3892" y="5440"/>
                  </a:lnTo>
                  <a:lnTo>
                    <a:pt x="3871" y="5440"/>
                  </a:lnTo>
                  <a:lnTo>
                    <a:pt x="3767" y="5420"/>
                  </a:lnTo>
                  <a:lnTo>
                    <a:pt x="3767" y="5503"/>
                  </a:lnTo>
                  <a:cubicBezTo>
                    <a:pt x="3725" y="5482"/>
                    <a:pt x="3725" y="5420"/>
                    <a:pt x="3704" y="5399"/>
                  </a:cubicBezTo>
                  <a:lnTo>
                    <a:pt x="3704" y="5315"/>
                  </a:lnTo>
                  <a:lnTo>
                    <a:pt x="3662" y="5210"/>
                  </a:lnTo>
                  <a:lnTo>
                    <a:pt x="3662" y="5273"/>
                  </a:lnTo>
                  <a:cubicBezTo>
                    <a:pt x="3620" y="5231"/>
                    <a:pt x="3620" y="5210"/>
                    <a:pt x="3599" y="5189"/>
                  </a:cubicBezTo>
                  <a:lnTo>
                    <a:pt x="3683" y="5168"/>
                  </a:lnTo>
                  <a:lnTo>
                    <a:pt x="3683" y="5085"/>
                  </a:lnTo>
                  <a:lnTo>
                    <a:pt x="3578" y="4896"/>
                  </a:lnTo>
                  <a:lnTo>
                    <a:pt x="3495" y="4855"/>
                  </a:lnTo>
                  <a:lnTo>
                    <a:pt x="3474" y="4666"/>
                  </a:lnTo>
                  <a:lnTo>
                    <a:pt x="3411" y="4562"/>
                  </a:lnTo>
                  <a:cubicBezTo>
                    <a:pt x="3411" y="4541"/>
                    <a:pt x="3411" y="4541"/>
                    <a:pt x="3453" y="4499"/>
                  </a:cubicBezTo>
                  <a:cubicBezTo>
                    <a:pt x="3474" y="4478"/>
                    <a:pt x="3453" y="4457"/>
                    <a:pt x="3411" y="4436"/>
                  </a:cubicBezTo>
                  <a:lnTo>
                    <a:pt x="3390" y="4457"/>
                  </a:lnTo>
                  <a:lnTo>
                    <a:pt x="3411" y="4457"/>
                  </a:lnTo>
                  <a:lnTo>
                    <a:pt x="3411" y="4478"/>
                  </a:lnTo>
                  <a:cubicBezTo>
                    <a:pt x="3411" y="4478"/>
                    <a:pt x="3390" y="4478"/>
                    <a:pt x="3390" y="4499"/>
                  </a:cubicBezTo>
                  <a:lnTo>
                    <a:pt x="3390" y="4541"/>
                  </a:lnTo>
                  <a:lnTo>
                    <a:pt x="3306" y="4562"/>
                  </a:lnTo>
                  <a:lnTo>
                    <a:pt x="3202" y="4499"/>
                  </a:lnTo>
                  <a:lnTo>
                    <a:pt x="3139" y="4499"/>
                  </a:lnTo>
                  <a:lnTo>
                    <a:pt x="3181" y="4604"/>
                  </a:lnTo>
                  <a:lnTo>
                    <a:pt x="3181" y="4666"/>
                  </a:lnTo>
                  <a:cubicBezTo>
                    <a:pt x="3097" y="4687"/>
                    <a:pt x="3055" y="4708"/>
                    <a:pt x="2972" y="4750"/>
                  </a:cubicBezTo>
                  <a:lnTo>
                    <a:pt x="2972" y="4583"/>
                  </a:lnTo>
                  <a:lnTo>
                    <a:pt x="2930" y="4604"/>
                  </a:lnTo>
                  <a:lnTo>
                    <a:pt x="2888" y="4750"/>
                  </a:lnTo>
                  <a:lnTo>
                    <a:pt x="2888" y="4792"/>
                  </a:lnTo>
                  <a:lnTo>
                    <a:pt x="2783" y="4980"/>
                  </a:lnTo>
                  <a:lnTo>
                    <a:pt x="2783" y="5106"/>
                  </a:lnTo>
                  <a:lnTo>
                    <a:pt x="2741" y="5273"/>
                  </a:lnTo>
                  <a:lnTo>
                    <a:pt x="2658" y="5378"/>
                  </a:lnTo>
                  <a:lnTo>
                    <a:pt x="2658" y="5482"/>
                  </a:lnTo>
                  <a:cubicBezTo>
                    <a:pt x="2646" y="5459"/>
                    <a:pt x="2622" y="5443"/>
                    <a:pt x="2599" y="5443"/>
                  </a:cubicBezTo>
                  <a:cubicBezTo>
                    <a:pt x="2580" y="5443"/>
                    <a:pt x="2562" y="5454"/>
                    <a:pt x="2553" y="5482"/>
                  </a:cubicBezTo>
                  <a:lnTo>
                    <a:pt x="2553" y="5315"/>
                  </a:lnTo>
                  <a:lnTo>
                    <a:pt x="2637" y="4980"/>
                  </a:lnTo>
                  <a:lnTo>
                    <a:pt x="2741" y="4876"/>
                  </a:lnTo>
                  <a:lnTo>
                    <a:pt x="2741" y="4771"/>
                  </a:lnTo>
                  <a:lnTo>
                    <a:pt x="2658" y="4687"/>
                  </a:lnTo>
                  <a:lnTo>
                    <a:pt x="2616" y="4708"/>
                  </a:lnTo>
                  <a:lnTo>
                    <a:pt x="2532" y="4687"/>
                  </a:lnTo>
                  <a:lnTo>
                    <a:pt x="2448" y="4750"/>
                  </a:lnTo>
                  <a:lnTo>
                    <a:pt x="2448" y="4855"/>
                  </a:lnTo>
                  <a:cubicBezTo>
                    <a:pt x="2427" y="4792"/>
                    <a:pt x="2365" y="4708"/>
                    <a:pt x="2323" y="4666"/>
                  </a:cubicBezTo>
                  <a:lnTo>
                    <a:pt x="2427" y="4583"/>
                  </a:lnTo>
                  <a:lnTo>
                    <a:pt x="2469" y="4457"/>
                  </a:lnTo>
                  <a:lnTo>
                    <a:pt x="2532" y="4394"/>
                  </a:lnTo>
                  <a:lnTo>
                    <a:pt x="2553" y="4290"/>
                  </a:lnTo>
                  <a:lnTo>
                    <a:pt x="2511" y="4227"/>
                  </a:lnTo>
                  <a:lnTo>
                    <a:pt x="2427" y="4269"/>
                  </a:lnTo>
                  <a:lnTo>
                    <a:pt x="2344" y="4373"/>
                  </a:lnTo>
                  <a:lnTo>
                    <a:pt x="2260" y="4269"/>
                  </a:lnTo>
                  <a:lnTo>
                    <a:pt x="2197" y="4248"/>
                  </a:lnTo>
                  <a:lnTo>
                    <a:pt x="2009" y="4248"/>
                  </a:lnTo>
                  <a:lnTo>
                    <a:pt x="2030" y="4185"/>
                  </a:lnTo>
                  <a:lnTo>
                    <a:pt x="1946" y="4164"/>
                  </a:lnTo>
                  <a:lnTo>
                    <a:pt x="1842" y="406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233;p45"/>
            <p:cNvSpPr/>
            <p:nvPr/>
          </p:nvSpPr>
          <p:spPr>
            <a:xfrm>
              <a:off x="4595934" y="3205063"/>
              <a:ext cx="26673" cy="13340"/>
            </a:xfrm>
            <a:custGeom>
              <a:avLst/>
              <a:gdLst/>
              <a:ahLst/>
              <a:cxnLst/>
              <a:rect l="l" t="t" r="r" b="b"/>
              <a:pathLst>
                <a:path w="2240" h="1173" extrusionOk="0">
                  <a:moveTo>
                    <a:pt x="2177" y="1"/>
                  </a:moveTo>
                  <a:lnTo>
                    <a:pt x="1968" y="43"/>
                  </a:lnTo>
                  <a:lnTo>
                    <a:pt x="1821" y="43"/>
                  </a:lnTo>
                  <a:lnTo>
                    <a:pt x="1675" y="64"/>
                  </a:lnTo>
                  <a:lnTo>
                    <a:pt x="1570" y="64"/>
                  </a:lnTo>
                  <a:lnTo>
                    <a:pt x="1424" y="105"/>
                  </a:lnTo>
                  <a:lnTo>
                    <a:pt x="1193" y="105"/>
                  </a:lnTo>
                  <a:lnTo>
                    <a:pt x="1005" y="252"/>
                  </a:lnTo>
                  <a:lnTo>
                    <a:pt x="880" y="315"/>
                  </a:lnTo>
                  <a:lnTo>
                    <a:pt x="817" y="336"/>
                  </a:lnTo>
                  <a:lnTo>
                    <a:pt x="712" y="357"/>
                  </a:lnTo>
                  <a:lnTo>
                    <a:pt x="628" y="377"/>
                  </a:lnTo>
                  <a:lnTo>
                    <a:pt x="482" y="419"/>
                  </a:lnTo>
                  <a:lnTo>
                    <a:pt x="398" y="482"/>
                  </a:lnTo>
                  <a:lnTo>
                    <a:pt x="377" y="524"/>
                  </a:lnTo>
                  <a:lnTo>
                    <a:pt x="252" y="587"/>
                  </a:lnTo>
                  <a:lnTo>
                    <a:pt x="210" y="733"/>
                  </a:lnTo>
                  <a:lnTo>
                    <a:pt x="105" y="880"/>
                  </a:lnTo>
                  <a:lnTo>
                    <a:pt x="84" y="942"/>
                  </a:lnTo>
                  <a:lnTo>
                    <a:pt x="147" y="984"/>
                  </a:lnTo>
                  <a:lnTo>
                    <a:pt x="147" y="1047"/>
                  </a:lnTo>
                  <a:lnTo>
                    <a:pt x="84" y="1047"/>
                  </a:lnTo>
                  <a:lnTo>
                    <a:pt x="43" y="1005"/>
                  </a:lnTo>
                  <a:lnTo>
                    <a:pt x="1" y="1110"/>
                  </a:lnTo>
                  <a:lnTo>
                    <a:pt x="63" y="1173"/>
                  </a:lnTo>
                  <a:lnTo>
                    <a:pt x="252" y="1152"/>
                  </a:lnTo>
                  <a:lnTo>
                    <a:pt x="419" y="1047"/>
                  </a:lnTo>
                  <a:lnTo>
                    <a:pt x="503" y="1005"/>
                  </a:lnTo>
                  <a:lnTo>
                    <a:pt x="608" y="1005"/>
                  </a:lnTo>
                  <a:lnTo>
                    <a:pt x="712" y="942"/>
                  </a:lnTo>
                  <a:lnTo>
                    <a:pt x="796" y="838"/>
                  </a:lnTo>
                  <a:lnTo>
                    <a:pt x="1005" y="670"/>
                  </a:lnTo>
                  <a:lnTo>
                    <a:pt x="1047" y="587"/>
                  </a:lnTo>
                  <a:lnTo>
                    <a:pt x="1110" y="566"/>
                  </a:lnTo>
                  <a:lnTo>
                    <a:pt x="1131" y="566"/>
                  </a:lnTo>
                  <a:lnTo>
                    <a:pt x="1235" y="461"/>
                  </a:lnTo>
                  <a:lnTo>
                    <a:pt x="1340" y="440"/>
                  </a:lnTo>
                  <a:lnTo>
                    <a:pt x="1444" y="440"/>
                  </a:lnTo>
                  <a:lnTo>
                    <a:pt x="1675" y="419"/>
                  </a:lnTo>
                  <a:lnTo>
                    <a:pt x="1842" y="315"/>
                  </a:lnTo>
                  <a:lnTo>
                    <a:pt x="2030" y="252"/>
                  </a:lnTo>
                  <a:lnTo>
                    <a:pt x="2051" y="168"/>
                  </a:lnTo>
                  <a:lnTo>
                    <a:pt x="2135" y="168"/>
                  </a:lnTo>
                  <a:lnTo>
                    <a:pt x="2240" y="105"/>
                  </a:lnTo>
                  <a:lnTo>
                    <a:pt x="2240" y="43"/>
                  </a:lnTo>
                  <a:lnTo>
                    <a:pt x="217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34" name="Google Shape;2234;p45"/>
            <p:cNvGrpSpPr/>
            <p:nvPr/>
          </p:nvGrpSpPr>
          <p:grpSpPr>
            <a:xfrm>
              <a:off x="4403342" y="3107749"/>
              <a:ext cx="316680" cy="101374"/>
              <a:chOff x="5068275" y="3161675"/>
              <a:chExt cx="664875" cy="222850"/>
            </a:xfrm>
          </p:grpSpPr>
          <p:sp>
            <p:nvSpPr>
              <p:cNvPr id="2235" name="Google Shape;2235;p45"/>
              <p:cNvSpPr/>
              <p:nvPr/>
            </p:nvSpPr>
            <p:spPr>
              <a:xfrm>
                <a:off x="5408300" y="3224425"/>
                <a:ext cx="96775" cy="107800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4312" extrusionOk="0">
                    <a:moveTo>
                      <a:pt x="3620" y="1"/>
                    </a:moveTo>
                    <a:lnTo>
                      <a:pt x="3515" y="43"/>
                    </a:lnTo>
                    <a:lnTo>
                      <a:pt x="3494" y="147"/>
                    </a:lnTo>
                    <a:lnTo>
                      <a:pt x="3390" y="231"/>
                    </a:lnTo>
                    <a:lnTo>
                      <a:pt x="3390" y="294"/>
                    </a:lnTo>
                    <a:lnTo>
                      <a:pt x="3285" y="357"/>
                    </a:lnTo>
                    <a:lnTo>
                      <a:pt x="3181" y="398"/>
                    </a:lnTo>
                    <a:lnTo>
                      <a:pt x="3139" y="461"/>
                    </a:lnTo>
                    <a:lnTo>
                      <a:pt x="2992" y="503"/>
                    </a:lnTo>
                    <a:lnTo>
                      <a:pt x="2720" y="440"/>
                    </a:lnTo>
                    <a:lnTo>
                      <a:pt x="2469" y="419"/>
                    </a:lnTo>
                    <a:lnTo>
                      <a:pt x="2448" y="503"/>
                    </a:lnTo>
                    <a:lnTo>
                      <a:pt x="2406" y="503"/>
                    </a:lnTo>
                    <a:lnTo>
                      <a:pt x="2260" y="398"/>
                    </a:lnTo>
                    <a:lnTo>
                      <a:pt x="2092" y="398"/>
                    </a:lnTo>
                    <a:lnTo>
                      <a:pt x="1988" y="357"/>
                    </a:lnTo>
                    <a:lnTo>
                      <a:pt x="1820" y="336"/>
                    </a:lnTo>
                    <a:lnTo>
                      <a:pt x="1737" y="398"/>
                    </a:lnTo>
                    <a:lnTo>
                      <a:pt x="1674" y="336"/>
                    </a:lnTo>
                    <a:lnTo>
                      <a:pt x="1569" y="231"/>
                    </a:lnTo>
                    <a:lnTo>
                      <a:pt x="1381" y="210"/>
                    </a:lnTo>
                    <a:lnTo>
                      <a:pt x="1276" y="210"/>
                    </a:lnTo>
                    <a:lnTo>
                      <a:pt x="1276" y="336"/>
                    </a:lnTo>
                    <a:lnTo>
                      <a:pt x="1193" y="398"/>
                    </a:lnTo>
                    <a:lnTo>
                      <a:pt x="1151" y="503"/>
                    </a:lnTo>
                    <a:lnTo>
                      <a:pt x="1067" y="566"/>
                    </a:lnTo>
                    <a:lnTo>
                      <a:pt x="900" y="524"/>
                    </a:lnTo>
                    <a:lnTo>
                      <a:pt x="774" y="545"/>
                    </a:lnTo>
                    <a:lnTo>
                      <a:pt x="712" y="608"/>
                    </a:lnTo>
                    <a:lnTo>
                      <a:pt x="753" y="650"/>
                    </a:lnTo>
                    <a:lnTo>
                      <a:pt x="586" y="775"/>
                    </a:lnTo>
                    <a:lnTo>
                      <a:pt x="586" y="942"/>
                    </a:lnTo>
                    <a:lnTo>
                      <a:pt x="628" y="1047"/>
                    </a:lnTo>
                    <a:lnTo>
                      <a:pt x="628" y="1235"/>
                    </a:lnTo>
                    <a:lnTo>
                      <a:pt x="586" y="1298"/>
                    </a:lnTo>
                    <a:lnTo>
                      <a:pt x="649" y="1445"/>
                    </a:lnTo>
                    <a:lnTo>
                      <a:pt x="670" y="1549"/>
                    </a:lnTo>
                    <a:lnTo>
                      <a:pt x="628" y="1486"/>
                    </a:lnTo>
                    <a:lnTo>
                      <a:pt x="565" y="1403"/>
                    </a:lnTo>
                    <a:lnTo>
                      <a:pt x="523" y="1445"/>
                    </a:lnTo>
                    <a:lnTo>
                      <a:pt x="440" y="1507"/>
                    </a:lnTo>
                    <a:lnTo>
                      <a:pt x="335" y="1570"/>
                    </a:lnTo>
                    <a:lnTo>
                      <a:pt x="314" y="1675"/>
                    </a:lnTo>
                    <a:lnTo>
                      <a:pt x="335" y="1800"/>
                    </a:lnTo>
                    <a:lnTo>
                      <a:pt x="314" y="1905"/>
                    </a:lnTo>
                    <a:lnTo>
                      <a:pt x="335" y="2135"/>
                    </a:lnTo>
                    <a:lnTo>
                      <a:pt x="314" y="2198"/>
                    </a:lnTo>
                    <a:lnTo>
                      <a:pt x="272" y="2303"/>
                    </a:lnTo>
                    <a:lnTo>
                      <a:pt x="188" y="2323"/>
                    </a:lnTo>
                    <a:lnTo>
                      <a:pt x="188" y="2449"/>
                    </a:lnTo>
                    <a:lnTo>
                      <a:pt x="63" y="2554"/>
                    </a:lnTo>
                    <a:lnTo>
                      <a:pt x="42" y="2721"/>
                    </a:lnTo>
                    <a:lnTo>
                      <a:pt x="42" y="2763"/>
                    </a:lnTo>
                    <a:lnTo>
                      <a:pt x="0" y="2826"/>
                    </a:lnTo>
                    <a:lnTo>
                      <a:pt x="63" y="3035"/>
                    </a:lnTo>
                    <a:lnTo>
                      <a:pt x="126" y="3139"/>
                    </a:lnTo>
                    <a:lnTo>
                      <a:pt x="168" y="3119"/>
                    </a:lnTo>
                    <a:lnTo>
                      <a:pt x="251" y="3119"/>
                    </a:lnTo>
                    <a:lnTo>
                      <a:pt x="335" y="3056"/>
                    </a:lnTo>
                    <a:lnTo>
                      <a:pt x="377" y="3077"/>
                    </a:lnTo>
                    <a:lnTo>
                      <a:pt x="419" y="3223"/>
                    </a:lnTo>
                    <a:lnTo>
                      <a:pt x="523" y="3495"/>
                    </a:lnTo>
                    <a:lnTo>
                      <a:pt x="481" y="3558"/>
                    </a:lnTo>
                    <a:lnTo>
                      <a:pt x="440" y="3704"/>
                    </a:lnTo>
                    <a:lnTo>
                      <a:pt x="356" y="3851"/>
                    </a:lnTo>
                    <a:lnTo>
                      <a:pt x="356" y="4081"/>
                    </a:lnTo>
                    <a:lnTo>
                      <a:pt x="356" y="4269"/>
                    </a:lnTo>
                    <a:lnTo>
                      <a:pt x="440" y="4269"/>
                    </a:lnTo>
                    <a:lnTo>
                      <a:pt x="523" y="4311"/>
                    </a:lnTo>
                    <a:lnTo>
                      <a:pt x="628" y="4311"/>
                    </a:lnTo>
                    <a:lnTo>
                      <a:pt x="670" y="4269"/>
                    </a:lnTo>
                    <a:lnTo>
                      <a:pt x="774" y="4290"/>
                    </a:lnTo>
                    <a:lnTo>
                      <a:pt x="879" y="4269"/>
                    </a:lnTo>
                    <a:lnTo>
                      <a:pt x="963" y="4311"/>
                    </a:lnTo>
                    <a:lnTo>
                      <a:pt x="984" y="4227"/>
                    </a:lnTo>
                    <a:lnTo>
                      <a:pt x="963" y="4102"/>
                    </a:lnTo>
                    <a:lnTo>
                      <a:pt x="879" y="4060"/>
                    </a:lnTo>
                    <a:lnTo>
                      <a:pt x="858" y="3914"/>
                    </a:lnTo>
                    <a:lnTo>
                      <a:pt x="942" y="3809"/>
                    </a:lnTo>
                    <a:lnTo>
                      <a:pt x="963" y="3600"/>
                    </a:lnTo>
                    <a:lnTo>
                      <a:pt x="942" y="3432"/>
                    </a:lnTo>
                    <a:lnTo>
                      <a:pt x="879" y="3391"/>
                    </a:lnTo>
                    <a:lnTo>
                      <a:pt x="1004" y="3223"/>
                    </a:lnTo>
                    <a:lnTo>
                      <a:pt x="1046" y="3056"/>
                    </a:lnTo>
                    <a:lnTo>
                      <a:pt x="1004" y="2909"/>
                    </a:lnTo>
                    <a:lnTo>
                      <a:pt x="942" y="2826"/>
                    </a:lnTo>
                    <a:lnTo>
                      <a:pt x="942" y="2763"/>
                    </a:lnTo>
                    <a:lnTo>
                      <a:pt x="1067" y="2700"/>
                    </a:lnTo>
                    <a:lnTo>
                      <a:pt x="1088" y="2616"/>
                    </a:lnTo>
                    <a:lnTo>
                      <a:pt x="1214" y="2595"/>
                    </a:lnTo>
                    <a:lnTo>
                      <a:pt x="1318" y="2637"/>
                    </a:lnTo>
                    <a:lnTo>
                      <a:pt x="1318" y="2700"/>
                    </a:lnTo>
                    <a:lnTo>
                      <a:pt x="1381" y="2763"/>
                    </a:lnTo>
                    <a:lnTo>
                      <a:pt x="1381" y="2909"/>
                    </a:lnTo>
                    <a:lnTo>
                      <a:pt x="1276" y="3014"/>
                    </a:lnTo>
                    <a:lnTo>
                      <a:pt x="1276" y="3119"/>
                    </a:lnTo>
                    <a:lnTo>
                      <a:pt x="1318" y="3223"/>
                    </a:lnTo>
                    <a:lnTo>
                      <a:pt x="1402" y="3244"/>
                    </a:lnTo>
                    <a:lnTo>
                      <a:pt x="1486" y="3328"/>
                    </a:lnTo>
                    <a:lnTo>
                      <a:pt x="1611" y="3391"/>
                    </a:lnTo>
                    <a:lnTo>
                      <a:pt x="1632" y="3495"/>
                    </a:lnTo>
                    <a:lnTo>
                      <a:pt x="1590" y="3495"/>
                    </a:lnTo>
                    <a:lnTo>
                      <a:pt x="1569" y="3704"/>
                    </a:lnTo>
                    <a:lnTo>
                      <a:pt x="1590" y="3851"/>
                    </a:lnTo>
                    <a:lnTo>
                      <a:pt x="1674" y="3872"/>
                    </a:lnTo>
                    <a:lnTo>
                      <a:pt x="1737" y="3851"/>
                    </a:lnTo>
                    <a:lnTo>
                      <a:pt x="1883" y="3893"/>
                    </a:lnTo>
                    <a:lnTo>
                      <a:pt x="1946" y="3872"/>
                    </a:lnTo>
                    <a:lnTo>
                      <a:pt x="1946" y="3851"/>
                    </a:lnTo>
                    <a:lnTo>
                      <a:pt x="1925" y="3746"/>
                    </a:lnTo>
                    <a:lnTo>
                      <a:pt x="2030" y="3663"/>
                    </a:lnTo>
                    <a:lnTo>
                      <a:pt x="2113" y="3642"/>
                    </a:lnTo>
                    <a:lnTo>
                      <a:pt x="2260" y="3558"/>
                    </a:lnTo>
                    <a:lnTo>
                      <a:pt x="2427" y="3579"/>
                    </a:lnTo>
                    <a:lnTo>
                      <a:pt x="2511" y="3495"/>
                    </a:lnTo>
                    <a:lnTo>
                      <a:pt x="2532" y="3537"/>
                    </a:lnTo>
                    <a:lnTo>
                      <a:pt x="2616" y="3537"/>
                    </a:lnTo>
                    <a:lnTo>
                      <a:pt x="2657" y="3453"/>
                    </a:lnTo>
                    <a:lnTo>
                      <a:pt x="2657" y="3391"/>
                    </a:lnTo>
                    <a:lnTo>
                      <a:pt x="2511" y="3370"/>
                    </a:lnTo>
                    <a:lnTo>
                      <a:pt x="2448" y="3391"/>
                    </a:lnTo>
                    <a:lnTo>
                      <a:pt x="2281" y="3391"/>
                    </a:lnTo>
                    <a:lnTo>
                      <a:pt x="2281" y="3328"/>
                    </a:lnTo>
                    <a:lnTo>
                      <a:pt x="2239" y="3328"/>
                    </a:lnTo>
                    <a:lnTo>
                      <a:pt x="2239" y="3244"/>
                    </a:lnTo>
                    <a:lnTo>
                      <a:pt x="2197" y="3244"/>
                    </a:lnTo>
                    <a:lnTo>
                      <a:pt x="2134" y="3265"/>
                    </a:lnTo>
                    <a:lnTo>
                      <a:pt x="2134" y="3223"/>
                    </a:lnTo>
                    <a:lnTo>
                      <a:pt x="2030" y="3181"/>
                    </a:lnTo>
                    <a:lnTo>
                      <a:pt x="2009" y="3119"/>
                    </a:lnTo>
                    <a:lnTo>
                      <a:pt x="2051" y="3035"/>
                    </a:lnTo>
                    <a:lnTo>
                      <a:pt x="2092" y="2972"/>
                    </a:lnTo>
                    <a:lnTo>
                      <a:pt x="2134" y="3014"/>
                    </a:lnTo>
                    <a:lnTo>
                      <a:pt x="2134" y="3014"/>
                    </a:lnTo>
                    <a:lnTo>
                      <a:pt x="2113" y="2930"/>
                    </a:lnTo>
                    <a:lnTo>
                      <a:pt x="2155" y="2930"/>
                    </a:lnTo>
                    <a:lnTo>
                      <a:pt x="2197" y="2867"/>
                    </a:lnTo>
                    <a:lnTo>
                      <a:pt x="2134" y="2826"/>
                    </a:lnTo>
                    <a:lnTo>
                      <a:pt x="2051" y="2805"/>
                    </a:lnTo>
                    <a:lnTo>
                      <a:pt x="2092" y="2742"/>
                    </a:lnTo>
                    <a:lnTo>
                      <a:pt x="2051" y="2658"/>
                    </a:lnTo>
                    <a:lnTo>
                      <a:pt x="1988" y="2616"/>
                    </a:lnTo>
                    <a:lnTo>
                      <a:pt x="1904" y="2616"/>
                    </a:lnTo>
                    <a:lnTo>
                      <a:pt x="1883" y="2491"/>
                    </a:lnTo>
                    <a:lnTo>
                      <a:pt x="1716" y="2323"/>
                    </a:lnTo>
                    <a:lnTo>
                      <a:pt x="1611" y="2240"/>
                    </a:lnTo>
                    <a:lnTo>
                      <a:pt x="1569" y="2135"/>
                    </a:lnTo>
                    <a:lnTo>
                      <a:pt x="1569" y="2093"/>
                    </a:lnTo>
                    <a:lnTo>
                      <a:pt x="1611" y="2093"/>
                    </a:lnTo>
                    <a:lnTo>
                      <a:pt x="1632" y="2177"/>
                    </a:lnTo>
                    <a:lnTo>
                      <a:pt x="1737" y="2177"/>
                    </a:lnTo>
                    <a:lnTo>
                      <a:pt x="1841" y="2093"/>
                    </a:lnTo>
                    <a:lnTo>
                      <a:pt x="1883" y="2010"/>
                    </a:lnTo>
                    <a:lnTo>
                      <a:pt x="2092" y="1926"/>
                    </a:lnTo>
                    <a:lnTo>
                      <a:pt x="2260" y="1800"/>
                    </a:lnTo>
                    <a:lnTo>
                      <a:pt x="2344" y="1675"/>
                    </a:lnTo>
                    <a:lnTo>
                      <a:pt x="2448" y="1612"/>
                    </a:lnTo>
                    <a:lnTo>
                      <a:pt x="2448" y="1549"/>
                    </a:lnTo>
                    <a:lnTo>
                      <a:pt x="2574" y="1507"/>
                    </a:lnTo>
                    <a:lnTo>
                      <a:pt x="2678" y="1570"/>
                    </a:lnTo>
                    <a:lnTo>
                      <a:pt x="2762" y="1591"/>
                    </a:lnTo>
                    <a:lnTo>
                      <a:pt x="2867" y="1445"/>
                    </a:lnTo>
                    <a:lnTo>
                      <a:pt x="2867" y="1361"/>
                    </a:lnTo>
                    <a:lnTo>
                      <a:pt x="2741" y="1298"/>
                    </a:lnTo>
                    <a:lnTo>
                      <a:pt x="2469" y="1340"/>
                    </a:lnTo>
                    <a:lnTo>
                      <a:pt x="2364" y="1403"/>
                    </a:lnTo>
                    <a:lnTo>
                      <a:pt x="2197" y="1403"/>
                    </a:lnTo>
                    <a:lnTo>
                      <a:pt x="2113" y="1445"/>
                    </a:lnTo>
                    <a:lnTo>
                      <a:pt x="2009" y="1549"/>
                    </a:lnTo>
                    <a:lnTo>
                      <a:pt x="1820" y="1549"/>
                    </a:lnTo>
                    <a:lnTo>
                      <a:pt x="1716" y="1486"/>
                    </a:lnTo>
                    <a:lnTo>
                      <a:pt x="1611" y="1466"/>
                    </a:lnTo>
                    <a:lnTo>
                      <a:pt x="1507" y="1591"/>
                    </a:lnTo>
                    <a:lnTo>
                      <a:pt x="1423" y="1800"/>
                    </a:lnTo>
                    <a:lnTo>
                      <a:pt x="1297" y="1863"/>
                    </a:lnTo>
                    <a:lnTo>
                      <a:pt x="1193" y="1821"/>
                    </a:lnTo>
                    <a:lnTo>
                      <a:pt x="1172" y="1779"/>
                    </a:lnTo>
                    <a:lnTo>
                      <a:pt x="1004" y="1612"/>
                    </a:lnTo>
                    <a:lnTo>
                      <a:pt x="858" y="1486"/>
                    </a:lnTo>
                    <a:lnTo>
                      <a:pt x="774" y="1277"/>
                    </a:lnTo>
                    <a:lnTo>
                      <a:pt x="795" y="1047"/>
                    </a:lnTo>
                    <a:lnTo>
                      <a:pt x="879" y="838"/>
                    </a:lnTo>
                    <a:lnTo>
                      <a:pt x="984" y="733"/>
                    </a:lnTo>
                    <a:lnTo>
                      <a:pt x="1109" y="670"/>
                    </a:lnTo>
                    <a:lnTo>
                      <a:pt x="1276" y="754"/>
                    </a:lnTo>
                    <a:lnTo>
                      <a:pt x="1465" y="775"/>
                    </a:lnTo>
                    <a:lnTo>
                      <a:pt x="1674" y="670"/>
                    </a:lnTo>
                    <a:lnTo>
                      <a:pt x="1820" y="670"/>
                    </a:lnTo>
                    <a:lnTo>
                      <a:pt x="1883" y="754"/>
                    </a:lnTo>
                    <a:lnTo>
                      <a:pt x="1988" y="754"/>
                    </a:lnTo>
                    <a:lnTo>
                      <a:pt x="2051" y="712"/>
                    </a:lnTo>
                    <a:lnTo>
                      <a:pt x="2281" y="733"/>
                    </a:lnTo>
                    <a:lnTo>
                      <a:pt x="2427" y="733"/>
                    </a:lnTo>
                    <a:lnTo>
                      <a:pt x="2448" y="712"/>
                    </a:lnTo>
                    <a:lnTo>
                      <a:pt x="2574" y="712"/>
                    </a:lnTo>
                    <a:lnTo>
                      <a:pt x="2678" y="754"/>
                    </a:lnTo>
                    <a:lnTo>
                      <a:pt x="2720" y="817"/>
                    </a:lnTo>
                    <a:lnTo>
                      <a:pt x="2825" y="859"/>
                    </a:lnTo>
                    <a:lnTo>
                      <a:pt x="3264" y="754"/>
                    </a:lnTo>
                    <a:lnTo>
                      <a:pt x="3453" y="629"/>
                    </a:lnTo>
                    <a:lnTo>
                      <a:pt x="3494" y="524"/>
                    </a:lnTo>
                    <a:lnTo>
                      <a:pt x="3578" y="524"/>
                    </a:lnTo>
                    <a:lnTo>
                      <a:pt x="3620" y="440"/>
                    </a:lnTo>
                    <a:lnTo>
                      <a:pt x="3704" y="398"/>
                    </a:lnTo>
                    <a:lnTo>
                      <a:pt x="3766" y="294"/>
                    </a:lnTo>
                    <a:lnTo>
                      <a:pt x="3808" y="210"/>
                    </a:lnTo>
                    <a:lnTo>
                      <a:pt x="3871" y="147"/>
                    </a:lnTo>
                    <a:lnTo>
                      <a:pt x="3808" y="106"/>
                    </a:lnTo>
                    <a:lnTo>
                      <a:pt x="3787" y="43"/>
                    </a:lnTo>
                    <a:lnTo>
                      <a:pt x="362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Google Shape;2236;p45"/>
              <p:cNvSpPr/>
              <p:nvPr/>
            </p:nvSpPr>
            <p:spPr>
              <a:xfrm>
                <a:off x="5587700" y="3253200"/>
                <a:ext cx="145450" cy="1313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253" extrusionOk="0">
                    <a:moveTo>
                      <a:pt x="922" y="1"/>
                    </a:moveTo>
                    <a:lnTo>
                      <a:pt x="775" y="22"/>
                    </a:lnTo>
                    <a:lnTo>
                      <a:pt x="712" y="84"/>
                    </a:lnTo>
                    <a:lnTo>
                      <a:pt x="566" y="189"/>
                    </a:lnTo>
                    <a:lnTo>
                      <a:pt x="482" y="210"/>
                    </a:lnTo>
                    <a:lnTo>
                      <a:pt x="398" y="294"/>
                    </a:lnTo>
                    <a:lnTo>
                      <a:pt x="252" y="294"/>
                    </a:lnTo>
                    <a:lnTo>
                      <a:pt x="147" y="356"/>
                    </a:lnTo>
                    <a:lnTo>
                      <a:pt x="189" y="440"/>
                    </a:lnTo>
                    <a:lnTo>
                      <a:pt x="168" y="524"/>
                    </a:lnTo>
                    <a:lnTo>
                      <a:pt x="43" y="608"/>
                    </a:lnTo>
                    <a:lnTo>
                      <a:pt x="1" y="670"/>
                    </a:lnTo>
                    <a:lnTo>
                      <a:pt x="147" y="712"/>
                    </a:lnTo>
                    <a:lnTo>
                      <a:pt x="252" y="649"/>
                    </a:lnTo>
                    <a:lnTo>
                      <a:pt x="273" y="608"/>
                    </a:lnTo>
                    <a:lnTo>
                      <a:pt x="315" y="670"/>
                    </a:lnTo>
                    <a:lnTo>
                      <a:pt x="503" y="754"/>
                    </a:lnTo>
                    <a:lnTo>
                      <a:pt x="566" y="859"/>
                    </a:lnTo>
                    <a:lnTo>
                      <a:pt x="524" y="921"/>
                    </a:lnTo>
                    <a:lnTo>
                      <a:pt x="566" y="1047"/>
                    </a:lnTo>
                    <a:lnTo>
                      <a:pt x="691" y="1131"/>
                    </a:lnTo>
                    <a:lnTo>
                      <a:pt x="796" y="1152"/>
                    </a:lnTo>
                    <a:lnTo>
                      <a:pt x="901" y="1131"/>
                    </a:lnTo>
                    <a:lnTo>
                      <a:pt x="984" y="1172"/>
                    </a:lnTo>
                    <a:lnTo>
                      <a:pt x="1026" y="1131"/>
                    </a:lnTo>
                    <a:lnTo>
                      <a:pt x="1110" y="1152"/>
                    </a:lnTo>
                    <a:lnTo>
                      <a:pt x="1298" y="1131"/>
                    </a:lnTo>
                    <a:lnTo>
                      <a:pt x="1340" y="1152"/>
                    </a:lnTo>
                    <a:lnTo>
                      <a:pt x="1424" y="1131"/>
                    </a:lnTo>
                    <a:lnTo>
                      <a:pt x="1361" y="1068"/>
                    </a:lnTo>
                    <a:lnTo>
                      <a:pt x="1654" y="1089"/>
                    </a:lnTo>
                    <a:lnTo>
                      <a:pt x="1717" y="1172"/>
                    </a:lnTo>
                    <a:lnTo>
                      <a:pt x="1675" y="1298"/>
                    </a:lnTo>
                    <a:lnTo>
                      <a:pt x="1633" y="1277"/>
                    </a:lnTo>
                    <a:lnTo>
                      <a:pt x="1549" y="1361"/>
                    </a:lnTo>
                    <a:lnTo>
                      <a:pt x="1507" y="1465"/>
                    </a:lnTo>
                    <a:lnTo>
                      <a:pt x="1445" y="1361"/>
                    </a:lnTo>
                    <a:lnTo>
                      <a:pt x="1256" y="1277"/>
                    </a:lnTo>
                    <a:lnTo>
                      <a:pt x="1194" y="1298"/>
                    </a:lnTo>
                    <a:lnTo>
                      <a:pt x="1131" y="1465"/>
                    </a:lnTo>
                    <a:lnTo>
                      <a:pt x="1026" y="1507"/>
                    </a:lnTo>
                    <a:lnTo>
                      <a:pt x="922" y="1465"/>
                    </a:lnTo>
                    <a:lnTo>
                      <a:pt x="817" y="1465"/>
                    </a:lnTo>
                    <a:lnTo>
                      <a:pt x="775" y="1403"/>
                    </a:lnTo>
                    <a:lnTo>
                      <a:pt x="629" y="1444"/>
                    </a:lnTo>
                    <a:lnTo>
                      <a:pt x="566" y="1507"/>
                    </a:lnTo>
                    <a:lnTo>
                      <a:pt x="608" y="1570"/>
                    </a:lnTo>
                    <a:lnTo>
                      <a:pt x="733" y="1591"/>
                    </a:lnTo>
                    <a:lnTo>
                      <a:pt x="838" y="1654"/>
                    </a:lnTo>
                    <a:lnTo>
                      <a:pt x="901" y="1779"/>
                    </a:lnTo>
                    <a:lnTo>
                      <a:pt x="942" y="1821"/>
                    </a:lnTo>
                    <a:lnTo>
                      <a:pt x="1005" y="1800"/>
                    </a:lnTo>
                    <a:lnTo>
                      <a:pt x="1026" y="1884"/>
                    </a:lnTo>
                    <a:lnTo>
                      <a:pt x="1026" y="1968"/>
                    </a:lnTo>
                    <a:lnTo>
                      <a:pt x="984" y="1988"/>
                    </a:lnTo>
                    <a:lnTo>
                      <a:pt x="942" y="2072"/>
                    </a:lnTo>
                    <a:lnTo>
                      <a:pt x="1047" y="2240"/>
                    </a:lnTo>
                    <a:lnTo>
                      <a:pt x="1152" y="2281"/>
                    </a:lnTo>
                    <a:lnTo>
                      <a:pt x="1256" y="2240"/>
                    </a:lnTo>
                    <a:lnTo>
                      <a:pt x="1403" y="2114"/>
                    </a:lnTo>
                    <a:lnTo>
                      <a:pt x="1361" y="2009"/>
                    </a:lnTo>
                    <a:lnTo>
                      <a:pt x="1466" y="1863"/>
                    </a:lnTo>
                    <a:lnTo>
                      <a:pt x="1507" y="1821"/>
                    </a:lnTo>
                    <a:lnTo>
                      <a:pt x="1528" y="1758"/>
                    </a:lnTo>
                    <a:lnTo>
                      <a:pt x="1570" y="1612"/>
                    </a:lnTo>
                    <a:lnTo>
                      <a:pt x="1633" y="1507"/>
                    </a:lnTo>
                    <a:lnTo>
                      <a:pt x="1633" y="1654"/>
                    </a:lnTo>
                    <a:lnTo>
                      <a:pt x="1549" y="1716"/>
                    </a:lnTo>
                    <a:lnTo>
                      <a:pt x="1612" y="1863"/>
                    </a:lnTo>
                    <a:lnTo>
                      <a:pt x="1654" y="1988"/>
                    </a:lnTo>
                    <a:lnTo>
                      <a:pt x="1717" y="2072"/>
                    </a:lnTo>
                    <a:lnTo>
                      <a:pt x="1738" y="2009"/>
                    </a:lnTo>
                    <a:lnTo>
                      <a:pt x="1779" y="2009"/>
                    </a:lnTo>
                    <a:lnTo>
                      <a:pt x="1842" y="2030"/>
                    </a:lnTo>
                    <a:lnTo>
                      <a:pt x="1842" y="2135"/>
                    </a:lnTo>
                    <a:lnTo>
                      <a:pt x="1884" y="2093"/>
                    </a:lnTo>
                    <a:lnTo>
                      <a:pt x="1947" y="2093"/>
                    </a:lnTo>
                    <a:lnTo>
                      <a:pt x="1968" y="2135"/>
                    </a:lnTo>
                    <a:lnTo>
                      <a:pt x="2051" y="2177"/>
                    </a:lnTo>
                    <a:lnTo>
                      <a:pt x="2156" y="2135"/>
                    </a:lnTo>
                    <a:lnTo>
                      <a:pt x="2240" y="2135"/>
                    </a:lnTo>
                    <a:lnTo>
                      <a:pt x="2240" y="2177"/>
                    </a:lnTo>
                    <a:lnTo>
                      <a:pt x="2093" y="2177"/>
                    </a:lnTo>
                    <a:lnTo>
                      <a:pt x="2093" y="2281"/>
                    </a:lnTo>
                    <a:lnTo>
                      <a:pt x="2240" y="2302"/>
                    </a:lnTo>
                    <a:lnTo>
                      <a:pt x="2240" y="2323"/>
                    </a:lnTo>
                    <a:lnTo>
                      <a:pt x="2261" y="2386"/>
                    </a:lnTo>
                    <a:lnTo>
                      <a:pt x="2407" y="2449"/>
                    </a:lnTo>
                    <a:lnTo>
                      <a:pt x="2575" y="2449"/>
                    </a:lnTo>
                    <a:lnTo>
                      <a:pt x="2930" y="2553"/>
                    </a:lnTo>
                    <a:lnTo>
                      <a:pt x="3286" y="2658"/>
                    </a:lnTo>
                    <a:lnTo>
                      <a:pt x="3391" y="2658"/>
                    </a:lnTo>
                    <a:lnTo>
                      <a:pt x="3537" y="2721"/>
                    </a:lnTo>
                    <a:lnTo>
                      <a:pt x="3558" y="2825"/>
                    </a:lnTo>
                    <a:lnTo>
                      <a:pt x="3725" y="2867"/>
                    </a:lnTo>
                    <a:lnTo>
                      <a:pt x="3830" y="2867"/>
                    </a:lnTo>
                    <a:lnTo>
                      <a:pt x="3914" y="2825"/>
                    </a:lnTo>
                    <a:lnTo>
                      <a:pt x="3914" y="2825"/>
                    </a:lnTo>
                    <a:lnTo>
                      <a:pt x="3830" y="2951"/>
                    </a:lnTo>
                    <a:lnTo>
                      <a:pt x="3851" y="2972"/>
                    </a:lnTo>
                    <a:lnTo>
                      <a:pt x="3935" y="2951"/>
                    </a:lnTo>
                    <a:lnTo>
                      <a:pt x="3955" y="3014"/>
                    </a:lnTo>
                    <a:lnTo>
                      <a:pt x="4081" y="2972"/>
                    </a:lnTo>
                    <a:lnTo>
                      <a:pt x="4018" y="3035"/>
                    </a:lnTo>
                    <a:lnTo>
                      <a:pt x="4060" y="3076"/>
                    </a:lnTo>
                    <a:lnTo>
                      <a:pt x="4039" y="3139"/>
                    </a:lnTo>
                    <a:lnTo>
                      <a:pt x="4081" y="3181"/>
                    </a:lnTo>
                    <a:lnTo>
                      <a:pt x="4186" y="3160"/>
                    </a:lnTo>
                    <a:lnTo>
                      <a:pt x="4081" y="3265"/>
                    </a:lnTo>
                    <a:lnTo>
                      <a:pt x="4081" y="3328"/>
                    </a:lnTo>
                    <a:lnTo>
                      <a:pt x="4227" y="3453"/>
                    </a:lnTo>
                    <a:lnTo>
                      <a:pt x="4186" y="3558"/>
                    </a:lnTo>
                    <a:lnTo>
                      <a:pt x="4227" y="3641"/>
                    </a:lnTo>
                    <a:lnTo>
                      <a:pt x="4332" y="3704"/>
                    </a:lnTo>
                    <a:lnTo>
                      <a:pt x="4479" y="3809"/>
                    </a:lnTo>
                    <a:lnTo>
                      <a:pt x="4499" y="3872"/>
                    </a:lnTo>
                    <a:lnTo>
                      <a:pt x="4374" y="3872"/>
                    </a:lnTo>
                    <a:lnTo>
                      <a:pt x="4353" y="3955"/>
                    </a:lnTo>
                    <a:lnTo>
                      <a:pt x="4437" y="4018"/>
                    </a:lnTo>
                    <a:lnTo>
                      <a:pt x="4541" y="4081"/>
                    </a:lnTo>
                    <a:lnTo>
                      <a:pt x="4667" y="4060"/>
                    </a:lnTo>
                    <a:lnTo>
                      <a:pt x="4751" y="4081"/>
                    </a:lnTo>
                    <a:lnTo>
                      <a:pt x="4688" y="4081"/>
                    </a:lnTo>
                    <a:lnTo>
                      <a:pt x="4562" y="4123"/>
                    </a:lnTo>
                    <a:lnTo>
                      <a:pt x="4499" y="4102"/>
                    </a:lnTo>
                    <a:lnTo>
                      <a:pt x="4458" y="4123"/>
                    </a:lnTo>
                    <a:lnTo>
                      <a:pt x="4499" y="4206"/>
                    </a:lnTo>
                    <a:lnTo>
                      <a:pt x="4583" y="4227"/>
                    </a:lnTo>
                    <a:lnTo>
                      <a:pt x="4562" y="4395"/>
                    </a:lnTo>
                    <a:lnTo>
                      <a:pt x="4541" y="4416"/>
                    </a:lnTo>
                    <a:lnTo>
                      <a:pt x="4541" y="4499"/>
                    </a:lnTo>
                    <a:lnTo>
                      <a:pt x="4499" y="4583"/>
                    </a:lnTo>
                    <a:lnTo>
                      <a:pt x="4458" y="4604"/>
                    </a:lnTo>
                    <a:lnTo>
                      <a:pt x="4541" y="4709"/>
                    </a:lnTo>
                    <a:lnTo>
                      <a:pt x="4667" y="4625"/>
                    </a:lnTo>
                    <a:lnTo>
                      <a:pt x="4709" y="4688"/>
                    </a:lnTo>
                    <a:lnTo>
                      <a:pt x="4792" y="4688"/>
                    </a:lnTo>
                    <a:lnTo>
                      <a:pt x="4897" y="4625"/>
                    </a:lnTo>
                    <a:lnTo>
                      <a:pt x="5064" y="4625"/>
                    </a:lnTo>
                    <a:lnTo>
                      <a:pt x="5127" y="4583"/>
                    </a:lnTo>
                    <a:lnTo>
                      <a:pt x="5169" y="4478"/>
                    </a:lnTo>
                    <a:lnTo>
                      <a:pt x="5169" y="4583"/>
                    </a:lnTo>
                    <a:lnTo>
                      <a:pt x="5106" y="4688"/>
                    </a:lnTo>
                    <a:lnTo>
                      <a:pt x="5127" y="4750"/>
                    </a:lnTo>
                    <a:lnTo>
                      <a:pt x="5190" y="4792"/>
                    </a:lnTo>
                    <a:lnTo>
                      <a:pt x="5316" y="4897"/>
                    </a:lnTo>
                    <a:lnTo>
                      <a:pt x="5295" y="4939"/>
                    </a:lnTo>
                    <a:lnTo>
                      <a:pt x="5336" y="5022"/>
                    </a:lnTo>
                    <a:lnTo>
                      <a:pt x="5504" y="5211"/>
                    </a:lnTo>
                    <a:lnTo>
                      <a:pt x="5629" y="5232"/>
                    </a:lnTo>
                    <a:lnTo>
                      <a:pt x="5692" y="5253"/>
                    </a:lnTo>
                    <a:lnTo>
                      <a:pt x="5713" y="3851"/>
                    </a:lnTo>
                    <a:lnTo>
                      <a:pt x="5713" y="3788"/>
                    </a:lnTo>
                    <a:lnTo>
                      <a:pt x="5713" y="3704"/>
                    </a:lnTo>
                    <a:lnTo>
                      <a:pt x="5734" y="3537"/>
                    </a:lnTo>
                    <a:lnTo>
                      <a:pt x="5818" y="1382"/>
                    </a:lnTo>
                    <a:lnTo>
                      <a:pt x="5713" y="1403"/>
                    </a:lnTo>
                    <a:lnTo>
                      <a:pt x="5629" y="1382"/>
                    </a:lnTo>
                    <a:lnTo>
                      <a:pt x="5629" y="1298"/>
                    </a:lnTo>
                    <a:lnTo>
                      <a:pt x="5650" y="1256"/>
                    </a:lnTo>
                    <a:lnTo>
                      <a:pt x="5546" y="1193"/>
                    </a:lnTo>
                    <a:lnTo>
                      <a:pt x="5441" y="1193"/>
                    </a:lnTo>
                    <a:lnTo>
                      <a:pt x="5316" y="1172"/>
                    </a:lnTo>
                    <a:lnTo>
                      <a:pt x="5232" y="1152"/>
                    </a:lnTo>
                    <a:lnTo>
                      <a:pt x="5169" y="1172"/>
                    </a:lnTo>
                    <a:lnTo>
                      <a:pt x="4813" y="1026"/>
                    </a:lnTo>
                    <a:lnTo>
                      <a:pt x="4667" y="984"/>
                    </a:lnTo>
                    <a:lnTo>
                      <a:pt x="4562" y="963"/>
                    </a:lnTo>
                    <a:lnTo>
                      <a:pt x="4458" y="880"/>
                    </a:lnTo>
                    <a:lnTo>
                      <a:pt x="4248" y="838"/>
                    </a:lnTo>
                    <a:lnTo>
                      <a:pt x="4060" y="754"/>
                    </a:lnTo>
                    <a:lnTo>
                      <a:pt x="3976" y="670"/>
                    </a:lnTo>
                    <a:lnTo>
                      <a:pt x="3830" y="649"/>
                    </a:lnTo>
                    <a:lnTo>
                      <a:pt x="3537" y="838"/>
                    </a:lnTo>
                    <a:lnTo>
                      <a:pt x="3537" y="880"/>
                    </a:lnTo>
                    <a:lnTo>
                      <a:pt x="3600" y="984"/>
                    </a:lnTo>
                    <a:lnTo>
                      <a:pt x="3558" y="1068"/>
                    </a:lnTo>
                    <a:lnTo>
                      <a:pt x="3391" y="1089"/>
                    </a:lnTo>
                    <a:lnTo>
                      <a:pt x="3286" y="1131"/>
                    </a:lnTo>
                    <a:lnTo>
                      <a:pt x="3223" y="1131"/>
                    </a:lnTo>
                    <a:lnTo>
                      <a:pt x="3181" y="1089"/>
                    </a:lnTo>
                    <a:lnTo>
                      <a:pt x="3119" y="1172"/>
                    </a:lnTo>
                    <a:lnTo>
                      <a:pt x="3119" y="1277"/>
                    </a:lnTo>
                    <a:lnTo>
                      <a:pt x="2993" y="1340"/>
                    </a:lnTo>
                    <a:lnTo>
                      <a:pt x="2888" y="1361"/>
                    </a:lnTo>
                    <a:lnTo>
                      <a:pt x="2805" y="1465"/>
                    </a:lnTo>
                    <a:lnTo>
                      <a:pt x="2805" y="1612"/>
                    </a:lnTo>
                    <a:lnTo>
                      <a:pt x="2763" y="1654"/>
                    </a:lnTo>
                    <a:lnTo>
                      <a:pt x="2700" y="1696"/>
                    </a:lnTo>
                    <a:lnTo>
                      <a:pt x="2658" y="1800"/>
                    </a:lnTo>
                    <a:lnTo>
                      <a:pt x="2554" y="1821"/>
                    </a:lnTo>
                    <a:lnTo>
                      <a:pt x="2449" y="1821"/>
                    </a:lnTo>
                    <a:lnTo>
                      <a:pt x="2386" y="1779"/>
                    </a:lnTo>
                    <a:lnTo>
                      <a:pt x="2261" y="1675"/>
                    </a:lnTo>
                    <a:lnTo>
                      <a:pt x="2240" y="1570"/>
                    </a:lnTo>
                    <a:lnTo>
                      <a:pt x="2177" y="1591"/>
                    </a:lnTo>
                    <a:lnTo>
                      <a:pt x="2156" y="1465"/>
                    </a:lnTo>
                    <a:lnTo>
                      <a:pt x="2156" y="1361"/>
                    </a:lnTo>
                    <a:lnTo>
                      <a:pt x="2072" y="1298"/>
                    </a:lnTo>
                    <a:lnTo>
                      <a:pt x="2031" y="1382"/>
                    </a:lnTo>
                    <a:lnTo>
                      <a:pt x="2051" y="1507"/>
                    </a:lnTo>
                    <a:lnTo>
                      <a:pt x="1989" y="1507"/>
                    </a:lnTo>
                    <a:lnTo>
                      <a:pt x="1926" y="1444"/>
                    </a:lnTo>
                    <a:lnTo>
                      <a:pt x="1863" y="1298"/>
                    </a:lnTo>
                    <a:lnTo>
                      <a:pt x="1842" y="1047"/>
                    </a:lnTo>
                    <a:lnTo>
                      <a:pt x="1821" y="880"/>
                    </a:lnTo>
                    <a:lnTo>
                      <a:pt x="1863" y="775"/>
                    </a:lnTo>
                    <a:lnTo>
                      <a:pt x="1947" y="670"/>
                    </a:lnTo>
                    <a:lnTo>
                      <a:pt x="1884" y="566"/>
                    </a:lnTo>
                    <a:lnTo>
                      <a:pt x="1821" y="503"/>
                    </a:lnTo>
                    <a:lnTo>
                      <a:pt x="1821" y="335"/>
                    </a:lnTo>
                    <a:lnTo>
                      <a:pt x="1842" y="294"/>
                    </a:lnTo>
                    <a:lnTo>
                      <a:pt x="1779" y="231"/>
                    </a:lnTo>
                    <a:lnTo>
                      <a:pt x="1612" y="210"/>
                    </a:lnTo>
                    <a:lnTo>
                      <a:pt x="1424" y="231"/>
                    </a:lnTo>
                    <a:lnTo>
                      <a:pt x="1235" y="105"/>
                    </a:lnTo>
                    <a:lnTo>
                      <a:pt x="92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Google Shape;2237;p45"/>
              <p:cNvSpPr/>
              <p:nvPr/>
            </p:nvSpPr>
            <p:spPr>
              <a:xfrm>
                <a:off x="5268100" y="3181025"/>
                <a:ext cx="143350" cy="129750"/>
              </a:xfrm>
              <a:custGeom>
                <a:avLst/>
                <a:gdLst/>
                <a:ahLst/>
                <a:cxnLst/>
                <a:rect l="l" t="t" r="r" b="b"/>
                <a:pathLst>
                  <a:path w="5734" h="5190" extrusionOk="0">
                    <a:moveTo>
                      <a:pt x="4060" y="0"/>
                    </a:moveTo>
                    <a:lnTo>
                      <a:pt x="3955" y="147"/>
                    </a:lnTo>
                    <a:lnTo>
                      <a:pt x="3955" y="209"/>
                    </a:lnTo>
                    <a:lnTo>
                      <a:pt x="3892" y="314"/>
                    </a:lnTo>
                    <a:lnTo>
                      <a:pt x="3892" y="398"/>
                    </a:lnTo>
                    <a:lnTo>
                      <a:pt x="3767" y="837"/>
                    </a:lnTo>
                    <a:lnTo>
                      <a:pt x="3579" y="1109"/>
                    </a:lnTo>
                    <a:lnTo>
                      <a:pt x="3516" y="1360"/>
                    </a:lnTo>
                    <a:lnTo>
                      <a:pt x="3265" y="1716"/>
                    </a:lnTo>
                    <a:lnTo>
                      <a:pt x="3307" y="1779"/>
                    </a:lnTo>
                    <a:lnTo>
                      <a:pt x="3014" y="1842"/>
                    </a:lnTo>
                    <a:lnTo>
                      <a:pt x="2783" y="1967"/>
                    </a:lnTo>
                    <a:lnTo>
                      <a:pt x="2637" y="1967"/>
                    </a:lnTo>
                    <a:lnTo>
                      <a:pt x="2595" y="1883"/>
                    </a:lnTo>
                    <a:lnTo>
                      <a:pt x="2470" y="1842"/>
                    </a:lnTo>
                    <a:lnTo>
                      <a:pt x="2177" y="1842"/>
                    </a:lnTo>
                    <a:lnTo>
                      <a:pt x="2093" y="1925"/>
                    </a:lnTo>
                    <a:lnTo>
                      <a:pt x="1758" y="2051"/>
                    </a:lnTo>
                    <a:lnTo>
                      <a:pt x="1444" y="2030"/>
                    </a:lnTo>
                    <a:lnTo>
                      <a:pt x="1361" y="2072"/>
                    </a:lnTo>
                    <a:lnTo>
                      <a:pt x="1235" y="2051"/>
                    </a:lnTo>
                    <a:lnTo>
                      <a:pt x="1214" y="2134"/>
                    </a:lnTo>
                    <a:lnTo>
                      <a:pt x="1047" y="2176"/>
                    </a:lnTo>
                    <a:lnTo>
                      <a:pt x="942" y="2155"/>
                    </a:lnTo>
                    <a:lnTo>
                      <a:pt x="921" y="2051"/>
                    </a:lnTo>
                    <a:lnTo>
                      <a:pt x="796" y="1946"/>
                    </a:lnTo>
                    <a:lnTo>
                      <a:pt x="754" y="1883"/>
                    </a:lnTo>
                    <a:lnTo>
                      <a:pt x="566" y="1758"/>
                    </a:lnTo>
                    <a:lnTo>
                      <a:pt x="440" y="1549"/>
                    </a:lnTo>
                    <a:lnTo>
                      <a:pt x="377" y="1570"/>
                    </a:lnTo>
                    <a:lnTo>
                      <a:pt x="314" y="1653"/>
                    </a:lnTo>
                    <a:lnTo>
                      <a:pt x="168" y="1842"/>
                    </a:lnTo>
                    <a:lnTo>
                      <a:pt x="84" y="1988"/>
                    </a:lnTo>
                    <a:lnTo>
                      <a:pt x="84" y="2072"/>
                    </a:lnTo>
                    <a:lnTo>
                      <a:pt x="105" y="2155"/>
                    </a:lnTo>
                    <a:lnTo>
                      <a:pt x="84" y="2239"/>
                    </a:lnTo>
                    <a:lnTo>
                      <a:pt x="1" y="2281"/>
                    </a:lnTo>
                    <a:lnTo>
                      <a:pt x="22" y="2490"/>
                    </a:lnTo>
                    <a:lnTo>
                      <a:pt x="210" y="2699"/>
                    </a:lnTo>
                    <a:lnTo>
                      <a:pt x="231" y="2804"/>
                    </a:lnTo>
                    <a:lnTo>
                      <a:pt x="189" y="2762"/>
                    </a:lnTo>
                    <a:lnTo>
                      <a:pt x="168" y="2804"/>
                    </a:lnTo>
                    <a:lnTo>
                      <a:pt x="210" y="2930"/>
                    </a:lnTo>
                    <a:lnTo>
                      <a:pt x="335" y="2971"/>
                    </a:lnTo>
                    <a:lnTo>
                      <a:pt x="419" y="2971"/>
                    </a:lnTo>
                    <a:lnTo>
                      <a:pt x="607" y="2909"/>
                    </a:lnTo>
                    <a:lnTo>
                      <a:pt x="733" y="2825"/>
                    </a:lnTo>
                    <a:lnTo>
                      <a:pt x="838" y="2867"/>
                    </a:lnTo>
                    <a:lnTo>
                      <a:pt x="733" y="2867"/>
                    </a:lnTo>
                    <a:lnTo>
                      <a:pt x="607" y="2971"/>
                    </a:lnTo>
                    <a:lnTo>
                      <a:pt x="398" y="3013"/>
                    </a:lnTo>
                    <a:lnTo>
                      <a:pt x="314" y="3097"/>
                    </a:lnTo>
                    <a:lnTo>
                      <a:pt x="210" y="3097"/>
                    </a:lnTo>
                    <a:lnTo>
                      <a:pt x="210" y="3139"/>
                    </a:lnTo>
                    <a:lnTo>
                      <a:pt x="335" y="3181"/>
                    </a:lnTo>
                    <a:lnTo>
                      <a:pt x="503" y="3243"/>
                    </a:lnTo>
                    <a:lnTo>
                      <a:pt x="649" y="3411"/>
                    </a:lnTo>
                    <a:lnTo>
                      <a:pt x="712" y="3515"/>
                    </a:lnTo>
                    <a:lnTo>
                      <a:pt x="733" y="3620"/>
                    </a:lnTo>
                    <a:lnTo>
                      <a:pt x="649" y="3746"/>
                    </a:lnTo>
                    <a:lnTo>
                      <a:pt x="566" y="3829"/>
                    </a:lnTo>
                    <a:lnTo>
                      <a:pt x="607" y="3871"/>
                    </a:lnTo>
                    <a:lnTo>
                      <a:pt x="712" y="3955"/>
                    </a:lnTo>
                    <a:lnTo>
                      <a:pt x="733" y="4227"/>
                    </a:lnTo>
                    <a:lnTo>
                      <a:pt x="733" y="4352"/>
                    </a:lnTo>
                    <a:lnTo>
                      <a:pt x="817" y="4499"/>
                    </a:lnTo>
                    <a:lnTo>
                      <a:pt x="858" y="4499"/>
                    </a:lnTo>
                    <a:lnTo>
                      <a:pt x="963" y="4436"/>
                    </a:lnTo>
                    <a:lnTo>
                      <a:pt x="1005" y="4499"/>
                    </a:lnTo>
                    <a:lnTo>
                      <a:pt x="1130" y="4499"/>
                    </a:lnTo>
                    <a:lnTo>
                      <a:pt x="1214" y="4541"/>
                    </a:lnTo>
                    <a:lnTo>
                      <a:pt x="1361" y="4541"/>
                    </a:lnTo>
                    <a:lnTo>
                      <a:pt x="1444" y="4457"/>
                    </a:lnTo>
                    <a:lnTo>
                      <a:pt x="1528" y="4499"/>
                    </a:lnTo>
                    <a:lnTo>
                      <a:pt x="1591" y="4457"/>
                    </a:lnTo>
                    <a:lnTo>
                      <a:pt x="1654" y="4352"/>
                    </a:lnTo>
                    <a:lnTo>
                      <a:pt x="1654" y="4290"/>
                    </a:lnTo>
                    <a:lnTo>
                      <a:pt x="1674" y="4373"/>
                    </a:lnTo>
                    <a:lnTo>
                      <a:pt x="1654" y="4478"/>
                    </a:lnTo>
                    <a:lnTo>
                      <a:pt x="1695" y="4603"/>
                    </a:lnTo>
                    <a:lnTo>
                      <a:pt x="1737" y="4792"/>
                    </a:lnTo>
                    <a:lnTo>
                      <a:pt x="1695" y="4896"/>
                    </a:lnTo>
                    <a:lnTo>
                      <a:pt x="1779" y="4896"/>
                    </a:lnTo>
                    <a:lnTo>
                      <a:pt x="1905" y="4750"/>
                    </a:lnTo>
                    <a:lnTo>
                      <a:pt x="1988" y="4708"/>
                    </a:lnTo>
                    <a:lnTo>
                      <a:pt x="2051" y="4771"/>
                    </a:lnTo>
                    <a:lnTo>
                      <a:pt x="2114" y="4750"/>
                    </a:lnTo>
                    <a:lnTo>
                      <a:pt x="2135" y="4687"/>
                    </a:lnTo>
                    <a:lnTo>
                      <a:pt x="2302" y="4687"/>
                    </a:lnTo>
                    <a:lnTo>
                      <a:pt x="2386" y="4583"/>
                    </a:lnTo>
                    <a:lnTo>
                      <a:pt x="2428" y="4583"/>
                    </a:lnTo>
                    <a:lnTo>
                      <a:pt x="2532" y="4645"/>
                    </a:lnTo>
                    <a:lnTo>
                      <a:pt x="2616" y="4583"/>
                    </a:lnTo>
                    <a:lnTo>
                      <a:pt x="2658" y="4645"/>
                    </a:lnTo>
                    <a:lnTo>
                      <a:pt x="2658" y="4750"/>
                    </a:lnTo>
                    <a:lnTo>
                      <a:pt x="2721" y="4792"/>
                    </a:lnTo>
                    <a:lnTo>
                      <a:pt x="2825" y="4813"/>
                    </a:lnTo>
                    <a:lnTo>
                      <a:pt x="2804" y="4750"/>
                    </a:lnTo>
                    <a:lnTo>
                      <a:pt x="2825" y="4666"/>
                    </a:lnTo>
                    <a:lnTo>
                      <a:pt x="2888" y="4750"/>
                    </a:lnTo>
                    <a:lnTo>
                      <a:pt x="2993" y="4771"/>
                    </a:lnTo>
                    <a:lnTo>
                      <a:pt x="3035" y="4750"/>
                    </a:lnTo>
                    <a:lnTo>
                      <a:pt x="3097" y="4813"/>
                    </a:lnTo>
                    <a:lnTo>
                      <a:pt x="3139" y="4792"/>
                    </a:lnTo>
                    <a:lnTo>
                      <a:pt x="3160" y="4855"/>
                    </a:lnTo>
                    <a:lnTo>
                      <a:pt x="3223" y="4917"/>
                    </a:lnTo>
                    <a:lnTo>
                      <a:pt x="3181" y="5022"/>
                    </a:lnTo>
                    <a:lnTo>
                      <a:pt x="3244" y="5189"/>
                    </a:lnTo>
                    <a:lnTo>
                      <a:pt x="3348" y="5168"/>
                    </a:lnTo>
                    <a:lnTo>
                      <a:pt x="3579" y="5064"/>
                    </a:lnTo>
                    <a:lnTo>
                      <a:pt x="3746" y="5022"/>
                    </a:lnTo>
                    <a:lnTo>
                      <a:pt x="3955" y="4896"/>
                    </a:lnTo>
                    <a:lnTo>
                      <a:pt x="4060" y="4666"/>
                    </a:lnTo>
                    <a:lnTo>
                      <a:pt x="4060" y="4583"/>
                    </a:lnTo>
                    <a:lnTo>
                      <a:pt x="4102" y="4457"/>
                    </a:lnTo>
                    <a:lnTo>
                      <a:pt x="4143" y="4478"/>
                    </a:lnTo>
                    <a:lnTo>
                      <a:pt x="4185" y="4478"/>
                    </a:lnTo>
                    <a:lnTo>
                      <a:pt x="4269" y="4290"/>
                    </a:lnTo>
                    <a:lnTo>
                      <a:pt x="4227" y="4269"/>
                    </a:lnTo>
                    <a:lnTo>
                      <a:pt x="4185" y="4227"/>
                    </a:lnTo>
                    <a:lnTo>
                      <a:pt x="4185" y="4164"/>
                    </a:lnTo>
                    <a:lnTo>
                      <a:pt x="4206" y="4185"/>
                    </a:lnTo>
                    <a:lnTo>
                      <a:pt x="4290" y="4227"/>
                    </a:lnTo>
                    <a:lnTo>
                      <a:pt x="4353" y="4143"/>
                    </a:lnTo>
                    <a:lnTo>
                      <a:pt x="4311" y="4059"/>
                    </a:lnTo>
                    <a:lnTo>
                      <a:pt x="4269" y="4059"/>
                    </a:lnTo>
                    <a:lnTo>
                      <a:pt x="4206" y="4039"/>
                    </a:lnTo>
                    <a:lnTo>
                      <a:pt x="4290" y="3976"/>
                    </a:lnTo>
                    <a:lnTo>
                      <a:pt x="4290" y="3871"/>
                    </a:lnTo>
                    <a:lnTo>
                      <a:pt x="4143" y="3871"/>
                    </a:lnTo>
                    <a:lnTo>
                      <a:pt x="4185" y="3808"/>
                    </a:lnTo>
                    <a:lnTo>
                      <a:pt x="4164" y="3746"/>
                    </a:lnTo>
                    <a:lnTo>
                      <a:pt x="4164" y="3746"/>
                    </a:lnTo>
                    <a:lnTo>
                      <a:pt x="4227" y="3767"/>
                    </a:lnTo>
                    <a:lnTo>
                      <a:pt x="4353" y="3725"/>
                    </a:lnTo>
                    <a:lnTo>
                      <a:pt x="4374" y="3620"/>
                    </a:lnTo>
                    <a:lnTo>
                      <a:pt x="4457" y="3515"/>
                    </a:lnTo>
                    <a:lnTo>
                      <a:pt x="4478" y="3390"/>
                    </a:lnTo>
                    <a:lnTo>
                      <a:pt x="4457" y="3306"/>
                    </a:lnTo>
                    <a:lnTo>
                      <a:pt x="4499" y="3348"/>
                    </a:lnTo>
                    <a:lnTo>
                      <a:pt x="4562" y="3453"/>
                    </a:lnTo>
                    <a:lnTo>
                      <a:pt x="4625" y="3348"/>
                    </a:lnTo>
                    <a:lnTo>
                      <a:pt x="4708" y="3243"/>
                    </a:lnTo>
                    <a:lnTo>
                      <a:pt x="4667" y="3097"/>
                    </a:lnTo>
                    <a:lnTo>
                      <a:pt x="4813" y="2971"/>
                    </a:lnTo>
                    <a:lnTo>
                      <a:pt x="4834" y="2783"/>
                    </a:lnTo>
                    <a:lnTo>
                      <a:pt x="4897" y="2699"/>
                    </a:lnTo>
                    <a:lnTo>
                      <a:pt x="4918" y="2469"/>
                    </a:lnTo>
                    <a:lnTo>
                      <a:pt x="4980" y="2406"/>
                    </a:lnTo>
                    <a:lnTo>
                      <a:pt x="4980" y="2344"/>
                    </a:lnTo>
                    <a:lnTo>
                      <a:pt x="5106" y="2197"/>
                    </a:lnTo>
                    <a:lnTo>
                      <a:pt x="5148" y="2281"/>
                    </a:lnTo>
                    <a:lnTo>
                      <a:pt x="5190" y="2239"/>
                    </a:lnTo>
                    <a:lnTo>
                      <a:pt x="5148" y="2072"/>
                    </a:lnTo>
                    <a:lnTo>
                      <a:pt x="5148" y="2072"/>
                    </a:lnTo>
                    <a:lnTo>
                      <a:pt x="5336" y="2260"/>
                    </a:lnTo>
                    <a:lnTo>
                      <a:pt x="5462" y="2260"/>
                    </a:lnTo>
                    <a:lnTo>
                      <a:pt x="5545" y="2197"/>
                    </a:lnTo>
                    <a:lnTo>
                      <a:pt x="5629" y="2239"/>
                    </a:lnTo>
                    <a:lnTo>
                      <a:pt x="5713" y="2197"/>
                    </a:lnTo>
                    <a:lnTo>
                      <a:pt x="5734" y="2093"/>
                    </a:lnTo>
                    <a:lnTo>
                      <a:pt x="5629" y="2072"/>
                    </a:lnTo>
                    <a:lnTo>
                      <a:pt x="5608" y="2030"/>
                    </a:lnTo>
                    <a:lnTo>
                      <a:pt x="5503" y="1883"/>
                    </a:lnTo>
                    <a:lnTo>
                      <a:pt x="5420" y="1883"/>
                    </a:lnTo>
                    <a:lnTo>
                      <a:pt x="5190" y="1674"/>
                    </a:lnTo>
                    <a:lnTo>
                      <a:pt x="5106" y="1632"/>
                    </a:lnTo>
                    <a:lnTo>
                      <a:pt x="5085" y="1528"/>
                    </a:lnTo>
                    <a:lnTo>
                      <a:pt x="5022" y="1465"/>
                    </a:lnTo>
                    <a:lnTo>
                      <a:pt x="5043" y="1423"/>
                    </a:lnTo>
                    <a:lnTo>
                      <a:pt x="5190" y="1360"/>
                    </a:lnTo>
                    <a:lnTo>
                      <a:pt x="5231" y="1256"/>
                    </a:lnTo>
                    <a:lnTo>
                      <a:pt x="5148" y="1193"/>
                    </a:lnTo>
                    <a:lnTo>
                      <a:pt x="4980" y="1005"/>
                    </a:lnTo>
                    <a:lnTo>
                      <a:pt x="4918" y="879"/>
                    </a:lnTo>
                    <a:lnTo>
                      <a:pt x="4834" y="795"/>
                    </a:lnTo>
                    <a:lnTo>
                      <a:pt x="4876" y="712"/>
                    </a:lnTo>
                    <a:lnTo>
                      <a:pt x="4918" y="691"/>
                    </a:lnTo>
                    <a:lnTo>
                      <a:pt x="4918" y="628"/>
                    </a:lnTo>
                    <a:lnTo>
                      <a:pt x="4876" y="607"/>
                    </a:lnTo>
                    <a:lnTo>
                      <a:pt x="4750" y="482"/>
                    </a:lnTo>
                    <a:lnTo>
                      <a:pt x="4813" y="461"/>
                    </a:lnTo>
                    <a:lnTo>
                      <a:pt x="4939" y="482"/>
                    </a:lnTo>
                    <a:lnTo>
                      <a:pt x="5085" y="461"/>
                    </a:lnTo>
                    <a:lnTo>
                      <a:pt x="4980" y="314"/>
                    </a:lnTo>
                    <a:lnTo>
                      <a:pt x="4834" y="272"/>
                    </a:lnTo>
                    <a:lnTo>
                      <a:pt x="4897" y="209"/>
                    </a:lnTo>
                    <a:lnTo>
                      <a:pt x="4876" y="168"/>
                    </a:lnTo>
                    <a:lnTo>
                      <a:pt x="4939" y="147"/>
                    </a:lnTo>
                    <a:lnTo>
                      <a:pt x="4939" y="105"/>
                    </a:lnTo>
                    <a:lnTo>
                      <a:pt x="4813" y="84"/>
                    </a:lnTo>
                    <a:lnTo>
                      <a:pt x="4667" y="84"/>
                    </a:lnTo>
                    <a:lnTo>
                      <a:pt x="4604" y="42"/>
                    </a:lnTo>
                    <a:lnTo>
                      <a:pt x="4164" y="42"/>
                    </a:lnTo>
                    <a:lnTo>
                      <a:pt x="406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Google Shape;2238;p45"/>
              <p:cNvSpPr/>
              <p:nvPr/>
            </p:nvSpPr>
            <p:spPr>
              <a:xfrm>
                <a:off x="5068275" y="3161675"/>
                <a:ext cx="431050" cy="221800"/>
              </a:xfrm>
              <a:custGeom>
                <a:avLst/>
                <a:gdLst/>
                <a:ahLst/>
                <a:cxnLst/>
                <a:rect l="l" t="t" r="r" b="b"/>
                <a:pathLst>
                  <a:path w="17242" h="8872" extrusionOk="0">
                    <a:moveTo>
                      <a:pt x="16991" y="8202"/>
                    </a:moveTo>
                    <a:lnTo>
                      <a:pt x="16886" y="8265"/>
                    </a:lnTo>
                    <a:lnTo>
                      <a:pt x="16928" y="8286"/>
                    </a:lnTo>
                    <a:lnTo>
                      <a:pt x="16907" y="8307"/>
                    </a:lnTo>
                    <a:cubicBezTo>
                      <a:pt x="16886" y="8307"/>
                      <a:pt x="16823" y="8349"/>
                      <a:pt x="16802" y="8349"/>
                    </a:cubicBezTo>
                    <a:lnTo>
                      <a:pt x="16802" y="8307"/>
                    </a:lnTo>
                    <a:lnTo>
                      <a:pt x="16782" y="8349"/>
                    </a:lnTo>
                    <a:cubicBezTo>
                      <a:pt x="16677" y="8370"/>
                      <a:pt x="16572" y="8370"/>
                      <a:pt x="16489" y="8390"/>
                    </a:cubicBezTo>
                    <a:lnTo>
                      <a:pt x="16593" y="8286"/>
                    </a:lnTo>
                    <a:lnTo>
                      <a:pt x="16551" y="8265"/>
                    </a:lnTo>
                    <a:lnTo>
                      <a:pt x="16468" y="8307"/>
                    </a:lnTo>
                    <a:lnTo>
                      <a:pt x="16384" y="8307"/>
                    </a:lnTo>
                    <a:lnTo>
                      <a:pt x="16342" y="8349"/>
                    </a:lnTo>
                    <a:lnTo>
                      <a:pt x="16363" y="8390"/>
                    </a:lnTo>
                    <a:lnTo>
                      <a:pt x="16300" y="8453"/>
                    </a:lnTo>
                    <a:lnTo>
                      <a:pt x="16196" y="8453"/>
                    </a:lnTo>
                    <a:lnTo>
                      <a:pt x="16258" y="8495"/>
                    </a:lnTo>
                    <a:lnTo>
                      <a:pt x="16384" y="8474"/>
                    </a:lnTo>
                    <a:lnTo>
                      <a:pt x="16447" y="8411"/>
                    </a:lnTo>
                    <a:cubicBezTo>
                      <a:pt x="16489" y="8411"/>
                      <a:pt x="16551" y="8411"/>
                      <a:pt x="16614" y="8390"/>
                    </a:cubicBezTo>
                    <a:lnTo>
                      <a:pt x="16614" y="8390"/>
                    </a:lnTo>
                    <a:lnTo>
                      <a:pt x="16593" y="8411"/>
                    </a:lnTo>
                    <a:lnTo>
                      <a:pt x="16677" y="8411"/>
                    </a:lnTo>
                    <a:lnTo>
                      <a:pt x="16719" y="8474"/>
                    </a:lnTo>
                    <a:lnTo>
                      <a:pt x="16802" y="8370"/>
                    </a:lnTo>
                    <a:cubicBezTo>
                      <a:pt x="16823" y="8370"/>
                      <a:pt x="16886" y="8349"/>
                      <a:pt x="16907" y="8349"/>
                    </a:cubicBezTo>
                    <a:lnTo>
                      <a:pt x="16907" y="8370"/>
                    </a:lnTo>
                    <a:lnTo>
                      <a:pt x="17012" y="8390"/>
                    </a:lnTo>
                    <a:lnTo>
                      <a:pt x="17200" y="8307"/>
                    </a:lnTo>
                    <a:lnTo>
                      <a:pt x="17242" y="8244"/>
                    </a:lnTo>
                    <a:lnTo>
                      <a:pt x="17200" y="8202"/>
                    </a:lnTo>
                    <a:lnTo>
                      <a:pt x="17033" y="8244"/>
                    </a:lnTo>
                    <a:lnTo>
                      <a:pt x="16991" y="8202"/>
                    </a:lnTo>
                    <a:close/>
                    <a:moveTo>
                      <a:pt x="16070" y="8411"/>
                    </a:move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26" y="8475"/>
                      <a:pt x="16037" y="8501"/>
                      <a:pt x="16036" y="8525"/>
                    </a:cubicBezTo>
                    <a:lnTo>
                      <a:pt x="16036" y="8525"/>
                    </a:lnTo>
                    <a:lnTo>
                      <a:pt x="16049" y="8474"/>
                    </a:lnTo>
                    <a:lnTo>
                      <a:pt x="16133" y="8453"/>
                    </a:lnTo>
                    <a:lnTo>
                      <a:pt x="16196" y="8453"/>
                    </a:lnTo>
                    <a:lnTo>
                      <a:pt x="16237" y="8411"/>
                    </a:lnTo>
                    <a:close/>
                    <a:moveTo>
                      <a:pt x="16036" y="8525"/>
                    </a:moveTo>
                    <a:lnTo>
                      <a:pt x="16028" y="8558"/>
                    </a:lnTo>
                    <a:cubicBezTo>
                      <a:pt x="16034" y="8547"/>
                      <a:pt x="16036" y="8536"/>
                      <a:pt x="16036" y="8525"/>
                    </a:cubicBezTo>
                    <a:close/>
                    <a:moveTo>
                      <a:pt x="105" y="0"/>
                    </a:moveTo>
                    <a:lnTo>
                      <a:pt x="22" y="42"/>
                    </a:lnTo>
                    <a:lnTo>
                      <a:pt x="1" y="105"/>
                    </a:lnTo>
                    <a:lnTo>
                      <a:pt x="22" y="251"/>
                    </a:lnTo>
                    <a:lnTo>
                      <a:pt x="168" y="565"/>
                    </a:lnTo>
                    <a:lnTo>
                      <a:pt x="252" y="628"/>
                    </a:lnTo>
                    <a:lnTo>
                      <a:pt x="524" y="879"/>
                    </a:lnTo>
                    <a:lnTo>
                      <a:pt x="587" y="879"/>
                    </a:lnTo>
                    <a:lnTo>
                      <a:pt x="754" y="1067"/>
                    </a:lnTo>
                    <a:lnTo>
                      <a:pt x="838" y="1088"/>
                    </a:lnTo>
                    <a:lnTo>
                      <a:pt x="900" y="1067"/>
                    </a:lnTo>
                    <a:lnTo>
                      <a:pt x="1089" y="1214"/>
                    </a:lnTo>
                    <a:lnTo>
                      <a:pt x="1298" y="1528"/>
                    </a:lnTo>
                    <a:lnTo>
                      <a:pt x="1507" y="1716"/>
                    </a:lnTo>
                    <a:lnTo>
                      <a:pt x="1570" y="1716"/>
                    </a:lnTo>
                    <a:lnTo>
                      <a:pt x="1570" y="1883"/>
                    </a:lnTo>
                    <a:lnTo>
                      <a:pt x="1612" y="1925"/>
                    </a:lnTo>
                    <a:lnTo>
                      <a:pt x="1633" y="2092"/>
                    </a:lnTo>
                    <a:lnTo>
                      <a:pt x="1716" y="2155"/>
                    </a:lnTo>
                    <a:lnTo>
                      <a:pt x="1842" y="2155"/>
                    </a:lnTo>
                    <a:lnTo>
                      <a:pt x="2009" y="2344"/>
                    </a:lnTo>
                    <a:lnTo>
                      <a:pt x="2093" y="2406"/>
                    </a:lnTo>
                    <a:lnTo>
                      <a:pt x="2156" y="2406"/>
                    </a:lnTo>
                    <a:lnTo>
                      <a:pt x="2198" y="2448"/>
                    </a:lnTo>
                    <a:lnTo>
                      <a:pt x="2135" y="2532"/>
                    </a:lnTo>
                    <a:lnTo>
                      <a:pt x="2219" y="2616"/>
                    </a:lnTo>
                    <a:lnTo>
                      <a:pt x="2261" y="2762"/>
                    </a:lnTo>
                    <a:lnTo>
                      <a:pt x="2261" y="2783"/>
                    </a:lnTo>
                    <a:lnTo>
                      <a:pt x="2365" y="3097"/>
                    </a:lnTo>
                    <a:lnTo>
                      <a:pt x="2428" y="3264"/>
                    </a:lnTo>
                    <a:lnTo>
                      <a:pt x="2574" y="3306"/>
                    </a:lnTo>
                    <a:lnTo>
                      <a:pt x="2763" y="3411"/>
                    </a:lnTo>
                    <a:lnTo>
                      <a:pt x="2763" y="3515"/>
                    </a:lnTo>
                    <a:lnTo>
                      <a:pt x="2888" y="3787"/>
                    </a:lnTo>
                    <a:lnTo>
                      <a:pt x="3035" y="3892"/>
                    </a:lnTo>
                    <a:lnTo>
                      <a:pt x="3056" y="4185"/>
                    </a:lnTo>
                    <a:lnTo>
                      <a:pt x="3265" y="4561"/>
                    </a:lnTo>
                    <a:lnTo>
                      <a:pt x="3265" y="4729"/>
                    </a:lnTo>
                    <a:lnTo>
                      <a:pt x="3307" y="4875"/>
                    </a:lnTo>
                    <a:lnTo>
                      <a:pt x="3516" y="5043"/>
                    </a:lnTo>
                    <a:lnTo>
                      <a:pt x="3725" y="5294"/>
                    </a:lnTo>
                    <a:lnTo>
                      <a:pt x="3788" y="5440"/>
                    </a:lnTo>
                    <a:lnTo>
                      <a:pt x="3934" y="5461"/>
                    </a:lnTo>
                    <a:lnTo>
                      <a:pt x="3997" y="5545"/>
                    </a:lnTo>
                    <a:lnTo>
                      <a:pt x="4123" y="5608"/>
                    </a:lnTo>
                    <a:lnTo>
                      <a:pt x="4144" y="5775"/>
                    </a:lnTo>
                    <a:lnTo>
                      <a:pt x="4290" y="5859"/>
                    </a:lnTo>
                    <a:lnTo>
                      <a:pt x="4437" y="6005"/>
                    </a:lnTo>
                    <a:lnTo>
                      <a:pt x="4709" y="6173"/>
                    </a:lnTo>
                    <a:lnTo>
                      <a:pt x="4750" y="6298"/>
                    </a:lnTo>
                    <a:lnTo>
                      <a:pt x="4918" y="6361"/>
                    </a:lnTo>
                    <a:lnTo>
                      <a:pt x="5253" y="6633"/>
                    </a:lnTo>
                    <a:lnTo>
                      <a:pt x="5274" y="6779"/>
                    </a:lnTo>
                    <a:lnTo>
                      <a:pt x="5357" y="6800"/>
                    </a:lnTo>
                    <a:lnTo>
                      <a:pt x="5441" y="6926"/>
                    </a:lnTo>
                    <a:lnTo>
                      <a:pt x="5483" y="6884"/>
                    </a:lnTo>
                    <a:lnTo>
                      <a:pt x="5483" y="6779"/>
                    </a:lnTo>
                    <a:lnTo>
                      <a:pt x="5462" y="6717"/>
                    </a:lnTo>
                    <a:lnTo>
                      <a:pt x="5462" y="6675"/>
                    </a:lnTo>
                    <a:lnTo>
                      <a:pt x="5566" y="6696"/>
                    </a:lnTo>
                    <a:lnTo>
                      <a:pt x="5797" y="6905"/>
                    </a:lnTo>
                    <a:lnTo>
                      <a:pt x="5859" y="6884"/>
                    </a:lnTo>
                    <a:lnTo>
                      <a:pt x="5859" y="6717"/>
                    </a:lnTo>
                    <a:lnTo>
                      <a:pt x="5901" y="6633"/>
                    </a:lnTo>
                    <a:lnTo>
                      <a:pt x="5985" y="6675"/>
                    </a:lnTo>
                    <a:cubicBezTo>
                      <a:pt x="5985" y="6696"/>
                      <a:pt x="6006" y="6696"/>
                      <a:pt x="6006" y="6717"/>
                    </a:cubicBezTo>
                    <a:lnTo>
                      <a:pt x="6090" y="6842"/>
                    </a:lnTo>
                    <a:lnTo>
                      <a:pt x="6110" y="6842"/>
                    </a:lnTo>
                    <a:cubicBezTo>
                      <a:pt x="6173" y="6905"/>
                      <a:pt x="6215" y="6989"/>
                      <a:pt x="6278" y="7030"/>
                    </a:cubicBezTo>
                    <a:lnTo>
                      <a:pt x="6236" y="7051"/>
                    </a:lnTo>
                    <a:lnTo>
                      <a:pt x="6236" y="7198"/>
                    </a:lnTo>
                    <a:lnTo>
                      <a:pt x="6194" y="7323"/>
                    </a:lnTo>
                    <a:lnTo>
                      <a:pt x="6069" y="7344"/>
                    </a:lnTo>
                    <a:lnTo>
                      <a:pt x="6069" y="7449"/>
                    </a:lnTo>
                    <a:lnTo>
                      <a:pt x="5985" y="7470"/>
                    </a:lnTo>
                    <a:lnTo>
                      <a:pt x="5922" y="7428"/>
                    </a:lnTo>
                    <a:lnTo>
                      <a:pt x="5880" y="7428"/>
                    </a:lnTo>
                    <a:lnTo>
                      <a:pt x="5880" y="7512"/>
                    </a:lnTo>
                    <a:lnTo>
                      <a:pt x="5964" y="7554"/>
                    </a:lnTo>
                    <a:lnTo>
                      <a:pt x="6194" y="7554"/>
                    </a:lnTo>
                    <a:lnTo>
                      <a:pt x="6320" y="7512"/>
                    </a:lnTo>
                    <a:lnTo>
                      <a:pt x="6382" y="7616"/>
                    </a:lnTo>
                    <a:lnTo>
                      <a:pt x="6445" y="7658"/>
                    </a:lnTo>
                    <a:lnTo>
                      <a:pt x="6529" y="7637"/>
                    </a:lnTo>
                    <a:lnTo>
                      <a:pt x="6613" y="7637"/>
                    </a:lnTo>
                    <a:lnTo>
                      <a:pt x="6550" y="7679"/>
                    </a:lnTo>
                    <a:lnTo>
                      <a:pt x="6466" y="7826"/>
                    </a:lnTo>
                    <a:lnTo>
                      <a:pt x="6529" y="7867"/>
                    </a:lnTo>
                    <a:lnTo>
                      <a:pt x="6696" y="7888"/>
                    </a:lnTo>
                    <a:lnTo>
                      <a:pt x="6822" y="7951"/>
                    </a:lnTo>
                    <a:lnTo>
                      <a:pt x="6926" y="7888"/>
                    </a:lnTo>
                    <a:lnTo>
                      <a:pt x="6989" y="7951"/>
                    </a:lnTo>
                    <a:lnTo>
                      <a:pt x="7178" y="7951"/>
                    </a:lnTo>
                    <a:lnTo>
                      <a:pt x="7366" y="8077"/>
                    </a:lnTo>
                    <a:lnTo>
                      <a:pt x="7638" y="8160"/>
                    </a:lnTo>
                    <a:lnTo>
                      <a:pt x="7743" y="8035"/>
                    </a:lnTo>
                    <a:lnTo>
                      <a:pt x="7805" y="8035"/>
                    </a:lnTo>
                    <a:lnTo>
                      <a:pt x="7889" y="8139"/>
                    </a:lnTo>
                    <a:lnTo>
                      <a:pt x="7994" y="8160"/>
                    </a:lnTo>
                    <a:lnTo>
                      <a:pt x="8077" y="8077"/>
                    </a:lnTo>
                    <a:lnTo>
                      <a:pt x="8140" y="8077"/>
                    </a:lnTo>
                    <a:lnTo>
                      <a:pt x="8287" y="8181"/>
                    </a:lnTo>
                    <a:lnTo>
                      <a:pt x="8454" y="8181"/>
                    </a:lnTo>
                    <a:lnTo>
                      <a:pt x="8747" y="8370"/>
                    </a:lnTo>
                    <a:lnTo>
                      <a:pt x="9061" y="8474"/>
                    </a:lnTo>
                    <a:lnTo>
                      <a:pt x="9186" y="8390"/>
                    </a:lnTo>
                    <a:lnTo>
                      <a:pt x="9395" y="8390"/>
                    </a:lnTo>
                    <a:lnTo>
                      <a:pt x="9521" y="8495"/>
                    </a:lnTo>
                    <a:lnTo>
                      <a:pt x="9647" y="8390"/>
                    </a:lnTo>
                    <a:lnTo>
                      <a:pt x="9793" y="8411"/>
                    </a:lnTo>
                    <a:lnTo>
                      <a:pt x="9960" y="8495"/>
                    </a:lnTo>
                    <a:lnTo>
                      <a:pt x="10149" y="8495"/>
                    </a:lnTo>
                    <a:lnTo>
                      <a:pt x="10295" y="8411"/>
                    </a:lnTo>
                    <a:lnTo>
                      <a:pt x="10379" y="8411"/>
                    </a:lnTo>
                    <a:lnTo>
                      <a:pt x="10483" y="8516"/>
                    </a:lnTo>
                    <a:lnTo>
                      <a:pt x="10609" y="8558"/>
                    </a:lnTo>
                    <a:lnTo>
                      <a:pt x="10776" y="8683"/>
                    </a:lnTo>
                    <a:lnTo>
                      <a:pt x="10902" y="8662"/>
                    </a:lnTo>
                    <a:lnTo>
                      <a:pt x="10986" y="8725"/>
                    </a:lnTo>
                    <a:lnTo>
                      <a:pt x="11048" y="8704"/>
                    </a:lnTo>
                    <a:lnTo>
                      <a:pt x="11028" y="8516"/>
                    </a:lnTo>
                    <a:lnTo>
                      <a:pt x="10965" y="8474"/>
                    </a:lnTo>
                    <a:lnTo>
                      <a:pt x="11007" y="8453"/>
                    </a:lnTo>
                    <a:cubicBezTo>
                      <a:pt x="11132" y="8453"/>
                      <a:pt x="11237" y="8474"/>
                      <a:pt x="11341" y="8495"/>
                    </a:cubicBezTo>
                    <a:lnTo>
                      <a:pt x="11467" y="8579"/>
                    </a:lnTo>
                    <a:lnTo>
                      <a:pt x="11488" y="8662"/>
                    </a:lnTo>
                    <a:lnTo>
                      <a:pt x="11551" y="8579"/>
                    </a:lnTo>
                    <a:lnTo>
                      <a:pt x="11634" y="8516"/>
                    </a:lnTo>
                    <a:cubicBezTo>
                      <a:pt x="11697" y="8579"/>
                      <a:pt x="11781" y="8600"/>
                      <a:pt x="11864" y="8621"/>
                    </a:cubicBezTo>
                    <a:lnTo>
                      <a:pt x="11844" y="8662"/>
                    </a:lnTo>
                    <a:lnTo>
                      <a:pt x="11864" y="8704"/>
                    </a:lnTo>
                    <a:lnTo>
                      <a:pt x="12053" y="8767"/>
                    </a:lnTo>
                    <a:lnTo>
                      <a:pt x="12157" y="8704"/>
                    </a:lnTo>
                    <a:lnTo>
                      <a:pt x="12220" y="8725"/>
                    </a:lnTo>
                    <a:lnTo>
                      <a:pt x="12220" y="8704"/>
                    </a:lnTo>
                    <a:cubicBezTo>
                      <a:pt x="12262" y="8725"/>
                      <a:pt x="12304" y="8725"/>
                      <a:pt x="12325" y="8767"/>
                    </a:cubicBezTo>
                    <a:lnTo>
                      <a:pt x="12388" y="8809"/>
                    </a:lnTo>
                    <a:lnTo>
                      <a:pt x="12492" y="8872"/>
                    </a:lnTo>
                    <a:lnTo>
                      <a:pt x="12597" y="8830"/>
                    </a:lnTo>
                    <a:lnTo>
                      <a:pt x="12680" y="8830"/>
                    </a:lnTo>
                    <a:lnTo>
                      <a:pt x="12722" y="8872"/>
                    </a:lnTo>
                    <a:lnTo>
                      <a:pt x="12848" y="8809"/>
                    </a:lnTo>
                    <a:lnTo>
                      <a:pt x="12911" y="8725"/>
                    </a:lnTo>
                    <a:lnTo>
                      <a:pt x="13015" y="8767"/>
                    </a:lnTo>
                    <a:lnTo>
                      <a:pt x="13141" y="8704"/>
                    </a:lnTo>
                    <a:lnTo>
                      <a:pt x="13245" y="8725"/>
                    </a:lnTo>
                    <a:lnTo>
                      <a:pt x="13371" y="8621"/>
                    </a:lnTo>
                    <a:lnTo>
                      <a:pt x="13413" y="8704"/>
                    </a:lnTo>
                    <a:lnTo>
                      <a:pt x="13517" y="8683"/>
                    </a:lnTo>
                    <a:lnTo>
                      <a:pt x="13664" y="8704"/>
                    </a:lnTo>
                    <a:lnTo>
                      <a:pt x="13580" y="8662"/>
                    </a:lnTo>
                    <a:lnTo>
                      <a:pt x="13894" y="8662"/>
                    </a:lnTo>
                    <a:lnTo>
                      <a:pt x="13936" y="8683"/>
                    </a:lnTo>
                    <a:lnTo>
                      <a:pt x="13936" y="8662"/>
                    </a:lnTo>
                    <a:lnTo>
                      <a:pt x="14166" y="8662"/>
                    </a:lnTo>
                    <a:lnTo>
                      <a:pt x="14250" y="8683"/>
                    </a:lnTo>
                    <a:lnTo>
                      <a:pt x="14313" y="8683"/>
                    </a:lnTo>
                    <a:lnTo>
                      <a:pt x="14396" y="8704"/>
                    </a:lnTo>
                    <a:lnTo>
                      <a:pt x="14480" y="8683"/>
                    </a:lnTo>
                    <a:lnTo>
                      <a:pt x="14564" y="8683"/>
                    </a:lnTo>
                    <a:lnTo>
                      <a:pt x="14626" y="8725"/>
                    </a:lnTo>
                    <a:lnTo>
                      <a:pt x="14731" y="8683"/>
                    </a:lnTo>
                    <a:lnTo>
                      <a:pt x="14794" y="8704"/>
                    </a:lnTo>
                    <a:lnTo>
                      <a:pt x="14877" y="8704"/>
                    </a:lnTo>
                    <a:lnTo>
                      <a:pt x="14898" y="8683"/>
                    </a:lnTo>
                    <a:lnTo>
                      <a:pt x="15024" y="8621"/>
                    </a:lnTo>
                    <a:lnTo>
                      <a:pt x="15212" y="8662"/>
                    </a:lnTo>
                    <a:lnTo>
                      <a:pt x="15359" y="8579"/>
                    </a:lnTo>
                    <a:lnTo>
                      <a:pt x="15547" y="8579"/>
                    </a:lnTo>
                    <a:lnTo>
                      <a:pt x="15631" y="8600"/>
                    </a:lnTo>
                    <a:lnTo>
                      <a:pt x="15652" y="8579"/>
                    </a:lnTo>
                    <a:cubicBezTo>
                      <a:pt x="15683" y="8589"/>
                      <a:pt x="15714" y="8594"/>
                      <a:pt x="15748" y="8594"/>
                    </a:cubicBezTo>
                    <a:cubicBezTo>
                      <a:pt x="15782" y="8594"/>
                      <a:pt x="15819" y="8589"/>
                      <a:pt x="15861" y="8579"/>
                    </a:cubicBezTo>
                    <a:cubicBezTo>
                      <a:pt x="15882" y="8579"/>
                      <a:pt x="15924" y="8558"/>
                      <a:pt x="15945" y="8516"/>
                    </a:cubicBezTo>
                    <a:lnTo>
                      <a:pt x="15986" y="8453"/>
                    </a:ln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01" y="8433"/>
                      <a:pt x="15994" y="8423"/>
                      <a:pt x="15986" y="8411"/>
                    </a:cubicBezTo>
                    <a:lnTo>
                      <a:pt x="16049" y="8390"/>
                    </a:lnTo>
                    <a:lnTo>
                      <a:pt x="16091" y="8286"/>
                    </a:lnTo>
                    <a:lnTo>
                      <a:pt x="16091" y="8181"/>
                    </a:lnTo>
                    <a:lnTo>
                      <a:pt x="15965" y="8139"/>
                    </a:lnTo>
                    <a:lnTo>
                      <a:pt x="15861" y="8202"/>
                    </a:lnTo>
                    <a:lnTo>
                      <a:pt x="15924" y="8244"/>
                    </a:lnTo>
                    <a:lnTo>
                      <a:pt x="15840" y="8349"/>
                    </a:lnTo>
                    <a:lnTo>
                      <a:pt x="15735" y="8370"/>
                    </a:lnTo>
                    <a:lnTo>
                      <a:pt x="15714" y="8390"/>
                    </a:lnTo>
                    <a:lnTo>
                      <a:pt x="15673" y="8390"/>
                    </a:lnTo>
                    <a:cubicBezTo>
                      <a:pt x="15652" y="8390"/>
                      <a:pt x="15631" y="8411"/>
                      <a:pt x="15610" y="8453"/>
                    </a:cubicBezTo>
                    <a:lnTo>
                      <a:pt x="15526" y="8453"/>
                    </a:lnTo>
                    <a:lnTo>
                      <a:pt x="15442" y="8390"/>
                    </a:lnTo>
                    <a:lnTo>
                      <a:pt x="15296" y="8390"/>
                    </a:lnTo>
                    <a:lnTo>
                      <a:pt x="15149" y="8453"/>
                    </a:lnTo>
                    <a:lnTo>
                      <a:pt x="15003" y="8349"/>
                    </a:lnTo>
                    <a:lnTo>
                      <a:pt x="14836" y="8307"/>
                    </a:lnTo>
                    <a:lnTo>
                      <a:pt x="14773" y="8349"/>
                    </a:lnTo>
                    <a:lnTo>
                      <a:pt x="14626" y="8265"/>
                    </a:lnTo>
                    <a:lnTo>
                      <a:pt x="14354" y="8307"/>
                    </a:lnTo>
                    <a:lnTo>
                      <a:pt x="14166" y="8411"/>
                    </a:lnTo>
                    <a:lnTo>
                      <a:pt x="14166" y="8453"/>
                    </a:lnTo>
                    <a:lnTo>
                      <a:pt x="13999" y="8453"/>
                    </a:lnTo>
                    <a:lnTo>
                      <a:pt x="13894" y="8411"/>
                    </a:lnTo>
                    <a:lnTo>
                      <a:pt x="13894" y="8474"/>
                    </a:lnTo>
                    <a:cubicBezTo>
                      <a:pt x="13852" y="8474"/>
                      <a:pt x="13769" y="8474"/>
                      <a:pt x="13727" y="8495"/>
                    </a:cubicBezTo>
                    <a:lnTo>
                      <a:pt x="13685" y="8453"/>
                    </a:lnTo>
                    <a:lnTo>
                      <a:pt x="13685" y="8370"/>
                    </a:lnTo>
                    <a:lnTo>
                      <a:pt x="13559" y="8349"/>
                    </a:lnTo>
                    <a:lnTo>
                      <a:pt x="13580" y="8453"/>
                    </a:lnTo>
                    <a:lnTo>
                      <a:pt x="13538" y="8474"/>
                    </a:lnTo>
                    <a:lnTo>
                      <a:pt x="13538" y="8370"/>
                    </a:lnTo>
                    <a:lnTo>
                      <a:pt x="13434" y="8286"/>
                    </a:lnTo>
                    <a:lnTo>
                      <a:pt x="13329" y="8349"/>
                    </a:lnTo>
                    <a:lnTo>
                      <a:pt x="13224" y="8265"/>
                    </a:lnTo>
                    <a:lnTo>
                      <a:pt x="13120" y="8202"/>
                    </a:lnTo>
                    <a:lnTo>
                      <a:pt x="12994" y="8286"/>
                    </a:lnTo>
                    <a:lnTo>
                      <a:pt x="12994" y="8349"/>
                    </a:lnTo>
                    <a:lnTo>
                      <a:pt x="13224" y="8411"/>
                    </a:lnTo>
                    <a:lnTo>
                      <a:pt x="13308" y="8495"/>
                    </a:lnTo>
                    <a:lnTo>
                      <a:pt x="13162" y="8495"/>
                    </a:lnTo>
                    <a:lnTo>
                      <a:pt x="13162" y="8516"/>
                    </a:lnTo>
                    <a:lnTo>
                      <a:pt x="13099" y="8579"/>
                    </a:lnTo>
                    <a:lnTo>
                      <a:pt x="13057" y="8579"/>
                    </a:lnTo>
                    <a:cubicBezTo>
                      <a:pt x="13094" y="8560"/>
                      <a:pt x="13098" y="8492"/>
                      <a:pt x="13055" y="8492"/>
                    </a:cubicBezTo>
                    <a:cubicBezTo>
                      <a:pt x="13049" y="8492"/>
                      <a:pt x="13043" y="8493"/>
                      <a:pt x="13036" y="8495"/>
                    </a:cubicBezTo>
                    <a:lnTo>
                      <a:pt x="12952" y="8495"/>
                    </a:lnTo>
                    <a:lnTo>
                      <a:pt x="12932" y="8390"/>
                    </a:lnTo>
                    <a:lnTo>
                      <a:pt x="12848" y="8370"/>
                    </a:lnTo>
                    <a:lnTo>
                      <a:pt x="12743" y="8390"/>
                    </a:lnTo>
                    <a:lnTo>
                      <a:pt x="12639" y="8370"/>
                    </a:lnTo>
                    <a:lnTo>
                      <a:pt x="12492" y="8411"/>
                    </a:lnTo>
                    <a:lnTo>
                      <a:pt x="12408" y="8516"/>
                    </a:lnTo>
                    <a:lnTo>
                      <a:pt x="12388" y="8600"/>
                    </a:lnTo>
                    <a:lnTo>
                      <a:pt x="12283" y="8600"/>
                    </a:lnTo>
                    <a:lnTo>
                      <a:pt x="12283" y="8579"/>
                    </a:lnTo>
                    <a:lnTo>
                      <a:pt x="12283" y="8558"/>
                    </a:lnTo>
                    <a:lnTo>
                      <a:pt x="12304" y="8558"/>
                    </a:lnTo>
                    <a:cubicBezTo>
                      <a:pt x="12325" y="8558"/>
                      <a:pt x="12304" y="8516"/>
                      <a:pt x="12304" y="8516"/>
                    </a:cubicBezTo>
                    <a:lnTo>
                      <a:pt x="12325" y="8495"/>
                    </a:lnTo>
                    <a:lnTo>
                      <a:pt x="12367" y="8370"/>
                    </a:lnTo>
                    <a:lnTo>
                      <a:pt x="12178" y="8307"/>
                    </a:lnTo>
                    <a:lnTo>
                      <a:pt x="12053" y="8390"/>
                    </a:lnTo>
                    <a:lnTo>
                      <a:pt x="12011" y="8516"/>
                    </a:lnTo>
                    <a:cubicBezTo>
                      <a:pt x="11885" y="8495"/>
                      <a:pt x="11781" y="8474"/>
                      <a:pt x="11676" y="8453"/>
                    </a:cubicBezTo>
                    <a:lnTo>
                      <a:pt x="11781" y="8411"/>
                    </a:lnTo>
                    <a:lnTo>
                      <a:pt x="11802" y="8349"/>
                    </a:lnTo>
                    <a:lnTo>
                      <a:pt x="11676" y="8181"/>
                    </a:lnTo>
                    <a:lnTo>
                      <a:pt x="11530" y="8160"/>
                    </a:lnTo>
                    <a:lnTo>
                      <a:pt x="11362" y="8202"/>
                    </a:lnTo>
                    <a:lnTo>
                      <a:pt x="11237" y="8181"/>
                    </a:lnTo>
                    <a:lnTo>
                      <a:pt x="11111" y="8202"/>
                    </a:lnTo>
                    <a:lnTo>
                      <a:pt x="11111" y="8244"/>
                    </a:lnTo>
                    <a:cubicBezTo>
                      <a:pt x="11069" y="8244"/>
                      <a:pt x="11069" y="8244"/>
                      <a:pt x="11048" y="8202"/>
                    </a:cubicBezTo>
                    <a:lnTo>
                      <a:pt x="11069" y="8056"/>
                    </a:lnTo>
                    <a:lnTo>
                      <a:pt x="11028" y="7972"/>
                    </a:lnTo>
                    <a:lnTo>
                      <a:pt x="10923" y="7951"/>
                    </a:lnTo>
                    <a:lnTo>
                      <a:pt x="10902" y="7930"/>
                    </a:lnTo>
                    <a:lnTo>
                      <a:pt x="10797" y="7930"/>
                    </a:lnTo>
                    <a:lnTo>
                      <a:pt x="10714" y="7972"/>
                    </a:lnTo>
                    <a:lnTo>
                      <a:pt x="10609" y="7972"/>
                    </a:lnTo>
                    <a:lnTo>
                      <a:pt x="10525" y="7930"/>
                    </a:lnTo>
                    <a:lnTo>
                      <a:pt x="10400" y="7972"/>
                    </a:lnTo>
                    <a:lnTo>
                      <a:pt x="10274" y="7930"/>
                    </a:lnTo>
                    <a:lnTo>
                      <a:pt x="10191" y="7846"/>
                    </a:lnTo>
                    <a:lnTo>
                      <a:pt x="10191" y="7763"/>
                    </a:lnTo>
                    <a:lnTo>
                      <a:pt x="10086" y="7595"/>
                    </a:lnTo>
                    <a:lnTo>
                      <a:pt x="10086" y="7449"/>
                    </a:lnTo>
                    <a:lnTo>
                      <a:pt x="9939" y="7449"/>
                    </a:lnTo>
                    <a:lnTo>
                      <a:pt x="9856" y="7470"/>
                    </a:lnTo>
                    <a:lnTo>
                      <a:pt x="9772" y="7386"/>
                    </a:lnTo>
                    <a:lnTo>
                      <a:pt x="9667" y="7386"/>
                    </a:lnTo>
                    <a:lnTo>
                      <a:pt x="9542" y="7282"/>
                    </a:lnTo>
                    <a:lnTo>
                      <a:pt x="9458" y="7240"/>
                    </a:lnTo>
                    <a:lnTo>
                      <a:pt x="9354" y="7261"/>
                    </a:lnTo>
                    <a:lnTo>
                      <a:pt x="9270" y="7261"/>
                    </a:lnTo>
                    <a:lnTo>
                      <a:pt x="9144" y="7114"/>
                    </a:lnTo>
                    <a:lnTo>
                      <a:pt x="9040" y="7114"/>
                    </a:lnTo>
                    <a:lnTo>
                      <a:pt x="9019" y="7344"/>
                    </a:lnTo>
                    <a:lnTo>
                      <a:pt x="8935" y="7449"/>
                    </a:lnTo>
                    <a:lnTo>
                      <a:pt x="8684" y="7491"/>
                    </a:lnTo>
                    <a:lnTo>
                      <a:pt x="8370" y="7449"/>
                    </a:lnTo>
                    <a:lnTo>
                      <a:pt x="8015" y="7449"/>
                    </a:lnTo>
                    <a:lnTo>
                      <a:pt x="7805" y="7365"/>
                    </a:lnTo>
                    <a:lnTo>
                      <a:pt x="7763" y="7323"/>
                    </a:lnTo>
                    <a:lnTo>
                      <a:pt x="7784" y="7219"/>
                    </a:lnTo>
                    <a:lnTo>
                      <a:pt x="7701" y="7072"/>
                    </a:lnTo>
                    <a:lnTo>
                      <a:pt x="7450" y="7051"/>
                    </a:lnTo>
                    <a:lnTo>
                      <a:pt x="7240" y="7010"/>
                    </a:lnTo>
                    <a:lnTo>
                      <a:pt x="7136" y="6926"/>
                    </a:lnTo>
                    <a:lnTo>
                      <a:pt x="6947" y="6926"/>
                    </a:lnTo>
                    <a:lnTo>
                      <a:pt x="6906" y="6968"/>
                    </a:lnTo>
                    <a:lnTo>
                      <a:pt x="6843" y="7030"/>
                    </a:lnTo>
                    <a:lnTo>
                      <a:pt x="6759" y="6947"/>
                    </a:lnTo>
                    <a:lnTo>
                      <a:pt x="6592" y="6926"/>
                    </a:lnTo>
                    <a:lnTo>
                      <a:pt x="6487" y="6926"/>
                    </a:lnTo>
                    <a:cubicBezTo>
                      <a:pt x="6403" y="6842"/>
                      <a:pt x="6320" y="6758"/>
                      <a:pt x="6278" y="6654"/>
                    </a:cubicBezTo>
                    <a:lnTo>
                      <a:pt x="6278" y="6486"/>
                    </a:lnTo>
                    <a:lnTo>
                      <a:pt x="6320" y="6173"/>
                    </a:lnTo>
                    <a:lnTo>
                      <a:pt x="6278" y="5963"/>
                    </a:lnTo>
                    <a:lnTo>
                      <a:pt x="6382" y="5712"/>
                    </a:lnTo>
                    <a:lnTo>
                      <a:pt x="6320" y="5649"/>
                    </a:lnTo>
                    <a:lnTo>
                      <a:pt x="6320" y="5461"/>
                    </a:lnTo>
                    <a:lnTo>
                      <a:pt x="6424" y="5398"/>
                    </a:lnTo>
                    <a:lnTo>
                      <a:pt x="6487" y="5336"/>
                    </a:lnTo>
                    <a:lnTo>
                      <a:pt x="6445" y="5231"/>
                    </a:lnTo>
                    <a:lnTo>
                      <a:pt x="6382" y="5168"/>
                    </a:lnTo>
                    <a:lnTo>
                      <a:pt x="6278" y="5085"/>
                    </a:lnTo>
                    <a:lnTo>
                      <a:pt x="6215" y="4959"/>
                    </a:lnTo>
                    <a:lnTo>
                      <a:pt x="6131" y="4938"/>
                    </a:lnTo>
                    <a:lnTo>
                      <a:pt x="6110" y="4854"/>
                    </a:lnTo>
                    <a:lnTo>
                      <a:pt x="6006" y="4813"/>
                    </a:lnTo>
                    <a:lnTo>
                      <a:pt x="5818" y="4833"/>
                    </a:lnTo>
                    <a:lnTo>
                      <a:pt x="5713" y="4813"/>
                    </a:lnTo>
                    <a:lnTo>
                      <a:pt x="5692" y="4624"/>
                    </a:lnTo>
                    <a:lnTo>
                      <a:pt x="5608" y="4520"/>
                    </a:lnTo>
                    <a:lnTo>
                      <a:pt x="5546" y="4561"/>
                    </a:lnTo>
                    <a:lnTo>
                      <a:pt x="5587" y="4457"/>
                    </a:lnTo>
                    <a:lnTo>
                      <a:pt x="5483" y="4415"/>
                    </a:lnTo>
                    <a:lnTo>
                      <a:pt x="5462" y="4122"/>
                    </a:lnTo>
                    <a:lnTo>
                      <a:pt x="5336" y="4185"/>
                    </a:lnTo>
                    <a:lnTo>
                      <a:pt x="5274" y="4122"/>
                    </a:lnTo>
                    <a:lnTo>
                      <a:pt x="5043" y="4122"/>
                    </a:lnTo>
                    <a:lnTo>
                      <a:pt x="4855" y="3996"/>
                    </a:lnTo>
                    <a:lnTo>
                      <a:pt x="4855" y="3892"/>
                    </a:lnTo>
                    <a:lnTo>
                      <a:pt x="4960" y="3850"/>
                    </a:lnTo>
                    <a:lnTo>
                      <a:pt x="5085" y="3766"/>
                    </a:lnTo>
                    <a:lnTo>
                      <a:pt x="5002" y="3704"/>
                    </a:lnTo>
                    <a:lnTo>
                      <a:pt x="4876" y="3745"/>
                    </a:lnTo>
                    <a:lnTo>
                      <a:pt x="4813" y="3704"/>
                    </a:lnTo>
                    <a:lnTo>
                      <a:pt x="4667" y="3766"/>
                    </a:lnTo>
                    <a:lnTo>
                      <a:pt x="4750" y="3683"/>
                    </a:lnTo>
                    <a:lnTo>
                      <a:pt x="4876" y="3578"/>
                    </a:lnTo>
                    <a:lnTo>
                      <a:pt x="5064" y="3557"/>
                    </a:lnTo>
                    <a:lnTo>
                      <a:pt x="5043" y="3432"/>
                    </a:lnTo>
                    <a:lnTo>
                      <a:pt x="4855" y="3222"/>
                    </a:lnTo>
                    <a:lnTo>
                      <a:pt x="4750" y="3222"/>
                    </a:lnTo>
                    <a:lnTo>
                      <a:pt x="4625" y="3285"/>
                    </a:lnTo>
                    <a:lnTo>
                      <a:pt x="4478" y="3369"/>
                    </a:lnTo>
                    <a:lnTo>
                      <a:pt x="4332" y="3369"/>
                    </a:lnTo>
                    <a:lnTo>
                      <a:pt x="4416" y="3348"/>
                    </a:lnTo>
                    <a:lnTo>
                      <a:pt x="4457" y="3285"/>
                    </a:lnTo>
                    <a:lnTo>
                      <a:pt x="4520" y="3264"/>
                    </a:lnTo>
                    <a:lnTo>
                      <a:pt x="4562" y="3180"/>
                    </a:lnTo>
                    <a:lnTo>
                      <a:pt x="4541" y="3097"/>
                    </a:lnTo>
                    <a:lnTo>
                      <a:pt x="4416" y="3055"/>
                    </a:lnTo>
                    <a:lnTo>
                      <a:pt x="4206" y="3055"/>
                    </a:lnTo>
                    <a:lnTo>
                      <a:pt x="4081" y="2929"/>
                    </a:lnTo>
                    <a:lnTo>
                      <a:pt x="4081" y="2846"/>
                    </a:lnTo>
                    <a:lnTo>
                      <a:pt x="4039" y="2678"/>
                    </a:lnTo>
                    <a:lnTo>
                      <a:pt x="3809" y="2448"/>
                    </a:lnTo>
                    <a:lnTo>
                      <a:pt x="3725" y="2427"/>
                    </a:lnTo>
                    <a:lnTo>
                      <a:pt x="3662" y="2448"/>
                    </a:lnTo>
                    <a:lnTo>
                      <a:pt x="3558" y="2364"/>
                    </a:lnTo>
                    <a:lnTo>
                      <a:pt x="3516" y="2155"/>
                    </a:lnTo>
                    <a:lnTo>
                      <a:pt x="3369" y="2009"/>
                    </a:lnTo>
                    <a:lnTo>
                      <a:pt x="3160" y="1883"/>
                    </a:lnTo>
                    <a:lnTo>
                      <a:pt x="3035" y="1883"/>
                    </a:lnTo>
                    <a:lnTo>
                      <a:pt x="2993" y="1925"/>
                    </a:lnTo>
                    <a:lnTo>
                      <a:pt x="2930" y="1883"/>
                    </a:lnTo>
                    <a:lnTo>
                      <a:pt x="2888" y="1716"/>
                    </a:lnTo>
                    <a:lnTo>
                      <a:pt x="2825" y="1800"/>
                    </a:lnTo>
                    <a:lnTo>
                      <a:pt x="2763" y="1716"/>
                    </a:lnTo>
                    <a:lnTo>
                      <a:pt x="2763" y="1528"/>
                    </a:lnTo>
                    <a:lnTo>
                      <a:pt x="2658" y="1402"/>
                    </a:lnTo>
                    <a:lnTo>
                      <a:pt x="2533" y="1381"/>
                    </a:lnTo>
                    <a:lnTo>
                      <a:pt x="2470" y="1297"/>
                    </a:lnTo>
                    <a:lnTo>
                      <a:pt x="2135" y="1088"/>
                    </a:lnTo>
                    <a:lnTo>
                      <a:pt x="2030" y="1088"/>
                    </a:lnTo>
                    <a:lnTo>
                      <a:pt x="1905" y="942"/>
                    </a:lnTo>
                    <a:lnTo>
                      <a:pt x="1779" y="900"/>
                    </a:lnTo>
                    <a:lnTo>
                      <a:pt x="1737" y="837"/>
                    </a:lnTo>
                    <a:lnTo>
                      <a:pt x="1716" y="649"/>
                    </a:lnTo>
                    <a:lnTo>
                      <a:pt x="1612" y="586"/>
                    </a:lnTo>
                    <a:lnTo>
                      <a:pt x="1528" y="460"/>
                    </a:lnTo>
                    <a:lnTo>
                      <a:pt x="1486" y="439"/>
                    </a:lnTo>
                    <a:lnTo>
                      <a:pt x="1403" y="272"/>
                    </a:lnTo>
                    <a:lnTo>
                      <a:pt x="1277" y="230"/>
                    </a:lnTo>
                    <a:lnTo>
                      <a:pt x="1152" y="230"/>
                    </a:lnTo>
                    <a:lnTo>
                      <a:pt x="1068" y="251"/>
                    </a:lnTo>
                    <a:lnTo>
                      <a:pt x="1005" y="209"/>
                    </a:lnTo>
                    <a:lnTo>
                      <a:pt x="859" y="209"/>
                    </a:lnTo>
                    <a:lnTo>
                      <a:pt x="670" y="251"/>
                    </a:lnTo>
                    <a:lnTo>
                      <a:pt x="587" y="209"/>
                    </a:lnTo>
                    <a:lnTo>
                      <a:pt x="336" y="21"/>
                    </a:lnTo>
                    <a:lnTo>
                      <a:pt x="10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239" name="Google Shape;2239;p45"/>
            <p:cNvSpPr/>
            <p:nvPr/>
          </p:nvSpPr>
          <p:spPr>
            <a:xfrm>
              <a:off x="4437231" y="3100607"/>
              <a:ext cx="29912" cy="37370"/>
            </a:xfrm>
            <a:custGeom>
              <a:avLst/>
              <a:gdLst/>
              <a:ahLst/>
              <a:cxnLst/>
              <a:rect l="l" t="t" r="r" b="b"/>
              <a:pathLst>
                <a:path w="2512" h="3286" extrusionOk="0">
                  <a:moveTo>
                    <a:pt x="126" y="0"/>
                  </a:moveTo>
                  <a:lnTo>
                    <a:pt x="42" y="84"/>
                  </a:lnTo>
                  <a:lnTo>
                    <a:pt x="0" y="210"/>
                  </a:lnTo>
                  <a:lnTo>
                    <a:pt x="126" y="419"/>
                  </a:lnTo>
                  <a:lnTo>
                    <a:pt x="189" y="879"/>
                  </a:lnTo>
                  <a:lnTo>
                    <a:pt x="251" y="1047"/>
                  </a:lnTo>
                  <a:lnTo>
                    <a:pt x="314" y="1172"/>
                  </a:lnTo>
                  <a:lnTo>
                    <a:pt x="314" y="1360"/>
                  </a:lnTo>
                  <a:lnTo>
                    <a:pt x="251" y="1402"/>
                  </a:lnTo>
                  <a:lnTo>
                    <a:pt x="293" y="1507"/>
                  </a:lnTo>
                  <a:lnTo>
                    <a:pt x="356" y="1611"/>
                  </a:lnTo>
                  <a:lnTo>
                    <a:pt x="335" y="1674"/>
                  </a:lnTo>
                  <a:lnTo>
                    <a:pt x="419" y="1758"/>
                  </a:lnTo>
                  <a:lnTo>
                    <a:pt x="565" y="1863"/>
                  </a:lnTo>
                  <a:lnTo>
                    <a:pt x="649" y="2009"/>
                  </a:lnTo>
                  <a:lnTo>
                    <a:pt x="754" y="2072"/>
                  </a:lnTo>
                  <a:lnTo>
                    <a:pt x="837" y="2176"/>
                  </a:lnTo>
                  <a:lnTo>
                    <a:pt x="754" y="2281"/>
                  </a:lnTo>
                  <a:lnTo>
                    <a:pt x="733" y="2344"/>
                  </a:lnTo>
                  <a:lnTo>
                    <a:pt x="816" y="2407"/>
                  </a:lnTo>
                  <a:lnTo>
                    <a:pt x="1005" y="2490"/>
                  </a:lnTo>
                  <a:lnTo>
                    <a:pt x="1193" y="2616"/>
                  </a:lnTo>
                  <a:lnTo>
                    <a:pt x="1172" y="2720"/>
                  </a:lnTo>
                  <a:lnTo>
                    <a:pt x="1339" y="2867"/>
                  </a:lnTo>
                  <a:lnTo>
                    <a:pt x="1486" y="2867"/>
                  </a:lnTo>
                  <a:lnTo>
                    <a:pt x="1528" y="2909"/>
                  </a:lnTo>
                  <a:lnTo>
                    <a:pt x="1611" y="3013"/>
                  </a:lnTo>
                  <a:lnTo>
                    <a:pt x="1800" y="3118"/>
                  </a:lnTo>
                  <a:lnTo>
                    <a:pt x="1988" y="3139"/>
                  </a:lnTo>
                  <a:lnTo>
                    <a:pt x="2051" y="3223"/>
                  </a:lnTo>
                  <a:lnTo>
                    <a:pt x="2197" y="3264"/>
                  </a:lnTo>
                  <a:lnTo>
                    <a:pt x="2218" y="3244"/>
                  </a:lnTo>
                  <a:lnTo>
                    <a:pt x="2281" y="3285"/>
                  </a:lnTo>
                  <a:lnTo>
                    <a:pt x="2386" y="3223"/>
                  </a:lnTo>
                  <a:lnTo>
                    <a:pt x="2386" y="3181"/>
                  </a:lnTo>
                  <a:lnTo>
                    <a:pt x="2344" y="3181"/>
                  </a:lnTo>
                  <a:lnTo>
                    <a:pt x="2386" y="3118"/>
                  </a:lnTo>
                  <a:lnTo>
                    <a:pt x="2323" y="3076"/>
                  </a:lnTo>
                  <a:lnTo>
                    <a:pt x="2407" y="3118"/>
                  </a:lnTo>
                  <a:lnTo>
                    <a:pt x="2407" y="3181"/>
                  </a:lnTo>
                  <a:lnTo>
                    <a:pt x="2407" y="3223"/>
                  </a:lnTo>
                  <a:lnTo>
                    <a:pt x="2511" y="3244"/>
                  </a:lnTo>
                  <a:lnTo>
                    <a:pt x="2511" y="3118"/>
                  </a:lnTo>
                  <a:lnTo>
                    <a:pt x="2386" y="2846"/>
                  </a:lnTo>
                  <a:lnTo>
                    <a:pt x="2344" y="2846"/>
                  </a:lnTo>
                  <a:lnTo>
                    <a:pt x="2344" y="2804"/>
                  </a:lnTo>
                  <a:lnTo>
                    <a:pt x="2323" y="2762"/>
                  </a:lnTo>
                  <a:lnTo>
                    <a:pt x="2281" y="2741"/>
                  </a:lnTo>
                  <a:lnTo>
                    <a:pt x="2239" y="2553"/>
                  </a:lnTo>
                  <a:lnTo>
                    <a:pt x="2281" y="2511"/>
                  </a:lnTo>
                  <a:lnTo>
                    <a:pt x="2239" y="2448"/>
                  </a:lnTo>
                  <a:lnTo>
                    <a:pt x="2176" y="2448"/>
                  </a:lnTo>
                  <a:lnTo>
                    <a:pt x="2009" y="2344"/>
                  </a:lnTo>
                  <a:lnTo>
                    <a:pt x="1967" y="2197"/>
                  </a:lnTo>
                  <a:lnTo>
                    <a:pt x="1967" y="1904"/>
                  </a:lnTo>
                  <a:lnTo>
                    <a:pt x="1904" y="1821"/>
                  </a:lnTo>
                  <a:lnTo>
                    <a:pt x="1904" y="1716"/>
                  </a:lnTo>
                  <a:lnTo>
                    <a:pt x="1925" y="1674"/>
                  </a:lnTo>
                  <a:lnTo>
                    <a:pt x="1904" y="1381"/>
                  </a:lnTo>
                  <a:lnTo>
                    <a:pt x="1967" y="1339"/>
                  </a:lnTo>
                  <a:lnTo>
                    <a:pt x="1904" y="1088"/>
                  </a:lnTo>
                  <a:lnTo>
                    <a:pt x="1779" y="879"/>
                  </a:lnTo>
                  <a:lnTo>
                    <a:pt x="1360" y="461"/>
                  </a:lnTo>
                  <a:lnTo>
                    <a:pt x="1277" y="314"/>
                  </a:lnTo>
                  <a:lnTo>
                    <a:pt x="1235" y="335"/>
                  </a:lnTo>
                  <a:lnTo>
                    <a:pt x="1172" y="398"/>
                  </a:lnTo>
                  <a:lnTo>
                    <a:pt x="1088" y="398"/>
                  </a:lnTo>
                  <a:lnTo>
                    <a:pt x="1067" y="419"/>
                  </a:lnTo>
                  <a:lnTo>
                    <a:pt x="1067" y="523"/>
                  </a:lnTo>
                  <a:lnTo>
                    <a:pt x="984" y="565"/>
                  </a:lnTo>
                  <a:lnTo>
                    <a:pt x="921" y="523"/>
                  </a:lnTo>
                  <a:lnTo>
                    <a:pt x="816" y="523"/>
                  </a:lnTo>
                  <a:lnTo>
                    <a:pt x="670" y="628"/>
                  </a:lnTo>
                  <a:lnTo>
                    <a:pt x="523" y="607"/>
                  </a:lnTo>
                  <a:lnTo>
                    <a:pt x="523" y="523"/>
                  </a:lnTo>
                  <a:lnTo>
                    <a:pt x="607" y="440"/>
                  </a:lnTo>
                  <a:lnTo>
                    <a:pt x="607" y="251"/>
                  </a:lnTo>
                  <a:lnTo>
                    <a:pt x="544" y="189"/>
                  </a:lnTo>
                  <a:lnTo>
                    <a:pt x="419" y="189"/>
                  </a:lnTo>
                  <a:lnTo>
                    <a:pt x="398" y="126"/>
                  </a:lnTo>
                  <a:lnTo>
                    <a:pt x="231" y="84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40;p45"/>
            <p:cNvSpPr/>
            <p:nvPr/>
          </p:nvSpPr>
          <p:spPr>
            <a:xfrm>
              <a:off x="4503746" y="3099174"/>
              <a:ext cx="65289" cy="42135"/>
            </a:xfrm>
            <a:custGeom>
              <a:avLst/>
              <a:gdLst/>
              <a:ahLst/>
              <a:cxnLst/>
              <a:rect l="l" t="t" r="r" b="b"/>
              <a:pathLst>
                <a:path w="5483" h="3705" extrusionOk="0">
                  <a:moveTo>
                    <a:pt x="4186" y="1"/>
                  </a:moveTo>
                  <a:lnTo>
                    <a:pt x="4144" y="22"/>
                  </a:lnTo>
                  <a:lnTo>
                    <a:pt x="4165" y="126"/>
                  </a:lnTo>
                  <a:lnTo>
                    <a:pt x="4039" y="252"/>
                  </a:lnTo>
                  <a:lnTo>
                    <a:pt x="3976" y="231"/>
                  </a:lnTo>
                  <a:lnTo>
                    <a:pt x="4039" y="126"/>
                  </a:lnTo>
                  <a:lnTo>
                    <a:pt x="4018" y="43"/>
                  </a:lnTo>
                  <a:lnTo>
                    <a:pt x="3935" y="43"/>
                  </a:lnTo>
                  <a:lnTo>
                    <a:pt x="3851" y="273"/>
                  </a:lnTo>
                  <a:lnTo>
                    <a:pt x="3767" y="315"/>
                  </a:lnTo>
                  <a:lnTo>
                    <a:pt x="3642" y="587"/>
                  </a:lnTo>
                  <a:lnTo>
                    <a:pt x="3642" y="754"/>
                  </a:lnTo>
                  <a:lnTo>
                    <a:pt x="3432" y="963"/>
                  </a:lnTo>
                  <a:lnTo>
                    <a:pt x="3328" y="963"/>
                  </a:lnTo>
                  <a:lnTo>
                    <a:pt x="3140" y="1005"/>
                  </a:lnTo>
                  <a:lnTo>
                    <a:pt x="3098" y="1089"/>
                  </a:lnTo>
                  <a:lnTo>
                    <a:pt x="3181" y="1089"/>
                  </a:lnTo>
                  <a:lnTo>
                    <a:pt x="3119" y="1152"/>
                  </a:lnTo>
                  <a:lnTo>
                    <a:pt x="3181" y="1173"/>
                  </a:lnTo>
                  <a:lnTo>
                    <a:pt x="3307" y="1152"/>
                  </a:lnTo>
                  <a:lnTo>
                    <a:pt x="3244" y="1214"/>
                  </a:lnTo>
                  <a:lnTo>
                    <a:pt x="3181" y="1277"/>
                  </a:lnTo>
                  <a:lnTo>
                    <a:pt x="3140" y="1298"/>
                  </a:lnTo>
                  <a:lnTo>
                    <a:pt x="3140" y="1319"/>
                  </a:lnTo>
                  <a:lnTo>
                    <a:pt x="3223" y="1528"/>
                  </a:lnTo>
                  <a:lnTo>
                    <a:pt x="3181" y="1633"/>
                  </a:lnTo>
                  <a:lnTo>
                    <a:pt x="3098" y="1591"/>
                  </a:lnTo>
                  <a:lnTo>
                    <a:pt x="3098" y="1465"/>
                  </a:lnTo>
                  <a:lnTo>
                    <a:pt x="3077" y="1361"/>
                  </a:lnTo>
                  <a:lnTo>
                    <a:pt x="3035" y="1361"/>
                  </a:lnTo>
                  <a:lnTo>
                    <a:pt x="3035" y="1319"/>
                  </a:lnTo>
                  <a:lnTo>
                    <a:pt x="2993" y="1319"/>
                  </a:lnTo>
                  <a:lnTo>
                    <a:pt x="2930" y="1424"/>
                  </a:lnTo>
                  <a:lnTo>
                    <a:pt x="2972" y="1675"/>
                  </a:lnTo>
                  <a:lnTo>
                    <a:pt x="2909" y="1717"/>
                  </a:lnTo>
                  <a:lnTo>
                    <a:pt x="2805" y="1612"/>
                  </a:lnTo>
                  <a:lnTo>
                    <a:pt x="2700" y="1465"/>
                  </a:lnTo>
                  <a:lnTo>
                    <a:pt x="2658" y="1465"/>
                  </a:lnTo>
                  <a:lnTo>
                    <a:pt x="2554" y="1403"/>
                  </a:lnTo>
                  <a:lnTo>
                    <a:pt x="2470" y="1507"/>
                  </a:lnTo>
                  <a:lnTo>
                    <a:pt x="2470" y="1633"/>
                  </a:lnTo>
                  <a:lnTo>
                    <a:pt x="2344" y="1779"/>
                  </a:lnTo>
                  <a:lnTo>
                    <a:pt x="2261" y="1884"/>
                  </a:lnTo>
                  <a:lnTo>
                    <a:pt x="2093" y="2030"/>
                  </a:lnTo>
                  <a:lnTo>
                    <a:pt x="2072" y="2135"/>
                  </a:lnTo>
                  <a:lnTo>
                    <a:pt x="1926" y="2323"/>
                  </a:lnTo>
                  <a:lnTo>
                    <a:pt x="1779" y="2449"/>
                  </a:lnTo>
                  <a:lnTo>
                    <a:pt x="1319" y="2554"/>
                  </a:lnTo>
                  <a:lnTo>
                    <a:pt x="1256" y="2574"/>
                  </a:lnTo>
                  <a:lnTo>
                    <a:pt x="1298" y="2742"/>
                  </a:lnTo>
                  <a:lnTo>
                    <a:pt x="1340" y="2784"/>
                  </a:lnTo>
                  <a:lnTo>
                    <a:pt x="1256" y="2763"/>
                  </a:lnTo>
                  <a:lnTo>
                    <a:pt x="1173" y="2826"/>
                  </a:lnTo>
                  <a:lnTo>
                    <a:pt x="1047" y="2846"/>
                  </a:lnTo>
                  <a:lnTo>
                    <a:pt x="984" y="2888"/>
                  </a:lnTo>
                  <a:lnTo>
                    <a:pt x="943" y="3035"/>
                  </a:lnTo>
                  <a:lnTo>
                    <a:pt x="943" y="3181"/>
                  </a:lnTo>
                  <a:lnTo>
                    <a:pt x="838" y="3349"/>
                  </a:lnTo>
                  <a:lnTo>
                    <a:pt x="838" y="3370"/>
                  </a:lnTo>
                  <a:lnTo>
                    <a:pt x="629" y="3349"/>
                  </a:lnTo>
                  <a:lnTo>
                    <a:pt x="399" y="3265"/>
                  </a:lnTo>
                  <a:lnTo>
                    <a:pt x="210" y="3265"/>
                  </a:lnTo>
                  <a:lnTo>
                    <a:pt x="168" y="3181"/>
                  </a:lnTo>
                  <a:lnTo>
                    <a:pt x="64" y="3056"/>
                  </a:lnTo>
                  <a:lnTo>
                    <a:pt x="1" y="3077"/>
                  </a:lnTo>
                  <a:lnTo>
                    <a:pt x="127" y="3286"/>
                  </a:lnTo>
                  <a:lnTo>
                    <a:pt x="315" y="3411"/>
                  </a:lnTo>
                  <a:lnTo>
                    <a:pt x="357" y="3474"/>
                  </a:lnTo>
                  <a:lnTo>
                    <a:pt x="482" y="3579"/>
                  </a:lnTo>
                  <a:lnTo>
                    <a:pt x="503" y="3683"/>
                  </a:lnTo>
                  <a:lnTo>
                    <a:pt x="608" y="3704"/>
                  </a:lnTo>
                  <a:lnTo>
                    <a:pt x="775" y="3662"/>
                  </a:lnTo>
                  <a:lnTo>
                    <a:pt x="796" y="3579"/>
                  </a:lnTo>
                  <a:lnTo>
                    <a:pt x="922" y="3600"/>
                  </a:lnTo>
                  <a:lnTo>
                    <a:pt x="1005" y="3558"/>
                  </a:lnTo>
                  <a:lnTo>
                    <a:pt x="1319" y="3579"/>
                  </a:lnTo>
                  <a:lnTo>
                    <a:pt x="1654" y="3453"/>
                  </a:lnTo>
                  <a:lnTo>
                    <a:pt x="1738" y="3370"/>
                  </a:lnTo>
                  <a:lnTo>
                    <a:pt x="2031" y="3370"/>
                  </a:lnTo>
                  <a:lnTo>
                    <a:pt x="2156" y="3411"/>
                  </a:lnTo>
                  <a:lnTo>
                    <a:pt x="2198" y="3495"/>
                  </a:lnTo>
                  <a:lnTo>
                    <a:pt x="2344" y="3495"/>
                  </a:lnTo>
                  <a:lnTo>
                    <a:pt x="2575" y="3370"/>
                  </a:lnTo>
                  <a:lnTo>
                    <a:pt x="2868" y="3307"/>
                  </a:lnTo>
                  <a:lnTo>
                    <a:pt x="2826" y="3244"/>
                  </a:lnTo>
                  <a:lnTo>
                    <a:pt x="3077" y="2888"/>
                  </a:lnTo>
                  <a:lnTo>
                    <a:pt x="3140" y="2637"/>
                  </a:lnTo>
                  <a:lnTo>
                    <a:pt x="3328" y="2365"/>
                  </a:lnTo>
                  <a:lnTo>
                    <a:pt x="3453" y="1926"/>
                  </a:lnTo>
                  <a:lnTo>
                    <a:pt x="3453" y="1842"/>
                  </a:lnTo>
                  <a:lnTo>
                    <a:pt x="3516" y="1737"/>
                  </a:lnTo>
                  <a:lnTo>
                    <a:pt x="3516" y="1675"/>
                  </a:lnTo>
                  <a:lnTo>
                    <a:pt x="3621" y="1528"/>
                  </a:lnTo>
                  <a:lnTo>
                    <a:pt x="3725" y="1570"/>
                  </a:lnTo>
                  <a:lnTo>
                    <a:pt x="4165" y="1570"/>
                  </a:lnTo>
                  <a:lnTo>
                    <a:pt x="4228" y="1612"/>
                  </a:lnTo>
                  <a:lnTo>
                    <a:pt x="4374" y="1612"/>
                  </a:lnTo>
                  <a:lnTo>
                    <a:pt x="4500" y="1633"/>
                  </a:lnTo>
                  <a:lnTo>
                    <a:pt x="4500" y="1591"/>
                  </a:lnTo>
                  <a:lnTo>
                    <a:pt x="4667" y="1675"/>
                  </a:lnTo>
                  <a:lnTo>
                    <a:pt x="4751" y="1696"/>
                  </a:lnTo>
                  <a:lnTo>
                    <a:pt x="4876" y="1633"/>
                  </a:lnTo>
                  <a:lnTo>
                    <a:pt x="5023" y="1612"/>
                  </a:lnTo>
                  <a:lnTo>
                    <a:pt x="5023" y="1528"/>
                  </a:lnTo>
                  <a:lnTo>
                    <a:pt x="4876" y="1403"/>
                  </a:lnTo>
                  <a:lnTo>
                    <a:pt x="4876" y="1277"/>
                  </a:lnTo>
                  <a:lnTo>
                    <a:pt x="4918" y="1214"/>
                  </a:lnTo>
                  <a:lnTo>
                    <a:pt x="5169" y="1256"/>
                  </a:lnTo>
                  <a:lnTo>
                    <a:pt x="5357" y="1193"/>
                  </a:lnTo>
                  <a:lnTo>
                    <a:pt x="5483" y="1089"/>
                  </a:lnTo>
                  <a:lnTo>
                    <a:pt x="5441" y="1005"/>
                  </a:lnTo>
                  <a:lnTo>
                    <a:pt x="5357" y="1005"/>
                  </a:lnTo>
                  <a:lnTo>
                    <a:pt x="5232" y="984"/>
                  </a:lnTo>
                  <a:lnTo>
                    <a:pt x="5127" y="880"/>
                  </a:lnTo>
                  <a:lnTo>
                    <a:pt x="5023" y="901"/>
                  </a:lnTo>
                  <a:lnTo>
                    <a:pt x="4897" y="775"/>
                  </a:lnTo>
                  <a:lnTo>
                    <a:pt x="4813" y="775"/>
                  </a:lnTo>
                  <a:lnTo>
                    <a:pt x="4709" y="859"/>
                  </a:lnTo>
                  <a:lnTo>
                    <a:pt x="4667" y="796"/>
                  </a:lnTo>
                  <a:lnTo>
                    <a:pt x="4792" y="691"/>
                  </a:lnTo>
                  <a:lnTo>
                    <a:pt x="4709" y="629"/>
                  </a:lnTo>
                  <a:lnTo>
                    <a:pt x="4688" y="649"/>
                  </a:lnTo>
                  <a:lnTo>
                    <a:pt x="4604" y="754"/>
                  </a:lnTo>
                  <a:lnTo>
                    <a:pt x="4562" y="670"/>
                  </a:lnTo>
                  <a:lnTo>
                    <a:pt x="4500" y="670"/>
                  </a:lnTo>
                  <a:lnTo>
                    <a:pt x="4500" y="482"/>
                  </a:lnTo>
                  <a:lnTo>
                    <a:pt x="4604" y="461"/>
                  </a:lnTo>
                  <a:lnTo>
                    <a:pt x="4604" y="377"/>
                  </a:lnTo>
                  <a:lnTo>
                    <a:pt x="4458" y="273"/>
                  </a:lnTo>
                  <a:lnTo>
                    <a:pt x="4437" y="336"/>
                  </a:lnTo>
                  <a:lnTo>
                    <a:pt x="4290" y="231"/>
                  </a:lnTo>
                  <a:lnTo>
                    <a:pt x="4290" y="64"/>
                  </a:lnTo>
                  <a:lnTo>
                    <a:pt x="41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45"/>
            <p:cNvSpPr/>
            <p:nvPr/>
          </p:nvSpPr>
          <p:spPr>
            <a:xfrm>
              <a:off x="4442708" y="2983061"/>
              <a:ext cx="56823" cy="104945"/>
            </a:xfrm>
            <a:custGeom>
              <a:avLst/>
              <a:gdLst/>
              <a:ahLst/>
              <a:cxnLst/>
              <a:rect l="l" t="t" r="r" b="b"/>
              <a:pathLst>
                <a:path w="4772" h="9228" extrusionOk="0">
                  <a:moveTo>
                    <a:pt x="1821" y="0"/>
                  </a:moveTo>
                  <a:lnTo>
                    <a:pt x="1737" y="84"/>
                  </a:lnTo>
                  <a:lnTo>
                    <a:pt x="1591" y="84"/>
                  </a:lnTo>
                  <a:lnTo>
                    <a:pt x="1465" y="126"/>
                  </a:lnTo>
                  <a:lnTo>
                    <a:pt x="1507" y="314"/>
                  </a:lnTo>
                  <a:lnTo>
                    <a:pt x="1298" y="398"/>
                  </a:lnTo>
                  <a:lnTo>
                    <a:pt x="1193" y="314"/>
                  </a:lnTo>
                  <a:lnTo>
                    <a:pt x="1026" y="377"/>
                  </a:lnTo>
                  <a:lnTo>
                    <a:pt x="1026" y="440"/>
                  </a:lnTo>
                  <a:lnTo>
                    <a:pt x="900" y="502"/>
                  </a:lnTo>
                  <a:lnTo>
                    <a:pt x="879" y="419"/>
                  </a:lnTo>
                  <a:lnTo>
                    <a:pt x="796" y="419"/>
                  </a:lnTo>
                  <a:lnTo>
                    <a:pt x="733" y="502"/>
                  </a:lnTo>
                  <a:lnTo>
                    <a:pt x="607" y="398"/>
                  </a:lnTo>
                  <a:lnTo>
                    <a:pt x="524" y="440"/>
                  </a:lnTo>
                  <a:lnTo>
                    <a:pt x="503" y="544"/>
                  </a:lnTo>
                  <a:lnTo>
                    <a:pt x="419" y="544"/>
                  </a:lnTo>
                  <a:lnTo>
                    <a:pt x="377" y="523"/>
                  </a:lnTo>
                  <a:lnTo>
                    <a:pt x="398" y="440"/>
                  </a:lnTo>
                  <a:lnTo>
                    <a:pt x="315" y="419"/>
                  </a:lnTo>
                  <a:lnTo>
                    <a:pt x="189" y="481"/>
                  </a:lnTo>
                  <a:lnTo>
                    <a:pt x="147" y="523"/>
                  </a:lnTo>
                  <a:lnTo>
                    <a:pt x="105" y="586"/>
                  </a:lnTo>
                  <a:lnTo>
                    <a:pt x="63" y="607"/>
                  </a:lnTo>
                  <a:lnTo>
                    <a:pt x="1" y="628"/>
                  </a:lnTo>
                  <a:lnTo>
                    <a:pt x="63" y="712"/>
                  </a:lnTo>
                  <a:lnTo>
                    <a:pt x="252" y="795"/>
                  </a:lnTo>
                  <a:lnTo>
                    <a:pt x="356" y="942"/>
                  </a:lnTo>
                  <a:lnTo>
                    <a:pt x="461" y="1025"/>
                  </a:lnTo>
                  <a:lnTo>
                    <a:pt x="482" y="1151"/>
                  </a:lnTo>
                  <a:lnTo>
                    <a:pt x="419" y="1235"/>
                  </a:lnTo>
                  <a:lnTo>
                    <a:pt x="628" y="1423"/>
                  </a:lnTo>
                  <a:lnTo>
                    <a:pt x="733" y="1632"/>
                  </a:lnTo>
                  <a:lnTo>
                    <a:pt x="984" y="1632"/>
                  </a:lnTo>
                  <a:lnTo>
                    <a:pt x="1131" y="1674"/>
                  </a:lnTo>
                  <a:lnTo>
                    <a:pt x="1256" y="1590"/>
                  </a:lnTo>
                  <a:lnTo>
                    <a:pt x="1423" y="1590"/>
                  </a:lnTo>
                  <a:lnTo>
                    <a:pt x="1507" y="1695"/>
                  </a:lnTo>
                  <a:lnTo>
                    <a:pt x="1654" y="1737"/>
                  </a:lnTo>
                  <a:lnTo>
                    <a:pt x="1675" y="1841"/>
                  </a:lnTo>
                  <a:lnTo>
                    <a:pt x="1654" y="1946"/>
                  </a:lnTo>
                  <a:lnTo>
                    <a:pt x="1842" y="1988"/>
                  </a:lnTo>
                  <a:lnTo>
                    <a:pt x="1842" y="2072"/>
                  </a:lnTo>
                  <a:lnTo>
                    <a:pt x="1758" y="2092"/>
                  </a:lnTo>
                  <a:lnTo>
                    <a:pt x="1675" y="2302"/>
                  </a:lnTo>
                  <a:lnTo>
                    <a:pt x="1633" y="2385"/>
                  </a:lnTo>
                  <a:lnTo>
                    <a:pt x="1507" y="2385"/>
                  </a:lnTo>
                  <a:lnTo>
                    <a:pt x="1340" y="2469"/>
                  </a:lnTo>
                  <a:lnTo>
                    <a:pt x="1256" y="2469"/>
                  </a:lnTo>
                  <a:lnTo>
                    <a:pt x="1256" y="2532"/>
                  </a:lnTo>
                  <a:lnTo>
                    <a:pt x="1403" y="2699"/>
                  </a:lnTo>
                  <a:lnTo>
                    <a:pt x="1319" y="2783"/>
                  </a:lnTo>
                  <a:lnTo>
                    <a:pt x="1340" y="2846"/>
                  </a:lnTo>
                  <a:lnTo>
                    <a:pt x="1423" y="2846"/>
                  </a:lnTo>
                  <a:lnTo>
                    <a:pt x="1507" y="3013"/>
                  </a:lnTo>
                  <a:lnTo>
                    <a:pt x="1675" y="3013"/>
                  </a:lnTo>
                  <a:lnTo>
                    <a:pt x="1863" y="3118"/>
                  </a:lnTo>
                  <a:lnTo>
                    <a:pt x="1968" y="3118"/>
                  </a:lnTo>
                  <a:lnTo>
                    <a:pt x="2114" y="3327"/>
                  </a:lnTo>
                  <a:lnTo>
                    <a:pt x="2281" y="3411"/>
                  </a:lnTo>
                  <a:lnTo>
                    <a:pt x="2407" y="3557"/>
                  </a:lnTo>
                  <a:lnTo>
                    <a:pt x="2386" y="3641"/>
                  </a:lnTo>
                  <a:lnTo>
                    <a:pt x="2574" y="3850"/>
                  </a:lnTo>
                  <a:lnTo>
                    <a:pt x="2616" y="3976"/>
                  </a:lnTo>
                  <a:lnTo>
                    <a:pt x="2700" y="4038"/>
                  </a:lnTo>
                  <a:lnTo>
                    <a:pt x="2825" y="4038"/>
                  </a:lnTo>
                  <a:lnTo>
                    <a:pt x="2909" y="4143"/>
                  </a:lnTo>
                  <a:lnTo>
                    <a:pt x="2909" y="4206"/>
                  </a:lnTo>
                  <a:lnTo>
                    <a:pt x="2993" y="4289"/>
                  </a:lnTo>
                  <a:lnTo>
                    <a:pt x="3035" y="4289"/>
                  </a:lnTo>
                  <a:lnTo>
                    <a:pt x="3118" y="4310"/>
                  </a:lnTo>
                  <a:lnTo>
                    <a:pt x="3097" y="4415"/>
                  </a:lnTo>
                  <a:lnTo>
                    <a:pt x="3139" y="4478"/>
                  </a:lnTo>
                  <a:lnTo>
                    <a:pt x="3286" y="4478"/>
                  </a:lnTo>
                  <a:lnTo>
                    <a:pt x="3348" y="4582"/>
                  </a:lnTo>
                  <a:lnTo>
                    <a:pt x="3411" y="4603"/>
                  </a:lnTo>
                  <a:lnTo>
                    <a:pt x="3516" y="4561"/>
                  </a:lnTo>
                  <a:lnTo>
                    <a:pt x="3558" y="4624"/>
                  </a:lnTo>
                  <a:lnTo>
                    <a:pt x="3495" y="4708"/>
                  </a:lnTo>
                  <a:lnTo>
                    <a:pt x="3453" y="4875"/>
                  </a:lnTo>
                  <a:lnTo>
                    <a:pt x="3516" y="4938"/>
                  </a:lnTo>
                  <a:lnTo>
                    <a:pt x="3600" y="4938"/>
                  </a:lnTo>
                  <a:lnTo>
                    <a:pt x="3600" y="5105"/>
                  </a:lnTo>
                  <a:lnTo>
                    <a:pt x="3432" y="5231"/>
                  </a:lnTo>
                  <a:lnTo>
                    <a:pt x="3453" y="5357"/>
                  </a:lnTo>
                  <a:lnTo>
                    <a:pt x="3495" y="5440"/>
                  </a:lnTo>
                  <a:lnTo>
                    <a:pt x="3516" y="5629"/>
                  </a:lnTo>
                  <a:lnTo>
                    <a:pt x="3411" y="5670"/>
                  </a:lnTo>
                  <a:lnTo>
                    <a:pt x="3390" y="5670"/>
                  </a:lnTo>
                  <a:lnTo>
                    <a:pt x="3453" y="5859"/>
                  </a:lnTo>
                  <a:lnTo>
                    <a:pt x="3558" y="5921"/>
                  </a:lnTo>
                  <a:lnTo>
                    <a:pt x="3662" y="6152"/>
                  </a:lnTo>
                  <a:lnTo>
                    <a:pt x="3641" y="6340"/>
                  </a:lnTo>
                  <a:lnTo>
                    <a:pt x="3662" y="6445"/>
                  </a:lnTo>
                  <a:lnTo>
                    <a:pt x="3641" y="6591"/>
                  </a:lnTo>
                  <a:lnTo>
                    <a:pt x="3662" y="6717"/>
                  </a:lnTo>
                  <a:lnTo>
                    <a:pt x="3558" y="6905"/>
                  </a:lnTo>
                  <a:lnTo>
                    <a:pt x="3495" y="6926"/>
                  </a:lnTo>
                  <a:lnTo>
                    <a:pt x="3453" y="7010"/>
                  </a:lnTo>
                  <a:lnTo>
                    <a:pt x="3307" y="7072"/>
                  </a:lnTo>
                  <a:lnTo>
                    <a:pt x="3139" y="7177"/>
                  </a:lnTo>
                  <a:lnTo>
                    <a:pt x="3076" y="7282"/>
                  </a:lnTo>
                  <a:lnTo>
                    <a:pt x="2867" y="7282"/>
                  </a:lnTo>
                  <a:lnTo>
                    <a:pt x="2763" y="7344"/>
                  </a:lnTo>
                  <a:lnTo>
                    <a:pt x="2784" y="7554"/>
                  </a:lnTo>
                  <a:lnTo>
                    <a:pt x="2909" y="7595"/>
                  </a:lnTo>
                  <a:lnTo>
                    <a:pt x="3014" y="7700"/>
                  </a:lnTo>
                  <a:lnTo>
                    <a:pt x="2993" y="7763"/>
                  </a:lnTo>
                  <a:lnTo>
                    <a:pt x="3035" y="7909"/>
                  </a:lnTo>
                  <a:lnTo>
                    <a:pt x="2867" y="7909"/>
                  </a:lnTo>
                  <a:lnTo>
                    <a:pt x="2825" y="7826"/>
                  </a:lnTo>
                  <a:lnTo>
                    <a:pt x="2721" y="7763"/>
                  </a:lnTo>
                  <a:lnTo>
                    <a:pt x="2449" y="7826"/>
                  </a:lnTo>
                  <a:lnTo>
                    <a:pt x="2386" y="7805"/>
                  </a:lnTo>
                  <a:lnTo>
                    <a:pt x="2260" y="7805"/>
                  </a:lnTo>
                  <a:lnTo>
                    <a:pt x="2198" y="7951"/>
                  </a:lnTo>
                  <a:lnTo>
                    <a:pt x="2072" y="7972"/>
                  </a:lnTo>
                  <a:lnTo>
                    <a:pt x="1968" y="8118"/>
                  </a:lnTo>
                  <a:lnTo>
                    <a:pt x="1988" y="8139"/>
                  </a:lnTo>
                  <a:lnTo>
                    <a:pt x="1988" y="8244"/>
                  </a:lnTo>
                  <a:lnTo>
                    <a:pt x="1988" y="8265"/>
                  </a:lnTo>
                  <a:lnTo>
                    <a:pt x="2093" y="8286"/>
                  </a:lnTo>
                  <a:lnTo>
                    <a:pt x="2156" y="8265"/>
                  </a:lnTo>
                  <a:lnTo>
                    <a:pt x="2198" y="8286"/>
                  </a:lnTo>
                  <a:lnTo>
                    <a:pt x="2281" y="8265"/>
                  </a:lnTo>
                  <a:lnTo>
                    <a:pt x="2407" y="8286"/>
                  </a:lnTo>
                  <a:lnTo>
                    <a:pt x="2491" y="8265"/>
                  </a:lnTo>
                  <a:lnTo>
                    <a:pt x="2449" y="8328"/>
                  </a:lnTo>
                  <a:lnTo>
                    <a:pt x="2281" y="8453"/>
                  </a:lnTo>
                  <a:lnTo>
                    <a:pt x="2198" y="8579"/>
                  </a:lnTo>
                  <a:lnTo>
                    <a:pt x="2198" y="8767"/>
                  </a:lnTo>
                  <a:lnTo>
                    <a:pt x="2177" y="8851"/>
                  </a:lnTo>
                  <a:lnTo>
                    <a:pt x="2240" y="8851"/>
                  </a:lnTo>
                  <a:lnTo>
                    <a:pt x="2198" y="8872"/>
                  </a:lnTo>
                  <a:lnTo>
                    <a:pt x="2198" y="9018"/>
                  </a:lnTo>
                  <a:lnTo>
                    <a:pt x="2281" y="9081"/>
                  </a:lnTo>
                  <a:lnTo>
                    <a:pt x="2344" y="9060"/>
                  </a:lnTo>
                  <a:lnTo>
                    <a:pt x="2344" y="9060"/>
                  </a:lnTo>
                  <a:lnTo>
                    <a:pt x="2281" y="9123"/>
                  </a:lnTo>
                  <a:lnTo>
                    <a:pt x="2177" y="9165"/>
                  </a:lnTo>
                  <a:lnTo>
                    <a:pt x="2072" y="9227"/>
                  </a:lnTo>
                  <a:lnTo>
                    <a:pt x="2240" y="9227"/>
                  </a:lnTo>
                  <a:lnTo>
                    <a:pt x="2470" y="9123"/>
                  </a:lnTo>
                  <a:lnTo>
                    <a:pt x="2470" y="9102"/>
                  </a:lnTo>
                  <a:lnTo>
                    <a:pt x="2491" y="9102"/>
                  </a:lnTo>
                  <a:lnTo>
                    <a:pt x="2574" y="9018"/>
                  </a:lnTo>
                  <a:lnTo>
                    <a:pt x="2595" y="8914"/>
                  </a:lnTo>
                  <a:lnTo>
                    <a:pt x="2616" y="8851"/>
                  </a:lnTo>
                  <a:lnTo>
                    <a:pt x="2700" y="8872"/>
                  </a:lnTo>
                  <a:lnTo>
                    <a:pt x="2721" y="8851"/>
                  </a:lnTo>
                  <a:lnTo>
                    <a:pt x="2867" y="8746"/>
                  </a:lnTo>
                  <a:lnTo>
                    <a:pt x="2909" y="8746"/>
                  </a:lnTo>
                  <a:lnTo>
                    <a:pt x="2930" y="8683"/>
                  </a:lnTo>
                  <a:lnTo>
                    <a:pt x="2993" y="8662"/>
                  </a:lnTo>
                  <a:lnTo>
                    <a:pt x="2972" y="8600"/>
                  </a:lnTo>
                  <a:lnTo>
                    <a:pt x="2972" y="8579"/>
                  </a:lnTo>
                  <a:lnTo>
                    <a:pt x="2930" y="8495"/>
                  </a:lnTo>
                  <a:lnTo>
                    <a:pt x="2993" y="8495"/>
                  </a:lnTo>
                  <a:lnTo>
                    <a:pt x="3035" y="8558"/>
                  </a:lnTo>
                  <a:lnTo>
                    <a:pt x="3097" y="8579"/>
                  </a:lnTo>
                  <a:lnTo>
                    <a:pt x="3139" y="8537"/>
                  </a:lnTo>
                  <a:lnTo>
                    <a:pt x="3139" y="8453"/>
                  </a:lnTo>
                  <a:lnTo>
                    <a:pt x="3035" y="8349"/>
                  </a:lnTo>
                  <a:lnTo>
                    <a:pt x="3160" y="8453"/>
                  </a:lnTo>
                  <a:lnTo>
                    <a:pt x="3244" y="8390"/>
                  </a:lnTo>
                  <a:lnTo>
                    <a:pt x="3223" y="8286"/>
                  </a:lnTo>
                  <a:lnTo>
                    <a:pt x="3244" y="8244"/>
                  </a:lnTo>
                  <a:lnTo>
                    <a:pt x="3097" y="8181"/>
                  </a:lnTo>
                  <a:lnTo>
                    <a:pt x="3160" y="8181"/>
                  </a:lnTo>
                  <a:lnTo>
                    <a:pt x="3223" y="8160"/>
                  </a:lnTo>
                  <a:lnTo>
                    <a:pt x="3223" y="8139"/>
                  </a:lnTo>
                  <a:lnTo>
                    <a:pt x="3139" y="8077"/>
                  </a:lnTo>
                  <a:lnTo>
                    <a:pt x="3244" y="8118"/>
                  </a:lnTo>
                  <a:lnTo>
                    <a:pt x="3286" y="8077"/>
                  </a:lnTo>
                  <a:lnTo>
                    <a:pt x="3307" y="8014"/>
                  </a:lnTo>
                  <a:lnTo>
                    <a:pt x="3307" y="8077"/>
                  </a:lnTo>
                  <a:lnTo>
                    <a:pt x="3286" y="8160"/>
                  </a:lnTo>
                  <a:lnTo>
                    <a:pt x="3307" y="8160"/>
                  </a:lnTo>
                  <a:lnTo>
                    <a:pt x="3411" y="8139"/>
                  </a:lnTo>
                  <a:lnTo>
                    <a:pt x="3495" y="8181"/>
                  </a:lnTo>
                  <a:lnTo>
                    <a:pt x="3620" y="8160"/>
                  </a:lnTo>
                  <a:lnTo>
                    <a:pt x="3872" y="8014"/>
                  </a:lnTo>
                  <a:lnTo>
                    <a:pt x="3955" y="7951"/>
                  </a:lnTo>
                  <a:lnTo>
                    <a:pt x="4060" y="7951"/>
                  </a:lnTo>
                  <a:lnTo>
                    <a:pt x="4060" y="7846"/>
                  </a:lnTo>
                  <a:lnTo>
                    <a:pt x="4164" y="7763"/>
                  </a:lnTo>
                  <a:lnTo>
                    <a:pt x="4269" y="7721"/>
                  </a:lnTo>
                  <a:lnTo>
                    <a:pt x="4395" y="7595"/>
                  </a:lnTo>
                  <a:lnTo>
                    <a:pt x="4457" y="7554"/>
                  </a:lnTo>
                  <a:lnTo>
                    <a:pt x="4478" y="7428"/>
                  </a:lnTo>
                  <a:lnTo>
                    <a:pt x="4541" y="7407"/>
                  </a:lnTo>
                  <a:lnTo>
                    <a:pt x="4604" y="7323"/>
                  </a:lnTo>
                  <a:lnTo>
                    <a:pt x="4583" y="7282"/>
                  </a:lnTo>
                  <a:lnTo>
                    <a:pt x="4604" y="7177"/>
                  </a:lnTo>
                  <a:lnTo>
                    <a:pt x="4541" y="7072"/>
                  </a:lnTo>
                  <a:lnTo>
                    <a:pt x="4646" y="6989"/>
                  </a:lnTo>
                  <a:lnTo>
                    <a:pt x="4646" y="6905"/>
                  </a:lnTo>
                  <a:lnTo>
                    <a:pt x="4688" y="6884"/>
                  </a:lnTo>
                  <a:lnTo>
                    <a:pt x="4688" y="6821"/>
                  </a:lnTo>
                  <a:lnTo>
                    <a:pt x="4646" y="6758"/>
                  </a:lnTo>
                  <a:lnTo>
                    <a:pt x="4646" y="6675"/>
                  </a:lnTo>
                  <a:lnTo>
                    <a:pt x="4688" y="6654"/>
                  </a:lnTo>
                  <a:lnTo>
                    <a:pt x="4709" y="6696"/>
                  </a:lnTo>
                  <a:lnTo>
                    <a:pt x="4709" y="6717"/>
                  </a:lnTo>
                  <a:lnTo>
                    <a:pt x="4729" y="6717"/>
                  </a:lnTo>
                  <a:lnTo>
                    <a:pt x="4771" y="6654"/>
                  </a:lnTo>
                  <a:lnTo>
                    <a:pt x="4688" y="6507"/>
                  </a:lnTo>
                  <a:lnTo>
                    <a:pt x="4667" y="6445"/>
                  </a:lnTo>
                  <a:lnTo>
                    <a:pt x="4604" y="6403"/>
                  </a:lnTo>
                  <a:lnTo>
                    <a:pt x="4604" y="6361"/>
                  </a:lnTo>
                  <a:lnTo>
                    <a:pt x="4583" y="6194"/>
                  </a:lnTo>
                  <a:lnTo>
                    <a:pt x="4604" y="6173"/>
                  </a:lnTo>
                  <a:lnTo>
                    <a:pt x="4562" y="6068"/>
                  </a:lnTo>
                  <a:lnTo>
                    <a:pt x="4583" y="6026"/>
                  </a:lnTo>
                  <a:lnTo>
                    <a:pt x="4583" y="5921"/>
                  </a:lnTo>
                  <a:lnTo>
                    <a:pt x="4541" y="5859"/>
                  </a:lnTo>
                  <a:lnTo>
                    <a:pt x="4499" y="5670"/>
                  </a:lnTo>
                  <a:lnTo>
                    <a:pt x="4457" y="5649"/>
                  </a:lnTo>
                  <a:lnTo>
                    <a:pt x="4437" y="5440"/>
                  </a:lnTo>
                  <a:lnTo>
                    <a:pt x="4332" y="5315"/>
                  </a:lnTo>
                  <a:lnTo>
                    <a:pt x="4353" y="5252"/>
                  </a:lnTo>
                  <a:lnTo>
                    <a:pt x="4332" y="5210"/>
                  </a:lnTo>
                  <a:lnTo>
                    <a:pt x="4332" y="5147"/>
                  </a:lnTo>
                  <a:lnTo>
                    <a:pt x="4185" y="5022"/>
                  </a:lnTo>
                  <a:lnTo>
                    <a:pt x="4185" y="4938"/>
                  </a:lnTo>
                  <a:lnTo>
                    <a:pt x="4164" y="4938"/>
                  </a:lnTo>
                  <a:lnTo>
                    <a:pt x="4144" y="4833"/>
                  </a:lnTo>
                  <a:lnTo>
                    <a:pt x="4060" y="4708"/>
                  </a:lnTo>
                  <a:lnTo>
                    <a:pt x="3809" y="4499"/>
                  </a:lnTo>
                  <a:lnTo>
                    <a:pt x="3746" y="4394"/>
                  </a:lnTo>
                  <a:lnTo>
                    <a:pt x="3453" y="4185"/>
                  </a:lnTo>
                  <a:lnTo>
                    <a:pt x="3139" y="4038"/>
                  </a:lnTo>
                  <a:lnTo>
                    <a:pt x="3139" y="3976"/>
                  </a:lnTo>
                  <a:lnTo>
                    <a:pt x="3014" y="3934"/>
                  </a:lnTo>
                  <a:lnTo>
                    <a:pt x="2784" y="3745"/>
                  </a:lnTo>
                  <a:lnTo>
                    <a:pt x="2763" y="3662"/>
                  </a:lnTo>
                  <a:lnTo>
                    <a:pt x="2721" y="3536"/>
                  </a:lnTo>
                  <a:lnTo>
                    <a:pt x="2721" y="3473"/>
                  </a:lnTo>
                  <a:lnTo>
                    <a:pt x="2721" y="3432"/>
                  </a:lnTo>
                  <a:lnTo>
                    <a:pt x="2679" y="3306"/>
                  </a:lnTo>
                  <a:lnTo>
                    <a:pt x="2595" y="3306"/>
                  </a:lnTo>
                  <a:lnTo>
                    <a:pt x="2470" y="3139"/>
                  </a:lnTo>
                  <a:lnTo>
                    <a:pt x="2281" y="3055"/>
                  </a:lnTo>
                  <a:lnTo>
                    <a:pt x="2177" y="3034"/>
                  </a:lnTo>
                  <a:lnTo>
                    <a:pt x="2281" y="2992"/>
                  </a:lnTo>
                  <a:lnTo>
                    <a:pt x="2281" y="2929"/>
                  </a:lnTo>
                  <a:lnTo>
                    <a:pt x="2177" y="2825"/>
                  </a:lnTo>
                  <a:lnTo>
                    <a:pt x="2240" y="2720"/>
                  </a:lnTo>
                  <a:lnTo>
                    <a:pt x="2281" y="2532"/>
                  </a:lnTo>
                  <a:lnTo>
                    <a:pt x="2260" y="2490"/>
                  </a:lnTo>
                  <a:lnTo>
                    <a:pt x="2198" y="2490"/>
                  </a:lnTo>
                  <a:lnTo>
                    <a:pt x="2198" y="2385"/>
                  </a:lnTo>
                  <a:lnTo>
                    <a:pt x="2260" y="2323"/>
                  </a:lnTo>
                  <a:lnTo>
                    <a:pt x="2281" y="2218"/>
                  </a:lnTo>
                  <a:lnTo>
                    <a:pt x="2344" y="2197"/>
                  </a:lnTo>
                  <a:lnTo>
                    <a:pt x="2365" y="2155"/>
                  </a:lnTo>
                  <a:lnTo>
                    <a:pt x="2386" y="2176"/>
                  </a:lnTo>
                  <a:lnTo>
                    <a:pt x="2449" y="2176"/>
                  </a:lnTo>
                  <a:lnTo>
                    <a:pt x="2553" y="2051"/>
                  </a:lnTo>
                  <a:lnTo>
                    <a:pt x="2574" y="2051"/>
                  </a:lnTo>
                  <a:lnTo>
                    <a:pt x="2616" y="1988"/>
                  </a:lnTo>
                  <a:lnTo>
                    <a:pt x="2574" y="1904"/>
                  </a:lnTo>
                  <a:lnTo>
                    <a:pt x="2595" y="1883"/>
                  </a:lnTo>
                  <a:lnTo>
                    <a:pt x="2595" y="1800"/>
                  </a:lnTo>
                  <a:lnTo>
                    <a:pt x="2595" y="1737"/>
                  </a:lnTo>
                  <a:lnTo>
                    <a:pt x="2574" y="1674"/>
                  </a:lnTo>
                  <a:lnTo>
                    <a:pt x="2616" y="1632"/>
                  </a:lnTo>
                  <a:lnTo>
                    <a:pt x="2616" y="1548"/>
                  </a:lnTo>
                  <a:lnTo>
                    <a:pt x="2679" y="1548"/>
                  </a:lnTo>
                  <a:lnTo>
                    <a:pt x="2700" y="1590"/>
                  </a:lnTo>
                  <a:lnTo>
                    <a:pt x="2721" y="1590"/>
                  </a:lnTo>
                  <a:lnTo>
                    <a:pt x="2804" y="1548"/>
                  </a:lnTo>
                  <a:lnTo>
                    <a:pt x="2888" y="1528"/>
                  </a:lnTo>
                  <a:lnTo>
                    <a:pt x="2930" y="1548"/>
                  </a:lnTo>
                  <a:lnTo>
                    <a:pt x="2972" y="1528"/>
                  </a:lnTo>
                  <a:lnTo>
                    <a:pt x="3014" y="1465"/>
                  </a:lnTo>
                  <a:lnTo>
                    <a:pt x="2993" y="1381"/>
                  </a:lnTo>
                  <a:lnTo>
                    <a:pt x="3014" y="1339"/>
                  </a:lnTo>
                  <a:lnTo>
                    <a:pt x="3118" y="1318"/>
                  </a:lnTo>
                  <a:lnTo>
                    <a:pt x="3223" y="1339"/>
                  </a:lnTo>
                  <a:lnTo>
                    <a:pt x="3328" y="1256"/>
                  </a:lnTo>
                  <a:lnTo>
                    <a:pt x="3390" y="1256"/>
                  </a:lnTo>
                  <a:lnTo>
                    <a:pt x="3432" y="1235"/>
                  </a:lnTo>
                  <a:lnTo>
                    <a:pt x="3495" y="1172"/>
                  </a:lnTo>
                  <a:lnTo>
                    <a:pt x="3453" y="1130"/>
                  </a:lnTo>
                  <a:lnTo>
                    <a:pt x="3348" y="1067"/>
                  </a:lnTo>
                  <a:lnTo>
                    <a:pt x="3286" y="1109"/>
                  </a:lnTo>
                  <a:lnTo>
                    <a:pt x="3223" y="1046"/>
                  </a:lnTo>
                  <a:lnTo>
                    <a:pt x="3118" y="1109"/>
                  </a:lnTo>
                  <a:lnTo>
                    <a:pt x="3014" y="1025"/>
                  </a:lnTo>
                  <a:lnTo>
                    <a:pt x="2888" y="1004"/>
                  </a:lnTo>
                  <a:lnTo>
                    <a:pt x="2867" y="900"/>
                  </a:lnTo>
                  <a:lnTo>
                    <a:pt x="2616" y="816"/>
                  </a:lnTo>
                  <a:lnTo>
                    <a:pt x="2595" y="712"/>
                  </a:lnTo>
                  <a:lnTo>
                    <a:pt x="2512" y="691"/>
                  </a:lnTo>
                  <a:lnTo>
                    <a:pt x="2574" y="481"/>
                  </a:lnTo>
                  <a:lnTo>
                    <a:pt x="2679" y="440"/>
                  </a:lnTo>
                  <a:lnTo>
                    <a:pt x="2679" y="335"/>
                  </a:lnTo>
                  <a:lnTo>
                    <a:pt x="2595" y="272"/>
                  </a:lnTo>
                  <a:lnTo>
                    <a:pt x="2449" y="314"/>
                  </a:lnTo>
                  <a:lnTo>
                    <a:pt x="2386" y="272"/>
                  </a:lnTo>
                  <a:lnTo>
                    <a:pt x="2114" y="272"/>
                  </a:lnTo>
                  <a:lnTo>
                    <a:pt x="2072" y="188"/>
                  </a:lnTo>
                  <a:lnTo>
                    <a:pt x="1947" y="168"/>
                  </a:lnTo>
                  <a:lnTo>
                    <a:pt x="1947" y="84"/>
                  </a:lnTo>
                  <a:lnTo>
                    <a:pt x="182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45"/>
            <p:cNvSpPr/>
            <p:nvPr/>
          </p:nvSpPr>
          <p:spPr>
            <a:xfrm>
              <a:off x="4450186" y="3045644"/>
              <a:ext cx="36139" cy="29750"/>
            </a:xfrm>
            <a:custGeom>
              <a:avLst/>
              <a:gdLst/>
              <a:ahLst/>
              <a:cxnLst/>
              <a:rect l="l" t="t" r="r" b="b"/>
              <a:pathLst>
                <a:path w="3035" h="2616" extrusionOk="0">
                  <a:moveTo>
                    <a:pt x="2407" y="0"/>
                  </a:moveTo>
                  <a:lnTo>
                    <a:pt x="2239" y="42"/>
                  </a:lnTo>
                  <a:lnTo>
                    <a:pt x="2135" y="126"/>
                  </a:lnTo>
                  <a:lnTo>
                    <a:pt x="2260" y="251"/>
                  </a:lnTo>
                  <a:lnTo>
                    <a:pt x="2239" y="356"/>
                  </a:lnTo>
                  <a:lnTo>
                    <a:pt x="2260" y="460"/>
                  </a:lnTo>
                  <a:lnTo>
                    <a:pt x="2260" y="544"/>
                  </a:lnTo>
                  <a:lnTo>
                    <a:pt x="2072" y="481"/>
                  </a:lnTo>
                  <a:lnTo>
                    <a:pt x="1967" y="314"/>
                  </a:lnTo>
                  <a:lnTo>
                    <a:pt x="1821" y="314"/>
                  </a:lnTo>
                  <a:lnTo>
                    <a:pt x="1758" y="230"/>
                  </a:lnTo>
                  <a:lnTo>
                    <a:pt x="1632" y="126"/>
                  </a:lnTo>
                  <a:lnTo>
                    <a:pt x="1549" y="167"/>
                  </a:lnTo>
                  <a:lnTo>
                    <a:pt x="1444" y="105"/>
                  </a:lnTo>
                  <a:lnTo>
                    <a:pt x="1298" y="126"/>
                  </a:lnTo>
                  <a:lnTo>
                    <a:pt x="1151" y="63"/>
                  </a:lnTo>
                  <a:lnTo>
                    <a:pt x="1026" y="63"/>
                  </a:lnTo>
                  <a:lnTo>
                    <a:pt x="879" y="146"/>
                  </a:lnTo>
                  <a:lnTo>
                    <a:pt x="816" y="105"/>
                  </a:lnTo>
                  <a:lnTo>
                    <a:pt x="670" y="105"/>
                  </a:lnTo>
                  <a:lnTo>
                    <a:pt x="398" y="167"/>
                  </a:lnTo>
                  <a:lnTo>
                    <a:pt x="272" y="167"/>
                  </a:lnTo>
                  <a:lnTo>
                    <a:pt x="168" y="335"/>
                  </a:lnTo>
                  <a:lnTo>
                    <a:pt x="105" y="523"/>
                  </a:lnTo>
                  <a:lnTo>
                    <a:pt x="42" y="649"/>
                  </a:lnTo>
                  <a:lnTo>
                    <a:pt x="0" y="858"/>
                  </a:lnTo>
                  <a:lnTo>
                    <a:pt x="63" y="1088"/>
                  </a:lnTo>
                  <a:lnTo>
                    <a:pt x="168" y="1151"/>
                  </a:lnTo>
                  <a:lnTo>
                    <a:pt x="210" y="1255"/>
                  </a:lnTo>
                  <a:lnTo>
                    <a:pt x="189" y="1486"/>
                  </a:lnTo>
                  <a:lnTo>
                    <a:pt x="189" y="1569"/>
                  </a:lnTo>
                  <a:lnTo>
                    <a:pt x="272" y="1632"/>
                  </a:lnTo>
                  <a:lnTo>
                    <a:pt x="272" y="1779"/>
                  </a:lnTo>
                  <a:lnTo>
                    <a:pt x="356" y="1820"/>
                  </a:lnTo>
                  <a:lnTo>
                    <a:pt x="356" y="1925"/>
                  </a:lnTo>
                  <a:lnTo>
                    <a:pt x="419" y="2051"/>
                  </a:lnTo>
                  <a:lnTo>
                    <a:pt x="482" y="2030"/>
                  </a:lnTo>
                  <a:lnTo>
                    <a:pt x="523" y="2113"/>
                  </a:lnTo>
                  <a:lnTo>
                    <a:pt x="503" y="2218"/>
                  </a:lnTo>
                  <a:lnTo>
                    <a:pt x="565" y="2260"/>
                  </a:lnTo>
                  <a:lnTo>
                    <a:pt x="565" y="2364"/>
                  </a:lnTo>
                  <a:lnTo>
                    <a:pt x="733" y="2364"/>
                  </a:lnTo>
                  <a:lnTo>
                    <a:pt x="733" y="2260"/>
                  </a:lnTo>
                  <a:lnTo>
                    <a:pt x="795" y="2218"/>
                  </a:lnTo>
                  <a:lnTo>
                    <a:pt x="837" y="2155"/>
                  </a:lnTo>
                  <a:lnTo>
                    <a:pt x="837" y="2239"/>
                  </a:lnTo>
                  <a:lnTo>
                    <a:pt x="900" y="2323"/>
                  </a:lnTo>
                  <a:lnTo>
                    <a:pt x="879" y="2406"/>
                  </a:lnTo>
                  <a:lnTo>
                    <a:pt x="816" y="2469"/>
                  </a:lnTo>
                  <a:lnTo>
                    <a:pt x="837" y="2553"/>
                  </a:lnTo>
                  <a:lnTo>
                    <a:pt x="879" y="2574"/>
                  </a:lnTo>
                  <a:lnTo>
                    <a:pt x="921" y="2574"/>
                  </a:lnTo>
                  <a:lnTo>
                    <a:pt x="1026" y="2511"/>
                  </a:lnTo>
                  <a:lnTo>
                    <a:pt x="1026" y="2469"/>
                  </a:lnTo>
                  <a:lnTo>
                    <a:pt x="1088" y="2532"/>
                  </a:lnTo>
                  <a:lnTo>
                    <a:pt x="1214" y="2553"/>
                  </a:lnTo>
                  <a:lnTo>
                    <a:pt x="1235" y="2532"/>
                  </a:lnTo>
                  <a:lnTo>
                    <a:pt x="1340" y="2615"/>
                  </a:lnTo>
                  <a:lnTo>
                    <a:pt x="1444" y="2469"/>
                  </a:lnTo>
                  <a:lnTo>
                    <a:pt x="1570" y="2448"/>
                  </a:lnTo>
                  <a:lnTo>
                    <a:pt x="1632" y="2302"/>
                  </a:lnTo>
                  <a:lnTo>
                    <a:pt x="1758" y="2302"/>
                  </a:lnTo>
                  <a:lnTo>
                    <a:pt x="1821" y="2323"/>
                  </a:lnTo>
                  <a:lnTo>
                    <a:pt x="2093" y="2260"/>
                  </a:lnTo>
                  <a:lnTo>
                    <a:pt x="2197" y="2323"/>
                  </a:lnTo>
                  <a:lnTo>
                    <a:pt x="2239" y="2406"/>
                  </a:lnTo>
                  <a:lnTo>
                    <a:pt x="2407" y="2406"/>
                  </a:lnTo>
                  <a:lnTo>
                    <a:pt x="2365" y="2260"/>
                  </a:lnTo>
                  <a:lnTo>
                    <a:pt x="2386" y="2197"/>
                  </a:lnTo>
                  <a:lnTo>
                    <a:pt x="2281" y="2092"/>
                  </a:lnTo>
                  <a:lnTo>
                    <a:pt x="2156" y="2051"/>
                  </a:lnTo>
                  <a:lnTo>
                    <a:pt x="2135" y="1841"/>
                  </a:lnTo>
                  <a:lnTo>
                    <a:pt x="2239" y="1779"/>
                  </a:lnTo>
                  <a:lnTo>
                    <a:pt x="2448" y="1779"/>
                  </a:lnTo>
                  <a:lnTo>
                    <a:pt x="2511" y="1674"/>
                  </a:lnTo>
                  <a:lnTo>
                    <a:pt x="2679" y="1569"/>
                  </a:lnTo>
                  <a:lnTo>
                    <a:pt x="2825" y="1507"/>
                  </a:lnTo>
                  <a:lnTo>
                    <a:pt x="2867" y="1423"/>
                  </a:lnTo>
                  <a:lnTo>
                    <a:pt x="2930" y="1402"/>
                  </a:lnTo>
                  <a:lnTo>
                    <a:pt x="3034" y="1214"/>
                  </a:lnTo>
                  <a:lnTo>
                    <a:pt x="3013" y="1088"/>
                  </a:lnTo>
                  <a:lnTo>
                    <a:pt x="3034" y="942"/>
                  </a:lnTo>
                  <a:lnTo>
                    <a:pt x="3013" y="837"/>
                  </a:lnTo>
                  <a:lnTo>
                    <a:pt x="3034" y="649"/>
                  </a:lnTo>
                  <a:lnTo>
                    <a:pt x="2930" y="418"/>
                  </a:lnTo>
                  <a:lnTo>
                    <a:pt x="2825" y="356"/>
                  </a:lnTo>
                  <a:lnTo>
                    <a:pt x="2762" y="167"/>
                  </a:lnTo>
                  <a:lnTo>
                    <a:pt x="2679" y="167"/>
                  </a:lnTo>
                  <a:lnTo>
                    <a:pt x="2574" y="126"/>
                  </a:lnTo>
                  <a:lnTo>
                    <a:pt x="2469" y="105"/>
                  </a:lnTo>
                  <a:lnTo>
                    <a:pt x="240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45"/>
            <p:cNvSpPr/>
            <p:nvPr/>
          </p:nvSpPr>
          <p:spPr>
            <a:xfrm>
              <a:off x="4429753" y="2990191"/>
              <a:ext cx="55822" cy="61650"/>
            </a:xfrm>
            <a:custGeom>
              <a:avLst/>
              <a:gdLst/>
              <a:ahLst/>
              <a:cxnLst/>
              <a:rect l="l" t="t" r="r" b="b"/>
              <a:pathLst>
                <a:path w="4688" h="5421" extrusionOk="0">
                  <a:moveTo>
                    <a:pt x="879" y="1"/>
                  </a:moveTo>
                  <a:lnTo>
                    <a:pt x="879" y="85"/>
                  </a:lnTo>
                  <a:lnTo>
                    <a:pt x="817" y="126"/>
                  </a:lnTo>
                  <a:lnTo>
                    <a:pt x="817" y="336"/>
                  </a:lnTo>
                  <a:lnTo>
                    <a:pt x="859" y="440"/>
                  </a:lnTo>
                  <a:lnTo>
                    <a:pt x="859" y="587"/>
                  </a:lnTo>
                  <a:lnTo>
                    <a:pt x="879" y="733"/>
                  </a:lnTo>
                  <a:lnTo>
                    <a:pt x="775" y="712"/>
                  </a:lnTo>
                  <a:lnTo>
                    <a:pt x="649" y="754"/>
                  </a:lnTo>
                  <a:lnTo>
                    <a:pt x="587" y="649"/>
                  </a:lnTo>
                  <a:lnTo>
                    <a:pt x="524" y="608"/>
                  </a:lnTo>
                  <a:lnTo>
                    <a:pt x="419" y="712"/>
                  </a:lnTo>
                  <a:lnTo>
                    <a:pt x="252" y="733"/>
                  </a:lnTo>
                  <a:lnTo>
                    <a:pt x="231" y="838"/>
                  </a:lnTo>
                  <a:lnTo>
                    <a:pt x="189" y="942"/>
                  </a:lnTo>
                  <a:lnTo>
                    <a:pt x="231" y="1026"/>
                  </a:lnTo>
                  <a:lnTo>
                    <a:pt x="105" y="1110"/>
                  </a:lnTo>
                  <a:lnTo>
                    <a:pt x="43" y="1110"/>
                  </a:lnTo>
                  <a:lnTo>
                    <a:pt x="1" y="1256"/>
                  </a:lnTo>
                  <a:lnTo>
                    <a:pt x="43" y="1382"/>
                  </a:lnTo>
                  <a:lnTo>
                    <a:pt x="210" y="1361"/>
                  </a:lnTo>
                  <a:lnTo>
                    <a:pt x="315" y="1486"/>
                  </a:lnTo>
                  <a:lnTo>
                    <a:pt x="335" y="1675"/>
                  </a:lnTo>
                  <a:lnTo>
                    <a:pt x="252" y="1758"/>
                  </a:lnTo>
                  <a:lnTo>
                    <a:pt x="335" y="1884"/>
                  </a:lnTo>
                  <a:lnTo>
                    <a:pt x="440" y="1947"/>
                  </a:lnTo>
                  <a:lnTo>
                    <a:pt x="524" y="1863"/>
                  </a:lnTo>
                  <a:lnTo>
                    <a:pt x="733" y="1863"/>
                  </a:lnTo>
                  <a:lnTo>
                    <a:pt x="754" y="1968"/>
                  </a:lnTo>
                  <a:lnTo>
                    <a:pt x="670" y="2093"/>
                  </a:lnTo>
                  <a:lnTo>
                    <a:pt x="754" y="2198"/>
                  </a:lnTo>
                  <a:lnTo>
                    <a:pt x="733" y="2281"/>
                  </a:lnTo>
                  <a:lnTo>
                    <a:pt x="670" y="2386"/>
                  </a:lnTo>
                  <a:lnTo>
                    <a:pt x="733" y="2512"/>
                  </a:lnTo>
                  <a:lnTo>
                    <a:pt x="733" y="2721"/>
                  </a:lnTo>
                  <a:lnTo>
                    <a:pt x="733" y="3014"/>
                  </a:lnTo>
                  <a:lnTo>
                    <a:pt x="879" y="2930"/>
                  </a:lnTo>
                  <a:lnTo>
                    <a:pt x="1047" y="2909"/>
                  </a:lnTo>
                  <a:lnTo>
                    <a:pt x="1047" y="2784"/>
                  </a:lnTo>
                  <a:lnTo>
                    <a:pt x="1235" y="2700"/>
                  </a:lnTo>
                  <a:lnTo>
                    <a:pt x="1444" y="2805"/>
                  </a:lnTo>
                  <a:lnTo>
                    <a:pt x="1549" y="2805"/>
                  </a:lnTo>
                  <a:lnTo>
                    <a:pt x="1633" y="2930"/>
                  </a:lnTo>
                  <a:lnTo>
                    <a:pt x="1884" y="2909"/>
                  </a:lnTo>
                  <a:lnTo>
                    <a:pt x="2009" y="2637"/>
                  </a:lnTo>
                  <a:lnTo>
                    <a:pt x="2198" y="2595"/>
                  </a:lnTo>
                  <a:lnTo>
                    <a:pt x="2449" y="2679"/>
                  </a:lnTo>
                  <a:lnTo>
                    <a:pt x="2532" y="2826"/>
                  </a:lnTo>
                  <a:lnTo>
                    <a:pt x="2804" y="3014"/>
                  </a:lnTo>
                  <a:lnTo>
                    <a:pt x="2930" y="3118"/>
                  </a:lnTo>
                  <a:lnTo>
                    <a:pt x="2972" y="3244"/>
                  </a:lnTo>
                  <a:lnTo>
                    <a:pt x="2972" y="3328"/>
                  </a:lnTo>
                  <a:lnTo>
                    <a:pt x="2930" y="3411"/>
                  </a:lnTo>
                  <a:lnTo>
                    <a:pt x="2972" y="3537"/>
                  </a:lnTo>
                  <a:lnTo>
                    <a:pt x="2972" y="3725"/>
                  </a:lnTo>
                  <a:lnTo>
                    <a:pt x="2951" y="3788"/>
                  </a:lnTo>
                  <a:lnTo>
                    <a:pt x="3056" y="3872"/>
                  </a:lnTo>
                  <a:lnTo>
                    <a:pt x="3160" y="3997"/>
                  </a:lnTo>
                  <a:lnTo>
                    <a:pt x="3286" y="3997"/>
                  </a:lnTo>
                  <a:lnTo>
                    <a:pt x="3369" y="4060"/>
                  </a:lnTo>
                  <a:lnTo>
                    <a:pt x="3348" y="4102"/>
                  </a:lnTo>
                  <a:lnTo>
                    <a:pt x="3495" y="4206"/>
                  </a:lnTo>
                  <a:lnTo>
                    <a:pt x="3495" y="4290"/>
                  </a:lnTo>
                  <a:lnTo>
                    <a:pt x="3474" y="4416"/>
                  </a:lnTo>
                  <a:lnTo>
                    <a:pt x="3474" y="4499"/>
                  </a:lnTo>
                  <a:lnTo>
                    <a:pt x="3453" y="4604"/>
                  </a:lnTo>
                  <a:lnTo>
                    <a:pt x="3474" y="4688"/>
                  </a:lnTo>
                  <a:lnTo>
                    <a:pt x="3474" y="4897"/>
                  </a:lnTo>
                  <a:lnTo>
                    <a:pt x="3390" y="4981"/>
                  </a:lnTo>
                  <a:lnTo>
                    <a:pt x="3348" y="5002"/>
                  </a:lnTo>
                  <a:lnTo>
                    <a:pt x="3474" y="5106"/>
                  </a:lnTo>
                  <a:lnTo>
                    <a:pt x="3537" y="5190"/>
                  </a:lnTo>
                  <a:lnTo>
                    <a:pt x="3683" y="5190"/>
                  </a:lnTo>
                  <a:lnTo>
                    <a:pt x="3788" y="5357"/>
                  </a:lnTo>
                  <a:lnTo>
                    <a:pt x="3976" y="5420"/>
                  </a:lnTo>
                  <a:lnTo>
                    <a:pt x="3976" y="5336"/>
                  </a:lnTo>
                  <a:lnTo>
                    <a:pt x="3955" y="5232"/>
                  </a:lnTo>
                  <a:lnTo>
                    <a:pt x="3976" y="5127"/>
                  </a:lnTo>
                  <a:lnTo>
                    <a:pt x="3851" y="5002"/>
                  </a:lnTo>
                  <a:lnTo>
                    <a:pt x="3955" y="4918"/>
                  </a:lnTo>
                  <a:lnTo>
                    <a:pt x="4123" y="4876"/>
                  </a:lnTo>
                  <a:lnTo>
                    <a:pt x="4185" y="4981"/>
                  </a:lnTo>
                  <a:lnTo>
                    <a:pt x="4290" y="5002"/>
                  </a:lnTo>
                  <a:lnTo>
                    <a:pt x="4395" y="5043"/>
                  </a:lnTo>
                  <a:lnTo>
                    <a:pt x="4499" y="5043"/>
                  </a:lnTo>
                  <a:lnTo>
                    <a:pt x="4604" y="5002"/>
                  </a:lnTo>
                  <a:lnTo>
                    <a:pt x="4583" y="4813"/>
                  </a:lnTo>
                  <a:lnTo>
                    <a:pt x="4541" y="4730"/>
                  </a:lnTo>
                  <a:lnTo>
                    <a:pt x="4520" y="4604"/>
                  </a:lnTo>
                  <a:lnTo>
                    <a:pt x="4688" y="4478"/>
                  </a:lnTo>
                  <a:lnTo>
                    <a:pt x="4688" y="4311"/>
                  </a:lnTo>
                  <a:lnTo>
                    <a:pt x="4604" y="4311"/>
                  </a:lnTo>
                  <a:lnTo>
                    <a:pt x="4541" y="4248"/>
                  </a:lnTo>
                  <a:lnTo>
                    <a:pt x="4583" y="4081"/>
                  </a:lnTo>
                  <a:lnTo>
                    <a:pt x="4646" y="3997"/>
                  </a:lnTo>
                  <a:lnTo>
                    <a:pt x="4604" y="3934"/>
                  </a:lnTo>
                  <a:lnTo>
                    <a:pt x="4499" y="3976"/>
                  </a:lnTo>
                  <a:lnTo>
                    <a:pt x="4436" y="3955"/>
                  </a:lnTo>
                  <a:lnTo>
                    <a:pt x="4374" y="3851"/>
                  </a:lnTo>
                  <a:lnTo>
                    <a:pt x="4227" y="3851"/>
                  </a:lnTo>
                  <a:lnTo>
                    <a:pt x="4185" y="3788"/>
                  </a:lnTo>
                  <a:lnTo>
                    <a:pt x="4206" y="3683"/>
                  </a:lnTo>
                  <a:lnTo>
                    <a:pt x="4123" y="3662"/>
                  </a:lnTo>
                  <a:lnTo>
                    <a:pt x="4081" y="3662"/>
                  </a:lnTo>
                  <a:lnTo>
                    <a:pt x="3997" y="3579"/>
                  </a:lnTo>
                  <a:lnTo>
                    <a:pt x="3997" y="3516"/>
                  </a:lnTo>
                  <a:lnTo>
                    <a:pt x="3913" y="3411"/>
                  </a:lnTo>
                  <a:lnTo>
                    <a:pt x="3788" y="3411"/>
                  </a:lnTo>
                  <a:lnTo>
                    <a:pt x="3704" y="3349"/>
                  </a:lnTo>
                  <a:lnTo>
                    <a:pt x="3662" y="3223"/>
                  </a:lnTo>
                  <a:lnTo>
                    <a:pt x="3474" y="3014"/>
                  </a:lnTo>
                  <a:lnTo>
                    <a:pt x="3495" y="2930"/>
                  </a:lnTo>
                  <a:lnTo>
                    <a:pt x="3369" y="2784"/>
                  </a:lnTo>
                  <a:lnTo>
                    <a:pt x="3202" y="2700"/>
                  </a:lnTo>
                  <a:lnTo>
                    <a:pt x="3056" y="2491"/>
                  </a:lnTo>
                  <a:lnTo>
                    <a:pt x="2951" y="2491"/>
                  </a:lnTo>
                  <a:lnTo>
                    <a:pt x="2763" y="2386"/>
                  </a:lnTo>
                  <a:lnTo>
                    <a:pt x="2595" y="2386"/>
                  </a:lnTo>
                  <a:lnTo>
                    <a:pt x="2511" y="2219"/>
                  </a:lnTo>
                  <a:lnTo>
                    <a:pt x="2428" y="2219"/>
                  </a:lnTo>
                  <a:lnTo>
                    <a:pt x="2407" y="2156"/>
                  </a:lnTo>
                  <a:lnTo>
                    <a:pt x="2491" y="2072"/>
                  </a:lnTo>
                  <a:lnTo>
                    <a:pt x="2344" y="1905"/>
                  </a:lnTo>
                  <a:lnTo>
                    <a:pt x="2344" y="1842"/>
                  </a:lnTo>
                  <a:lnTo>
                    <a:pt x="2428" y="1842"/>
                  </a:lnTo>
                  <a:lnTo>
                    <a:pt x="2595" y="1758"/>
                  </a:lnTo>
                  <a:lnTo>
                    <a:pt x="2721" y="1758"/>
                  </a:lnTo>
                  <a:lnTo>
                    <a:pt x="2763" y="1675"/>
                  </a:lnTo>
                  <a:lnTo>
                    <a:pt x="2846" y="1465"/>
                  </a:lnTo>
                  <a:lnTo>
                    <a:pt x="2930" y="1445"/>
                  </a:lnTo>
                  <a:lnTo>
                    <a:pt x="2930" y="1361"/>
                  </a:lnTo>
                  <a:lnTo>
                    <a:pt x="2742" y="1319"/>
                  </a:lnTo>
                  <a:lnTo>
                    <a:pt x="2763" y="1214"/>
                  </a:lnTo>
                  <a:lnTo>
                    <a:pt x="2742" y="1110"/>
                  </a:lnTo>
                  <a:lnTo>
                    <a:pt x="2595" y="1068"/>
                  </a:lnTo>
                  <a:lnTo>
                    <a:pt x="2511" y="963"/>
                  </a:lnTo>
                  <a:lnTo>
                    <a:pt x="2344" y="963"/>
                  </a:lnTo>
                  <a:lnTo>
                    <a:pt x="2219" y="1047"/>
                  </a:lnTo>
                  <a:lnTo>
                    <a:pt x="2072" y="1005"/>
                  </a:lnTo>
                  <a:lnTo>
                    <a:pt x="1821" y="1005"/>
                  </a:lnTo>
                  <a:lnTo>
                    <a:pt x="1716" y="796"/>
                  </a:lnTo>
                  <a:lnTo>
                    <a:pt x="1507" y="608"/>
                  </a:lnTo>
                  <a:lnTo>
                    <a:pt x="1570" y="524"/>
                  </a:lnTo>
                  <a:lnTo>
                    <a:pt x="1549" y="398"/>
                  </a:lnTo>
                  <a:lnTo>
                    <a:pt x="1444" y="315"/>
                  </a:lnTo>
                  <a:lnTo>
                    <a:pt x="1340" y="168"/>
                  </a:lnTo>
                  <a:lnTo>
                    <a:pt x="1151" y="85"/>
                  </a:lnTo>
                  <a:lnTo>
                    <a:pt x="10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45"/>
            <p:cNvSpPr/>
            <p:nvPr/>
          </p:nvSpPr>
          <p:spPr>
            <a:xfrm>
              <a:off x="4413309" y="3004475"/>
              <a:ext cx="58061" cy="103285"/>
            </a:xfrm>
            <a:custGeom>
              <a:avLst/>
              <a:gdLst/>
              <a:ahLst/>
              <a:cxnLst/>
              <a:rect l="l" t="t" r="r" b="b"/>
              <a:pathLst>
                <a:path w="4876" h="9082" extrusionOk="0">
                  <a:moveTo>
                    <a:pt x="1361" y="0"/>
                  </a:moveTo>
                  <a:lnTo>
                    <a:pt x="1193" y="21"/>
                  </a:lnTo>
                  <a:lnTo>
                    <a:pt x="1068" y="63"/>
                  </a:lnTo>
                  <a:lnTo>
                    <a:pt x="1068" y="126"/>
                  </a:lnTo>
                  <a:lnTo>
                    <a:pt x="1110" y="209"/>
                  </a:lnTo>
                  <a:lnTo>
                    <a:pt x="1089" y="293"/>
                  </a:lnTo>
                  <a:lnTo>
                    <a:pt x="921" y="272"/>
                  </a:lnTo>
                  <a:lnTo>
                    <a:pt x="859" y="314"/>
                  </a:lnTo>
                  <a:lnTo>
                    <a:pt x="859" y="481"/>
                  </a:lnTo>
                  <a:lnTo>
                    <a:pt x="838" y="523"/>
                  </a:lnTo>
                  <a:lnTo>
                    <a:pt x="691" y="523"/>
                  </a:lnTo>
                  <a:lnTo>
                    <a:pt x="566" y="628"/>
                  </a:lnTo>
                  <a:lnTo>
                    <a:pt x="335" y="544"/>
                  </a:lnTo>
                  <a:lnTo>
                    <a:pt x="252" y="691"/>
                  </a:lnTo>
                  <a:lnTo>
                    <a:pt x="273" y="858"/>
                  </a:lnTo>
                  <a:lnTo>
                    <a:pt x="210" y="942"/>
                  </a:lnTo>
                  <a:lnTo>
                    <a:pt x="210" y="1130"/>
                  </a:lnTo>
                  <a:lnTo>
                    <a:pt x="231" y="1214"/>
                  </a:lnTo>
                  <a:lnTo>
                    <a:pt x="126" y="1277"/>
                  </a:lnTo>
                  <a:lnTo>
                    <a:pt x="1" y="1360"/>
                  </a:lnTo>
                  <a:lnTo>
                    <a:pt x="1" y="1444"/>
                  </a:lnTo>
                  <a:lnTo>
                    <a:pt x="63" y="1465"/>
                  </a:lnTo>
                  <a:lnTo>
                    <a:pt x="168" y="1653"/>
                  </a:lnTo>
                  <a:lnTo>
                    <a:pt x="252" y="1737"/>
                  </a:lnTo>
                  <a:lnTo>
                    <a:pt x="315" y="1800"/>
                  </a:lnTo>
                  <a:lnTo>
                    <a:pt x="440" y="1904"/>
                  </a:lnTo>
                  <a:lnTo>
                    <a:pt x="587" y="2197"/>
                  </a:lnTo>
                  <a:lnTo>
                    <a:pt x="670" y="2260"/>
                  </a:lnTo>
                  <a:lnTo>
                    <a:pt x="754" y="2386"/>
                  </a:lnTo>
                  <a:lnTo>
                    <a:pt x="754" y="2511"/>
                  </a:lnTo>
                  <a:lnTo>
                    <a:pt x="879" y="2574"/>
                  </a:lnTo>
                  <a:lnTo>
                    <a:pt x="879" y="2699"/>
                  </a:lnTo>
                  <a:lnTo>
                    <a:pt x="775" y="2741"/>
                  </a:lnTo>
                  <a:lnTo>
                    <a:pt x="754" y="2825"/>
                  </a:lnTo>
                  <a:lnTo>
                    <a:pt x="796" y="3118"/>
                  </a:lnTo>
                  <a:lnTo>
                    <a:pt x="775" y="3222"/>
                  </a:lnTo>
                  <a:lnTo>
                    <a:pt x="670" y="3264"/>
                  </a:lnTo>
                  <a:lnTo>
                    <a:pt x="754" y="3474"/>
                  </a:lnTo>
                  <a:lnTo>
                    <a:pt x="754" y="3578"/>
                  </a:lnTo>
                  <a:lnTo>
                    <a:pt x="900" y="3766"/>
                  </a:lnTo>
                  <a:lnTo>
                    <a:pt x="1089" y="3892"/>
                  </a:lnTo>
                  <a:lnTo>
                    <a:pt x="1256" y="4059"/>
                  </a:lnTo>
                  <a:lnTo>
                    <a:pt x="1298" y="4311"/>
                  </a:lnTo>
                  <a:lnTo>
                    <a:pt x="1277" y="4394"/>
                  </a:lnTo>
                  <a:lnTo>
                    <a:pt x="1298" y="4520"/>
                  </a:lnTo>
                  <a:lnTo>
                    <a:pt x="1277" y="4624"/>
                  </a:lnTo>
                  <a:lnTo>
                    <a:pt x="1361" y="4708"/>
                  </a:lnTo>
                  <a:lnTo>
                    <a:pt x="1382" y="4896"/>
                  </a:lnTo>
                  <a:lnTo>
                    <a:pt x="1424" y="5001"/>
                  </a:lnTo>
                  <a:lnTo>
                    <a:pt x="1403" y="5147"/>
                  </a:lnTo>
                  <a:lnTo>
                    <a:pt x="1486" y="5294"/>
                  </a:lnTo>
                  <a:lnTo>
                    <a:pt x="1486" y="5461"/>
                  </a:lnTo>
                  <a:lnTo>
                    <a:pt x="1403" y="5524"/>
                  </a:lnTo>
                  <a:lnTo>
                    <a:pt x="1277" y="5880"/>
                  </a:lnTo>
                  <a:lnTo>
                    <a:pt x="1152" y="5963"/>
                  </a:lnTo>
                  <a:lnTo>
                    <a:pt x="1152" y="6131"/>
                  </a:lnTo>
                  <a:lnTo>
                    <a:pt x="1089" y="6194"/>
                  </a:lnTo>
                  <a:lnTo>
                    <a:pt x="1068" y="6298"/>
                  </a:lnTo>
                  <a:lnTo>
                    <a:pt x="1047" y="6487"/>
                  </a:lnTo>
                  <a:lnTo>
                    <a:pt x="1089" y="6487"/>
                  </a:lnTo>
                  <a:lnTo>
                    <a:pt x="1005" y="6591"/>
                  </a:lnTo>
                  <a:lnTo>
                    <a:pt x="1047" y="6654"/>
                  </a:lnTo>
                  <a:lnTo>
                    <a:pt x="963" y="6779"/>
                  </a:lnTo>
                  <a:lnTo>
                    <a:pt x="1047" y="6779"/>
                  </a:lnTo>
                  <a:lnTo>
                    <a:pt x="984" y="6863"/>
                  </a:lnTo>
                  <a:lnTo>
                    <a:pt x="921" y="6863"/>
                  </a:lnTo>
                  <a:lnTo>
                    <a:pt x="921" y="7072"/>
                  </a:lnTo>
                  <a:lnTo>
                    <a:pt x="859" y="7114"/>
                  </a:lnTo>
                  <a:lnTo>
                    <a:pt x="879" y="7282"/>
                  </a:lnTo>
                  <a:lnTo>
                    <a:pt x="859" y="7324"/>
                  </a:lnTo>
                  <a:lnTo>
                    <a:pt x="879" y="7533"/>
                  </a:lnTo>
                  <a:lnTo>
                    <a:pt x="921" y="7616"/>
                  </a:lnTo>
                  <a:lnTo>
                    <a:pt x="1005" y="7616"/>
                  </a:lnTo>
                  <a:lnTo>
                    <a:pt x="984" y="7512"/>
                  </a:lnTo>
                  <a:lnTo>
                    <a:pt x="1110" y="7449"/>
                  </a:lnTo>
                  <a:lnTo>
                    <a:pt x="1089" y="7512"/>
                  </a:lnTo>
                  <a:lnTo>
                    <a:pt x="1172" y="7554"/>
                  </a:lnTo>
                  <a:lnTo>
                    <a:pt x="1172" y="7637"/>
                  </a:lnTo>
                  <a:lnTo>
                    <a:pt x="1277" y="7658"/>
                  </a:lnTo>
                  <a:lnTo>
                    <a:pt x="1319" y="7868"/>
                  </a:lnTo>
                  <a:lnTo>
                    <a:pt x="1424" y="7868"/>
                  </a:lnTo>
                  <a:lnTo>
                    <a:pt x="1570" y="8035"/>
                  </a:lnTo>
                  <a:lnTo>
                    <a:pt x="1570" y="8119"/>
                  </a:lnTo>
                  <a:lnTo>
                    <a:pt x="1675" y="8140"/>
                  </a:lnTo>
                  <a:lnTo>
                    <a:pt x="1696" y="8244"/>
                  </a:lnTo>
                  <a:lnTo>
                    <a:pt x="1779" y="8244"/>
                  </a:lnTo>
                  <a:lnTo>
                    <a:pt x="1779" y="8286"/>
                  </a:lnTo>
                  <a:lnTo>
                    <a:pt x="1716" y="8370"/>
                  </a:lnTo>
                  <a:lnTo>
                    <a:pt x="1716" y="8391"/>
                  </a:lnTo>
                  <a:lnTo>
                    <a:pt x="1968" y="8579"/>
                  </a:lnTo>
                  <a:lnTo>
                    <a:pt x="2009" y="8663"/>
                  </a:lnTo>
                  <a:lnTo>
                    <a:pt x="2051" y="8537"/>
                  </a:lnTo>
                  <a:lnTo>
                    <a:pt x="2135" y="8453"/>
                  </a:lnTo>
                  <a:lnTo>
                    <a:pt x="2240" y="8537"/>
                  </a:lnTo>
                  <a:lnTo>
                    <a:pt x="2407" y="8579"/>
                  </a:lnTo>
                  <a:lnTo>
                    <a:pt x="2428" y="8642"/>
                  </a:lnTo>
                  <a:lnTo>
                    <a:pt x="2553" y="8642"/>
                  </a:lnTo>
                  <a:lnTo>
                    <a:pt x="2616" y="8704"/>
                  </a:lnTo>
                  <a:lnTo>
                    <a:pt x="2616" y="8893"/>
                  </a:lnTo>
                  <a:lnTo>
                    <a:pt x="2532" y="8976"/>
                  </a:lnTo>
                  <a:lnTo>
                    <a:pt x="2532" y="9060"/>
                  </a:lnTo>
                  <a:lnTo>
                    <a:pt x="2679" y="9081"/>
                  </a:lnTo>
                  <a:lnTo>
                    <a:pt x="2825" y="8976"/>
                  </a:lnTo>
                  <a:lnTo>
                    <a:pt x="2930" y="8976"/>
                  </a:lnTo>
                  <a:lnTo>
                    <a:pt x="2993" y="9018"/>
                  </a:lnTo>
                  <a:lnTo>
                    <a:pt x="3076" y="8976"/>
                  </a:lnTo>
                  <a:lnTo>
                    <a:pt x="3076" y="8872"/>
                  </a:lnTo>
                  <a:lnTo>
                    <a:pt x="3097" y="8851"/>
                  </a:lnTo>
                  <a:lnTo>
                    <a:pt x="3076" y="8788"/>
                  </a:lnTo>
                  <a:lnTo>
                    <a:pt x="2972" y="8704"/>
                  </a:lnTo>
                  <a:lnTo>
                    <a:pt x="2930" y="8642"/>
                  </a:lnTo>
                  <a:lnTo>
                    <a:pt x="2846" y="8474"/>
                  </a:lnTo>
                  <a:lnTo>
                    <a:pt x="2742" y="8432"/>
                  </a:lnTo>
                  <a:lnTo>
                    <a:pt x="2637" y="8432"/>
                  </a:lnTo>
                  <a:lnTo>
                    <a:pt x="2574" y="8453"/>
                  </a:lnTo>
                  <a:lnTo>
                    <a:pt x="2491" y="8391"/>
                  </a:lnTo>
                  <a:lnTo>
                    <a:pt x="2344" y="8244"/>
                  </a:lnTo>
                  <a:lnTo>
                    <a:pt x="2260" y="8160"/>
                  </a:lnTo>
                  <a:lnTo>
                    <a:pt x="2260" y="8056"/>
                  </a:lnTo>
                  <a:lnTo>
                    <a:pt x="2219" y="8035"/>
                  </a:lnTo>
                  <a:lnTo>
                    <a:pt x="2198" y="8140"/>
                  </a:lnTo>
                  <a:lnTo>
                    <a:pt x="2030" y="8056"/>
                  </a:lnTo>
                  <a:lnTo>
                    <a:pt x="2051" y="7972"/>
                  </a:lnTo>
                  <a:lnTo>
                    <a:pt x="2135" y="7930"/>
                  </a:lnTo>
                  <a:lnTo>
                    <a:pt x="2156" y="7951"/>
                  </a:lnTo>
                  <a:lnTo>
                    <a:pt x="2198" y="7930"/>
                  </a:lnTo>
                  <a:lnTo>
                    <a:pt x="2219" y="7868"/>
                  </a:lnTo>
                  <a:lnTo>
                    <a:pt x="2156" y="7637"/>
                  </a:lnTo>
                  <a:lnTo>
                    <a:pt x="2114" y="7616"/>
                  </a:lnTo>
                  <a:lnTo>
                    <a:pt x="2114" y="7533"/>
                  </a:lnTo>
                  <a:lnTo>
                    <a:pt x="2030" y="7428"/>
                  </a:lnTo>
                  <a:lnTo>
                    <a:pt x="2009" y="7344"/>
                  </a:lnTo>
                  <a:lnTo>
                    <a:pt x="2009" y="7386"/>
                  </a:lnTo>
                  <a:lnTo>
                    <a:pt x="2009" y="7449"/>
                  </a:lnTo>
                  <a:lnTo>
                    <a:pt x="1947" y="7449"/>
                  </a:lnTo>
                  <a:lnTo>
                    <a:pt x="1884" y="7324"/>
                  </a:lnTo>
                  <a:lnTo>
                    <a:pt x="1821" y="7303"/>
                  </a:lnTo>
                  <a:lnTo>
                    <a:pt x="1842" y="7177"/>
                  </a:lnTo>
                  <a:lnTo>
                    <a:pt x="1800" y="7114"/>
                  </a:lnTo>
                  <a:lnTo>
                    <a:pt x="1779" y="6989"/>
                  </a:lnTo>
                  <a:lnTo>
                    <a:pt x="1716" y="6926"/>
                  </a:lnTo>
                  <a:lnTo>
                    <a:pt x="1633" y="6926"/>
                  </a:lnTo>
                  <a:lnTo>
                    <a:pt x="1612" y="6905"/>
                  </a:lnTo>
                  <a:lnTo>
                    <a:pt x="1570" y="6968"/>
                  </a:lnTo>
                  <a:lnTo>
                    <a:pt x="1528" y="7010"/>
                  </a:lnTo>
                  <a:lnTo>
                    <a:pt x="1486" y="7031"/>
                  </a:lnTo>
                  <a:lnTo>
                    <a:pt x="1424" y="6989"/>
                  </a:lnTo>
                  <a:lnTo>
                    <a:pt x="1486" y="6884"/>
                  </a:lnTo>
                  <a:lnTo>
                    <a:pt x="1382" y="6717"/>
                  </a:lnTo>
                  <a:lnTo>
                    <a:pt x="1382" y="6654"/>
                  </a:lnTo>
                  <a:lnTo>
                    <a:pt x="1361" y="6507"/>
                  </a:lnTo>
                  <a:lnTo>
                    <a:pt x="1361" y="6466"/>
                  </a:lnTo>
                  <a:lnTo>
                    <a:pt x="1403" y="6382"/>
                  </a:lnTo>
                  <a:lnTo>
                    <a:pt x="1382" y="6361"/>
                  </a:lnTo>
                  <a:lnTo>
                    <a:pt x="1319" y="6361"/>
                  </a:lnTo>
                  <a:lnTo>
                    <a:pt x="1382" y="6256"/>
                  </a:lnTo>
                  <a:lnTo>
                    <a:pt x="1382" y="6131"/>
                  </a:lnTo>
                  <a:lnTo>
                    <a:pt x="1507" y="5943"/>
                  </a:lnTo>
                  <a:lnTo>
                    <a:pt x="1528" y="5503"/>
                  </a:lnTo>
                  <a:lnTo>
                    <a:pt x="1612" y="5399"/>
                  </a:lnTo>
                  <a:lnTo>
                    <a:pt x="1633" y="5252"/>
                  </a:lnTo>
                  <a:lnTo>
                    <a:pt x="1716" y="5147"/>
                  </a:lnTo>
                  <a:lnTo>
                    <a:pt x="1737" y="5001"/>
                  </a:lnTo>
                  <a:lnTo>
                    <a:pt x="1696" y="4980"/>
                  </a:lnTo>
                  <a:lnTo>
                    <a:pt x="1716" y="4896"/>
                  </a:lnTo>
                  <a:lnTo>
                    <a:pt x="1716" y="4771"/>
                  </a:lnTo>
                  <a:lnTo>
                    <a:pt x="1779" y="4666"/>
                  </a:lnTo>
                  <a:lnTo>
                    <a:pt x="1779" y="4562"/>
                  </a:lnTo>
                  <a:lnTo>
                    <a:pt x="1675" y="4520"/>
                  </a:lnTo>
                  <a:lnTo>
                    <a:pt x="1696" y="4457"/>
                  </a:lnTo>
                  <a:lnTo>
                    <a:pt x="1696" y="4415"/>
                  </a:lnTo>
                  <a:lnTo>
                    <a:pt x="1800" y="4415"/>
                  </a:lnTo>
                  <a:lnTo>
                    <a:pt x="1821" y="4394"/>
                  </a:lnTo>
                  <a:lnTo>
                    <a:pt x="1884" y="4415"/>
                  </a:lnTo>
                  <a:lnTo>
                    <a:pt x="1926" y="4415"/>
                  </a:lnTo>
                  <a:lnTo>
                    <a:pt x="2030" y="4373"/>
                  </a:lnTo>
                  <a:lnTo>
                    <a:pt x="2051" y="4394"/>
                  </a:lnTo>
                  <a:lnTo>
                    <a:pt x="2135" y="4394"/>
                  </a:lnTo>
                  <a:lnTo>
                    <a:pt x="2219" y="4415"/>
                  </a:lnTo>
                  <a:lnTo>
                    <a:pt x="2260" y="4499"/>
                  </a:lnTo>
                  <a:lnTo>
                    <a:pt x="2219" y="4520"/>
                  </a:lnTo>
                  <a:lnTo>
                    <a:pt x="2219" y="4687"/>
                  </a:lnTo>
                  <a:lnTo>
                    <a:pt x="2260" y="4792"/>
                  </a:lnTo>
                  <a:lnTo>
                    <a:pt x="2240" y="4813"/>
                  </a:lnTo>
                  <a:lnTo>
                    <a:pt x="2198" y="4917"/>
                  </a:lnTo>
                  <a:lnTo>
                    <a:pt x="2302" y="4896"/>
                  </a:lnTo>
                  <a:lnTo>
                    <a:pt x="2365" y="4917"/>
                  </a:lnTo>
                  <a:lnTo>
                    <a:pt x="2470" y="4896"/>
                  </a:lnTo>
                  <a:lnTo>
                    <a:pt x="2616" y="4917"/>
                  </a:lnTo>
                  <a:lnTo>
                    <a:pt x="2658" y="4980"/>
                  </a:lnTo>
                  <a:lnTo>
                    <a:pt x="2658" y="4938"/>
                  </a:lnTo>
                  <a:lnTo>
                    <a:pt x="2658" y="4917"/>
                  </a:lnTo>
                  <a:lnTo>
                    <a:pt x="2721" y="4875"/>
                  </a:lnTo>
                  <a:lnTo>
                    <a:pt x="2784" y="4896"/>
                  </a:lnTo>
                  <a:lnTo>
                    <a:pt x="2951" y="5043"/>
                  </a:lnTo>
                  <a:lnTo>
                    <a:pt x="3014" y="5085"/>
                  </a:lnTo>
                  <a:lnTo>
                    <a:pt x="3014" y="5127"/>
                  </a:lnTo>
                  <a:lnTo>
                    <a:pt x="3076" y="5127"/>
                  </a:lnTo>
                  <a:lnTo>
                    <a:pt x="3181" y="5231"/>
                  </a:lnTo>
                  <a:lnTo>
                    <a:pt x="3202" y="5252"/>
                  </a:lnTo>
                  <a:lnTo>
                    <a:pt x="3244" y="5252"/>
                  </a:lnTo>
                  <a:lnTo>
                    <a:pt x="3244" y="5189"/>
                  </a:lnTo>
                  <a:lnTo>
                    <a:pt x="3286" y="5189"/>
                  </a:lnTo>
                  <a:lnTo>
                    <a:pt x="3286" y="5106"/>
                  </a:lnTo>
                  <a:lnTo>
                    <a:pt x="3307" y="4875"/>
                  </a:lnTo>
                  <a:lnTo>
                    <a:pt x="3265" y="4771"/>
                  </a:lnTo>
                  <a:lnTo>
                    <a:pt x="3160" y="4708"/>
                  </a:lnTo>
                  <a:lnTo>
                    <a:pt x="3097" y="4478"/>
                  </a:lnTo>
                  <a:lnTo>
                    <a:pt x="3139" y="4269"/>
                  </a:lnTo>
                  <a:lnTo>
                    <a:pt x="3202" y="4143"/>
                  </a:lnTo>
                  <a:lnTo>
                    <a:pt x="3265" y="3955"/>
                  </a:lnTo>
                  <a:lnTo>
                    <a:pt x="3369" y="3787"/>
                  </a:lnTo>
                  <a:lnTo>
                    <a:pt x="3495" y="3787"/>
                  </a:lnTo>
                  <a:lnTo>
                    <a:pt x="3767" y="3725"/>
                  </a:lnTo>
                  <a:lnTo>
                    <a:pt x="3913" y="3725"/>
                  </a:lnTo>
                  <a:lnTo>
                    <a:pt x="3976" y="3766"/>
                  </a:lnTo>
                  <a:lnTo>
                    <a:pt x="4123" y="3683"/>
                  </a:lnTo>
                  <a:lnTo>
                    <a:pt x="4248" y="3683"/>
                  </a:lnTo>
                  <a:lnTo>
                    <a:pt x="4395" y="3746"/>
                  </a:lnTo>
                  <a:lnTo>
                    <a:pt x="4541" y="3725"/>
                  </a:lnTo>
                  <a:lnTo>
                    <a:pt x="4646" y="3787"/>
                  </a:lnTo>
                  <a:lnTo>
                    <a:pt x="4771" y="3725"/>
                  </a:lnTo>
                  <a:lnTo>
                    <a:pt x="4855" y="3641"/>
                  </a:lnTo>
                  <a:lnTo>
                    <a:pt x="4855" y="3432"/>
                  </a:lnTo>
                  <a:lnTo>
                    <a:pt x="4834" y="3348"/>
                  </a:lnTo>
                  <a:lnTo>
                    <a:pt x="4855" y="3243"/>
                  </a:lnTo>
                  <a:lnTo>
                    <a:pt x="4855" y="3160"/>
                  </a:lnTo>
                  <a:lnTo>
                    <a:pt x="4876" y="3034"/>
                  </a:lnTo>
                  <a:lnTo>
                    <a:pt x="4876" y="2950"/>
                  </a:lnTo>
                  <a:lnTo>
                    <a:pt x="4729" y="2846"/>
                  </a:lnTo>
                  <a:lnTo>
                    <a:pt x="4750" y="2804"/>
                  </a:lnTo>
                  <a:lnTo>
                    <a:pt x="4667" y="2741"/>
                  </a:lnTo>
                  <a:lnTo>
                    <a:pt x="4541" y="2741"/>
                  </a:lnTo>
                  <a:lnTo>
                    <a:pt x="4437" y="2616"/>
                  </a:lnTo>
                  <a:lnTo>
                    <a:pt x="4332" y="2532"/>
                  </a:lnTo>
                  <a:lnTo>
                    <a:pt x="4353" y="2469"/>
                  </a:lnTo>
                  <a:lnTo>
                    <a:pt x="4353" y="2281"/>
                  </a:lnTo>
                  <a:lnTo>
                    <a:pt x="4311" y="2155"/>
                  </a:lnTo>
                  <a:lnTo>
                    <a:pt x="4353" y="2072"/>
                  </a:lnTo>
                  <a:lnTo>
                    <a:pt x="4353" y="1988"/>
                  </a:lnTo>
                  <a:lnTo>
                    <a:pt x="4311" y="1862"/>
                  </a:lnTo>
                  <a:lnTo>
                    <a:pt x="4185" y="1758"/>
                  </a:lnTo>
                  <a:lnTo>
                    <a:pt x="3913" y="1570"/>
                  </a:lnTo>
                  <a:lnTo>
                    <a:pt x="3830" y="1423"/>
                  </a:lnTo>
                  <a:lnTo>
                    <a:pt x="3579" y="1339"/>
                  </a:lnTo>
                  <a:lnTo>
                    <a:pt x="3390" y="1381"/>
                  </a:lnTo>
                  <a:lnTo>
                    <a:pt x="3265" y="1653"/>
                  </a:lnTo>
                  <a:lnTo>
                    <a:pt x="3014" y="1674"/>
                  </a:lnTo>
                  <a:lnTo>
                    <a:pt x="2930" y="1549"/>
                  </a:lnTo>
                  <a:lnTo>
                    <a:pt x="2825" y="1549"/>
                  </a:lnTo>
                  <a:lnTo>
                    <a:pt x="2616" y="1444"/>
                  </a:lnTo>
                  <a:lnTo>
                    <a:pt x="2428" y="1528"/>
                  </a:lnTo>
                  <a:lnTo>
                    <a:pt x="2428" y="1653"/>
                  </a:lnTo>
                  <a:lnTo>
                    <a:pt x="2260" y="1674"/>
                  </a:lnTo>
                  <a:lnTo>
                    <a:pt x="2114" y="1758"/>
                  </a:lnTo>
                  <a:lnTo>
                    <a:pt x="2114" y="1465"/>
                  </a:lnTo>
                  <a:lnTo>
                    <a:pt x="2114" y="1256"/>
                  </a:lnTo>
                  <a:lnTo>
                    <a:pt x="2051" y="1130"/>
                  </a:lnTo>
                  <a:lnTo>
                    <a:pt x="2114" y="1025"/>
                  </a:lnTo>
                  <a:lnTo>
                    <a:pt x="2135" y="942"/>
                  </a:lnTo>
                  <a:lnTo>
                    <a:pt x="2051" y="837"/>
                  </a:lnTo>
                  <a:lnTo>
                    <a:pt x="2135" y="712"/>
                  </a:lnTo>
                  <a:lnTo>
                    <a:pt x="2114" y="607"/>
                  </a:lnTo>
                  <a:lnTo>
                    <a:pt x="1905" y="607"/>
                  </a:lnTo>
                  <a:lnTo>
                    <a:pt x="1821" y="691"/>
                  </a:lnTo>
                  <a:lnTo>
                    <a:pt x="1716" y="628"/>
                  </a:lnTo>
                  <a:lnTo>
                    <a:pt x="1633" y="502"/>
                  </a:lnTo>
                  <a:lnTo>
                    <a:pt x="1716" y="419"/>
                  </a:lnTo>
                  <a:lnTo>
                    <a:pt x="1696" y="230"/>
                  </a:lnTo>
                  <a:lnTo>
                    <a:pt x="1591" y="105"/>
                  </a:lnTo>
                  <a:lnTo>
                    <a:pt x="1424" y="126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45"/>
            <p:cNvSpPr/>
            <p:nvPr/>
          </p:nvSpPr>
          <p:spPr>
            <a:xfrm>
              <a:off x="4375443" y="2948079"/>
              <a:ext cx="61050" cy="131125"/>
            </a:xfrm>
            <a:custGeom>
              <a:avLst/>
              <a:gdLst/>
              <a:ahLst/>
              <a:cxnLst/>
              <a:rect l="l" t="t" r="r" b="b"/>
              <a:pathLst>
                <a:path w="5127" h="11530" extrusionOk="0">
                  <a:moveTo>
                    <a:pt x="2407" y="0"/>
                  </a:moveTo>
                  <a:lnTo>
                    <a:pt x="2302" y="42"/>
                  </a:lnTo>
                  <a:lnTo>
                    <a:pt x="2344" y="63"/>
                  </a:lnTo>
                  <a:lnTo>
                    <a:pt x="2365" y="147"/>
                  </a:lnTo>
                  <a:lnTo>
                    <a:pt x="2260" y="251"/>
                  </a:lnTo>
                  <a:lnTo>
                    <a:pt x="2260" y="419"/>
                  </a:lnTo>
                  <a:lnTo>
                    <a:pt x="2281" y="523"/>
                  </a:lnTo>
                  <a:lnTo>
                    <a:pt x="2155" y="461"/>
                  </a:lnTo>
                  <a:lnTo>
                    <a:pt x="2072" y="377"/>
                  </a:lnTo>
                  <a:lnTo>
                    <a:pt x="1925" y="482"/>
                  </a:lnTo>
                  <a:lnTo>
                    <a:pt x="1716" y="544"/>
                  </a:lnTo>
                  <a:lnTo>
                    <a:pt x="1653" y="691"/>
                  </a:lnTo>
                  <a:lnTo>
                    <a:pt x="1528" y="858"/>
                  </a:lnTo>
                  <a:lnTo>
                    <a:pt x="1402" y="900"/>
                  </a:lnTo>
                  <a:lnTo>
                    <a:pt x="1214" y="1193"/>
                  </a:lnTo>
                  <a:lnTo>
                    <a:pt x="1193" y="1360"/>
                  </a:lnTo>
                  <a:lnTo>
                    <a:pt x="1235" y="1402"/>
                  </a:lnTo>
                  <a:lnTo>
                    <a:pt x="1151" y="1632"/>
                  </a:lnTo>
                  <a:lnTo>
                    <a:pt x="1005" y="1904"/>
                  </a:lnTo>
                  <a:lnTo>
                    <a:pt x="1005" y="2009"/>
                  </a:lnTo>
                  <a:lnTo>
                    <a:pt x="1130" y="2051"/>
                  </a:lnTo>
                  <a:lnTo>
                    <a:pt x="1005" y="2365"/>
                  </a:lnTo>
                  <a:lnTo>
                    <a:pt x="942" y="2616"/>
                  </a:lnTo>
                  <a:lnTo>
                    <a:pt x="879" y="2825"/>
                  </a:lnTo>
                  <a:lnTo>
                    <a:pt x="712" y="2825"/>
                  </a:lnTo>
                  <a:lnTo>
                    <a:pt x="607" y="2783"/>
                  </a:lnTo>
                  <a:lnTo>
                    <a:pt x="502" y="2783"/>
                  </a:lnTo>
                  <a:lnTo>
                    <a:pt x="565" y="3076"/>
                  </a:lnTo>
                  <a:lnTo>
                    <a:pt x="565" y="3202"/>
                  </a:lnTo>
                  <a:lnTo>
                    <a:pt x="565" y="3411"/>
                  </a:lnTo>
                  <a:lnTo>
                    <a:pt x="419" y="3411"/>
                  </a:lnTo>
                  <a:lnTo>
                    <a:pt x="440" y="3578"/>
                  </a:lnTo>
                  <a:lnTo>
                    <a:pt x="419" y="3704"/>
                  </a:lnTo>
                  <a:lnTo>
                    <a:pt x="440" y="3808"/>
                  </a:lnTo>
                  <a:lnTo>
                    <a:pt x="398" y="4018"/>
                  </a:lnTo>
                  <a:lnTo>
                    <a:pt x="314" y="4039"/>
                  </a:lnTo>
                  <a:lnTo>
                    <a:pt x="272" y="4018"/>
                  </a:lnTo>
                  <a:lnTo>
                    <a:pt x="251" y="4122"/>
                  </a:lnTo>
                  <a:lnTo>
                    <a:pt x="251" y="4206"/>
                  </a:lnTo>
                  <a:lnTo>
                    <a:pt x="251" y="4332"/>
                  </a:lnTo>
                  <a:lnTo>
                    <a:pt x="189" y="4457"/>
                  </a:lnTo>
                  <a:lnTo>
                    <a:pt x="147" y="4436"/>
                  </a:lnTo>
                  <a:lnTo>
                    <a:pt x="42" y="4562"/>
                  </a:lnTo>
                  <a:lnTo>
                    <a:pt x="0" y="4666"/>
                  </a:lnTo>
                  <a:lnTo>
                    <a:pt x="0" y="4729"/>
                  </a:lnTo>
                  <a:lnTo>
                    <a:pt x="84" y="4834"/>
                  </a:lnTo>
                  <a:lnTo>
                    <a:pt x="105" y="4980"/>
                  </a:lnTo>
                  <a:lnTo>
                    <a:pt x="377" y="5231"/>
                  </a:lnTo>
                  <a:lnTo>
                    <a:pt x="377" y="5231"/>
                  </a:lnTo>
                  <a:lnTo>
                    <a:pt x="314" y="5127"/>
                  </a:lnTo>
                  <a:lnTo>
                    <a:pt x="314" y="5064"/>
                  </a:lnTo>
                  <a:lnTo>
                    <a:pt x="398" y="5148"/>
                  </a:lnTo>
                  <a:lnTo>
                    <a:pt x="523" y="5148"/>
                  </a:lnTo>
                  <a:lnTo>
                    <a:pt x="419" y="5231"/>
                  </a:lnTo>
                  <a:lnTo>
                    <a:pt x="440" y="5273"/>
                  </a:lnTo>
                  <a:lnTo>
                    <a:pt x="565" y="5273"/>
                  </a:lnTo>
                  <a:lnTo>
                    <a:pt x="565" y="5189"/>
                  </a:lnTo>
                  <a:lnTo>
                    <a:pt x="586" y="5273"/>
                  </a:lnTo>
                  <a:lnTo>
                    <a:pt x="691" y="5273"/>
                  </a:lnTo>
                  <a:lnTo>
                    <a:pt x="733" y="5357"/>
                  </a:lnTo>
                  <a:lnTo>
                    <a:pt x="921" y="5399"/>
                  </a:lnTo>
                  <a:lnTo>
                    <a:pt x="1026" y="5566"/>
                  </a:lnTo>
                  <a:lnTo>
                    <a:pt x="1026" y="5671"/>
                  </a:lnTo>
                  <a:lnTo>
                    <a:pt x="942" y="5692"/>
                  </a:lnTo>
                  <a:lnTo>
                    <a:pt x="900" y="5608"/>
                  </a:lnTo>
                  <a:lnTo>
                    <a:pt x="816" y="5671"/>
                  </a:lnTo>
                  <a:lnTo>
                    <a:pt x="900" y="5754"/>
                  </a:lnTo>
                  <a:lnTo>
                    <a:pt x="921" y="5775"/>
                  </a:lnTo>
                  <a:lnTo>
                    <a:pt x="900" y="5796"/>
                  </a:lnTo>
                  <a:lnTo>
                    <a:pt x="795" y="5775"/>
                  </a:lnTo>
                  <a:lnTo>
                    <a:pt x="774" y="5671"/>
                  </a:lnTo>
                  <a:lnTo>
                    <a:pt x="670" y="5671"/>
                  </a:lnTo>
                  <a:lnTo>
                    <a:pt x="670" y="5712"/>
                  </a:lnTo>
                  <a:lnTo>
                    <a:pt x="795" y="5817"/>
                  </a:lnTo>
                  <a:lnTo>
                    <a:pt x="795" y="5880"/>
                  </a:lnTo>
                  <a:lnTo>
                    <a:pt x="900" y="6005"/>
                  </a:lnTo>
                  <a:lnTo>
                    <a:pt x="1109" y="6068"/>
                  </a:lnTo>
                  <a:lnTo>
                    <a:pt x="1088" y="5880"/>
                  </a:lnTo>
                  <a:lnTo>
                    <a:pt x="1026" y="5775"/>
                  </a:lnTo>
                  <a:lnTo>
                    <a:pt x="1151" y="5859"/>
                  </a:lnTo>
                  <a:lnTo>
                    <a:pt x="1151" y="5964"/>
                  </a:lnTo>
                  <a:lnTo>
                    <a:pt x="1214" y="6068"/>
                  </a:lnTo>
                  <a:lnTo>
                    <a:pt x="1298" y="6131"/>
                  </a:lnTo>
                  <a:lnTo>
                    <a:pt x="1319" y="6298"/>
                  </a:lnTo>
                  <a:lnTo>
                    <a:pt x="1402" y="6382"/>
                  </a:lnTo>
                  <a:lnTo>
                    <a:pt x="1360" y="6403"/>
                  </a:lnTo>
                  <a:lnTo>
                    <a:pt x="1402" y="6445"/>
                  </a:lnTo>
                  <a:lnTo>
                    <a:pt x="1465" y="6487"/>
                  </a:lnTo>
                  <a:lnTo>
                    <a:pt x="1465" y="6717"/>
                  </a:lnTo>
                  <a:lnTo>
                    <a:pt x="1570" y="6947"/>
                  </a:lnTo>
                  <a:lnTo>
                    <a:pt x="1632" y="7010"/>
                  </a:lnTo>
                  <a:lnTo>
                    <a:pt x="1486" y="7114"/>
                  </a:lnTo>
                  <a:lnTo>
                    <a:pt x="1402" y="7658"/>
                  </a:lnTo>
                  <a:lnTo>
                    <a:pt x="1444" y="7784"/>
                  </a:lnTo>
                  <a:lnTo>
                    <a:pt x="1423" y="7847"/>
                  </a:lnTo>
                  <a:lnTo>
                    <a:pt x="1444" y="7889"/>
                  </a:lnTo>
                  <a:lnTo>
                    <a:pt x="1528" y="7742"/>
                  </a:lnTo>
                  <a:lnTo>
                    <a:pt x="1653" y="7637"/>
                  </a:lnTo>
                  <a:lnTo>
                    <a:pt x="1716" y="7470"/>
                  </a:lnTo>
                  <a:lnTo>
                    <a:pt x="1716" y="7658"/>
                  </a:lnTo>
                  <a:lnTo>
                    <a:pt x="1549" y="7805"/>
                  </a:lnTo>
                  <a:lnTo>
                    <a:pt x="1549" y="7972"/>
                  </a:lnTo>
                  <a:lnTo>
                    <a:pt x="1632" y="7951"/>
                  </a:lnTo>
                  <a:lnTo>
                    <a:pt x="1632" y="7868"/>
                  </a:lnTo>
                  <a:lnTo>
                    <a:pt x="1779" y="7784"/>
                  </a:lnTo>
                  <a:lnTo>
                    <a:pt x="1863" y="7868"/>
                  </a:lnTo>
                  <a:lnTo>
                    <a:pt x="1925" y="7868"/>
                  </a:lnTo>
                  <a:lnTo>
                    <a:pt x="1925" y="7805"/>
                  </a:lnTo>
                  <a:lnTo>
                    <a:pt x="1946" y="7847"/>
                  </a:lnTo>
                  <a:lnTo>
                    <a:pt x="1988" y="7847"/>
                  </a:lnTo>
                  <a:lnTo>
                    <a:pt x="2009" y="7805"/>
                  </a:lnTo>
                  <a:lnTo>
                    <a:pt x="2135" y="7805"/>
                  </a:lnTo>
                  <a:lnTo>
                    <a:pt x="2365" y="7658"/>
                  </a:lnTo>
                  <a:lnTo>
                    <a:pt x="2386" y="7575"/>
                  </a:lnTo>
                  <a:lnTo>
                    <a:pt x="2448" y="7596"/>
                  </a:lnTo>
                  <a:lnTo>
                    <a:pt x="2511" y="7596"/>
                  </a:lnTo>
                  <a:lnTo>
                    <a:pt x="2658" y="7533"/>
                  </a:lnTo>
                  <a:lnTo>
                    <a:pt x="2574" y="7491"/>
                  </a:lnTo>
                  <a:lnTo>
                    <a:pt x="2574" y="7470"/>
                  </a:lnTo>
                  <a:lnTo>
                    <a:pt x="2511" y="7365"/>
                  </a:lnTo>
                  <a:lnTo>
                    <a:pt x="2574" y="7365"/>
                  </a:lnTo>
                  <a:lnTo>
                    <a:pt x="2616" y="7449"/>
                  </a:lnTo>
                  <a:lnTo>
                    <a:pt x="2720" y="7470"/>
                  </a:lnTo>
                  <a:lnTo>
                    <a:pt x="2888" y="7345"/>
                  </a:lnTo>
                  <a:lnTo>
                    <a:pt x="2867" y="7282"/>
                  </a:lnTo>
                  <a:lnTo>
                    <a:pt x="2909" y="7240"/>
                  </a:lnTo>
                  <a:lnTo>
                    <a:pt x="2909" y="7114"/>
                  </a:lnTo>
                  <a:lnTo>
                    <a:pt x="2867" y="7052"/>
                  </a:lnTo>
                  <a:lnTo>
                    <a:pt x="2867" y="7010"/>
                  </a:lnTo>
                  <a:lnTo>
                    <a:pt x="2888" y="6947"/>
                  </a:lnTo>
                  <a:lnTo>
                    <a:pt x="2804" y="6863"/>
                  </a:lnTo>
                  <a:lnTo>
                    <a:pt x="2909" y="6947"/>
                  </a:lnTo>
                  <a:lnTo>
                    <a:pt x="2909" y="7010"/>
                  </a:lnTo>
                  <a:lnTo>
                    <a:pt x="2992" y="7010"/>
                  </a:lnTo>
                  <a:lnTo>
                    <a:pt x="2992" y="7073"/>
                  </a:lnTo>
                  <a:lnTo>
                    <a:pt x="3118" y="7282"/>
                  </a:lnTo>
                  <a:lnTo>
                    <a:pt x="3181" y="7365"/>
                  </a:lnTo>
                  <a:lnTo>
                    <a:pt x="3202" y="7491"/>
                  </a:lnTo>
                  <a:lnTo>
                    <a:pt x="3306" y="7491"/>
                  </a:lnTo>
                  <a:lnTo>
                    <a:pt x="3390" y="7470"/>
                  </a:lnTo>
                  <a:lnTo>
                    <a:pt x="3411" y="7386"/>
                  </a:lnTo>
                  <a:lnTo>
                    <a:pt x="3411" y="7470"/>
                  </a:lnTo>
                  <a:lnTo>
                    <a:pt x="3390" y="7533"/>
                  </a:lnTo>
                  <a:lnTo>
                    <a:pt x="3432" y="7658"/>
                  </a:lnTo>
                  <a:lnTo>
                    <a:pt x="3432" y="7700"/>
                  </a:lnTo>
                  <a:lnTo>
                    <a:pt x="3411" y="7742"/>
                  </a:lnTo>
                  <a:lnTo>
                    <a:pt x="3432" y="7847"/>
                  </a:lnTo>
                  <a:lnTo>
                    <a:pt x="3495" y="7889"/>
                  </a:lnTo>
                  <a:lnTo>
                    <a:pt x="3536" y="8307"/>
                  </a:lnTo>
                  <a:lnTo>
                    <a:pt x="3578" y="8328"/>
                  </a:lnTo>
                  <a:lnTo>
                    <a:pt x="3578" y="8516"/>
                  </a:lnTo>
                  <a:lnTo>
                    <a:pt x="3725" y="8600"/>
                  </a:lnTo>
                  <a:lnTo>
                    <a:pt x="3704" y="8642"/>
                  </a:lnTo>
                  <a:lnTo>
                    <a:pt x="3704" y="8788"/>
                  </a:lnTo>
                  <a:lnTo>
                    <a:pt x="3767" y="8851"/>
                  </a:lnTo>
                  <a:lnTo>
                    <a:pt x="3767" y="9123"/>
                  </a:lnTo>
                  <a:lnTo>
                    <a:pt x="3829" y="9228"/>
                  </a:lnTo>
                  <a:lnTo>
                    <a:pt x="3829" y="9332"/>
                  </a:lnTo>
                  <a:lnTo>
                    <a:pt x="3850" y="9311"/>
                  </a:lnTo>
                  <a:lnTo>
                    <a:pt x="3871" y="9123"/>
                  </a:lnTo>
                  <a:lnTo>
                    <a:pt x="3955" y="9249"/>
                  </a:lnTo>
                  <a:lnTo>
                    <a:pt x="3976" y="9374"/>
                  </a:lnTo>
                  <a:lnTo>
                    <a:pt x="4059" y="9458"/>
                  </a:lnTo>
                  <a:lnTo>
                    <a:pt x="4080" y="9793"/>
                  </a:lnTo>
                  <a:lnTo>
                    <a:pt x="4164" y="9855"/>
                  </a:lnTo>
                  <a:lnTo>
                    <a:pt x="4185" y="9960"/>
                  </a:lnTo>
                  <a:lnTo>
                    <a:pt x="4143" y="10002"/>
                  </a:lnTo>
                  <a:lnTo>
                    <a:pt x="4164" y="10169"/>
                  </a:lnTo>
                  <a:lnTo>
                    <a:pt x="4227" y="10253"/>
                  </a:lnTo>
                  <a:lnTo>
                    <a:pt x="4290" y="10316"/>
                  </a:lnTo>
                  <a:lnTo>
                    <a:pt x="4227" y="10399"/>
                  </a:lnTo>
                  <a:lnTo>
                    <a:pt x="4269" y="10567"/>
                  </a:lnTo>
                  <a:lnTo>
                    <a:pt x="4248" y="10609"/>
                  </a:lnTo>
                  <a:lnTo>
                    <a:pt x="4227" y="10630"/>
                  </a:lnTo>
                  <a:lnTo>
                    <a:pt x="4185" y="10797"/>
                  </a:lnTo>
                  <a:lnTo>
                    <a:pt x="4227" y="10818"/>
                  </a:lnTo>
                  <a:lnTo>
                    <a:pt x="4227" y="10922"/>
                  </a:lnTo>
                  <a:lnTo>
                    <a:pt x="4143" y="11027"/>
                  </a:lnTo>
                  <a:lnTo>
                    <a:pt x="4101" y="11048"/>
                  </a:lnTo>
                  <a:lnTo>
                    <a:pt x="4059" y="11048"/>
                  </a:lnTo>
                  <a:lnTo>
                    <a:pt x="4059" y="11111"/>
                  </a:lnTo>
                  <a:lnTo>
                    <a:pt x="4101" y="11194"/>
                  </a:lnTo>
                  <a:lnTo>
                    <a:pt x="4101" y="11341"/>
                  </a:lnTo>
                  <a:lnTo>
                    <a:pt x="4164" y="11529"/>
                  </a:lnTo>
                  <a:lnTo>
                    <a:pt x="4185" y="11341"/>
                  </a:lnTo>
                  <a:lnTo>
                    <a:pt x="4248" y="11236"/>
                  </a:lnTo>
                  <a:lnTo>
                    <a:pt x="4248" y="11257"/>
                  </a:lnTo>
                  <a:lnTo>
                    <a:pt x="4269" y="11153"/>
                  </a:lnTo>
                  <a:lnTo>
                    <a:pt x="4332" y="11090"/>
                  </a:lnTo>
                  <a:lnTo>
                    <a:pt x="4332" y="10922"/>
                  </a:lnTo>
                  <a:lnTo>
                    <a:pt x="4457" y="10839"/>
                  </a:lnTo>
                  <a:lnTo>
                    <a:pt x="4583" y="10483"/>
                  </a:lnTo>
                  <a:lnTo>
                    <a:pt x="4666" y="10420"/>
                  </a:lnTo>
                  <a:lnTo>
                    <a:pt x="4666" y="10253"/>
                  </a:lnTo>
                  <a:lnTo>
                    <a:pt x="4583" y="10106"/>
                  </a:lnTo>
                  <a:lnTo>
                    <a:pt x="4604" y="9960"/>
                  </a:lnTo>
                  <a:lnTo>
                    <a:pt x="4562" y="9855"/>
                  </a:lnTo>
                  <a:lnTo>
                    <a:pt x="4541" y="9667"/>
                  </a:lnTo>
                  <a:lnTo>
                    <a:pt x="4457" y="9583"/>
                  </a:lnTo>
                  <a:lnTo>
                    <a:pt x="4478" y="9479"/>
                  </a:lnTo>
                  <a:lnTo>
                    <a:pt x="4457" y="9353"/>
                  </a:lnTo>
                  <a:lnTo>
                    <a:pt x="4478" y="9270"/>
                  </a:lnTo>
                  <a:lnTo>
                    <a:pt x="4436" y="9018"/>
                  </a:lnTo>
                  <a:lnTo>
                    <a:pt x="4269" y="8851"/>
                  </a:lnTo>
                  <a:lnTo>
                    <a:pt x="4080" y="8725"/>
                  </a:lnTo>
                  <a:lnTo>
                    <a:pt x="3934" y="8537"/>
                  </a:lnTo>
                  <a:lnTo>
                    <a:pt x="3934" y="8433"/>
                  </a:lnTo>
                  <a:lnTo>
                    <a:pt x="3850" y="8223"/>
                  </a:lnTo>
                  <a:lnTo>
                    <a:pt x="3955" y="8181"/>
                  </a:lnTo>
                  <a:lnTo>
                    <a:pt x="3976" y="8077"/>
                  </a:lnTo>
                  <a:lnTo>
                    <a:pt x="3934" y="7784"/>
                  </a:lnTo>
                  <a:lnTo>
                    <a:pt x="3955" y="7700"/>
                  </a:lnTo>
                  <a:lnTo>
                    <a:pt x="4059" y="7658"/>
                  </a:lnTo>
                  <a:lnTo>
                    <a:pt x="4059" y="7533"/>
                  </a:lnTo>
                  <a:lnTo>
                    <a:pt x="3934" y="7470"/>
                  </a:lnTo>
                  <a:lnTo>
                    <a:pt x="3934" y="7345"/>
                  </a:lnTo>
                  <a:lnTo>
                    <a:pt x="3850" y="7219"/>
                  </a:lnTo>
                  <a:lnTo>
                    <a:pt x="3767" y="7156"/>
                  </a:lnTo>
                  <a:lnTo>
                    <a:pt x="3620" y="6863"/>
                  </a:lnTo>
                  <a:lnTo>
                    <a:pt x="3495" y="6759"/>
                  </a:lnTo>
                  <a:lnTo>
                    <a:pt x="3432" y="6696"/>
                  </a:lnTo>
                  <a:lnTo>
                    <a:pt x="3348" y="6612"/>
                  </a:lnTo>
                  <a:lnTo>
                    <a:pt x="3243" y="6424"/>
                  </a:lnTo>
                  <a:lnTo>
                    <a:pt x="3181" y="6403"/>
                  </a:lnTo>
                  <a:lnTo>
                    <a:pt x="3181" y="6319"/>
                  </a:lnTo>
                  <a:lnTo>
                    <a:pt x="3306" y="6236"/>
                  </a:lnTo>
                  <a:lnTo>
                    <a:pt x="3411" y="6173"/>
                  </a:lnTo>
                  <a:lnTo>
                    <a:pt x="3390" y="6089"/>
                  </a:lnTo>
                  <a:lnTo>
                    <a:pt x="3390" y="5901"/>
                  </a:lnTo>
                  <a:lnTo>
                    <a:pt x="3453" y="5817"/>
                  </a:lnTo>
                  <a:lnTo>
                    <a:pt x="3432" y="5650"/>
                  </a:lnTo>
                  <a:lnTo>
                    <a:pt x="3515" y="5503"/>
                  </a:lnTo>
                  <a:lnTo>
                    <a:pt x="3746" y="5587"/>
                  </a:lnTo>
                  <a:lnTo>
                    <a:pt x="3871" y="5482"/>
                  </a:lnTo>
                  <a:lnTo>
                    <a:pt x="4018" y="5482"/>
                  </a:lnTo>
                  <a:lnTo>
                    <a:pt x="4039" y="5440"/>
                  </a:lnTo>
                  <a:lnTo>
                    <a:pt x="4039" y="5273"/>
                  </a:lnTo>
                  <a:lnTo>
                    <a:pt x="4101" y="5231"/>
                  </a:lnTo>
                  <a:lnTo>
                    <a:pt x="4269" y="5252"/>
                  </a:lnTo>
                  <a:lnTo>
                    <a:pt x="4290" y="5168"/>
                  </a:lnTo>
                  <a:lnTo>
                    <a:pt x="4248" y="5085"/>
                  </a:lnTo>
                  <a:lnTo>
                    <a:pt x="4248" y="5022"/>
                  </a:lnTo>
                  <a:lnTo>
                    <a:pt x="4373" y="4980"/>
                  </a:lnTo>
                  <a:lnTo>
                    <a:pt x="4541" y="4959"/>
                  </a:lnTo>
                  <a:lnTo>
                    <a:pt x="4562" y="4959"/>
                  </a:lnTo>
                  <a:lnTo>
                    <a:pt x="4604" y="4813"/>
                  </a:lnTo>
                  <a:lnTo>
                    <a:pt x="4666" y="4813"/>
                  </a:lnTo>
                  <a:lnTo>
                    <a:pt x="4792" y="4729"/>
                  </a:lnTo>
                  <a:lnTo>
                    <a:pt x="4750" y="4645"/>
                  </a:lnTo>
                  <a:lnTo>
                    <a:pt x="4792" y="4541"/>
                  </a:lnTo>
                  <a:lnTo>
                    <a:pt x="4813" y="4436"/>
                  </a:lnTo>
                  <a:lnTo>
                    <a:pt x="4980" y="4415"/>
                  </a:lnTo>
                  <a:lnTo>
                    <a:pt x="5085" y="4311"/>
                  </a:lnTo>
                  <a:lnTo>
                    <a:pt x="5127" y="4290"/>
                  </a:lnTo>
                  <a:lnTo>
                    <a:pt x="5127" y="4143"/>
                  </a:lnTo>
                  <a:lnTo>
                    <a:pt x="5022" y="4122"/>
                  </a:lnTo>
                  <a:lnTo>
                    <a:pt x="4771" y="4227"/>
                  </a:lnTo>
                  <a:lnTo>
                    <a:pt x="4624" y="4227"/>
                  </a:lnTo>
                  <a:lnTo>
                    <a:pt x="4562" y="4311"/>
                  </a:lnTo>
                  <a:lnTo>
                    <a:pt x="4436" y="4248"/>
                  </a:lnTo>
                  <a:lnTo>
                    <a:pt x="4394" y="4122"/>
                  </a:lnTo>
                  <a:lnTo>
                    <a:pt x="4436" y="3997"/>
                  </a:lnTo>
                  <a:lnTo>
                    <a:pt x="4352" y="3892"/>
                  </a:lnTo>
                  <a:lnTo>
                    <a:pt x="4269" y="3976"/>
                  </a:lnTo>
                  <a:lnTo>
                    <a:pt x="4227" y="3913"/>
                  </a:lnTo>
                  <a:lnTo>
                    <a:pt x="4039" y="3913"/>
                  </a:lnTo>
                  <a:lnTo>
                    <a:pt x="3955" y="3934"/>
                  </a:lnTo>
                  <a:lnTo>
                    <a:pt x="3934" y="3871"/>
                  </a:lnTo>
                  <a:lnTo>
                    <a:pt x="4039" y="3767"/>
                  </a:lnTo>
                  <a:lnTo>
                    <a:pt x="4185" y="3578"/>
                  </a:lnTo>
                  <a:lnTo>
                    <a:pt x="4164" y="3495"/>
                  </a:lnTo>
                  <a:lnTo>
                    <a:pt x="4227" y="3390"/>
                  </a:lnTo>
                  <a:lnTo>
                    <a:pt x="4227" y="3306"/>
                  </a:lnTo>
                  <a:lnTo>
                    <a:pt x="4101" y="3244"/>
                  </a:lnTo>
                  <a:lnTo>
                    <a:pt x="3955" y="3244"/>
                  </a:lnTo>
                  <a:lnTo>
                    <a:pt x="3934" y="3285"/>
                  </a:lnTo>
                  <a:lnTo>
                    <a:pt x="3871" y="3202"/>
                  </a:lnTo>
                  <a:lnTo>
                    <a:pt x="3913" y="3160"/>
                  </a:lnTo>
                  <a:lnTo>
                    <a:pt x="3767" y="3139"/>
                  </a:lnTo>
                  <a:lnTo>
                    <a:pt x="3704" y="3055"/>
                  </a:lnTo>
                  <a:lnTo>
                    <a:pt x="3725" y="2951"/>
                  </a:lnTo>
                  <a:lnTo>
                    <a:pt x="3704" y="2846"/>
                  </a:lnTo>
                  <a:lnTo>
                    <a:pt x="3557" y="2867"/>
                  </a:lnTo>
                  <a:lnTo>
                    <a:pt x="3495" y="2825"/>
                  </a:lnTo>
                  <a:lnTo>
                    <a:pt x="3515" y="2741"/>
                  </a:lnTo>
                  <a:lnTo>
                    <a:pt x="3495" y="2658"/>
                  </a:lnTo>
                  <a:lnTo>
                    <a:pt x="3223" y="2720"/>
                  </a:lnTo>
                  <a:lnTo>
                    <a:pt x="3097" y="2825"/>
                  </a:lnTo>
                  <a:lnTo>
                    <a:pt x="3034" y="2679"/>
                  </a:lnTo>
                  <a:lnTo>
                    <a:pt x="3055" y="2532"/>
                  </a:lnTo>
                  <a:lnTo>
                    <a:pt x="2992" y="2469"/>
                  </a:lnTo>
                  <a:lnTo>
                    <a:pt x="2930" y="2407"/>
                  </a:lnTo>
                  <a:lnTo>
                    <a:pt x="2825" y="2344"/>
                  </a:lnTo>
                  <a:lnTo>
                    <a:pt x="2825" y="2239"/>
                  </a:lnTo>
                  <a:lnTo>
                    <a:pt x="2888" y="2155"/>
                  </a:lnTo>
                  <a:lnTo>
                    <a:pt x="2825" y="2093"/>
                  </a:lnTo>
                  <a:lnTo>
                    <a:pt x="2888" y="2009"/>
                  </a:lnTo>
                  <a:lnTo>
                    <a:pt x="2971" y="1904"/>
                  </a:lnTo>
                  <a:lnTo>
                    <a:pt x="3034" y="1925"/>
                  </a:lnTo>
                  <a:lnTo>
                    <a:pt x="3097" y="1883"/>
                  </a:lnTo>
                  <a:lnTo>
                    <a:pt x="3034" y="1779"/>
                  </a:lnTo>
                  <a:lnTo>
                    <a:pt x="3055" y="1695"/>
                  </a:lnTo>
                  <a:lnTo>
                    <a:pt x="3118" y="1674"/>
                  </a:lnTo>
                  <a:lnTo>
                    <a:pt x="3139" y="1570"/>
                  </a:lnTo>
                  <a:lnTo>
                    <a:pt x="3243" y="1507"/>
                  </a:lnTo>
                  <a:lnTo>
                    <a:pt x="3285" y="1423"/>
                  </a:lnTo>
                  <a:lnTo>
                    <a:pt x="3285" y="1319"/>
                  </a:lnTo>
                  <a:lnTo>
                    <a:pt x="3306" y="1067"/>
                  </a:lnTo>
                  <a:lnTo>
                    <a:pt x="3285" y="900"/>
                  </a:lnTo>
                  <a:lnTo>
                    <a:pt x="3202" y="691"/>
                  </a:lnTo>
                  <a:lnTo>
                    <a:pt x="3202" y="544"/>
                  </a:lnTo>
                  <a:lnTo>
                    <a:pt x="3097" y="419"/>
                  </a:lnTo>
                  <a:lnTo>
                    <a:pt x="2992" y="419"/>
                  </a:lnTo>
                  <a:lnTo>
                    <a:pt x="2971" y="251"/>
                  </a:lnTo>
                  <a:lnTo>
                    <a:pt x="2825" y="147"/>
                  </a:lnTo>
                  <a:lnTo>
                    <a:pt x="2783" y="0"/>
                  </a:lnTo>
                  <a:lnTo>
                    <a:pt x="2616" y="0"/>
                  </a:lnTo>
                  <a:lnTo>
                    <a:pt x="2532" y="42"/>
                  </a:lnTo>
                  <a:lnTo>
                    <a:pt x="240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2246;p45"/>
            <p:cNvSpPr/>
            <p:nvPr/>
          </p:nvSpPr>
          <p:spPr>
            <a:xfrm>
              <a:off x="4343054" y="2959975"/>
              <a:ext cx="35389" cy="43557"/>
            </a:xfrm>
            <a:custGeom>
              <a:avLst/>
              <a:gdLst/>
              <a:ahLst/>
              <a:cxnLst/>
              <a:rect l="l" t="t" r="r" b="b"/>
              <a:pathLst>
                <a:path w="2972" h="3830" extrusionOk="0">
                  <a:moveTo>
                    <a:pt x="209" y="1"/>
                  </a:moveTo>
                  <a:lnTo>
                    <a:pt x="189" y="63"/>
                  </a:lnTo>
                  <a:lnTo>
                    <a:pt x="147" y="63"/>
                  </a:lnTo>
                  <a:lnTo>
                    <a:pt x="147" y="147"/>
                  </a:lnTo>
                  <a:lnTo>
                    <a:pt x="189" y="210"/>
                  </a:lnTo>
                  <a:lnTo>
                    <a:pt x="147" y="356"/>
                  </a:lnTo>
                  <a:lnTo>
                    <a:pt x="21" y="482"/>
                  </a:lnTo>
                  <a:lnTo>
                    <a:pt x="0" y="628"/>
                  </a:lnTo>
                  <a:lnTo>
                    <a:pt x="293" y="733"/>
                  </a:lnTo>
                  <a:lnTo>
                    <a:pt x="398" y="670"/>
                  </a:lnTo>
                  <a:lnTo>
                    <a:pt x="523" y="691"/>
                  </a:lnTo>
                  <a:lnTo>
                    <a:pt x="502" y="754"/>
                  </a:lnTo>
                  <a:lnTo>
                    <a:pt x="544" y="900"/>
                  </a:lnTo>
                  <a:lnTo>
                    <a:pt x="481" y="963"/>
                  </a:lnTo>
                  <a:lnTo>
                    <a:pt x="398" y="942"/>
                  </a:lnTo>
                  <a:lnTo>
                    <a:pt x="314" y="984"/>
                  </a:lnTo>
                  <a:lnTo>
                    <a:pt x="272" y="1151"/>
                  </a:lnTo>
                  <a:lnTo>
                    <a:pt x="168" y="1172"/>
                  </a:lnTo>
                  <a:lnTo>
                    <a:pt x="168" y="1402"/>
                  </a:lnTo>
                  <a:lnTo>
                    <a:pt x="293" y="1570"/>
                  </a:lnTo>
                  <a:lnTo>
                    <a:pt x="419" y="1612"/>
                  </a:lnTo>
                  <a:lnTo>
                    <a:pt x="586" y="1800"/>
                  </a:lnTo>
                  <a:lnTo>
                    <a:pt x="586" y="1988"/>
                  </a:lnTo>
                  <a:lnTo>
                    <a:pt x="628" y="2114"/>
                  </a:lnTo>
                  <a:lnTo>
                    <a:pt x="607" y="2218"/>
                  </a:lnTo>
                  <a:lnTo>
                    <a:pt x="628" y="2407"/>
                  </a:lnTo>
                  <a:lnTo>
                    <a:pt x="816" y="2637"/>
                  </a:lnTo>
                  <a:lnTo>
                    <a:pt x="816" y="2783"/>
                  </a:lnTo>
                  <a:lnTo>
                    <a:pt x="837" y="2888"/>
                  </a:lnTo>
                  <a:lnTo>
                    <a:pt x="879" y="3076"/>
                  </a:lnTo>
                  <a:lnTo>
                    <a:pt x="921" y="3055"/>
                  </a:lnTo>
                  <a:lnTo>
                    <a:pt x="984" y="3160"/>
                  </a:lnTo>
                  <a:lnTo>
                    <a:pt x="1005" y="3202"/>
                  </a:lnTo>
                  <a:lnTo>
                    <a:pt x="1046" y="3202"/>
                  </a:lnTo>
                  <a:lnTo>
                    <a:pt x="1067" y="3139"/>
                  </a:lnTo>
                  <a:lnTo>
                    <a:pt x="1130" y="3097"/>
                  </a:lnTo>
                  <a:lnTo>
                    <a:pt x="1214" y="3160"/>
                  </a:lnTo>
                  <a:lnTo>
                    <a:pt x="1214" y="3181"/>
                  </a:lnTo>
                  <a:lnTo>
                    <a:pt x="1256" y="3160"/>
                  </a:lnTo>
                  <a:lnTo>
                    <a:pt x="1298" y="3055"/>
                  </a:lnTo>
                  <a:lnTo>
                    <a:pt x="1214" y="2930"/>
                  </a:lnTo>
                  <a:lnTo>
                    <a:pt x="1256" y="2888"/>
                  </a:lnTo>
                  <a:lnTo>
                    <a:pt x="1256" y="2783"/>
                  </a:lnTo>
                  <a:lnTo>
                    <a:pt x="1318" y="2721"/>
                  </a:lnTo>
                  <a:lnTo>
                    <a:pt x="1318" y="2742"/>
                  </a:lnTo>
                  <a:lnTo>
                    <a:pt x="1256" y="2951"/>
                  </a:lnTo>
                  <a:lnTo>
                    <a:pt x="1339" y="3055"/>
                  </a:lnTo>
                  <a:lnTo>
                    <a:pt x="1423" y="2930"/>
                  </a:lnTo>
                  <a:lnTo>
                    <a:pt x="1507" y="2888"/>
                  </a:lnTo>
                  <a:lnTo>
                    <a:pt x="1507" y="2888"/>
                  </a:lnTo>
                  <a:lnTo>
                    <a:pt x="1465" y="2951"/>
                  </a:lnTo>
                  <a:lnTo>
                    <a:pt x="1423" y="2972"/>
                  </a:lnTo>
                  <a:lnTo>
                    <a:pt x="1360" y="3076"/>
                  </a:lnTo>
                  <a:lnTo>
                    <a:pt x="1465" y="3139"/>
                  </a:lnTo>
                  <a:lnTo>
                    <a:pt x="1549" y="2951"/>
                  </a:lnTo>
                  <a:lnTo>
                    <a:pt x="1653" y="2930"/>
                  </a:lnTo>
                  <a:lnTo>
                    <a:pt x="1674" y="2762"/>
                  </a:lnTo>
                  <a:lnTo>
                    <a:pt x="1590" y="2637"/>
                  </a:lnTo>
                  <a:lnTo>
                    <a:pt x="1528" y="2616"/>
                  </a:lnTo>
                  <a:lnTo>
                    <a:pt x="1632" y="2553"/>
                  </a:lnTo>
                  <a:lnTo>
                    <a:pt x="1653" y="2511"/>
                  </a:lnTo>
                  <a:lnTo>
                    <a:pt x="1570" y="2365"/>
                  </a:lnTo>
                  <a:lnTo>
                    <a:pt x="1549" y="2156"/>
                  </a:lnTo>
                  <a:lnTo>
                    <a:pt x="1590" y="2344"/>
                  </a:lnTo>
                  <a:lnTo>
                    <a:pt x="1716" y="2449"/>
                  </a:lnTo>
                  <a:lnTo>
                    <a:pt x="1779" y="2428"/>
                  </a:lnTo>
                  <a:lnTo>
                    <a:pt x="1779" y="2470"/>
                  </a:lnTo>
                  <a:lnTo>
                    <a:pt x="1988" y="2574"/>
                  </a:lnTo>
                  <a:lnTo>
                    <a:pt x="2093" y="2511"/>
                  </a:lnTo>
                  <a:lnTo>
                    <a:pt x="2155" y="2532"/>
                  </a:lnTo>
                  <a:lnTo>
                    <a:pt x="2155" y="2470"/>
                  </a:lnTo>
                  <a:lnTo>
                    <a:pt x="2197" y="2470"/>
                  </a:lnTo>
                  <a:lnTo>
                    <a:pt x="2365" y="2888"/>
                  </a:lnTo>
                  <a:lnTo>
                    <a:pt x="2448" y="2951"/>
                  </a:lnTo>
                  <a:lnTo>
                    <a:pt x="2448" y="3034"/>
                  </a:lnTo>
                  <a:lnTo>
                    <a:pt x="2406" y="3160"/>
                  </a:lnTo>
                  <a:lnTo>
                    <a:pt x="2469" y="3181"/>
                  </a:lnTo>
                  <a:lnTo>
                    <a:pt x="2406" y="3348"/>
                  </a:lnTo>
                  <a:lnTo>
                    <a:pt x="2448" y="3369"/>
                  </a:lnTo>
                  <a:lnTo>
                    <a:pt x="2511" y="3306"/>
                  </a:lnTo>
                  <a:lnTo>
                    <a:pt x="2553" y="3265"/>
                  </a:lnTo>
                  <a:lnTo>
                    <a:pt x="2553" y="3265"/>
                  </a:lnTo>
                  <a:lnTo>
                    <a:pt x="2511" y="3369"/>
                  </a:lnTo>
                  <a:lnTo>
                    <a:pt x="2490" y="3411"/>
                  </a:lnTo>
                  <a:lnTo>
                    <a:pt x="2553" y="3495"/>
                  </a:lnTo>
                  <a:lnTo>
                    <a:pt x="2637" y="3620"/>
                  </a:lnTo>
                  <a:lnTo>
                    <a:pt x="2720" y="3830"/>
                  </a:lnTo>
                  <a:lnTo>
                    <a:pt x="2762" y="3830"/>
                  </a:lnTo>
                  <a:lnTo>
                    <a:pt x="2720" y="3683"/>
                  </a:lnTo>
                  <a:lnTo>
                    <a:pt x="2720" y="3620"/>
                  </a:lnTo>
                  <a:lnTo>
                    <a:pt x="2762" y="3516"/>
                  </a:lnTo>
                  <a:lnTo>
                    <a:pt x="2867" y="3390"/>
                  </a:lnTo>
                  <a:lnTo>
                    <a:pt x="2909" y="3411"/>
                  </a:lnTo>
                  <a:lnTo>
                    <a:pt x="2971" y="3286"/>
                  </a:lnTo>
                  <a:lnTo>
                    <a:pt x="2971" y="3160"/>
                  </a:lnTo>
                  <a:lnTo>
                    <a:pt x="2930" y="3139"/>
                  </a:lnTo>
                  <a:lnTo>
                    <a:pt x="2909" y="3076"/>
                  </a:lnTo>
                  <a:lnTo>
                    <a:pt x="2909" y="3034"/>
                  </a:lnTo>
                  <a:lnTo>
                    <a:pt x="2888" y="2972"/>
                  </a:lnTo>
                  <a:lnTo>
                    <a:pt x="2867" y="2888"/>
                  </a:lnTo>
                  <a:lnTo>
                    <a:pt x="2804" y="2742"/>
                  </a:lnTo>
                  <a:lnTo>
                    <a:pt x="2783" y="2511"/>
                  </a:lnTo>
                  <a:lnTo>
                    <a:pt x="2720" y="2428"/>
                  </a:lnTo>
                  <a:lnTo>
                    <a:pt x="2720" y="2302"/>
                  </a:lnTo>
                  <a:lnTo>
                    <a:pt x="2699" y="2135"/>
                  </a:lnTo>
                  <a:lnTo>
                    <a:pt x="2637" y="2051"/>
                  </a:lnTo>
                  <a:lnTo>
                    <a:pt x="2595" y="2009"/>
                  </a:lnTo>
                  <a:lnTo>
                    <a:pt x="2511" y="2009"/>
                  </a:lnTo>
                  <a:lnTo>
                    <a:pt x="2448" y="1946"/>
                  </a:lnTo>
                  <a:lnTo>
                    <a:pt x="2386" y="2009"/>
                  </a:lnTo>
                  <a:lnTo>
                    <a:pt x="2406" y="2051"/>
                  </a:lnTo>
                  <a:lnTo>
                    <a:pt x="2386" y="2114"/>
                  </a:lnTo>
                  <a:lnTo>
                    <a:pt x="2386" y="2156"/>
                  </a:lnTo>
                  <a:lnTo>
                    <a:pt x="2344" y="2239"/>
                  </a:lnTo>
                  <a:lnTo>
                    <a:pt x="2365" y="2302"/>
                  </a:lnTo>
                  <a:lnTo>
                    <a:pt x="2365" y="2365"/>
                  </a:lnTo>
                  <a:lnTo>
                    <a:pt x="2281" y="2365"/>
                  </a:lnTo>
                  <a:lnTo>
                    <a:pt x="2197" y="2260"/>
                  </a:lnTo>
                  <a:lnTo>
                    <a:pt x="2093" y="2156"/>
                  </a:lnTo>
                  <a:lnTo>
                    <a:pt x="2093" y="2114"/>
                  </a:lnTo>
                  <a:lnTo>
                    <a:pt x="2030" y="2051"/>
                  </a:lnTo>
                  <a:lnTo>
                    <a:pt x="1967" y="1905"/>
                  </a:lnTo>
                  <a:lnTo>
                    <a:pt x="1967" y="1821"/>
                  </a:lnTo>
                  <a:lnTo>
                    <a:pt x="2030" y="1800"/>
                  </a:lnTo>
                  <a:lnTo>
                    <a:pt x="2051" y="1716"/>
                  </a:lnTo>
                  <a:lnTo>
                    <a:pt x="2155" y="1633"/>
                  </a:lnTo>
                  <a:lnTo>
                    <a:pt x="2176" y="1695"/>
                  </a:lnTo>
                  <a:lnTo>
                    <a:pt x="2260" y="1695"/>
                  </a:lnTo>
                  <a:lnTo>
                    <a:pt x="2302" y="1633"/>
                  </a:lnTo>
                  <a:lnTo>
                    <a:pt x="2302" y="1570"/>
                  </a:lnTo>
                  <a:lnTo>
                    <a:pt x="2365" y="1528"/>
                  </a:lnTo>
                  <a:lnTo>
                    <a:pt x="2448" y="1319"/>
                  </a:lnTo>
                  <a:lnTo>
                    <a:pt x="2469" y="1193"/>
                  </a:lnTo>
                  <a:lnTo>
                    <a:pt x="2511" y="1068"/>
                  </a:lnTo>
                  <a:lnTo>
                    <a:pt x="2469" y="1047"/>
                  </a:lnTo>
                  <a:lnTo>
                    <a:pt x="2365" y="942"/>
                  </a:lnTo>
                  <a:lnTo>
                    <a:pt x="2302" y="963"/>
                  </a:lnTo>
                  <a:lnTo>
                    <a:pt x="2260" y="942"/>
                  </a:lnTo>
                  <a:lnTo>
                    <a:pt x="2176" y="942"/>
                  </a:lnTo>
                  <a:lnTo>
                    <a:pt x="1967" y="963"/>
                  </a:lnTo>
                  <a:lnTo>
                    <a:pt x="1779" y="942"/>
                  </a:lnTo>
                  <a:lnTo>
                    <a:pt x="1423" y="942"/>
                  </a:lnTo>
                  <a:lnTo>
                    <a:pt x="1298" y="879"/>
                  </a:lnTo>
                  <a:lnTo>
                    <a:pt x="1193" y="900"/>
                  </a:lnTo>
                  <a:lnTo>
                    <a:pt x="1067" y="858"/>
                  </a:lnTo>
                  <a:lnTo>
                    <a:pt x="1067" y="775"/>
                  </a:lnTo>
                  <a:lnTo>
                    <a:pt x="1026" y="649"/>
                  </a:lnTo>
                  <a:lnTo>
                    <a:pt x="1026" y="565"/>
                  </a:lnTo>
                  <a:lnTo>
                    <a:pt x="1005" y="440"/>
                  </a:lnTo>
                  <a:lnTo>
                    <a:pt x="921" y="314"/>
                  </a:lnTo>
                  <a:lnTo>
                    <a:pt x="879" y="314"/>
                  </a:lnTo>
                  <a:lnTo>
                    <a:pt x="837" y="356"/>
                  </a:lnTo>
                  <a:lnTo>
                    <a:pt x="733" y="314"/>
                  </a:lnTo>
                  <a:lnTo>
                    <a:pt x="691" y="252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523" y="252"/>
                  </a:lnTo>
                  <a:lnTo>
                    <a:pt x="607" y="314"/>
                  </a:lnTo>
                  <a:lnTo>
                    <a:pt x="544" y="335"/>
                  </a:lnTo>
                  <a:lnTo>
                    <a:pt x="419" y="314"/>
                  </a:lnTo>
                  <a:lnTo>
                    <a:pt x="356" y="210"/>
                  </a:lnTo>
                  <a:lnTo>
                    <a:pt x="356" y="147"/>
                  </a:lnTo>
                  <a:lnTo>
                    <a:pt x="272" y="42"/>
                  </a:lnTo>
                  <a:lnTo>
                    <a:pt x="20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2247;p45"/>
            <p:cNvSpPr/>
            <p:nvPr/>
          </p:nvSpPr>
          <p:spPr>
            <a:xfrm>
              <a:off x="3793178" y="2712975"/>
              <a:ext cx="26423" cy="30945"/>
            </a:xfrm>
            <a:custGeom>
              <a:avLst/>
              <a:gdLst/>
              <a:ahLst/>
              <a:cxnLst/>
              <a:rect l="l" t="t" r="r" b="b"/>
              <a:pathLst>
                <a:path w="2219" h="2721" extrusionOk="0">
                  <a:moveTo>
                    <a:pt x="1298" y="1"/>
                  </a:moveTo>
                  <a:lnTo>
                    <a:pt x="1152" y="168"/>
                  </a:lnTo>
                  <a:lnTo>
                    <a:pt x="984" y="231"/>
                  </a:lnTo>
                  <a:lnTo>
                    <a:pt x="880" y="231"/>
                  </a:lnTo>
                  <a:lnTo>
                    <a:pt x="817" y="336"/>
                  </a:lnTo>
                  <a:lnTo>
                    <a:pt x="754" y="482"/>
                  </a:lnTo>
                  <a:lnTo>
                    <a:pt x="649" y="545"/>
                  </a:lnTo>
                  <a:lnTo>
                    <a:pt x="524" y="545"/>
                  </a:lnTo>
                  <a:lnTo>
                    <a:pt x="357" y="649"/>
                  </a:lnTo>
                  <a:lnTo>
                    <a:pt x="315" y="629"/>
                  </a:lnTo>
                  <a:lnTo>
                    <a:pt x="231" y="629"/>
                  </a:lnTo>
                  <a:lnTo>
                    <a:pt x="210" y="754"/>
                  </a:lnTo>
                  <a:lnTo>
                    <a:pt x="126" y="838"/>
                  </a:lnTo>
                  <a:lnTo>
                    <a:pt x="189" y="901"/>
                  </a:lnTo>
                  <a:lnTo>
                    <a:pt x="231" y="859"/>
                  </a:lnTo>
                  <a:lnTo>
                    <a:pt x="357" y="1005"/>
                  </a:lnTo>
                  <a:lnTo>
                    <a:pt x="336" y="838"/>
                  </a:lnTo>
                  <a:lnTo>
                    <a:pt x="357" y="754"/>
                  </a:lnTo>
                  <a:lnTo>
                    <a:pt x="545" y="629"/>
                  </a:lnTo>
                  <a:lnTo>
                    <a:pt x="566" y="649"/>
                  </a:lnTo>
                  <a:lnTo>
                    <a:pt x="670" y="629"/>
                  </a:lnTo>
                  <a:lnTo>
                    <a:pt x="817" y="649"/>
                  </a:lnTo>
                  <a:lnTo>
                    <a:pt x="859" y="629"/>
                  </a:lnTo>
                  <a:lnTo>
                    <a:pt x="859" y="629"/>
                  </a:lnTo>
                  <a:cubicBezTo>
                    <a:pt x="859" y="649"/>
                    <a:pt x="838" y="649"/>
                    <a:pt x="838" y="691"/>
                  </a:cubicBezTo>
                  <a:lnTo>
                    <a:pt x="754" y="712"/>
                  </a:lnTo>
                  <a:lnTo>
                    <a:pt x="670" y="712"/>
                  </a:lnTo>
                  <a:lnTo>
                    <a:pt x="629" y="733"/>
                  </a:lnTo>
                  <a:lnTo>
                    <a:pt x="733" y="859"/>
                  </a:lnTo>
                  <a:lnTo>
                    <a:pt x="691" y="921"/>
                  </a:lnTo>
                  <a:lnTo>
                    <a:pt x="775" y="1026"/>
                  </a:lnTo>
                  <a:lnTo>
                    <a:pt x="775" y="1047"/>
                  </a:lnTo>
                  <a:lnTo>
                    <a:pt x="691" y="1026"/>
                  </a:lnTo>
                  <a:lnTo>
                    <a:pt x="587" y="1047"/>
                  </a:lnTo>
                  <a:lnTo>
                    <a:pt x="566" y="1005"/>
                  </a:lnTo>
                  <a:lnTo>
                    <a:pt x="629" y="942"/>
                  </a:lnTo>
                  <a:lnTo>
                    <a:pt x="566" y="838"/>
                  </a:lnTo>
                  <a:lnTo>
                    <a:pt x="545" y="838"/>
                  </a:lnTo>
                  <a:lnTo>
                    <a:pt x="461" y="963"/>
                  </a:lnTo>
                  <a:lnTo>
                    <a:pt x="524" y="1047"/>
                  </a:lnTo>
                  <a:lnTo>
                    <a:pt x="419" y="1131"/>
                  </a:lnTo>
                  <a:lnTo>
                    <a:pt x="336" y="1047"/>
                  </a:lnTo>
                  <a:lnTo>
                    <a:pt x="231" y="1047"/>
                  </a:lnTo>
                  <a:lnTo>
                    <a:pt x="147" y="1026"/>
                  </a:lnTo>
                  <a:lnTo>
                    <a:pt x="64" y="1110"/>
                  </a:lnTo>
                  <a:lnTo>
                    <a:pt x="210" y="1173"/>
                  </a:lnTo>
                  <a:lnTo>
                    <a:pt x="210" y="1277"/>
                  </a:lnTo>
                  <a:lnTo>
                    <a:pt x="126" y="1235"/>
                  </a:lnTo>
                  <a:lnTo>
                    <a:pt x="64" y="1256"/>
                  </a:lnTo>
                  <a:lnTo>
                    <a:pt x="105" y="1424"/>
                  </a:lnTo>
                  <a:lnTo>
                    <a:pt x="168" y="1465"/>
                  </a:lnTo>
                  <a:lnTo>
                    <a:pt x="168" y="1591"/>
                  </a:lnTo>
                  <a:lnTo>
                    <a:pt x="231" y="1675"/>
                  </a:lnTo>
                  <a:lnTo>
                    <a:pt x="64" y="1758"/>
                  </a:lnTo>
                  <a:lnTo>
                    <a:pt x="1" y="1905"/>
                  </a:lnTo>
                  <a:lnTo>
                    <a:pt x="64" y="1968"/>
                  </a:lnTo>
                  <a:lnTo>
                    <a:pt x="168" y="1905"/>
                  </a:lnTo>
                  <a:lnTo>
                    <a:pt x="315" y="2051"/>
                  </a:lnTo>
                  <a:lnTo>
                    <a:pt x="336" y="2219"/>
                  </a:lnTo>
                  <a:lnTo>
                    <a:pt x="273" y="2261"/>
                  </a:lnTo>
                  <a:lnTo>
                    <a:pt x="315" y="2323"/>
                  </a:lnTo>
                  <a:lnTo>
                    <a:pt x="461" y="2323"/>
                  </a:lnTo>
                  <a:lnTo>
                    <a:pt x="608" y="2533"/>
                  </a:lnTo>
                  <a:lnTo>
                    <a:pt x="649" y="2574"/>
                  </a:lnTo>
                  <a:lnTo>
                    <a:pt x="754" y="2533"/>
                  </a:lnTo>
                  <a:lnTo>
                    <a:pt x="775" y="2470"/>
                  </a:lnTo>
                  <a:lnTo>
                    <a:pt x="691" y="2386"/>
                  </a:lnTo>
                  <a:lnTo>
                    <a:pt x="649" y="2386"/>
                  </a:lnTo>
                  <a:lnTo>
                    <a:pt x="649" y="2302"/>
                  </a:lnTo>
                  <a:lnTo>
                    <a:pt x="733" y="2261"/>
                  </a:lnTo>
                  <a:lnTo>
                    <a:pt x="733" y="2177"/>
                  </a:lnTo>
                  <a:lnTo>
                    <a:pt x="670" y="2135"/>
                  </a:lnTo>
                  <a:lnTo>
                    <a:pt x="670" y="2072"/>
                  </a:lnTo>
                  <a:lnTo>
                    <a:pt x="754" y="2009"/>
                  </a:lnTo>
                  <a:cubicBezTo>
                    <a:pt x="775" y="2051"/>
                    <a:pt x="817" y="2093"/>
                    <a:pt x="838" y="2135"/>
                  </a:cubicBezTo>
                  <a:lnTo>
                    <a:pt x="838" y="2177"/>
                  </a:lnTo>
                  <a:lnTo>
                    <a:pt x="880" y="2302"/>
                  </a:lnTo>
                  <a:lnTo>
                    <a:pt x="984" y="2407"/>
                  </a:lnTo>
                  <a:lnTo>
                    <a:pt x="1089" y="2407"/>
                  </a:lnTo>
                  <a:lnTo>
                    <a:pt x="1152" y="2449"/>
                  </a:lnTo>
                  <a:lnTo>
                    <a:pt x="1256" y="2428"/>
                  </a:lnTo>
                  <a:cubicBezTo>
                    <a:pt x="1277" y="2428"/>
                    <a:pt x="1298" y="2428"/>
                    <a:pt x="1298" y="2407"/>
                  </a:cubicBezTo>
                  <a:cubicBezTo>
                    <a:pt x="1319" y="2407"/>
                    <a:pt x="1319" y="2428"/>
                    <a:pt x="1361" y="2428"/>
                  </a:cubicBezTo>
                  <a:lnTo>
                    <a:pt x="1361" y="2449"/>
                  </a:lnTo>
                  <a:lnTo>
                    <a:pt x="1298" y="2533"/>
                  </a:lnTo>
                  <a:lnTo>
                    <a:pt x="1319" y="2595"/>
                  </a:lnTo>
                  <a:lnTo>
                    <a:pt x="1382" y="2512"/>
                  </a:lnTo>
                  <a:lnTo>
                    <a:pt x="1403" y="2449"/>
                  </a:lnTo>
                  <a:cubicBezTo>
                    <a:pt x="1445" y="2491"/>
                    <a:pt x="1486" y="2512"/>
                    <a:pt x="1507" y="2553"/>
                  </a:cubicBezTo>
                  <a:lnTo>
                    <a:pt x="1507" y="2595"/>
                  </a:lnTo>
                  <a:lnTo>
                    <a:pt x="1465" y="2616"/>
                  </a:lnTo>
                  <a:lnTo>
                    <a:pt x="1507" y="2658"/>
                  </a:lnTo>
                  <a:lnTo>
                    <a:pt x="1675" y="2721"/>
                  </a:lnTo>
                  <a:lnTo>
                    <a:pt x="1821" y="2700"/>
                  </a:lnTo>
                  <a:lnTo>
                    <a:pt x="1884" y="2616"/>
                  </a:lnTo>
                  <a:lnTo>
                    <a:pt x="1905" y="2700"/>
                  </a:lnTo>
                  <a:lnTo>
                    <a:pt x="1926" y="2721"/>
                  </a:lnTo>
                  <a:lnTo>
                    <a:pt x="1926" y="2616"/>
                  </a:lnTo>
                  <a:lnTo>
                    <a:pt x="1968" y="2574"/>
                  </a:lnTo>
                  <a:cubicBezTo>
                    <a:pt x="2009" y="2533"/>
                    <a:pt x="2030" y="2512"/>
                    <a:pt x="2030" y="2470"/>
                  </a:cubicBezTo>
                  <a:lnTo>
                    <a:pt x="2093" y="2386"/>
                  </a:lnTo>
                  <a:lnTo>
                    <a:pt x="2177" y="2344"/>
                  </a:lnTo>
                  <a:lnTo>
                    <a:pt x="2135" y="2302"/>
                  </a:lnTo>
                  <a:lnTo>
                    <a:pt x="2072" y="2323"/>
                  </a:lnTo>
                  <a:lnTo>
                    <a:pt x="2009" y="2407"/>
                  </a:lnTo>
                  <a:lnTo>
                    <a:pt x="2009" y="2386"/>
                  </a:lnTo>
                  <a:cubicBezTo>
                    <a:pt x="1989" y="2344"/>
                    <a:pt x="1989" y="2344"/>
                    <a:pt x="1989" y="2323"/>
                  </a:cubicBezTo>
                  <a:lnTo>
                    <a:pt x="2009" y="2302"/>
                  </a:lnTo>
                  <a:lnTo>
                    <a:pt x="2009" y="2219"/>
                  </a:lnTo>
                  <a:lnTo>
                    <a:pt x="2135" y="2177"/>
                  </a:lnTo>
                  <a:lnTo>
                    <a:pt x="2198" y="2114"/>
                  </a:lnTo>
                  <a:lnTo>
                    <a:pt x="2177" y="2051"/>
                  </a:lnTo>
                  <a:lnTo>
                    <a:pt x="2072" y="1968"/>
                  </a:lnTo>
                  <a:lnTo>
                    <a:pt x="2072" y="1905"/>
                  </a:lnTo>
                  <a:lnTo>
                    <a:pt x="2198" y="1863"/>
                  </a:lnTo>
                  <a:lnTo>
                    <a:pt x="2219" y="1737"/>
                  </a:lnTo>
                  <a:lnTo>
                    <a:pt x="2219" y="1591"/>
                  </a:lnTo>
                  <a:lnTo>
                    <a:pt x="2198" y="1486"/>
                  </a:lnTo>
                  <a:lnTo>
                    <a:pt x="2072" y="1486"/>
                  </a:lnTo>
                  <a:lnTo>
                    <a:pt x="1905" y="1528"/>
                  </a:lnTo>
                  <a:lnTo>
                    <a:pt x="1863" y="1633"/>
                  </a:lnTo>
                  <a:lnTo>
                    <a:pt x="1905" y="1675"/>
                  </a:lnTo>
                  <a:lnTo>
                    <a:pt x="1989" y="1737"/>
                  </a:lnTo>
                  <a:lnTo>
                    <a:pt x="1989" y="1779"/>
                  </a:lnTo>
                  <a:lnTo>
                    <a:pt x="1926" y="1758"/>
                  </a:lnTo>
                  <a:lnTo>
                    <a:pt x="1905" y="1779"/>
                  </a:lnTo>
                  <a:lnTo>
                    <a:pt x="1800" y="1696"/>
                  </a:lnTo>
                  <a:lnTo>
                    <a:pt x="1800" y="1654"/>
                  </a:lnTo>
                  <a:lnTo>
                    <a:pt x="1758" y="1570"/>
                  </a:lnTo>
                  <a:lnTo>
                    <a:pt x="1696" y="1591"/>
                  </a:lnTo>
                  <a:lnTo>
                    <a:pt x="1654" y="1675"/>
                  </a:lnTo>
                  <a:lnTo>
                    <a:pt x="1570" y="1696"/>
                  </a:lnTo>
                  <a:lnTo>
                    <a:pt x="1591" y="1779"/>
                  </a:lnTo>
                  <a:lnTo>
                    <a:pt x="1654" y="1863"/>
                  </a:lnTo>
                  <a:lnTo>
                    <a:pt x="1654" y="1989"/>
                  </a:lnTo>
                  <a:lnTo>
                    <a:pt x="1717" y="2072"/>
                  </a:lnTo>
                  <a:lnTo>
                    <a:pt x="1800" y="2072"/>
                  </a:lnTo>
                  <a:lnTo>
                    <a:pt x="1926" y="2093"/>
                  </a:lnTo>
                  <a:lnTo>
                    <a:pt x="1968" y="2156"/>
                  </a:lnTo>
                  <a:lnTo>
                    <a:pt x="1905" y="2198"/>
                  </a:lnTo>
                  <a:lnTo>
                    <a:pt x="1968" y="2261"/>
                  </a:lnTo>
                  <a:cubicBezTo>
                    <a:pt x="1926" y="2281"/>
                    <a:pt x="1926" y="2323"/>
                    <a:pt x="1926" y="2365"/>
                  </a:cubicBezTo>
                  <a:lnTo>
                    <a:pt x="1905" y="2386"/>
                  </a:lnTo>
                  <a:lnTo>
                    <a:pt x="1863" y="2386"/>
                  </a:lnTo>
                  <a:lnTo>
                    <a:pt x="1779" y="2407"/>
                  </a:lnTo>
                  <a:lnTo>
                    <a:pt x="1675" y="2261"/>
                  </a:lnTo>
                  <a:lnTo>
                    <a:pt x="1612" y="2281"/>
                  </a:lnTo>
                  <a:cubicBezTo>
                    <a:pt x="1591" y="2261"/>
                    <a:pt x="1570" y="2261"/>
                    <a:pt x="1549" y="2219"/>
                  </a:cubicBezTo>
                  <a:lnTo>
                    <a:pt x="1549" y="2198"/>
                  </a:lnTo>
                  <a:lnTo>
                    <a:pt x="1465" y="2114"/>
                  </a:lnTo>
                  <a:lnTo>
                    <a:pt x="1465" y="2177"/>
                  </a:lnTo>
                  <a:cubicBezTo>
                    <a:pt x="1465" y="2177"/>
                    <a:pt x="1445" y="2177"/>
                    <a:pt x="1445" y="2156"/>
                  </a:cubicBezTo>
                  <a:cubicBezTo>
                    <a:pt x="1403" y="2156"/>
                    <a:pt x="1403" y="2156"/>
                    <a:pt x="1382" y="2177"/>
                  </a:cubicBezTo>
                  <a:lnTo>
                    <a:pt x="1403" y="2093"/>
                  </a:lnTo>
                  <a:lnTo>
                    <a:pt x="1382" y="2009"/>
                  </a:lnTo>
                  <a:lnTo>
                    <a:pt x="1298" y="1863"/>
                  </a:lnTo>
                  <a:lnTo>
                    <a:pt x="1235" y="1863"/>
                  </a:lnTo>
                  <a:lnTo>
                    <a:pt x="1089" y="1779"/>
                  </a:lnTo>
                  <a:lnTo>
                    <a:pt x="1026" y="1612"/>
                  </a:lnTo>
                  <a:lnTo>
                    <a:pt x="1047" y="1654"/>
                  </a:lnTo>
                  <a:lnTo>
                    <a:pt x="1173" y="1591"/>
                  </a:lnTo>
                  <a:lnTo>
                    <a:pt x="1173" y="1445"/>
                  </a:lnTo>
                  <a:lnTo>
                    <a:pt x="1131" y="1340"/>
                  </a:lnTo>
                  <a:lnTo>
                    <a:pt x="1193" y="1256"/>
                  </a:lnTo>
                  <a:lnTo>
                    <a:pt x="1298" y="1235"/>
                  </a:lnTo>
                  <a:lnTo>
                    <a:pt x="1382" y="1298"/>
                  </a:lnTo>
                  <a:lnTo>
                    <a:pt x="1445" y="1277"/>
                  </a:lnTo>
                  <a:lnTo>
                    <a:pt x="1486" y="1298"/>
                  </a:lnTo>
                  <a:lnTo>
                    <a:pt x="1507" y="1256"/>
                  </a:lnTo>
                  <a:lnTo>
                    <a:pt x="1549" y="1152"/>
                  </a:lnTo>
                  <a:lnTo>
                    <a:pt x="1445" y="1047"/>
                  </a:lnTo>
                  <a:lnTo>
                    <a:pt x="1382" y="1110"/>
                  </a:lnTo>
                  <a:lnTo>
                    <a:pt x="1256" y="1110"/>
                  </a:lnTo>
                  <a:lnTo>
                    <a:pt x="1193" y="1026"/>
                  </a:lnTo>
                  <a:lnTo>
                    <a:pt x="1152" y="921"/>
                  </a:lnTo>
                  <a:lnTo>
                    <a:pt x="1089" y="921"/>
                  </a:lnTo>
                  <a:lnTo>
                    <a:pt x="1152" y="859"/>
                  </a:lnTo>
                  <a:lnTo>
                    <a:pt x="1152" y="754"/>
                  </a:lnTo>
                  <a:lnTo>
                    <a:pt x="1131" y="754"/>
                  </a:lnTo>
                  <a:cubicBezTo>
                    <a:pt x="1131" y="733"/>
                    <a:pt x="1152" y="712"/>
                    <a:pt x="1152" y="691"/>
                  </a:cubicBezTo>
                  <a:lnTo>
                    <a:pt x="1173" y="691"/>
                  </a:lnTo>
                  <a:lnTo>
                    <a:pt x="1277" y="503"/>
                  </a:lnTo>
                  <a:lnTo>
                    <a:pt x="1256" y="377"/>
                  </a:lnTo>
                  <a:lnTo>
                    <a:pt x="1277" y="315"/>
                  </a:lnTo>
                  <a:lnTo>
                    <a:pt x="1256" y="210"/>
                  </a:lnTo>
                  <a:lnTo>
                    <a:pt x="1340" y="64"/>
                  </a:lnTo>
                  <a:lnTo>
                    <a:pt x="12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248;p45"/>
            <p:cNvSpPr/>
            <p:nvPr/>
          </p:nvSpPr>
          <p:spPr>
            <a:xfrm>
              <a:off x="3772256" y="2560208"/>
              <a:ext cx="138282" cy="153495"/>
            </a:xfrm>
            <a:custGeom>
              <a:avLst/>
              <a:gdLst/>
              <a:ahLst/>
              <a:cxnLst/>
              <a:rect l="l" t="t" r="r" b="b"/>
              <a:pathLst>
                <a:path w="11613" h="13497" extrusionOk="0">
                  <a:moveTo>
                    <a:pt x="9792" y="1"/>
                  </a:moveTo>
                  <a:lnTo>
                    <a:pt x="9709" y="64"/>
                  </a:lnTo>
                  <a:lnTo>
                    <a:pt x="9709" y="126"/>
                  </a:lnTo>
                  <a:lnTo>
                    <a:pt x="9792" y="231"/>
                  </a:lnTo>
                  <a:lnTo>
                    <a:pt x="9730" y="273"/>
                  </a:lnTo>
                  <a:lnTo>
                    <a:pt x="9688" y="273"/>
                  </a:lnTo>
                  <a:lnTo>
                    <a:pt x="9604" y="168"/>
                  </a:lnTo>
                  <a:lnTo>
                    <a:pt x="9541" y="231"/>
                  </a:lnTo>
                  <a:lnTo>
                    <a:pt x="9520" y="336"/>
                  </a:lnTo>
                  <a:lnTo>
                    <a:pt x="9541" y="357"/>
                  </a:lnTo>
                  <a:lnTo>
                    <a:pt x="9625" y="357"/>
                  </a:lnTo>
                  <a:lnTo>
                    <a:pt x="9688" y="419"/>
                  </a:lnTo>
                  <a:lnTo>
                    <a:pt x="9646" y="440"/>
                  </a:lnTo>
                  <a:lnTo>
                    <a:pt x="9604" y="482"/>
                  </a:lnTo>
                  <a:lnTo>
                    <a:pt x="9604" y="566"/>
                  </a:lnTo>
                  <a:lnTo>
                    <a:pt x="9520" y="587"/>
                  </a:lnTo>
                  <a:lnTo>
                    <a:pt x="9520" y="670"/>
                  </a:lnTo>
                  <a:lnTo>
                    <a:pt x="9541" y="691"/>
                  </a:lnTo>
                  <a:lnTo>
                    <a:pt x="9479" y="754"/>
                  </a:lnTo>
                  <a:lnTo>
                    <a:pt x="9520" y="859"/>
                  </a:lnTo>
                  <a:lnTo>
                    <a:pt x="9479" y="901"/>
                  </a:lnTo>
                  <a:lnTo>
                    <a:pt x="9416" y="859"/>
                  </a:lnTo>
                  <a:lnTo>
                    <a:pt x="9332" y="901"/>
                  </a:lnTo>
                  <a:lnTo>
                    <a:pt x="9332" y="942"/>
                  </a:lnTo>
                  <a:lnTo>
                    <a:pt x="9269" y="984"/>
                  </a:lnTo>
                  <a:lnTo>
                    <a:pt x="9228" y="880"/>
                  </a:lnTo>
                  <a:lnTo>
                    <a:pt x="9332" y="670"/>
                  </a:lnTo>
                  <a:lnTo>
                    <a:pt x="9269" y="649"/>
                  </a:lnTo>
                  <a:lnTo>
                    <a:pt x="9269" y="587"/>
                  </a:lnTo>
                  <a:lnTo>
                    <a:pt x="9311" y="545"/>
                  </a:lnTo>
                  <a:lnTo>
                    <a:pt x="9311" y="357"/>
                  </a:lnTo>
                  <a:lnTo>
                    <a:pt x="9290" y="315"/>
                  </a:lnTo>
                  <a:lnTo>
                    <a:pt x="9228" y="315"/>
                  </a:lnTo>
                  <a:lnTo>
                    <a:pt x="9102" y="545"/>
                  </a:lnTo>
                  <a:lnTo>
                    <a:pt x="9081" y="670"/>
                  </a:lnTo>
                  <a:lnTo>
                    <a:pt x="8956" y="880"/>
                  </a:lnTo>
                  <a:lnTo>
                    <a:pt x="8893" y="1005"/>
                  </a:lnTo>
                  <a:lnTo>
                    <a:pt x="8956" y="1068"/>
                  </a:lnTo>
                  <a:lnTo>
                    <a:pt x="8914" y="1193"/>
                  </a:lnTo>
                  <a:lnTo>
                    <a:pt x="8767" y="1361"/>
                  </a:lnTo>
                  <a:lnTo>
                    <a:pt x="8704" y="1382"/>
                  </a:lnTo>
                  <a:lnTo>
                    <a:pt x="8704" y="1298"/>
                  </a:lnTo>
                  <a:lnTo>
                    <a:pt x="8663" y="1214"/>
                  </a:lnTo>
                  <a:lnTo>
                    <a:pt x="8767" y="1068"/>
                  </a:lnTo>
                  <a:lnTo>
                    <a:pt x="8746" y="963"/>
                  </a:lnTo>
                  <a:lnTo>
                    <a:pt x="8788" y="880"/>
                  </a:lnTo>
                  <a:lnTo>
                    <a:pt x="8746" y="775"/>
                  </a:lnTo>
                  <a:lnTo>
                    <a:pt x="8893" y="587"/>
                  </a:lnTo>
                  <a:lnTo>
                    <a:pt x="8914" y="482"/>
                  </a:lnTo>
                  <a:lnTo>
                    <a:pt x="8956" y="461"/>
                  </a:lnTo>
                  <a:lnTo>
                    <a:pt x="8956" y="419"/>
                  </a:lnTo>
                  <a:lnTo>
                    <a:pt x="8851" y="419"/>
                  </a:lnTo>
                  <a:lnTo>
                    <a:pt x="8767" y="315"/>
                  </a:lnTo>
                  <a:lnTo>
                    <a:pt x="8704" y="336"/>
                  </a:lnTo>
                  <a:lnTo>
                    <a:pt x="8746" y="440"/>
                  </a:lnTo>
                  <a:lnTo>
                    <a:pt x="8663" y="482"/>
                  </a:lnTo>
                  <a:lnTo>
                    <a:pt x="8663" y="419"/>
                  </a:lnTo>
                  <a:lnTo>
                    <a:pt x="8579" y="336"/>
                  </a:lnTo>
                  <a:lnTo>
                    <a:pt x="8495" y="315"/>
                  </a:lnTo>
                  <a:lnTo>
                    <a:pt x="8432" y="336"/>
                  </a:lnTo>
                  <a:lnTo>
                    <a:pt x="8453" y="482"/>
                  </a:lnTo>
                  <a:lnTo>
                    <a:pt x="8391" y="545"/>
                  </a:lnTo>
                  <a:lnTo>
                    <a:pt x="8349" y="482"/>
                  </a:lnTo>
                  <a:lnTo>
                    <a:pt x="8286" y="461"/>
                  </a:lnTo>
                  <a:lnTo>
                    <a:pt x="8244" y="482"/>
                  </a:lnTo>
                  <a:lnTo>
                    <a:pt x="8265" y="545"/>
                  </a:lnTo>
                  <a:lnTo>
                    <a:pt x="8391" y="608"/>
                  </a:lnTo>
                  <a:lnTo>
                    <a:pt x="8432" y="733"/>
                  </a:lnTo>
                  <a:lnTo>
                    <a:pt x="8391" y="775"/>
                  </a:lnTo>
                  <a:lnTo>
                    <a:pt x="8349" y="691"/>
                  </a:lnTo>
                  <a:lnTo>
                    <a:pt x="8265" y="775"/>
                  </a:lnTo>
                  <a:lnTo>
                    <a:pt x="8265" y="838"/>
                  </a:lnTo>
                  <a:lnTo>
                    <a:pt x="8286" y="880"/>
                  </a:lnTo>
                  <a:lnTo>
                    <a:pt x="8265" y="901"/>
                  </a:lnTo>
                  <a:lnTo>
                    <a:pt x="8160" y="859"/>
                  </a:lnTo>
                  <a:lnTo>
                    <a:pt x="8119" y="859"/>
                  </a:lnTo>
                  <a:lnTo>
                    <a:pt x="8035" y="963"/>
                  </a:lnTo>
                  <a:lnTo>
                    <a:pt x="7951" y="1005"/>
                  </a:lnTo>
                  <a:lnTo>
                    <a:pt x="7951" y="1047"/>
                  </a:lnTo>
                  <a:lnTo>
                    <a:pt x="8014" y="1068"/>
                  </a:lnTo>
                  <a:lnTo>
                    <a:pt x="7909" y="1131"/>
                  </a:lnTo>
                  <a:lnTo>
                    <a:pt x="7868" y="1214"/>
                  </a:lnTo>
                  <a:lnTo>
                    <a:pt x="7972" y="1319"/>
                  </a:lnTo>
                  <a:lnTo>
                    <a:pt x="7909" y="1382"/>
                  </a:lnTo>
                  <a:lnTo>
                    <a:pt x="7972" y="1424"/>
                  </a:lnTo>
                  <a:lnTo>
                    <a:pt x="8035" y="1466"/>
                  </a:lnTo>
                  <a:lnTo>
                    <a:pt x="7972" y="1507"/>
                  </a:lnTo>
                  <a:lnTo>
                    <a:pt x="7847" y="1507"/>
                  </a:lnTo>
                  <a:lnTo>
                    <a:pt x="7805" y="1361"/>
                  </a:lnTo>
                  <a:lnTo>
                    <a:pt x="7742" y="1319"/>
                  </a:lnTo>
                  <a:lnTo>
                    <a:pt x="7805" y="1277"/>
                  </a:lnTo>
                  <a:lnTo>
                    <a:pt x="7721" y="1214"/>
                  </a:lnTo>
                  <a:lnTo>
                    <a:pt x="7491" y="1214"/>
                  </a:lnTo>
                  <a:lnTo>
                    <a:pt x="7303" y="1089"/>
                  </a:lnTo>
                  <a:lnTo>
                    <a:pt x="7240" y="1089"/>
                  </a:lnTo>
                  <a:lnTo>
                    <a:pt x="7198" y="1131"/>
                  </a:lnTo>
                  <a:lnTo>
                    <a:pt x="7177" y="1068"/>
                  </a:lnTo>
                  <a:lnTo>
                    <a:pt x="7072" y="1173"/>
                  </a:lnTo>
                  <a:lnTo>
                    <a:pt x="6968" y="1173"/>
                  </a:lnTo>
                  <a:lnTo>
                    <a:pt x="6968" y="1214"/>
                  </a:lnTo>
                  <a:lnTo>
                    <a:pt x="7093" y="1382"/>
                  </a:lnTo>
                  <a:lnTo>
                    <a:pt x="7177" y="1382"/>
                  </a:lnTo>
                  <a:lnTo>
                    <a:pt x="7219" y="1424"/>
                  </a:lnTo>
                  <a:lnTo>
                    <a:pt x="7344" y="1424"/>
                  </a:lnTo>
                  <a:lnTo>
                    <a:pt x="7303" y="1528"/>
                  </a:lnTo>
                  <a:lnTo>
                    <a:pt x="7303" y="1633"/>
                  </a:lnTo>
                  <a:lnTo>
                    <a:pt x="7407" y="1779"/>
                  </a:lnTo>
                  <a:lnTo>
                    <a:pt x="7386" y="1842"/>
                  </a:lnTo>
                  <a:lnTo>
                    <a:pt x="7303" y="1800"/>
                  </a:lnTo>
                  <a:lnTo>
                    <a:pt x="7219" y="1654"/>
                  </a:lnTo>
                  <a:lnTo>
                    <a:pt x="7114" y="1612"/>
                  </a:lnTo>
                  <a:lnTo>
                    <a:pt x="7072" y="1528"/>
                  </a:lnTo>
                  <a:lnTo>
                    <a:pt x="7031" y="1633"/>
                  </a:lnTo>
                  <a:lnTo>
                    <a:pt x="6968" y="1717"/>
                  </a:lnTo>
                  <a:lnTo>
                    <a:pt x="6926" y="1591"/>
                  </a:lnTo>
                  <a:lnTo>
                    <a:pt x="6863" y="1633"/>
                  </a:lnTo>
                  <a:lnTo>
                    <a:pt x="6863" y="1717"/>
                  </a:lnTo>
                  <a:lnTo>
                    <a:pt x="6759" y="1800"/>
                  </a:lnTo>
                  <a:lnTo>
                    <a:pt x="6759" y="1884"/>
                  </a:lnTo>
                  <a:lnTo>
                    <a:pt x="6884" y="1947"/>
                  </a:lnTo>
                  <a:lnTo>
                    <a:pt x="6926" y="2051"/>
                  </a:lnTo>
                  <a:lnTo>
                    <a:pt x="6821" y="2030"/>
                  </a:lnTo>
                  <a:lnTo>
                    <a:pt x="6779" y="1989"/>
                  </a:lnTo>
                  <a:lnTo>
                    <a:pt x="6696" y="2114"/>
                  </a:lnTo>
                  <a:lnTo>
                    <a:pt x="6675" y="2177"/>
                  </a:lnTo>
                  <a:lnTo>
                    <a:pt x="6549" y="2302"/>
                  </a:lnTo>
                  <a:lnTo>
                    <a:pt x="6549" y="2219"/>
                  </a:lnTo>
                  <a:lnTo>
                    <a:pt x="6654" y="2156"/>
                  </a:lnTo>
                  <a:lnTo>
                    <a:pt x="6591" y="2093"/>
                  </a:lnTo>
                  <a:lnTo>
                    <a:pt x="6696" y="1926"/>
                  </a:lnTo>
                  <a:lnTo>
                    <a:pt x="6612" y="1612"/>
                  </a:lnTo>
                  <a:lnTo>
                    <a:pt x="6549" y="1654"/>
                  </a:lnTo>
                  <a:lnTo>
                    <a:pt x="6403" y="1842"/>
                  </a:lnTo>
                  <a:lnTo>
                    <a:pt x="6403" y="2010"/>
                  </a:lnTo>
                  <a:lnTo>
                    <a:pt x="6445" y="2051"/>
                  </a:lnTo>
                  <a:lnTo>
                    <a:pt x="6340" y="2156"/>
                  </a:lnTo>
                  <a:lnTo>
                    <a:pt x="6340" y="2051"/>
                  </a:lnTo>
                  <a:lnTo>
                    <a:pt x="6382" y="1947"/>
                  </a:lnTo>
                  <a:lnTo>
                    <a:pt x="6340" y="1800"/>
                  </a:lnTo>
                  <a:lnTo>
                    <a:pt x="6277" y="1779"/>
                  </a:lnTo>
                  <a:lnTo>
                    <a:pt x="6173" y="1842"/>
                  </a:lnTo>
                  <a:lnTo>
                    <a:pt x="6089" y="1989"/>
                  </a:lnTo>
                  <a:lnTo>
                    <a:pt x="6152" y="2114"/>
                  </a:lnTo>
                  <a:lnTo>
                    <a:pt x="6152" y="2177"/>
                  </a:lnTo>
                  <a:lnTo>
                    <a:pt x="6298" y="2323"/>
                  </a:lnTo>
                  <a:lnTo>
                    <a:pt x="6340" y="2407"/>
                  </a:lnTo>
                  <a:lnTo>
                    <a:pt x="6277" y="2512"/>
                  </a:lnTo>
                  <a:lnTo>
                    <a:pt x="6235" y="2344"/>
                  </a:lnTo>
                  <a:lnTo>
                    <a:pt x="6131" y="2302"/>
                  </a:lnTo>
                  <a:lnTo>
                    <a:pt x="6047" y="2114"/>
                  </a:lnTo>
                  <a:lnTo>
                    <a:pt x="5984" y="2093"/>
                  </a:lnTo>
                  <a:lnTo>
                    <a:pt x="5859" y="2135"/>
                  </a:lnTo>
                  <a:lnTo>
                    <a:pt x="5838" y="2219"/>
                  </a:lnTo>
                  <a:lnTo>
                    <a:pt x="5984" y="2323"/>
                  </a:lnTo>
                  <a:lnTo>
                    <a:pt x="6047" y="2323"/>
                  </a:lnTo>
                  <a:lnTo>
                    <a:pt x="6089" y="2365"/>
                  </a:lnTo>
                  <a:lnTo>
                    <a:pt x="5984" y="2344"/>
                  </a:lnTo>
                  <a:lnTo>
                    <a:pt x="5880" y="2407"/>
                  </a:lnTo>
                  <a:lnTo>
                    <a:pt x="5963" y="2512"/>
                  </a:lnTo>
                  <a:lnTo>
                    <a:pt x="5838" y="2428"/>
                  </a:lnTo>
                  <a:lnTo>
                    <a:pt x="5838" y="2302"/>
                  </a:lnTo>
                  <a:lnTo>
                    <a:pt x="5775" y="2261"/>
                  </a:lnTo>
                  <a:lnTo>
                    <a:pt x="5754" y="2156"/>
                  </a:lnTo>
                  <a:lnTo>
                    <a:pt x="5712" y="2219"/>
                  </a:lnTo>
                  <a:lnTo>
                    <a:pt x="5671" y="2365"/>
                  </a:lnTo>
                  <a:lnTo>
                    <a:pt x="5733" y="2428"/>
                  </a:lnTo>
                  <a:lnTo>
                    <a:pt x="5712" y="2554"/>
                  </a:lnTo>
                  <a:lnTo>
                    <a:pt x="5629" y="2512"/>
                  </a:lnTo>
                  <a:lnTo>
                    <a:pt x="5545" y="2533"/>
                  </a:lnTo>
                  <a:lnTo>
                    <a:pt x="5419" y="2658"/>
                  </a:lnTo>
                  <a:lnTo>
                    <a:pt x="5440" y="2679"/>
                  </a:lnTo>
                  <a:lnTo>
                    <a:pt x="5524" y="2658"/>
                  </a:lnTo>
                  <a:lnTo>
                    <a:pt x="5608" y="2763"/>
                  </a:lnTo>
                  <a:lnTo>
                    <a:pt x="5503" y="2763"/>
                  </a:lnTo>
                  <a:lnTo>
                    <a:pt x="5440" y="2826"/>
                  </a:lnTo>
                  <a:lnTo>
                    <a:pt x="5503" y="2846"/>
                  </a:lnTo>
                  <a:lnTo>
                    <a:pt x="5461" y="2888"/>
                  </a:lnTo>
                  <a:lnTo>
                    <a:pt x="5357" y="2930"/>
                  </a:lnTo>
                  <a:lnTo>
                    <a:pt x="5357" y="2972"/>
                  </a:lnTo>
                  <a:lnTo>
                    <a:pt x="5399" y="2993"/>
                  </a:lnTo>
                  <a:lnTo>
                    <a:pt x="5336" y="2993"/>
                  </a:lnTo>
                  <a:lnTo>
                    <a:pt x="5294" y="2951"/>
                  </a:lnTo>
                  <a:lnTo>
                    <a:pt x="5210" y="2972"/>
                  </a:lnTo>
                  <a:lnTo>
                    <a:pt x="5127" y="3077"/>
                  </a:lnTo>
                  <a:lnTo>
                    <a:pt x="5147" y="3139"/>
                  </a:lnTo>
                  <a:lnTo>
                    <a:pt x="5127" y="3160"/>
                  </a:lnTo>
                  <a:lnTo>
                    <a:pt x="5022" y="3160"/>
                  </a:lnTo>
                  <a:lnTo>
                    <a:pt x="4938" y="3265"/>
                  </a:lnTo>
                  <a:lnTo>
                    <a:pt x="5043" y="3307"/>
                  </a:lnTo>
                  <a:lnTo>
                    <a:pt x="5315" y="3223"/>
                  </a:lnTo>
                  <a:lnTo>
                    <a:pt x="5357" y="3265"/>
                  </a:lnTo>
                  <a:lnTo>
                    <a:pt x="5461" y="3202"/>
                  </a:lnTo>
                  <a:lnTo>
                    <a:pt x="5524" y="3202"/>
                  </a:lnTo>
                  <a:lnTo>
                    <a:pt x="5524" y="3286"/>
                  </a:lnTo>
                  <a:lnTo>
                    <a:pt x="5461" y="3370"/>
                  </a:lnTo>
                  <a:lnTo>
                    <a:pt x="5440" y="3516"/>
                  </a:lnTo>
                  <a:lnTo>
                    <a:pt x="5419" y="3558"/>
                  </a:lnTo>
                  <a:lnTo>
                    <a:pt x="5357" y="3495"/>
                  </a:lnTo>
                  <a:lnTo>
                    <a:pt x="5336" y="3411"/>
                  </a:lnTo>
                  <a:lnTo>
                    <a:pt x="5252" y="3453"/>
                  </a:lnTo>
                  <a:lnTo>
                    <a:pt x="5210" y="3390"/>
                  </a:lnTo>
                  <a:lnTo>
                    <a:pt x="5106" y="3390"/>
                  </a:lnTo>
                  <a:lnTo>
                    <a:pt x="5127" y="3453"/>
                  </a:lnTo>
                  <a:lnTo>
                    <a:pt x="5106" y="3495"/>
                  </a:lnTo>
                  <a:lnTo>
                    <a:pt x="5022" y="3453"/>
                  </a:lnTo>
                  <a:lnTo>
                    <a:pt x="4938" y="3474"/>
                  </a:lnTo>
                  <a:lnTo>
                    <a:pt x="5043" y="3516"/>
                  </a:lnTo>
                  <a:lnTo>
                    <a:pt x="5085" y="3600"/>
                  </a:lnTo>
                  <a:lnTo>
                    <a:pt x="5022" y="3621"/>
                  </a:lnTo>
                  <a:lnTo>
                    <a:pt x="5001" y="3683"/>
                  </a:lnTo>
                  <a:lnTo>
                    <a:pt x="5001" y="3746"/>
                  </a:lnTo>
                  <a:lnTo>
                    <a:pt x="4980" y="3809"/>
                  </a:lnTo>
                  <a:lnTo>
                    <a:pt x="4938" y="3725"/>
                  </a:lnTo>
                  <a:lnTo>
                    <a:pt x="4938" y="3621"/>
                  </a:lnTo>
                  <a:lnTo>
                    <a:pt x="4875" y="3558"/>
                  </a:lnTo>
                  <a:lnTo>
                    <a:pt x="4792" y="3621"/>
                  </a:lnTo>
                  <a:lnTo>
                    <a:pt x="4708" y="3662"/>
                  </a:lnTo>
                  <a:lnTo>
                    <a:pt x="4666" y="3579"/>
                  </a:lnTo>
                  <a:lnTo>
                    <a:pt x="4687" y="3516"/>
                  </a:lnTo>
                  <a:lnTo>
                    <a:pt x="4624" y="3516"/>
                  </a:lnTo>
                  <a:lnTo>
                    <a:pt x="4520" y="3621"/>
                  </a:lnTo>
                  <a:lnTo>
                    <a:pt x="4603" y="3704"/>
                  </a:lnTo>
                  <a:lnTo>
                    <a:pt x="4729" y="3704"/>
                  </a:lnTo>
                  <a:lnTo>
                    <a:pt x="4834" y="3746"/>
                  </a:lnTo>
                  <a:lnTo>
                    <a:pt x="4792" y="3830"/>
                  </a:lnTo>
                  <a:lnTo>
                    <a:pt x="4583" y="3893"/>
                  </a:lnTo>
                  <a:lnTo>
                    <a:pt x="4520" y="3830"/>
                  </a:lnTo>
                  <a:lnTo>
                    <a:pt x="4457" y="3830"/>
                  </a:lnTo>
                  <a:lnTo>
                    <a:pt x="4394" y="3934"/>
                  </a:lnTo>
                  <a:lnTo>
                    <a:pt x="4478" y="4018"/>
                  </a:lnTo>
                  <a:lnTo>
                    <a:pt x="4394" y="4102"/>
                  </a:lnTo>
                  <a:lnTo>
                    <a:pt x="4478" y="4102"/>
                  </a:lnTo>
                  <a:lnTo>
                    <a:pt x="4583" y="3976"/>
                  </a:lnTo>
                  <a:lnTo>
                    <a:pt x="4687" y="3976"/>
                  </a:lnTo>
                  <a:lnTo>
                    <a:pt x="4729" y="4039"/>
                  </a:lnTo>
                  <a:lnTo>
                    <a:pt x="4583" y="4081"/>
                  </a:lnTo>
                  <a:lnTo>
                    <a:pt x="4562" y="4186"/>
                  </a:lnTo>
                  <a:lnTo>
                    <a:pt x="4603" y="4248"/>
                  </a:lnTo>
                  <a:lnTo>
                    <a:pt x="4729" y="4332"/>
                  </a:lnTo>
                  <a:lnTo>
                    <a:pt x="4729" y="4416"/>
                  </a:lnTo>
                  <a:lnTo>
                    <a:pt x="4666" y="4353"/>
                  </a:lnTo>
                  <a:lnTo>
                    <a:pt x="4583" y="4353"/>
                  </a:lnTo>
                  <a:lnTo>
                    <a:pt x="4499" y="4248"/>
                  </a:lnTo>
                  <a:lnTo>
                    <a:pt x="4457" y="4248"/>
                  </a:lnTo>
                  <a:lnTo>
                    <a:pt x="4373" y="4332"/>
                  </a:lnTo>
                  <a:lnTo>
                    <a:pt x="4457" y="4395"/>
                  </a:lnTo>
                  <a:lnTo>
                    <a:pt x="4352" y="4416"/>
                  </a:lnTo>
                  <a:lnTo>
                    <a:pt x="4248" y="4499"/>
                  </a:lnTo>
                  <a:lnTo>
                    <a:pt x="4248" y="4541"/>
                  </a:lnTo>
                  <a:lnTo>
                    <a:pt x="4352" y="4604"/>
                  </a:lnTo>
                  <a:lnTo>
                    <a:pt x="4457" y="4541"/>
                  </a:lnTo>
                  <a:lnTo>
                    <a:pt x="4499" y="4604"/>
                  </a:lnTo>
                  <a:lnTo>
                    <a:pt x="4603" y="4562"/>
                  </a:lnTo>
                  <a:lnTo>
                    <a:pt x="4624" y="4646"/>
                  </a:lnTo>
                  <a:lnTo>
                    <a:pt x="4708" y="4709"/>
                  </a:lnTo>
                  <a:lnTo>
                    <a:pt x="4708" y="4751"/>
                  </a:lnTo>
                  <a:lnTo>
                    <a:pt x="4562" y="4667"/>
                  </a:lnTo>
                  <a:lnTo>
                    <a:pt x="4415" y="4667"/>
                  </a:lnTo>
                  <a:lnTo>
                    <a:pt x="4373" y="4709"/>
                  </a:lnTo>
                  <a:lnTo>
                    <a:pt x="4206" y="4730"/>
                  </a:lnTo>
                  <a:lnTo>
                    <a:pt x="4206" y="4792"/>
                  </a:lnTo>
                  <a:lnTo>
                    <a:pt x="4143" y="4855"/>
                  </a:lnTo>
                  <a:lnTo>
                    <a:pt x="4080" y="4834"/>
                  </a:lnTo>
                  <a:lnTo>
                    <a:pt x="3955" y="4918"/>
                  </a:lnTo>
                  <a:lnTo>
                    <a:pt x="3871" y="4918"/>
                  </a:lnTo>
                  <a:lnTo>
                    <a:pt x="3850" y="4960"/>
                  </a:lnTo>
                  <a:lnTo>
                    <a:pt x="3955" y="4981"/>
                  </a:lnTo>
                  <a:lnTo>
                    <a:pt x="3997" y="5064"/>
                  </a:lnTo>
                  <a:lnTo>
                    <a:pt x="3934" y="5127"/>
                  </a:lnTo>
                  <a:lnTo>
                    <a:pt x="3871" y="5085"/>
                  </a:lnTo>
                  <a:lnTo>
                    <a:pt x="3850" y="5127"/>
                  </a:lnTo>
                  <a:lnTo>
                    <a:pt x="3934" y="5169"/>
                  </a:lnTo>
                  <a:lnTo>
                    <a:pt x="3892" y="5232"/>
                  </a:lnTo>
                  <a:lnTo>
                    <a:pt x="3787" y="5190"/>
                  </a:lnTo>
                  <a:lnTo>
                    <a:pt x="3766" y="5169"/>
                  </a:lnTo>
                  <a:lnTo>
                    <a:pt x="3746" y="5190"/>
                  </a:lnTo>
                  <a:lnTo>
                    <a:pt x="3829" y="5274"/>
                  </a:lnTo>
                  <a:lnTo>
                    <a:pt x="3766" y="5295"/>
                  </a:lnTo>
                  <a:lnTo>
                    <a:pt x="3787" y="5378"/>
                  </a:lnTo>
                  <a:lnTo>
                    <a:pt x="3850" y="5378"/>
                  </a:lnTo>
                  <a:lnTo>
                    <a:pt x="3787" y="5399"/>
                  </a:lnTo>
                  <a:lnTo>
                    <a:pt x="3725" y="5441"/>
                  </a:lnTo>
                  <a:lnTo>
                    <a:pt x="3662" y="5378"/>
                  </a:lnTo>
                  <a:lnTo>
                    <a:pt x="3662" y="5462"/>
                  </a:lnTo>
                  <a:lnTo>
                    <a:pt x="3641" y="5504"/>
                  </a:lnTo>
                  <a:lnTo>
                    <a:pt x="3683" y="5546"/>
                  </a:lnTo>
                  <a:lnTo>
                    <a:pt x="3850" y="5587"/>
                  </a:lnTo>
                  <a:lnTo>
                    <a:pt x="3871" y="5671"/>
                  </a:lnTo>
                  <a:lnTo>
                    <a:pt x="3934" y="5671"/>
                  </a:lnTo>
                  <a:lnTo>
                    <a:pt x="4039" y="5650"/>
                  </a:lnTo>
                  <a:lnTo>
                    <a:pt x="3955" y="5692"/>
                  </a:lnTo>
                  <a:lnTo>
                    <a:pt x="3955" y="5755"/>
                  </a:lnTo>
                  <a:lnTo>
                    <a:pt x="3850" y="5755"/>
                  </a:lnTo>
                  <a:lnTo>
                    <a:pt x="3829" y="5713"/>
                  </a:lnTo>
                  <a:lnTo>
                    <a:pt x="3662" y="5713"/>
                  </a:lnTo>
                  <a:lnTo>
                    <a:pt x="3557" y="5818"/>
                  </a:lnTo>
                  <a:lnTo>
                    <a:pt x="3578" y="5839"/>
                  </a:lnTo>
                  <a:lnTo>
                    <a:pt x="3683" y="5839"/>
                  </a:lnTo>
                  <a:lnTo>
                    <a:pt x="3725" y="5922"/>
                  </a:lnTo>
                  <a:lnTo>
                    <a:pt x="3766" y="5985"/>
                  </a:lnTo>
                  <a:lnTo>
                    <a:pt x="3766" y="6069"/>
                  </a:lnTo>
                  <a:lnTo>
                    <a:pt x="3683" y="6006"/>
                  </a:lnTo>
                  <a:lnTo>
                    <a:pt x="3641" y="6006"/>
                  </a:lnTo>
                  <a:lnTo>
                    <a:pt x="3578" y="6069"/>
                  </a:lnTo>
                  <a:lnTo>
                    <a:pt x="3578" y="6131"/>
                  </a:lnTo>
                  <a:lnTo>
                    <a:pt x="3557" y="6173"/>
                  </a:lnTo>
                  <a:lnTo>
                    <a:pt x="3620" y="6215"/>
                  </a:lnTo>
                  <a:lnTo>
                    <a:pt x="3641" y="6299"/>
                  </a:lnTo>
                  <a:lnTo>
                    <a:pt x="3578" y="6299"/>
                  </a:lnTo>
                  <a:lnTo>
                    <a:pt x="3515" y="6236"/>
                  </a:lnTo>
                  <a:lnTo>
                    <a:pt x="3474" y="6278"/>
                  </a:lnTo>
                  <a:lnTo>
                    <a:pt x="3474" y="6341"/>
                  </a:lnTo>
                  <a:lnTo>
                    <a:pt x="3578" y="6362"/>
                  </a:lnTo>
                  <a:lnTo>
                    <a:pt x="3578" y="6424"/>
                  </a:lnTo>
                  <a:lnTo>
                    <a:pt x="3578" y="6508"/>
                  </a:lnTo>
                  <a:lnTo>
                    <a:pt x="3453" y="6403"/>
                  </a:lnTo>
                  <a:lnTo>
                    <a:pt x="3411" y="6445"/>
                  </a:lnTo>
                  <a:lnTo>
                    <a:pt x="3411" y="6529"/>
                  </a:lnTo>
                  <a:lnTo>
                    <a:pt x="3432" y="6529"/>
                  </a:lnTo>
                  <a:lnTo>
                    <a:pt x="3432" y="6634"/>
                  </a:lnTo>
                  <a:lnTo>
                    <a:pt x="3474" y="6738"/>
                  </a:lnTo>
                  <a:lnTo>
                    <a:pt x="3536" y="6738"/>
                  </a:lnTo>
                  <a:lnTo>
                    <a:pt x="3578" y="6634"/>
                  </a:lnTo>
                  <a:lnTo>
                    <a:pt x="3641" y="6634"/>
                  </a:lnTo>
                  <a:lnTo>
                    <a:pt x="3578" y="6759"/>
                  </a:lnTo>
                  <a:lnTo>
                    <a:pt x="3536" y="6801"/>
                  </a:lnTo>
                  <a:lnTo>
                    <a:pt x="3432" y="6885"/>
                  </a:lnTo>
                  <a:lnTo>
                    <a:pt x="3348" y="6885"/>
                  </a:lnTo>
                  <a:lnTo>
                    <a:pt x="3264" y="6927"/>
                  </a:lnTo>
                  <a:lnTo>
                    <a:pt x="3264" y="6968"/>
                  </a:lnTo>
                  <a:lnTo>
                    <a:pt x="3202" y="7031"/>
                  </a:lnTo>
                  <a:lnTo>
                    <a:pt x="3118" y="7073"/>
                  </a:lnTo>
                  <a:lnTo>
                    <a:pt x="3202" y="7136"/>
                  </a:lnTo>
                  <a:lnTo>
                    <a:pt x="3160" y="7157"/>
                  </a:lnTo>
                  <a:lnTo>
                    <a:pt x="3013" y="7178"/>
                  </a:lnTo>
                  <a:lnTo>
                    <a:pt x="2950" y="7261"/>
                  </a:lnTo>
                  <a:lnTo>
                    <a:pt x="2950" y="7324"/>
                  </a:lnTo>
                  <a:lnTo>
                    <a:pt x="3055" y="7345"/>
                  </a:lnTo>
                  <a:lnTo>
                    <a:pt x="2992" y="7387"/>
                  </a:lnTo>
                  <a:lnTo>
                    <a:pt x="2930" y="7492"/>
                  </a:lnTo>
                  <a:lnTo>
                    <a:pt x="2846" y="7492"/>
                  </a:lnTo>
                  <a:lnTo>
                    <a:pt x="2825" y="7408"/>
                  </a:lnTo>
                  <a:lnTo>
                    <a:pt x="2783" y="7366"/>
                  </a:lnTo>
                  <a:lnTo>
                    <a:pt x="2741" y="7408"/>
                  </a:lnTo>
                  <a:lnTo>
                    <a:pt x="2678" y="7408"/>
                  </a:lnTo>
                  <a:lnTo>
                    <a:pt x="2699" y="7492"/>
                  </a:lnTo>
                  <a:lnTo>
                    <a:pt x="2637" y="7554"/>
                  </a:lnTo>
                  <a:lnTo>
                    <a:pt x="2637" y="7596"/>
                  </a:lnTo>
                  <a:lnTo>
                    <a:pt x="2678" y="7659"/>
                  </a:lnTo>
                  <a:lnTo>
                    <a:pt x="2532" y="7659"/>
                  </a:lnTo>
                  <a:lnTo>
                    <a:pt x="2490" y="7680"/>
                  </a:lnTo>
                  <a:lnTo>
                    <a:pt x="2490" y="7805"/>
                  </a:lnTo>
                  <a:lnTo>
                    <a:pt x="2386" y="7868"/>
                  </a:lnTo>
                  <a:lnTo>
                    <a:pt x="2406" y="7910"/>
                  </a:lnTo>
                  <a:lnTo>
                    <a:pt x="2386" y="8015"/>
                  </a:lnTo>
                  <a:lnTo>
                    <a:pt x="2302" y="8098"/>
                  </a:lnTo>
                  <a:lnTo>
                    <a:pt x="2197" y="8182"/>
                  </a:lnTo>
                  <a:lnTo>
                    <a:pt x="2218" y="8224"/>
                  </a:lnTo>
                  <a:lnTo>
                    <a:pt x="2365" y="8161"/>
                  </a:lnTo>
                  <a:lnTo>
                    <a:pt x="2406" y="8161"/>
                  </a:lnTo>
                  <a:lnTo>
                    <a:pt x="2406" y="8224"/>
                  </a:lnTo>
                  <a:lnTo>
                    <a:pt x="2323" y="8266"/>
                  </a:lnTo>
                  <a:lnTo>
                    <a:pt x="2323" y="8370"/>
                  </a:lnTo>
                  <a:lnTo>
                    <a:pt x="2386" y="8454"/>
                  </a:lnTo>
                  <a:lnTo>
                    <a:pt x="2511" y="8391"/>
                  </a:lnTo>
                  <a:lnTo>
                    <a:pt x="2637" y="8370"/>
                  </a:lnTo>
                  <a:lnTo>
                    <a:pt x="2804" y="8203"/>
                  </a:lnTo>
                  <a:lnTo>
                    <a:pt x="2804" y="8119"/>
                  </a:lnTo>
                  <a:lnTo>
                    <a:pt x="2720" y="8161"/>
                  </a:lnTo>
                  <a:lnTo>
                    <a:pt x="2804" y="8056"/>
                  </a:lnTo>
                  <a:lnTo>
                    <a:pt x="2825" y="7910"/>
                  </a:lnTo>
                  <a:lnTo>
                    <a:pt x="2846" y="7910"/>
                  </a:lnTo>
                  <a:lnTo>
                    <a:pt x="2909" y="7868"/>
                  </a:lnTo>
                  <a:lnTo>
                    <a:pt x="3013" y="7889"/>
                  </a:lnTo>
                  <a:lnTo>
                    <a:pt x="3055" y="7889"/>
                  </a:lnTo>
                  <a:lnTo>
                    <a:pt x="2909" y="7994"/>
                  </a:lnTo>
                  <a:lnTo>
                    <a:pt x="2909" y="8056"/>
                  </a:lnTo>
                  <a:lnTo>
                    <a:pt x="3055" y="8098"/>
                  </a:lnTo>
                  <a:lnTo>
                    <a:pt x="3013" y="8182"/>
                  </a:lnTo>
                  <a:lnTo>
                    <a:pt x="2930" y="8182"/>
                  </a:lnTo>
                  <a:lnTo>
                    <a:pt x="2783" y="8370"/>
                  </a:lnTo>
                  <a:lnTo>
                    <a:pt x="2888" y="8412"/>
                  </a:lnTo>
                  <a:lnTo>
                    <a:pt x="2804" y="8496"/>
                  </a:lnTo>
                  <a:lnTo>
                    <a:pt x="2825" y="8600"/>
                  </a:lnTo>
                  <a:lnTo>
                    <a:pt x="2720" y="8580"/>
                  </a:lnTo>
                  <a:lnTo>
                    <a:pt x="2637" y="8496"/>
                  </a:lnTo>
                  <a:lnTo>
                    <a:pt x="2511" y="8496"/>
                  </a:lnTo>
                  <a:lnTo>
                    <a:pt x="2427" y="8538"/>
                  </a:lnTo>
                  <a:lnTo>
                    <a:pt x="2427" y="8642"/>
                  </a:lnTo>
                  <a:lnTo>
                    <a:pt x="2365" y="8705"/>
                  </a:lnTo>
                  <a:lnTo>
                    <a:pt x="2260" y="8747"/>
                  </a:lnTo>
                  <a:lnTo>
                    <a:pt x="2260" y="8747"/>
                  </a:lnTo>
                  <a:lnTo>
                    <a:pt x="2323" y="8684"/>
                  </a:lnTo>
                  <a:lnTo>
                    <a:pt x="2386" y="8642"/>
                  </a:lnTo>
                  <a:lnTo>
                    <a:pt x="2302" y="8538"/>
                  </a:lnTo>
                  <a:lnTo>
                    <a:pt x="2302" y="8433"/>
                  </a:lnTo>
                  <a:lnTo>
                    <a:pt x="2218" y="8328"/>
                  </a:lnTo>
                  <a:lnTo>
                    <a:pt x="2155" y="8328"/>
                  </a:lnTo>
                  <a:lnTo>
                    <a:pt x="2093" y="8412"/>
                  </a:lnTo>
                  <a:lnTo>
                    <a:pt x="1988" y="8412"/>
                  </a:lnTo>
                  <a:lnTo>
                    <a:pt x="1988" y="8454"/>
                  </a:lnTo>
                  <a:lnTo>
                    <a:pt x="2155" y="8454"/>
                  </a:lnTo>
                  <a:lnTo>
                    <a:pt x="1988" y="8600"/>
                  </a:lnTo>
                  <a:lnTo>
                    <a:pt x="1883" y="8580"/>
                  </a:lnTo>
                  <a:lnTo>
                    <a:pt x="1800" y="8580"/>
                  </a:lnTo>
                  <a:lnTo>
                    <a:pt x="1695" y="8684"/>
                  </a:lnTo>
                  <a:lnTo>
                    <a:pt x="1758" y="8705"/>
                  </a:lnTo>
                  <a:lnTo>
                    <a:pt x="1842" y="8684"/>
                  </a:lnTo>
                  <a:lnTo>
                    <a:pt x="1862" y="8705"/>
                  </a:lnTo>
                  <a:lnTo>
                    <a:pt x="1737" y="8789"/>
                  </a:lnTo>
                  <a:lnTo>
                    <a:pt x="1674" y="8831"/>
                  </a:lnTo>
                  <a:lnTo>
                    <a:pt x="1632" y="8789"/>
                  </a:lnTo>
                  <a:lnTo>
                    <a:pt x="1549" y="8789"/>
                  </a:lnTo>
                  <a:lnTo>
                    <a:pt x="1549" y="8831"/>
                  </a:lnTo>
                  <a:lnTo>
                    <a:pt x="1674" y="8914"/>
                  </a:lnTo>
                  <a:lnTo>
                    <a:pt x="1800" y="8914"/>
                  </a:lnTo>
                  <a:lnTo>
                    <a:pt x="1779" y="8977"/>
                  </a:lnTo>
                  <a:lnTo>
                    <a:pt x="1862" y="9019"/>
                  </a:lnTo>
                  <a:lnTo>
                    <a:pt x="1842" y="9103"/>
                  </a:lnTo>
                  <a:lnTo>
                    <a:pt x="1695" y="9040"/>
                  </a:lnTo>
                  <a:lnTo>
                    <a:pt x="1695" y="8956"/>
                  </a:lnTo>
                  <a:lnTo>
                    <a:pt x="1590" y="8956"/>
                  </a:lnTo>
                  <a:lnTo>
                    <a:pt x="1486" y="8893"/>
                  </a:lnTo>
                  <a:lnTo>
                    <a:pt x="1465" y="8810"/>
                  </a:lnTo>
                  <a:lnTo>
                    <a:pt x="1444" y="8810"/>
                  </a:lnTo>
                  <a:lnTo>
                    <a:pt x="1423" y="8914"/>
                  </a:lnTo>
                  <a:lnTo>
                    <a:pt x="1528" y="9040"/>
                  </a:lnTo>
                  <a:lnTo>
                    <a:pt x="1632" y="9124"/>
                  </a:lnTo>
                  <a:lnTo>
                    <a:pt x="1695" y="9124"/>
                  </a:lnTo>
                  <a:lnTo>
                    <a:pt x="1758" y="9165"/>
                  </a:lnTo>
                  <a:lnTo>
                    <a:pt x="1653" y="9165"/>
                  </a:lnTo>
                  <a:lnTo>
                    <a:pt x="1486" y="9124"/>
                  </a:lnTo>
                  <a:lnTo>
                    <a:pt x="1360" y="8956"/>
                  </a:lnTo>
                  <a:lnTo>
                    <a:pt x="1277" y="8977"/>
                  </a:lnTo>
                  <a:lnTo>
                    <a:pt x="1214" y="8935"/>
                  </a:lnTo>
                  <a:lnTo>
                    <a:pt x="1067" y="8935"/>
                  </a:lnTo>
                  <a:lnTo>
                    <a:pt x="1026" y="8893"/>
                  </a:lnTo>
                  <a:lnTo>
                    <a:pt x="963" y="8935"/>
                  </a:lnTo>
                  <a:lnTo>
                    <a:pt x="1005" y="9019"/>
                  </a:lnTo>
                  <a:lnTo>
                    <a:pt x="942" y="9061"/>
                  </a:lnTo>
                  <a:lnTo>
                    <a:pt x="1026" y="9165"/>
                  </a:lnTo>
                  <a:lnTo>
                    <a:pt x="1214" y="9124"/>
                  </a:lnTo>
                  <a:lnTo>
                    <a:pt x="1235" y="9144"/>
                  </a:lnTo>
                  <a:lnTo>
                    <a:pt x="1151" y="9207"/>
                  </a:lnTo>
                  <a:lnTo>
                    <a:pt x="1214" y="9228"/>
                  </a:lnTo>
                  <a:lnTo>
                    <a:pt x="1339" y="9165"/>
                  </a:lnTo>
                  <a:lnTo>
                    <a:pt x="1423" y="9165"/>
                  </a:lnTo>
                  <a:lnTo>
                    <a:pt x="1381" y="9228"/>
                  </a:lnTo>
                  <a:lnTo>
                    <a:pt x="1214" y="9312"/>
                  </a:lnTo>
                  <a:lnTo>
                    <a:pt x="1151" y="9375"/>
                  </a:lnTo>
                  <a:lnTo>
                    <a:pt x="1026" y="9354"/>
                  </a:lnTo>
                  <a:lnTo>
                    <a:pt x="942" y="9228"/>
                  </a:lnTo>
                  <a:lnTo>
                    <a:pt x="900" y="9228"/>
                  </a:lnTo>
                  <a:lnTo>
                    <a:pt x="837" y="9270"/>
                  </a:lnTo>
                  <a:lnTo>
                    <a:pt x="753" y="9207"/>
                  </a:lnTo>
                  <a:lnTo>
                    <a:pt x="691" y="9249"/>
                  </a:lnTo>
                  <a:lnTo>
                    <a:pt x="628" y="9228"/>
                  </a:lnTo>
                  <a:lnTo>
                    <a:pt x="544" y="9270"/>
                  </a:lnTo>
                  <a:lnTo>
                    <a:pt x="586" y="9333"/>
                  </a:lnTo>
                  <a:lnTo>
                    <a:pt x="753" y="9354"/>
                  </a:lnTo>
                  <a:lnTo>
                    <a:pt x="858" y="9416"/>
                  </a:lnTo>
                  <a:lnTo>
                    <a:pt x="1005" y="9479"/>
                  </a:lnTo>
                  <a:lnTo>
                    <a:pt x="963" y="9584"/>
                  </a:lnTo>
                  <a:lnTo>
                    <a:pt x="1026" y="9668"/>
                  </a:lnTo>
                  <a:lnTo>
                    <a:pt x="921" y="9688"/>
                  </a:lnTo>
                  <a:lnTo>
                    <a:pt x="900" y="9668"/>
                  </a:lnTo>
                  <a:lnTo>
                    <a:pt x="900" y="9500"/>
                  </a:lnTo>
                  <a:lnTo>
                    <a:pt x="795" y="9479"/>
                  </a:lnTo>
                  <a:lnTo>
                    <a:pt x="691" y="9479"/>
                  </a:lnTo>
                  <a:lnTo>
                    <a:pt x="733" y="9563"/>
                  </a:lnTo>
                  <a:lnTo>
                    <a:pt x="712" y="9626"/>
                  </a:lnTo>
                  <a:lnTo>
                    <a:pt x="586" y="9542"/>
                  </a:lnTo>
                  <a:lnTo>
                    <a:pt x="481" y="9668"/>
                  </a:lnTo>
                  <a:lnTo>
                    <a:pt x="586" y="9730"/>
                  </a:lnTo>
                  <a:lnTo>
                    <a:pt x="502" y="9751"/>
                  </a:lnTo>
                  <a:lnTo>
                    <a:pt x="440" y="9772"/>
                  </a:lnTo>
                  <a:lnTo>
                    <a:pt x="398" y="9668"/>
                  </a:lnTo>
                  <a:lnTo>
                    <a:pt x="230" y="9647"/>
                  </a:lnTo>
                  <a:lnTo>
                    <a:pt x="293" y="9772"/>
                  </a:lnTo>
                  <a:lnTo>
                    <a:pt x="209" y="9793"/>
                  </a:lnTo>
                  <a:lnTo>
                    <a:pt x="189" y="9688"/>
                  </a:lnTo>
                  <a:lnTo>
                    <a:pt x="105" y="9626"/>
                  </a:lnTo>
                  <a:lnTo>
                    <a:pt x="63" y="9647"/>
                  </a:lnTo>
                  <a:lnTo>
                    <a:pt x="63" y="9688"/>
                  </a:lnTo>
                  <a:lnTo>
                    <a:pt x="168" y="9793"/>
                  </a:lnTo>
                  <a:lnTo>
                    <a:pt x="105" y="9856"/>
                  </a:lnTo>
                  <a:lnTo>
                    <a:pt x="168" y="9898"/>
                  </a:lnTo>
                  <a:lnTo>
                    <a:pt x="293" y="9877"/>
                  </a:lnTo>
                  <a:lnTo>
                    <a:pt x="481" y="9898"/>
                  </a:lnTo>
                  <a:lnTo>
                    <a:pt x="586" y="9981"/>
                  </a:lnTo>
                  <a:lnTo>
                    <a:pt x="733" y="9981"/>
                  </a:lnTo>
                  <a:lnTo>
                    <a:pt x="795" y="9940"/>
                  </a:lnTo>
                  <a:lnTo>
                    <a:pt x="858" y="9940"/>
                  </a:lnTo>
                  <a:lnTo>
                    <a:pt x="753" y="10023"/>
                  </a:lnTo>
                  <a:lnTo>
                    <a:pt x="607" y="10023"/>
                  </a:lnTo>
                  <a:lnTo>
                    <a:pt x="544" y="10065"/>
                  </a:lnTo>
                  <a:lnTo>
                    <a:pt x="377" y="9960"/>
                  </a:lnTo>
                  <a:lnTo>
                    <a:pt x="272" y="9981"/>
                  </a:lnTo>
                  <a:lnTo>
                    <a:pt x="209" y="9981"/>
                  </a:lnTo>
                  <a:lnTo>
                    <a:pt x="126" y="10023"/>
                  </a:lnTo>
                  <a:lnTo>
                    <a:pt x="0" y="10065"/>
                  </a:lnTo>
                  <a:lnTo>
                    <a:pt x="0" y="10107"/>
                  </a:lnTo>
                  <a:lnTo>
                    <a:pt x="189" y="10191"/>
                  </a:lnTo>
                  <a:lnTo>
                    <a:pt x="105" y="10274"/>
                  </a:lnTo>
                  <a:lnTo>
                    <a:pt x="209" y="10295"/>
                  </a:lnTo>
                  <a:lnTo>
                    <a:pt x="272" y="10253"/>
                  </a:lnTo>
                  <a:lnTo>
                    <a:pt x="419" y="10253"/>
                  </a:lnTo>
                  <a:lnTo>
                    <a:pt x="314" y="10316"/>
                  </a:lnTo>
                  <a:lnTo>
                    <a:pt x="126" y="10316"/>
                  </a:lnTo>
                  <a:lnTo>
                    <a:pt x="105" y="10358"/>
                  </a:lnTo>
                  <a:lnTo>
                    <a:pt x="63" y="10358"/>
                  </a:lnTo>
                  <a:lnTo>
                    <a:pt x="63" y="10379"/>
                  </a:lnTo>
                  <a:lnTo>
                    <a:pt x="126" y="10400"/>
                  </a:lnTo>
                  <a:lnTo>
                    <a:pt x="189" y="10400"/>
                  </a:lnTo>
                  <a:lnTo>
                    <a:pt x="105" y="10463"/>
                  </a:lnTo>
                  <a:lnTo>
                    <a:pt x="63" y="10484"/>
                  </a:lnTo>
                  <a:lnTo>
                    <a:pt x="63" y="10525"/>
                  </a:lnTo>
                  <a:lnTo>
                    <a:pt x="105" y="10546"/>
                  </a:lnTo>
                  <a:lnTo>
                    <a:pt x="168" y="10630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523" y="10546"/>
                  </a:lnTo>
                  <a:lnTo>
                    <a:pt x="649" y="10588"/>
                  </a:lnTo>
                  <a:lnTo>
                    <a:pt x="691" y="10609"/>
                  </a:lnTo>
                  <a:lnTo>
                    <a:pt x="753" y="10546"/>
                  </a:lnTo>
                  <a:lnTo>
                    <a:pt x="753" y="10484"/>
                  </a:lnTo>
                  <a:lnTo>
                    <a:pt x="837" y="10463"/>
                  </a:lnTo>
                  <a:lnTo>
                    <a:pt x="858" y="10525"/>
                  </a:lnTo>
                  <a:lnTo>
                    <a:pt x="963" y="10525"/>
                  </a:lnTo>
                  <a:lnTo>
                    <a:pt x="1067" y="10421"/>
                  </a:lnTo>
                  <a:lnTo>
                    <a:pt x="1130" y="10463"/>
                  </a:lnTo>
                  <a:lnTo>
                    <a:pt x="1130" y="10505"/>
                  </a:lnTo>
                  <a:lnTo>
                    <a:pt x="1046" y="10525"/>
                  </a:lnTo>
                  <a:lnTo>
                    <a:pt x="1151" y="10588"/>
                  </a:lnTo>
                  <a:lnTo>
                    <a:pt x="1214" y="10525"/>
                  </a:lnTo>
                  <a:lnTo>
                    <a:pt x="1214" y="10463"/>
                  </a:lnTo>
                  <a:lnTo>
                    <a:pt x="1277" y="10358"/>
                  </a:lnTo>
                  <a:lnTo>
                    <a:pt x="1256" y="10421"/>
                  </a:lnTo>
                  <a:lnTo>
                    <a:pt x="1339" y="10525"/>
                  </a:lnTo>
                  <a:lnTo>
                    <a:pt x="1277" y="10609"/>
                  </a:lnTo>
                  <a:lnTo>
                    <a:pt x="1130" y="10672"/>
                  </a:lnTo>
                  <a:lnTo>
                    <a:pt x="1046" y="10714"/>
                  </a:lnTo>
                  <a:lnTo>
                    <a:pt x="1109" y="10735"/>
                  </a:lnTo>
                  <a:lnTo>
                    <a:pt x="1046" y="10839"/>
                  </a:lnTo>
                  <a:lnTo>
                    <a:pt x="921" y="10839"/>
                  </a:lnTo>
                  <a:lnTo>
                    <a:pt x="921" y="10797"/>
                  </a:lnTo>
                  <a:lnTo>
                    <a:pt x="963" y="10735"/>
                  </a:lnTo>
                  <a:lnTo>
                    <a:pt x="942" y="10630"/>
                  </a:lnTo>
                  <a:lnTo>
                    <a:pt x="837" y="10609"/>
                  </a:lnTo>
                  <a:lnTo>
                    <a:pt x="733" y="10735"/>
                  </a:lnTo>
                  <a:lnTo>
                    <a:pt x="712" y="10797"/>
                  </a:lnTo>
                  <a:lnTo>
                    <a:pt x="628" y="10693"/>
                  </a:lnTo>
                  <a:lnTo>
                    <a:pt x="523" y="10672"/>
                  </a:lnTo>
                  <a:lnTo>
                    <a:pt x="419" y="10693"/>
                  </a:lnTo>
                  <a:lnTo>
                    <a:pt x="335" y="10672"/>
                  </a:lnTo>
                  <a:lnTo>
                    <a:pt x="209" y="10735"/>
                  </a:lnTo>
                  <a:lnTo>
                    <a:pt x="126" y="10735"/>
                  </a:lnTo>
                  <a:lnTo>
                    <a:pt x="63" y="10693"/>
                  </a:lnTo>
                  <a:lnTo>
                    <a:pt x="21" y="10693"/>
                  </a:lnTo>
                  <a:lnTo>
                    <a:pt x="63" y="10797"/>
                  </a:lnTo>
                  <a:lnTo>
                    <a:pt x="21" y="10839"/>
                  </a:lnTo>
                  <a:lnTo>
                    <a:pt x="84" y="10902"/>
                  </a:lnTo>
                  <a:lnTo>
                    <a:pt x="168" y="10881"/>
                  </a:lnTo>
                  <a:lnTo>
                    <a:pt x="209" y="10818"/>
                  </a:lnTo>
                  <a:lnTo>
                    <a:pt x="293" y="10818"/>
                  </a:lnTo>
                  <a:lnTo>
                    <a:pt x="209" y="10902"/>
                  </a:lnTo>
                  <a:lnTo>
                    <a:pt x="209" y="11007"/>
                  </a:lnTo>
                  <a:lnTo>
                    <a:pt x="168" y="11049"/>
                  </a:lnTo>
                  <a:lnTo>
                    <a:pt x="84" y="11007"/>
                  </a:lnTo>
                  <a:lnTo>
                    <a:pt x="126" y="11132"/>
                  </a:lnTo>
                  <a:lnTo>
                    <a:pt x="189" y="11195"/>
                  </a:lnTo>
                  <a:lnTo>
                    <a:pt x="335" y="11007"/>
                  </a:lnTo>
                  <a:lnTo>
                    <a:pt x="481" y="11049"/>
                  </a:lnTo>
                  <a:lnTo>
                    <a:pt x="419" y="11111"/>
                  </a:lnTo>
                  <a:lnTo>
                    <a:pt x="419" y="11195"/>
                  </a:lnTo>
                  <a:lnTo>
                    <a:pt x="293" y="11258"/>
                  </a:lnTo>
                  <a:lnTo>
                    <a:pt x="314" y="11300"/>
                  </a:lnTo>
                  <a:lnTo>
                    <a:pt x="398" y="11321"/>
                  </a:lnTo>
                  <a:lnTo>
                    <a:pt x="377" y="11404"/>
                  </a:lnTo>
                  <a:lnTo>
                    <a:pt x="419" y="11467"/>
                  </a:lnTo>
                  <a:lnTo>
                    <a:pt x="377" y="11572"/>
                  </a:lnTo>
                  <a:lnTo>
                    <a:pt x="419" y="11572"/>
                  </a:lnTo>
                  <a:lnTo>
                    <a:pt x="502" y="11446"/>
                  </a:lnTo>
                  <a:lnTo>
                    <a:pt x="586" y="11425"/>
                  </a:lnTo>
                  <a:lnTo>
                    <a:pt x="607" y="11300"/>
                  </a:lnTo>
                  <a:lnTo>
                    <a:pt x="816" y="11216"/>
                  </a:lnTo>
                  <a:lnTo>
                    <a:pt x="921" y="11216"/>
                  </a:lnTo>
                  <a:lnTo>
                    <a:pt x="1005" y="11195"/>
                  </a:lnTo>
                  <a:lnTo>
                    <a:pt x="942" y="11237"/>
                  </a:lnTo>
                  <a:lnTo>
                    <a:pt x="837" y="11321"/>
                  </a:lnTo>
                  <a:lnTo>
                    <a:pt x="837" y="11446"/>
                  </a:lnTo>
                  <a:lnTo>
                    <a:pt x="858" y="11530"/>
                  </a:lnTo>
                  <a:lnTo>
                    <a:pt x="795" y="11467"/>
                  </a:lnTo>
                  <a:lnTo>
                    <a:pt x="753" y="11341"/>
                  </a:lnTo>
                  <a:lnTo>
                    <a:pt x="712" y="11341"/>
                  </a:lnTo>
                  <a:lnTo>
                    <a:pt x="628" y="11467"/>
                  </a:lnTo>
                  <a:lnTo>
                    <a:pt x="586" y="11509"/>
                  </a:lnTo>
                  <a:lnTo>
                    <a:pt x="691" y="11530"/>
                  </a:lnTo>
                  <a:lnTo>
                    <a:pt x="586" y="11655"/>
                  </a:lnTo>
                  <a:lnTo>
                    <a:pt x="502" y="11655"/>
                  </a:lnTo>
                  <a:lnTo>
                    <a:pt x="481" y="11739"/>
                  </a:lnTo>
                  <a:lnTo>
                    <a:pt x="523" y="11760"/>
                  </a:lnTo>
                  <a:lnTo>
                    <a:pt x="691" y="11760"/>
                  </a:lnTo>
                  <a:lnTo>
                    <a:pt x="733" y="11823"/>
                  </a:lnTo>
                  <a:lnTo>
                    <a:pt x="607" y="11844"/>
                  </a:lnTo>
                  <a:lnTo>
                    <a:pt x="586" y="11885"/>
                  </a:lnTo>
                  <a:lnTo>
                    <a:pt x="544" y="11969"/>
                  </a:lnTo>
                  <a:lnTo>
                    <a:pt x="440" y="11885"/>
                  </a:lnTo>
                  <a:lnTo>
                    <a:pt x="398" y="11927"/>
                  </a:lnTo>
                  <a:lnTo>
                    <a:pt x="377" y="12032"/>
                  </a:lnTo>
                  <a:lnTo>
                    <a:pt x="335" y="11885"/>
                  </a:lnTo>
                  <a:lnTo>
                    <a:pt x="272" y="11948"/>
                  </a:lnTo>
                  <a:lnTo>
                    <a:pt x="168" y="12074"/>
                  </a:lnTo>
                  <a:lnTo>
                    <a:pt x="209" y="12178"/>
                  </a:lnTo>
                  <a:lnTo>
                    <a:pt x="335" y="12367"/>
                  </a:lnTo>
                  <a:lnTo>
                    <a:pt x="398" y="12262"/>
                  </a:lnTo>
                  <a:lnTo>
                    <a:pt x="419" y="12283"/>
                  </a:lnTo>
                  <a:lnTo>
                    <a:pt x="502" y="12262"/>
                  </a:lnTo>
                  <a:lnTo>
                    <a:pt x="481" y="12199"/>
                  </a:lnTo>
                  <a:lnTo>
                    <a:pt x="523" y="12095"/>
                  </a:lnTo>
                  <a:lnTo>
                    <a:pt x="649" y="12178"/>
                  </a:lnTo>
                  <a:lnTo>
                    <a:pt x="607" y="12241"/>
                  </a:lnTo>
                  <a:lnTo>
                    <a:pt x="649" y="12304"/>
                  </a:lnTo>
                  <a:lnTo>
                    <a:pt x="628" y="12388"/>
                  </a:lnTo>
                  <a:lnTo>
                    <a:pt x="586" y="12450"/>
                  </a:lnTo>
                  <a:lnTo>
                    <a:pt x="628" y="12597"/>
                  </a:lnTo>
                  <a:lnTo>
                    <a:pt x="691" y="12555"/>
                  </a:lnTo>
                  <a:lnTo>
                    <a:pt x="816" y="12513"/>
                  </a:lnTo>
                  <a:lnTo>
                    <a:pt x="900" y="12597"/>
                  </a:lnTo>
                  <a:lnTo>
                    <a:pt x="753" y="12597"/>
                  </a:lnTo>
                  <a:lnTo>
                    <a:pt x="712" y="12639"/>
                  </a:lnTo>
                  <a:lnTo>
                    <a:pt x="753" y="12722"/>
                  </a:lnTo>
                  <a:lnTo>
                    <a:pt x="753" y="12785"/>
                  </a:lnTo>
                  <a:lnTo>
                    <a:pt x="544" y="12618"/>
                  </a:lnTo>
                  <a:lnTo>
                    <a:pt x="481" y="12639"/>
                  </a:lnTo>
                  <a:lnTo>
                    <a:pt x="419" y="12597"/>
                  </a:lnTo>
                  <a:lnTo>
                    <a:pt x="314" y="12597"/>
                  </a:lnTo>
                  <a:lnTo>
                    <a:pt x="314" y="12701"/>
                  </a:lnTo>
                  <a:lnTo>
                    <a:pt x="272" y="12764"/>
                  </a:lnTo>
                  <a:lnTo>
                    <a:pt x="419" y="12994"/>
                  </a:lnTo>
                  <a:lnTo>
                    <a:pt x="523" y="13015"/>
                  </a:lnTo>
                  <a:lnTo>
                    <a:pt x="691" y="13141"/>
                  </a:lnTo>
                  <a:lnTo>
                    <a:pt x="900" y="13245"/>
                  </a:lnTo>
                  <a:lnTo>
                    <a:pt x="921" y="13308"/>
                  </a:lnTo>
                  <a:lnTo>
                    <a:pt x="858" y="13329"/>
                  </a:lnTo>
                  <a:lnTo>
                    <a:pt x="963" y="13413"/>
                  </a:lnTo>
                  <a:lnTo>
                    <a:pt x="1026" y="13392"/>
                  </a:lnTo>
                  <a:lnTo>
                    <a:pt x="1005" y="13287"/>
                  </a:lnTo>
                  <a:lnTo>
                    <a:pt x="1067" y="13287"/>
                  </a:lnTo>
                  <a:lnTo>
                    <a:pt x="1151" y="13329"/>
                  </a:lnTo>
                  <a:lnTo>
                    <a:pt x="1130" y="13350"/>
                  </a:lnTo>
                  <a:lnTo>
                    <a:pt x="1235" y="13497"/>
                  </a:lnTo>
                  <a:lnTo>
                    <a:pt x="1277" y="13434"/>
                  </a:lnTo>
                  <a:lnTo>
                    <a:pt x="1339" y="13455"/>
                  </a:lnTo>
                  <a:lnTo>
                    <a:pt x="1444" y="13413"/>
                  </a:lnTo>
                  <a:lnTo>
                    <a:pt x="1570" y="13308"/>
                  </a:lnTo>
                  <a:lnTo>
                    <a:pt x="1632" y="13287"/>
                  </a:lnTo>
                  <a:lnTo>
                    <a:pt x="1653" y="13225"/>
                  </a:lnTo>
                  <a:lnTo>
                    <a:pt x="1674" y="13245"/>
                  </a:lnTo>
                  <a:lnTo>
                    <a:pt x="1695" y="13329"/>
                  </a:lnTo>
                  <a:lnTo>
                    <a:pt x="1779" y="13329"/>
                  </a:lnTo>
                  <a:lnTo>
                    <a:pt x="1988" y="13120"/>
                  </a:lnTo>
                  <a:lnTo>
                    <a:pt x="1967" y="13078"/>
                  </a:lnTo>
                  <a:lnTo>
                    <a:pt x="1883" y="12932"/>
                  </a:lnTo>
                  <a:lnTo>
                    <a:pt x="2051" y="13036"/>
                  </a:lnTo>
                  <a:lnTo>
                    <a:pt x="2155" y="12911"/>
                  </a:lnTo>
                  <a:lnTo>
                    <a:pt x="2114" y="12890"/>
                  </a:lnTo>
                  <a:lnTo>
                    <a:pt x="2197" y="12827"/>
                  </a:lnTo>
                  <a:lnTo>
                    <a:pt x="2176" y="12764"/>
                  </a:lnTo>
                  <a:lnTo>
                    <a:pt x="2281" y="12701"/>
                  </a:lnTo>
                  <a:lnTo>
                    <a:pt x="2386" y="12681"/>
                  </a:lnTo>
                  <a:lnTo>
                    <a:pt x="2386" y="12597"/>
                  </a:lnTo>
                  <a:lnTo>
                    <a:pt x="2302" y="12492"/>
                  </a:lnTo>
                  <a:lnTo>
                    <a:pt x="2323" y="12409"/>
                  </a:lnTo>
                  <a:lnTo>
                    <a:pt x="2260" y="12304"/>
                  </a:lnTo>
                  <a:lnTo>
                    <a:pt x="2155" y="12241"/>
                  </a:lnTo>
                  <a:lnTo>
                    <a:pt x="2176" y="12157"/>
                  </a:lnTo>
                  <a:lnTo>
                    <a:pt x="2218" y="12178"/>
                  </a:lnTo>
                  <a:lnTo>
                    <a:pt x="2323" y="12304"/>
                  </a:lnTo>
                  <a:lnTo>
                    <a:pt x="2386" y="12471"/>
                  </a:lnTo>
                  <a:lnTo>
                    <a:pt x="2406" y="12492"/>
                  </a:lnTo>
                  <a:lnTo>
                    <a:pt x="2490" y="12513"/>
                  </a:lnTo>
                  <a:lnTo>
                    <a:pt x="2469" y="12576"/>
                  </a:lnTo>
                  <a:lnTo>
                    <a:pt x="2511" y="12639"/>
                  </a:lnTo>
                  <a:lnTo>
                    <a:pt x="2616" y="12597"/>
                  </a:lnTo>
                  <a:lnTo>
                    <a:pt x="2595" y="12513"/>
                  </a:lnTo>
                  <a:lnTo>
                    <a:pt x="2532" y="12492"/>
                  </a:lnTo>
                  <a:lnTo>
                    <a:pt x="2595" y="12409"/>
                  </a:lnTo>
                  <a:lnTo>
                    <a:pt x="2678" y="12492"/>
                  </a:lnTo>
                  <a:lnTo>
                    <a:pt x="2699" y="12555"/>
                  </a:lnTo>
                  <a:lnTo>
                    <a:pt x="2825" y="12409"/>
                  </a:lnTo>
                  <a:lnTo>
                    <a:pt x="2846" y="12283"/>
                  </a:lnTo>
                  <a:lnTo>
                    <a:pt x="2825" y="12178"/>
                  </a:lnTo>
                  <a:lnTo>
                    <a:pt x="2741" y="12157"/>
                  </a:lnTo>
                  <a:lnTo>
                    <a:pt x="2720" y="12074"/>
                  </a:lnTo>
                  <a:lnTo>
                    <a:pt x="2783" y="12053"/>
                  </a:lnTo>
                  <a:lnTo>
                    <a:pt x="2783" y="11990"/>
                  </a:lnTo>
                  <a:lnTo>
                    <a:pt x="2825" y="11990"/>
                  </a:lnTo>
                  <a:lnTo>
                    <a:pt x="2888" y="11948"/>
                  </a:lnTo>
                  <a:lnTo>
                    <a:pt x="2825" y="11865"/>
                  </a:lnTo>
                  <a:lnTo>
                    <a:pt x="2825" y="11760"/>
                  </a:lnTo>
                  <a:lnTo>
                    <a:pt x="2909" y="11718"/>
                  </a:lnTo>
                  <a:lnTo>
                    <a:pt x="2992" y="11781"/>
                  </a:lnTo>
                  <a:lnTo>
                    <a:pt x="2930" y="11885"/>
                  </a:lnTo>
                  <a:lnTo>
                    <a:pt x="2950" y="12032"/>
                  </a:lnTo>
                  <a:lnTo>
                    <a:pt x="2930" y="12095"/>
                  </a:lnTo>
                  <a:lnTo>
                    <a:pt x="2992" y="12199"/>
                  </a:lnTo>
                  <a:lnTo>
                    <a:pt x="3013" y="12283"/>
                  </a:lnTo>
                  <a:lnTo>
                    <a:pt x="3118" y="12409"/>
                  </a:lnTo>
                  <a:lnTo>
                    <a:pt x="3264" y="12409"/>
                  </a:lnTo>
                  <a:lnTo>
                    <a:pt x="3327" y="12450"/>
                  </a:lnTo>
                  <a:lnTo>
                    <a:pt x="3264" y="12492"/>
                  </a:lnTo>
                  <a:lnTo>
                    <a:pt x="3348" y="12555"/>
                  </a:lnTo>
                  <a:lnTo>
                    <a:pt x="3432" y="12639"/>
                  </a:lnTo>
                  <a:lnTo>
                    <a:pt x="3474" y="12555"/>
                  </a:lnTo>
                  <a:lnTo>
                    <a:pt x="3453" y="12178"/>
                  </a:lnTo>
                  <a:lnTo>
                    <a:pt x="3369" y="12032"/>
                  </a:lnTo>
                  <a:lnTo>
                    <a:pt x="3432" y="11948"/>
                  </a:lnTo>
                  <a:lnTo>
                    <a:pt x="3515" y="11885"/>
                  </a:lnTo>
                  <a:lnTo>
                    <a:pt x="3432" y="11781"/>
                  </a:lnTo>
                  <a:lnTo>
                    <a:pt x="3474" y="11718"/>
                  </a:lnTo>
                  <a:lnTo>
                    <a:pt x="3662" y="11676"/>
                  </a:lnTo>
                  <a:lnTo>
                    <a:pt x="3683" y="11593"/>
                  </a:lnTo>
                  <a:lnTo>
                    <a:pt x="3683" y="11467"/>
                  </a:lnTo>
                  <a:lnTo>
                    <a:pt x="3766" y="11321"/>
                  </a:lnTo>
                  <a:lnTo>
                    <a:pt x="3683" y="11195"/>
                  </a:lnTo>
                  <a:lnTo>
                    <a:pt x="3662" y="10923"/>
                  </a:lnTo>
                  <a:lnTo>
                    <a:pt x="3536" y="10714"/>
                  </a:lnTo>
                  <a:lnTo>
                    <a:pt x="3557" y="10609"/>
                  </a:lnTo>
                  <a:lnTo>
                    <a:pt x="3829" y="10525"/>
                  </a:lnTo>
                  <a:lnTo>
                    <a:pt x="3829" y="10358"/>
                  </a:lnTo>
                  <a:lnTo>
                    <a:pt x="3871" y="10212"/>
                  </a:lnTo>
                  <a:lnTo>
                    <a:pt x="3662" y="10002"/>
                  </a:lnTo>
                  <a:lnTo>
                    <a:pt x="3515" y="9898"/>
                  </a:lnTo>
                  <a:lnTo>
                    <a:pt x="3515" y="9688"/>
                  </a:lnTo>
                  <a:lnTo>
                    <a:pt x="3536" y="9479"/>
                  </a:lnTo>
                  <a:lnTo>
                    <a:pt x="3515" y="9249"/>
                  </a:lnTo>
                  <a:lnTo>
                    <a:pt x="3453" y="9103"/>
                  </a:lnTo>
                  <a:lnTo>
                    <a:pt x="3515" y="8914"/>
                  </a:lnTo>
                  <a:lnTo>
                    <a:pt x="3453" y="8621"/>
                  </a:lnTo>
                  <a:lnTo>
                    <a:pt x="3411" y="8308"/>
                  </a:lnTo>
                  <a:lnTo>
                    <a:pt x="3453" y="8077"/>
                  </a:lnTo>
                  <a:lnTo>
                    <a:pt x="3578" y="7847"/>
                  </a:lnTo>
                  <a:lnTo>
                    <a:pt x="3683" y="7764"/>
                  </a:lnTo>
                  <a:lnTo>
                    <a:pt x="3850" y="7784"/>
                  </a:lnTo>
                  <a:lnTo>
                    <a:pt x="4059" y="7805"/>
                  </a:lnTo>
                  <a:lnTo>
                    <a:pt x="4164" y="7680"/>
                  </a:lnTo>
                  <a:lnTo>
                    <a:pt x="4143" y="7450"/>
                  </a:lnTo>
                  <a:lnTo>
                    <a:pt x="4080" y="7366"/>
                  </a:lnTo>
                  <a:lnTo>
                    <a:pt x="4080" y="7240"/>
                  </a:lnTo>
                  <a:lnTo>
                    <a:pt x="4290" y="6738"/>
                  </a:lnTo>
                  <a:lnTo>
                    <a:pt x="4290" y="6487"/>
                  </a:lnTo>
                  <a:lnTo>
                    <a:pt x="4352" y="6215"/>
                  </a:lnTo>
                  <a:lnTo>
                    <a:pt x="4394" y="6069"/>
                  </a:lnTo>
                  <a:lnTo>
                    <a:pt x="4394" y="5901"/>
                  </a:lnTo>
                  <a:lnTo>
                    <a:pt x="4311" y="5818"/>
                  </a:lnTo>
                  <a:lnTo>
                    <a:pt x="4311" y="5692"/>
                  </a:lnTo>
                  <a:lnTo>
                    <a:pt x="4499" y="5587"/>
                  </a:lnTo>
                  <a:lnTo>
                    <a:pt x="4708" y="5567"/>
                  </a:lnTo>
                  <a:lnTo>
                    <a:pt x="4792" y="5483"/>
                  </a:lnTo>
                  <a:lnTo>
                    <a:pt x="4813" y="5357"/>
                  </a:lnTo>
                  <a:lnTo>
                    <a:pt x="4980" y="5064"/>
                  </a:lnTo>
                  <a:lnTo>
                    <a:pt x="5127" y="4855"/>
                  </a:lnTo>
                  <a:lnTo>
                    <a:pt x="5189" y="4730"/>
                  </a:lnTo>
                  <a:lnTo>
                    <a:pt x="5106" y="4541"/>
                  </a:lnTo>
                  <a:lnTo>
                    <a:pt x="5043" y="4458"/>
                  </a:lnTo>
                  <a:lnTo>
                    <a:pt x="5043" y="4206"/>
                  </a:lnTo>
                  <a:lnTo>
                    <a:pt x="5127" y="4186"/>
                  </a:lnTo>
                  <a:lnTo>
                    <a:pt x="5189" y="4081"/>
                  </a:lnTo>
                  <a:lnTo>
                    <a:pt x="5231" y="3934"/>
                  </a:lnTo>
                  <a:lnTo>
                    <a:pt x="5315" y="3893"/>
                  </a:lnTo>
                  <a:lnTo>
                    <a:pt x="5399" y="3704"/>
                  </a:lnTo>
                  <a:lnTo>
                    <a:pt x="5524" y="3600"/>
                  </a:lnTo>
                  <a:lnTo>
                    <a:pt x="5629" y="3683"/>
                  </a:lnTo>
                  <a:lnTo>
                    <a:pt x="5712" y="3725"/>
                  </a:lnTo>
                  <a:lnTo>
                    <a:pt x="5754" y="3725"/>
                  </a:lnTo>
                  <a:lnTo>
                    <a:pt x="5859" y="3621"/>
                  </a:lnTo>
                  <a:lnTo>
                    <a:pt x="5775" y="3516"/>
                  </a:lnTo>
                  <a:lnTo>
                    <a:pt x="5859" y="3474"/>
                  </a:lnTo>
                  <a:lnTo>
                    <a:pt x="5859" y="3390"/>
                  </a:lnTo>
                  <a:lnTo>
                    <a:pt x="5880" y="3349"/>
                  </a:lnTo>
                  <a:lnTo>
                    <a:pt x="5775" y="3181"/>
                  </a:lnTo>
                  <a:lnTo>
                    <a:pt x="5838" y="3160"/>
                  </a:lnTo>
                  <a:lnTo>
                    <a:pt x="6026" y="3160"/>
                  </a:lnTo>
                  <a:lnTo>
                    <a:pt x="6152" y="3077"/>
                  </a:lnTo>
                  <a:lnTo>
                    <a:pt x="6340" y="3139"/>
                  </a:lnTo>
                  <a:lnTo>
                    <a:pt x="6445" y="3202"/>
                  </a:lnTo>
                  <a:lnTo>
                    <a:pt x="6570" y="3223"/>
                  </a:lnTo>
                  <a:lnTo>
                    <a:pt x="6654" y="3286"/>
                  </a:lnTo>
                  <a:lnTo>
                    <a:pt x="6696" y="3265"/>
                  </a:lnTo>
                  <a:lnTo>
                    <a:pt x="6759" y="3307"/>
                  </a:lnTo>
                  <a:lnTo>
                    <a:pt x="6759" y="3160"/>
                  </a:lnTo>
                  <a:lnTo>
                    <a:pt x="6696" y="3077"/>
                  </a:lnTo>
                  <a:lnTo>
                    <a:pt x="6717" y="2888"/>
                  </a:lnTo>
                  <a:lnTo>
                    <a:pt x="6800" y="2846"/>
                  </a:lnTo>
                  <a:lnTo>
                    <a:pt x="6779" y="2700"/>
                  </a:lnTo>
                  <a:lnTo>
                    <a:pt x="6696" y="2658"/>
                  </a:lnTo>
                  <a:lnTo>
                    <a:pt x="6675" y="2554"/>
                  </a:lnTo>
                  <a:lnTo>
                    <a:pt x="6675" y="2554"/>
                  </a:lnTo>
                  <a:lnTo>
                    <a:pt x="6800" y="2616"/>
                  </a:lnTo>
                  <a:lnTo>
                    <a:pt x="6926" y="2574"/>
                  </a:lnTo>
                  <a:lnTo>
                    <a:pt x="6989" y="2554"/>
                  </a:lnTo>
                  <a:lnTo>
                    <a:pt x="7010" y="2533"/>
                  </a:lnTo>
                  <a:lnTo>
                    <a:pt x="7072" y="2533"/>
                  </a:lnTo>
                  <a:lnTo>
                    <a:pt x="7093" y="2512"/>
                  </a:lnTo>
                  <a:lnTo>
                    <a:pt x="7072" y="2428"/>
                  </a:lnTo>
                  <a:lnTo>
                    <a:pt x="7093" y="2323"/>
                  </a:lnTo>
                  <a:lnTo>
                    <a:pt x="7177" y="2261"/>
                  </a:lnTo>
                  <a:lnTo>
                    <a:pt x="7282" y="2261"/>
                  </a:lnTo>
                  <a:lnTo>
                    <a:pt x="7344" y="2407"/>
                  </a:lnTo>
                  <a:lnTo>
                    <a:pt x="7616" y="2616"/>
                  </a:lnTo>
                  <a:lnTo>
                    <a:pt x="7637" y="2742"/>
                  </a:lnTo>
                  <a:lnTo>
                    <a:pt x="7742" y="2846"/>
                  </a:lnTo>
                  <a:lnTo>
                    <a:pt x="7909" y="2930"/>
                  </a:lnTo>
                  <a:lnTo>
                    <a:pt x="8160" y="2930"/>
                  </a:lnTo>
                  <a:lnTo>
                    <a:pt x="8328" y="2784"/>
                  </a:lnTo>
                  <a:lnTo>
                    <a:pt x="8391" y="2700"/>
                  </a:lnTo>
                  <a:lnTo>
                    <a:pt x="8495" y="2700"/>
                  </a:lnTo>
                  <a:lnTo>
                    <a:pt x="8704" y="2846"/>
                  </a:lnTo>
                  <a:lnTo>
                    <a:pt x="8851" y="2867"/>
                  </a:lnTo>
                  <a:lnTo>
                    <a:pt x="8893" y="2742"/>
                  </a:lnTo>
                  <a:lnTo>
                    <a:pt x="8976" y="2679"/>
                  </a:lnTo>
                  <a:lnTo>
                    <a:pt x="9060" y="2616"/>
                  </a:lnTo>
                  <a:lnTo>
                    <a:pt x="9165" y="2616"/>
                  </a:lnTo>
                  <a:lnTo>
                    <a:pt x="9269" y="2554"/>
                  </a:lnTo>
                  <a:lnTo>
                    <a:pt x="9311" y="2470"/>
                  </a:lnTo>
                  <a:lnTo>
                    <a:pt x="9269" y="2365"/>
                  </a:lnTo>
                  <a:lnTo>
                    <a:pt x="9207" y="2219"/>
                  </a:lnTo>
                  <a:lnTo>
                    <a:pt x="9228" y="1905"/>
                  </a:lnTo>
                  <a:lnTo>
                    <a:pt x="9290" y="1821"/>
                  </a:lnTo>
                  <a:lnTo>
                    <a:pt x="9228" y="1717"/>
                  </a:lnTo>
                  <a:lnTo>
                    <a:pt x="9290" y="1696"/>
                  </a:lnTo>
                  <a:lnTo>
                    <a:pt x="9395" y="1570"/>
                  </a:lnTo>
                  <a:lnTo>
                    <a:pt x="9374" y="1507"/>
                  </a:lnTo>
                  <a:lnTo>
                    <a:pt x="9500" y="1424"/>
                  </a:lnTo>
                  <a:lnTo>
                    <a:pt x="9646" y="1486"/>
                  </a:lnTo>
                  <a:lnTo>
                    <a:pt x="9730" y="1466"/>
                  </a:lnTo>
                  <a:lnTo>
                    <a:pt x="9730" y="1403"/>
                  </a:lnTo>
                  <a:lnTo>
                    <a:pt x="9813" y="1298"/>
                  </a:lnTo>
                  <a:lnTo>
                    <a:pt x="10065" y="1298"/>
                  </a:lnTo>
                  <a:lnTo>
                    <a:pt x="10169" y="1382"/>
                  </a:lnTo>
                  <a:lnTo>
                    <a:pt x="10316" y="1528"/>
                  </a:lnTo>
                  <a:lnTo>
                    <a:pt x="10378" y="1633"/>
                  </a:lnTo>
                  <a:lnTo>
                    <a:pt x="10525" y="1654"/>
                  </a:lnTo>
                  <a:lnTo>
                    <a:pt x="10692" y="1696"/>
                  </a:lnTo>
                  <a:lnTo>
                    <a:pt x="10755" y="1800"/>
                  </a:lnTo>
                  <a:lnTo>
                    <a:pt x="10860" y="1905"/>
                  </a:lnTo>
                  <a:lnTo>
                    <a:pt x="10839" y="2030"/>
                  </a:lnTo>
                  <a:lnTo>
                    <a:pt x="10734" y="2177"/>
                  </a:lnTo>
                  <a:lnTo>
                    <a:pt x="10755" y="2428"/>
                  </a:lnTo>
                  <a:lnTo>
                    <a:pt x="10839" y="2428"/>
                  </a:lnTo>
                  <a:lnTo>
                    <a:pt x="10839" y="2219"/>
                  </a:lnTo>
                  <a:lnTo>
                    <a:pt x="10985" y="2051"/>
                  </a:lnTo>
                  <a:lnTo>
                    <a:pt x="11111" y="2030"/>
                  </a:lnTo>
                  <a:lnTo>
                    <a:pt x="11194" y="1926"/>
                  </a:lnTo>
                  <a:lnTo>
                    <a:pt x="11194" y="1779"/>
                  </a:lnTo>
                  <a:lnTo>
                    <a:pt x="11299" y="1738"/>
                  </a:lnTo>
                  <a:lnTo>
                    <a:pt x="11404" y="1800"/>
                  </a:lnTo>
                  <a:lnTo>
                    <a:pt x="11487" y="1717"/>
                  </a:lnTo>
                  <a:lnTo>
                    <a:pt x="11487" y="1591"/>
                  </a:lnTo>
                  <a:lnTo>
                    <a:pt x="11425" y="1591"/>
                  </a:lnTo>
                  <a:lnTo>
                    <a:pt x="11362" y="1507"/>
                  </a:lnTo>
                  <a:lnTo>
                    <a:pt x="11299" y="1507"/>
                  </a:lnTo>
                  <a:lnTo>
                    <a:pt x="11278" y="1528"/>
                  </a:lnTo>
                  <a:lnTo>
                    <a:pt x="11278" y="1612"/>
                  </a:lnTo>
                  <a:lnTo>
                    <a:pt x="11215" y="1570"/>
                  </a:lnTo>
                  <a:lnTo>
                    <a:pt x="11194" y="1507"/>
                  </a:lnTo>
                  <a:lnTo>
                    <a:pt x="11153" y="1507"/>
                  </a:lnTo>
                  <a:lnTo>
                    <a:pt x="11153" y="1570"/>
                  </a:lnTo>
                  <a:lnTo>
                    <a:pt x="11111" y="1696"/>
                  </a:lnTo>
                  <a:lnTo>
                    <a:pt x="11090" y="1654"/>
                  </a:lnTo>
                  <a:lnTo>
                    <a:pt x="11048" y="1591"/>
                  </a:lnTo>
                  <a:lnTo>
                    <a:pt x="10964" y="1633"/>
                  </a:lnTo>
                  <a:lnTo>
                    <a:pt x="10943" y="1696"/>
                  </a:lnTo>
                  <a:lnTo>
                    <a:pt x="10901" y="1612"/>
                  </a:lnTo>
                  <a:lnTo>
                    <a:pt x="10881" y="1486"/>
                  </a:lnTo>
                  <a:lnTo>
                    <a:pt x="10839" y="1486"/>
                  </a:lnTo>
                  <a:lnTo>
                    <a:pt x="10776" y="1361"/>
                  </a:lnTo>
                  <a:lnTo>
                    <a:pt x="10734" y="1319"/>
                  </a:lnTo>
                  <a:lnTo>
                    <a:pt x="10650" y="1319"/>
                  </a:lnTo>
                  <a:lnTo>
                    <a:pt x="10567" y="1298"/>
                  </a:lnTo>
                  <a:lnTo>
                    <a:pt x="10420" y="1277"/>
                  </a:lnTo>
                  <a:lnTo>
                    <a:pt x="10357" y="1193"/>
                  </a:lnTo>
                  <a:lnTo>
                    <a:pt x="10378" y="1173"/>
                  </a:lnTo>
                  <a:lnTo>
                    <a:pt x="10546" y="1214"/>
                  </a:lnTo>
                  <a:lnTo>
                    <a:pt x="10692" y="1193"/>
                  </a:lnTo>
                  <a:lnTo>
                    <a:pt x="10797" y="1214"/>
                  </a:lnTo>
                  <a:lnTo>
                    <a:pt x="11048" y="1256"/>
                  </a:lnTo>
                  <a:lnTo>
                    <a:pt x="11194" y="1193"/>
                  </a:lnTo>
                  <a:lnTo>
                    <a:pt x="11299" y="984"/>
                  </a:lnTo>
                  <a:lnTo>
                    <a:pt x="11508" y="942"/>
                  </a:lnTo>
                  <a:lnTo>
                    <a:pt x="11613" y="859"/>
                  </a:lnTo>
                  <a:lnTo>
                    <a:pt x="11613" y="838"/>
                  </a:lnTo>
                  <a:lnTo>
                    <a:pt x="11529" y="796"/>
                  </a:lnTo>
                  <a:lnTo>
                    <a:pt x="11508" y="754"/>
                  </a:lnTo>
                  <a:lnTo>
                    <a:pt x="11425" y="733"/>
                  </a:lnTo>
                  <a:lnTo>
                    <a:pt x="11320" y="754"/>
                  </a:lnTo>
                  <a:lnTo>
                    <a:pt x="11194" y="608"/>
                  </a:lnTo>
                  <a:lnTo>
                    <a:pt x="11111" y="608"/>
                  </a:lnTo>
                  <a:lnTo>
                    <a:pt x="11006" y="733"/>
                  </a:lnTo>
                  <a:lnTo>
                    <a:pt x="10964" y="733"/>
                  </a:lnTo>
                  <a:lnTo>
                    <a:pt x="10943" y="691"/>
                  </a:lnTo>
                  <a:lnTo>
                    <a:pt x="11048" y="649"/>
                  </a:lnTo>
                  <a:lnTo>
                    <a:pt x="11048" y="566"/>
                  </a:lnTo>
                  <a:lnTo>
                    <a:pt x="10943" y="524"/>
                  </a:lnTo>
                  <a:lnTo>
                    <a:pt x="10901" y="482"/>
                  </a:lnTo>
                  <a:lnTo>
                    <a:pt x="10839" y="482"/>
                  </a:lnTo>
                  <a:lnTo>
                    <a:pt x="10776" y="608"/>
                  </a:lnTo>
                  <a:lnTo>
                    <a:pt x="10734" y="608"/>
                  </a:lnTo>
                  <a:lnTo>
                    <a:pt x="10734" y="524"/>
                  </a:lnTo>
                  <a:lnTo>
                    <a:pt x="10671" y="545"/>
                  </a:lnTo>
                  <a:lnTo>
                    <a:pt x="10650" y="587"/>
                  </a:lnTo>
                  <a:lnTo>
                    <a:pt x="10588" y="587"/>
                  </a:lnTo>
                  <a:lnTo>
                    <a:pt x="10567" y="545"/>
                  </a:lnTo>
                  <a:lnTo>
                    <a:pt x="10650" y="482"/>
                  </a:lnTo>
                  <a:lnTo>
                    <a:pt x="10650" y="419"/>
                  </a:lnTo>
                  <a:lnTo>
                    <a:pt x="10546" y="357"/>
                  </a:lnTo>
                  <a:lnTo>
                    <a:pt x="10420" y="357"/>
                  </a:lnTo>
                  <a:lnTo>
                    <a:pt x="10357" y="377"/>
                  </a:lnTo>
                  <a:lnTo>
                    <a:pt x="10337" y="545"/>
                  </a:lnTo>
                  <a:lnTo>
                    <a:pt x="10253" y="587"/>
                  </a:lnTo>
                  <a:lnTo>
                    <a:pt x="10253" y="649"/>
                  </a:lnTo>
                  <a:lnTo>
                    <a:pt x="10316" y="796"/>
                  </a:lnTo>
                  <a:lnTo>
                    <a:pt x="10316" y="880"/>
                  </a:lnTo>
                  <a:lnTo>
                    <a:pt x="10253" y="942"/>
                  </a:lnTo>
                  <a:lnTo>
                    <a:pt x="10211" y="838"/>
                  </a:lnTo>
                  <a:lnTo>
                    <a:pt x="10127" y="838"/>
                  </a:lnTo>
                  <a:lnTo>
                    <a:pt x="10127" y="859"/>
                  </a:lnTo>
                  <a:lnTo>
                    <a:pt x="10023" y="838"/>
                  </a:lnTo>
                  <a:lnTo>
                    <a:pt x="9897" y="901"/>
                  </a:lnTo>
                  <a:lnTo>
                    <a:pt x="9897" y="901"/>
                  </a:lnTo>
                  <a:lnTo>
                    <a:pt x="10002" y="754"/>
                  </a:lnTo>
                  <a:lnTo>
                    <a:pt x="10065" y="733"/>
                  </a:lnTo>
                  <a:lnTo>
                    <a:pt x="10127" y="608"/>
                  </a:lnTo>
                  <a:lnTo>
                    <a:pt x="10127" y="566"/>
                  </a:lnTo>
                  <a:lnTo>
                    <a:pt x="10065" y="566"/>
                  </a:lnTo>
                  <a:lnTo>
                    <a:pt x="9960" y="649"/>
                  </a:lnTo>
                  <a:lnTo>
                    <a:pt x="9897" y="649"/>
                  </a:lnTo>
                  <a:lnTo>
                    <a:pt x="9918" y="587"/>
                  </a:lnTo>
                  <a:lnTo>
                    <a:pt x="10002" y="524"/>
                  </a:lnTo>
                  <a:lnTo>
                    <a:pt x="10002" y="482"/>
                  </a:lnTo>
                  <a:lnTo>
                    <a:pt x="9897" y="461"/>
                  </a:lnTo>
                  <a:lnTo>
                    <a:pt x="9855" y="419"/>
                  </a:lnTo>
                  <a:lnTo>
                    <a:pt x="9960" y="377"/>
                  </a:lnTo>
                  <a:lnTo>
                    <a:pt x="10002" y="419"/>
                  </a:lnTo>
                  <a:lnTo>
                    <a:pt x="10127" y="419"/>
                  </a:lnTo>
                  <a:lnTo>
                    <a:pt x="10169" y="231"/>
                  </a:lnTo>
                  <a:lnTo>
                    <a:pt x="10169" y="168"/>
                  </a:lnTo>
                  <a:lnTo>
                    <a:pt x="10044" y="210"/>
                  </a:lnTo>
                  <a:lnTo>
                    <a:pt x="10002" y="147"/>
                  </a:lnTo>
                  <a:lnTo>
                    <a:pt x="10023" y="64"/>
                  </a:lnTo>
                  <a:lnTo>
                    <a:pt x="10002" y="1"/>
                  </a:lnTo>
                  <a:lnTo>
                    <a:pt x="9918" y="64"/>
                  </a:lnTo>
                  <a:lnTo>
                    <a:pt x="9855" y="64"/>
                  </a:lnTo>
                  <a:lnTo>
                    <a:pt x="979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249;p45"/>
            <p:cNvSpPr/>
            <p:nvPr/>
          </p:nvSpPr>
          <p:spPr>
            <a:xfrm>
              <a:off x="3810372" y="2589242"/>
              <a:ext cx="68528" cy="147786"/>
            </a:xfrm>
            <a:custGeom>
              <a:avLst/>
              <a:gdLst/>
              <a:ahLst/>
              <a:cxnLst/>
              <a:rect l="l" t="t" r="r" b="b"/>
              <a:pathLst>
                <a:path w="5755" h="12995" extrusionOk="0">
                  <a:moveTo>
                    <a:pt x="3788" y="1"/>
                  </a:moveTo>
                  <a:lnTo>
                    <a:pt x="3725" y="21"/>
                  </a:lnTo>
                  <a:lnTo>
                    <a:pt x="3599" y="63"/>
                  </a:lnTo>
                  <a:lnTo>
                    <a:pt x="3474" y="1"/>
                  </a:lnTo>
                  <a:lnTo>
                    <a:pt x="3474" y="1"/>
                  </a:lnTo>
                  <a:lnTo>
                    <a:pt x="3495" y="105"/>
                  </a:lnTo>
                  <a:lnTo>
                    <a:pt x="3578" y="147"/>
                  </a:lnTo>
                  <a:lnTo>
                    <a:pt x="3599" y="293"/>
                  </a:lnTo>
                  <a:lnTo>
                    <a:pt x="3516" y="335"/>
                  </a:lnTo>
                  <a:lnTo>
                    <a:pt x="3495" y="524"/>
                  </a:lnTo>
                  <a:lnTo>
                    <a:pt x="3558" y="607"/>
                  </a:lnTo>
                  <a:lnTo>
                    <a:pt x="3558" y="754"/>
                  </a:lnTo>
                  <a:lnTo>
                    <a:pt x="3495" y="712"/>
                  </a:lnTo>
                  <a:lnTo>
                    <a:pt x="3453" y="733"/>
                  </a:lnTo>
                  <a:lnTo>
                    <a:pt x="3369" y="670"/>
                  </a:lnTo>
                  <a:lnTo>
                    <a:pt x="3244" y="649"/>
                  </a:lnTo>
                  <a:lnTo>
                    <a:pt x="3139" y="586"/>
                  </a:lnTo>
                  <a:lnTo>
                    <a:pt x="2951" y="524"/>
                  </a:lnTo>
                  <a:lnTo>
                    <a:pt x="2825" y="607"/>
                  </a:lnTo>
                  <a:lnTo>
                    <a:pt x="2637" y="607"/>
                  </a:lnTo>
                  <a:lnTo>
                    <a:pt x="2574" y="628"/>
                  </a:lnTo>
                  <a:lnTo>
                    <a:pt x="2679" y="796"/>
                  </a:lnTo>
                  <a:lnTo>
                    <a:pt x="2658" y="837"/>
                  </a:lnTo>
                  <a:lnTo>
                    <a:pt x="2658" y="921"/>
                  </a:lnTo>
                  <a:lnTo>
                    <a:pt x="2574" y="963"/>
                  </a:lnTo>
                  <a:lnTo>
                    <a:pt x="2658" y="1068"/>
                  </a:lnTo>
                  <a:lnTo>
                    <a:pt x="2553" y="1172"/>
                  </a:lnTo>
                  <a:lnTo>
                    <a:pt x="2511" y="1172"/>
                  </a:lnTo>
                  <a:lnTo>
                    <a:pt x="2428" y="1130"/>
                  </a:lnTo>
                  <a:lnTo>
                    <a:pt x="2323" y="1047"/>
                  </a:lnTo>
                  <a:lnTo>
                    <a:pt x="2198" y="1151"/>
                  </a:lnTo>
                  <a:lnTo>
                    <a:pt x="2114" y="1340"/>
                  </a:lnTo>
                  <a:lnTo>
                    <a:pt x="2030" y="1381"/>
                  </a:lnTo>
                  <a:lnTo>
                    <a:pt x="1988" y="1528"/>
                  </a:lnTo>
                  <a:lnTo>
                    <a:pt x="1926" y="1633"/>
                  </a:lnTo>
                  <a:lnTo>
                    <a:pt x="1842" y="1653"/>
                  </a:lnTo>
                  <a:lnTo>
                    <a:pt x="1842" y="1905"/>
                  </a:lnTo>
                  <a:lnTo>
                    <a:pt x="1905" y="1988"/>
                  </a:lnTo>
                  <a:lnTo>
                    <a:pt x="1988" y="2177"/>
                  </a:lnTo>
                  <a:lnTo>
                    <a:pt x="1926" y="2302"/>
                  </a:lnTo>
                  <a:lnTo>
                    <a:pt x="1779" y="2511"/>
                  </a:lnTo>
                  <a:lnTo>
                    <a:pt x="1612" y="2804"/>
                  </a:lnTo>
                  <a:lnTo>
                    <a:pt x="1591" y="2930"/>
                  </a:lnTo>
                  <a:lnTo>
                    <a:pt x="1507" y="3014"/>
                  </a:lnTo>
                  <a:lnTo>
                    <a:pt x="1298" y="3034"/>
                  </a:lnTo>
                  <a:lnTo>
                    <a:pt x="1110" y="3139"/>
                  </a:lnTo>
                  <a:lnTo>
                    <a:pt x="1110" y="3265"/>
                  </a:lnTo>
                  <a:lnTo>
                    <a:pt x="1193" y="3348"/>
                  </a:lnTo>
                  <a:lnTo>
                    <a:pt x="1193" y="3516"/>
                  </a:lnTo>
                  <a:lnTo>
                    <a:pt x="1151" y="3662"/>
                  </a:lnTo>
                  <a:lnTo>
                    <a:pt x="1089" y="3934"/>
                  </a:lnTo>
                  <a:lnTo>
                    <a:pt x="1089" y="4185"/>
                  </a:lnTo>
                  <a:lnTo>
                    <a:pt x="879" y="4687"/>
                  </a:lnTo>
                  <a:lnTo>
                    <a:pt x="879" y="4813"/>
                  </a:lnTo>
                  <a:lnTo>
                    <a:pt x="942" y="4897"/>
                  </a:lnTo>
                  <a:lnTo>
                    <a:pt x="963" y="5127"/>
                  </a:lnTo>
                  <a:lnTo>
                    <a:pt x="858" y="5252"/>
                  </a:lnTo>
                  <a:lnTo>
                    <a:pt x="649" y="5231"/>
                  </a:lnTo>
                  <a:lnTo>
                    <a:pt x="482" y="5211"/>
                  </a:lnTo>
                  <a:lnTo>
                    <a:pt x="377" y="5294"/>
                  </a:lnTo>
                  <a:lnTo>
                    <a:pt x="252" y="5524"/>
                  </a:lnTo>
                  <a:lnTo>
                    <a:pt x="210" y="5755"/>
                  </a:lnTo>
                  <a:lnTo>
                    <a:pt x="252" y="6068"/>
                  </a:lnTo>
                  <a:lnTo>
                    <a:pt x="314" y="6361"/>
                  </a:lnTo>
                  <a:lnTo>
                    <a:pt x="252" y="6550"/>
                  </a:lnTo>
                  <a:lnTo>
                    <a:pt x="314" y="6696"/>
                  </a:lnTo>
                  <a:lnTo>
                    <a:pt x="335" y="6926"/>
                  </a:lnTo>
                  <a:lnTo>
                    <a:pt x="314" y="7135"/>
                  </a:lnTo>
                  <a:lnTo>
                    <a:pt x="314" y="7345"/>
                  </a:lnTo>
                  <a:lnTo>
                    <a:pt x="461" y="7449"/>
                  </a:lnTo>
                  <a:lnTo>
                    <a:pt x="670" y="7659"/>
                  </a:lnTo>
                  <a:lnTo>
                    <a:pt x="628" y="7805"/>
                  </a:lnTo>
                  <a:lnTo>
                    <a:pt x="628" y="7972"/>
                  </a:lnTo>
                  <a:lnTo>
                    <a:pt x="356" y="8056"/>
                  </a:lnTo>
                  <a:lnTo>
                    <a:pt x="335" y="8161"/>
                  </a:lnTo>
                  <a:lnTo>
                    <a:pt x="461" y="8370"/>
                  </a:lnTo>
                  <a:lnTo>
                    <a:pt x="482" y="8642"/>
                  </a:lnTo>
                  <a:lnTo>
                    <a:pt x="565" y="8768"/>
                  </a:lnTo>
                  <a:lnTo>
                    <a:pt x="482" y="8914"/>
                  </a:lnTo>
                  <a:lnTo>
                    <a:pt x="482" y="9040"/>
                  </a:lnTo>
                  <a:lnTo>
                    <a:pt x="461" y="9123"/>
                  </a:lnTo>
                  <a:lnTo>
                    <a:pt x="273" y="9165"/>
                  </a:lnTo>
                  <a:lnTo>
                    <a:pt x="231" y="9228"/>
                  </a:lnTo>
                  <a:lnTo>
                    <a:pt x="314" y="9332"/>
                  </a:lnTo>
                  <a:lnTo>
                    <a:pt x="231" y="9395"/>
                  </a:lnTo>
                  <a:lnTo>
                    <a:pt x="168" y="9479"/>
                  </a:lnTo>
                  <a:lnTo>
                    <a:pt x="252" y="9625"/>
                  </a:lnTo>
                  <a:lnTo>
                    <a:pt x="273" y="10002"/>
                  </a:lnTo>
                  <a:lnTo>
                    <a:pt x="231" y="10086"/>
                  </a:lnTo>
                  <a:lnTo>
                    <a:pt x="147" y="10002"/>
                  </a:lnTo>
                  <a:lnTo>
                    <a:pt x="63" y="9939"/>
                  </a:lnTo>
                  <a:lnTo>
                    <a:pt x="63" y="9960"/>
                  </a:lnTo>
                  <a:lnTo>
                    <a:pt x="1" y="10023"/>
                  </a:lnTo>
                  <a:lnTo>
                    <a:pt x="21" y="10253"/>
                  </a:lnTo>
                  <a:lnTo>
                    <a:pt x="42" y="10337"/>
                  </a:lnTo>
                  <a:lnTo>
                    <a:pt x="63" y="10525"/>
                  </a:lnTo>
                  <a:lnTo>
                    <a:pt x="147" y="10546"/>
                  </a:lnTo>
                  <a:lnTo>
                    <a:pt x="168" y="10588"/>
                  </a:lnTo>
                  <a:lnTo>
                    <a:pt x="147" y="10734"/>
                  </a:lnTo>
                  <a:lnTo>
                    <a:pt x="273" y="10672"/>
                  </a:lnTo>
                  <a:lnTo>
                    <a:pt x="210" y="10567"/>
                  </a:lnTo>
                  <a:lnTo>
                    <a:pt x="231" y="10483"/>
                  </a:lnTo>
                  <a:lnTo>
                    <a:pt x="273" y="10483"/>
                  </a:lnTo>
                  <a:lnTo>
                    <a:pt x="252" y="10546"/>
                  </a:lnTo>
                  <a:lnTo>
                    <a:pt x="335" y="10588"/>
                  </a:lnTo>
                  <a:lnTo>
                    <a:pt x="377" y="10672"/>
                  </a:lnTo>
                  <a:lnTo>
                    <a:pt x="252" y="10755"/>
                  </a:lnTo>
                  <a:lnTo>
                    <a:pt x="231" y="10860"/>
                  </a:lnTo>
                  <a:lnTo>
                    <a:pt x="273" y="10944"/>
                  </a:lnTo>
                  <a:lnTo>
                    <a:pt x="252" y="11069"/>
                  </a:lnTo>
                  <a:lnTo>
                    <a:pt x="210" y="11111"/>
                  </a:lnTo>
                  <a:lnTo>
                    <a:pt x="273" y="11216"/>
                  </a:lnTo>
                  <a:lnTo>
                    <a:pt x="356" y="11257"/>
                  </a:lnTo>
                  <a:lnTo>
                    <a:pt x="440" y="11383"/>
                  </a:lnTo>
                  <a:lnTo>
                    <a:pt x="482" y="11425"/>
                  </a:lnTo>
                  <a:lnTo>
                    <a:pt x="586" y="11634"/>
                  </a:lnTo>
                  <a:lnTo>
                    <a:pt x="586" y="11801"/>
                  </a:lnTo>
                  <a:lnTo>
                    <a:pt x="733" y="11843"/>
                  </a:lnTo>
                  <a:lnTo>
                    <a:pt x="754" y="11948"/>
                  </a:lnTo>
                  <a:lnTo>
                    <a:pt x="858" y="12094"/>
                  </a:lnTo>
                  <a:lnTo>
                    <a:pt x="984" y="12011"/>
                  </a:lnTo>
                  <a:lnTo>
                    <a:pt x="1005" y="12136"/>
                  </a:lnTo>
                  <a:lnTo>
                    <a:pt x="942" y="12304"/>
                  </a:lnTo>
                  <a:lnTo>
                    <a:pt x="775" y="12325"/>
                  </a:lnTo>
                  <a:lnTo>
                    <a:pt x="754" y="12366"/>
                  </a:lnTo>
                  <a:lnTo>
                    <a:pt x="838" y="12429"/>
                  </a:lnTo>
                  <a:lnTo>
                    <a:pt x="858" y="12534"/>
                  </a:lnTo>
                  <a:lnTo>
                    <a:pt x="984" y="12555"/>
                  </a:lnTo>
                  <a:lnTo>
                    <a:pt x="1047" y="12848"/>
                  </a:lnTo>
                  <a:lnTo>
                    <a:pt x="963" y="12952"/>
                  </a:lnTo>
                  <a:lnTo>
                    <a:pt x="1005" y="12994"/>
                  </a:lnTo>
                  <a:lnTo>
                    <a:pt x="1151" y="12994"/>
                  </a:lnTo>
                  <a:lnTo>
                    <a:pt x="1423" y="12931"/>
                  </a:lnTo>
                  <a:lnTo>
                    <a:pt x="1570" y="12973"/>
                  </a:lnTo>
                  <a:lnTo>
                    <a:pt x="1695" y="12869"/>
                  </a:lnTo>
                  <a:lnTo>
                    <a:pt x="1674" y="12764"/>
                  </a:lnTo>
                  <a:lnTo>
                    <a:pt x="1612" y="12701"/>
                  </a:lnTo>
                  <a:lnTo>
                    <a:pt x="1695" y="12534"/>
                  </a:lnTo>
                  <a:lnTo>
                    <a:pt x="1884" y="12513"/>
                  </a:lnTo>
                  <a:lnTo>
                    <a:pt x="1905" y="12325"/>
                  </a:lnTo>
                  <a:lnTo>
                    <a:pt x="1926" y="12408"/>
                  </a:lnTo>
                  <a:lnTo>
                    <a:pt x="2135" y="12450"/>
                  </a:lnTo>
                  <a:lnTo>
                    <a:pt x="2260" y="12366"/>
                  </a:lnTo>
                  <a:lnTo>
                    <a:pt x="2365" y="12429"/>
                  </a:lnTo>
                  <a:lnTo>
                    <a:pt x="2449" y="12513"/>
                  </a:lnTo>
                  <a:lnTo>
                    <a:pt x="2553" y="12345"/>
                  </a:lnTo>
                  <a:lnTo>
                    <a:pt x="2616" y="12115"/>
                  </a:lnTo>
                  <a:lnTo>
                    <a:pt x="2679" y="12032"/>
                  </a:lnTo>
                  <a:lnTo>
                    <a:pt x="2721" y="11739"/>
                  </a:lnTo>
                  <a:lnTo>
                    <a:pt x="2762" y="11634"/>
                  </a:lnTo>
                  <a:lnTo>
                    <a:pt x="2658" y="11571"/>
                  </a:lnTo>
                  <a:lnTo>
                    <a:pt x="2679" y="11467"/>
                  </a:lnTo>
                  <a:lnTo>
                    <a:pt x="2783" y="11320"/>
                  </a:lnTo>
                  <a:lnTo>
                    <a:pt x="2679" y="11216"/>
                  </a:lnTo>
                  <a:lnTo>
                    <a:pt x="2783" y="11111"/>
                  </a:lnTo>
                  <a:lnTo>
                    <a:pt x="2658" y="11048"/>
                  </a:lnTo>
                  <a:lnTo>
                    <a:pt x="2721" y="10965"/>
                  </a:lnTo>
                  <a:lnTo>
                    <a:pt x="2658" y="10839"/>
                  </a:lnTo>
                  <a:lnTo>
                    <a:pt x="2762" y="10881"/>
                  </a:lnTo>
                  <a:lnTo>
                    <a:pt x="2930" y="10860"/>
                  </a:lnTo>
                  <a:lnTo>
                    <a:pt x="2783" y="10755"/>
                  </a:lnTo>
                  <a:lnTo>
                    <a:pt x="2846" y="10609"/>
                  </a:lnTo>
                  <a:lnTo>
                    <a:pt x="2846" y="10546"/>
                  </a:lnTo>
                  <a:lnTo>
                    <a:pt x="2658" y="10483"/>
                  </a:lnTo>
                  <a:lnTo>
                    <a:pt x="2888" y="10483"/>
                  </a:lnTo>
                  <a:lnTo>
                    <a:pt x="2762" y="10358"/>
                  </a:lnTo>
                  <a:lnTo>
                    <a:pt x="2679" y="10358"/>
                  </a:lnTo>
                  <a:lnTo>
                    <a:pt x="2742" y="10274"/>
                  </a:lnTo>
                  <a:lnTo>
                    <a:pt x="2783" y="10274"/>
                  </a:lnTo>
                  <a:lnTo>
                    <a:pt x="2825" y="10316"/>
                  </a:lnTo>
                  <a:lnTo>
                    <a:pt x="2888" y="10232"/>
                  </a:lnTo>
                  <a:lnTo>
                    <a:pt x="2867" y="10148"/>
                  </a:lnTo>
                  <a:lnTo>
                    <a:pt x="2972" y="10232"/>
                  </a:lnTo>
                  <a:lnTo>
                    <a:pt x="2993" y="10128"/>
                  </a:lnTo>
                  <a:lnTo>
                    <a:pt x="3076" y="10023"/>
                  </a:lnTo>
                  <a:lnTo>
                    <a:pt x="3160" y="10023"/>
                  </a:lnTo>
                  <a:lnTo>
                    <a:pt x="3139" y="9939"/>
                  </a:lnTo>
                  <a:lnTo>
                    <a:pt x="3181" y="9897"/>
                  </a:lnTo>
                  <a:lnTo>
                    <a:pt x="3202" y="9939"/>
                  </a:lnTo>
                  <a:lnTo>
                    <a:pt x="3181" y="10044"/>
                  </a:lnTo>
                  <a:lnTo>
                    <a:pt x="3265" y="10044"/>
                  </a:lnTo>
                  <a:lnTo>
                    <a:pt x="3369" y="9897"/>
                  </a:lnTo>
                  <a:lnTo>
                    <a:pt x="3453" y="9897"/>
                  </a:lnTo>
                  <a:lnTo>
                    <a:pt x="3516" y="9835"/>
                  </a:lnTo>
                  <a:lnTo>
                    <a:pt x="3495" y="9730"/>
                  </a:lnTo>
                  <a:lnTo>
                    <a:pt x="3411" y="9646"/>
                  </a:lnTo>
                  <a:lnTo>
                    <a:pt x="3286" y="9625"/>
                  </a:lnTo>
                  <a:lnTo>
                    <a:pt x="3181" y="9688"/>
                  </a:lnTo>
                  <a:lnTo>
                    <a:pt x="3139" y="9646"/>
                  </a:lnTo>
                  <a:lnTo>
                    <a:pt x="3055" y="9709"/>
                  </a:lnTo>
                  <a:lnTo>
                    <a:pt x="2972" y="9604"/>
                  </a:lnTo>
                  <a:lnTo>
                    <a:pt x="2846" y="9563"/>
                  </a:lnTo>
                  <a:lnTo>
                    <a:pt x="2762" y="9521"/>
                  </a:lnTo>
                  <a:lnTo>
                    <a:pt x="2616" y="9542"/>
                  </a:lnTo>
                  <a:lnTo>
                    <a:pt x="2616" y="9604"/>
                  </a:lnTo>
                  <a:lnTo>
                    <a:pt x="2553" y="9542"/>
                  </a:lnTo>
                  <a:lnTo>
                    <a:pt x="2407" y="9542"/>
                  </a:lnTo>
                  <a:lnTo>
                    <a:pt x="2365" y="9500"/>
                  </a:lnTo>
                  <a:lnTo>
                    <a:pt x="2470" y="9479"/>
                  </a:lnTo>
                  <a:lnTo>
                    <a:pt x="2553" y="9521"/>
                  </a:lnTo>
                  <a:lnTo>
                    <a:pt x="2637" y="9395"/>
                  </a:lnTo>
                  <a:lnTo>
                    <a:pt x="2679" y="9437"/>
                  </a:lnTo>
                  <a:lnTo>
                    <a:pt x="2783" y="9416"/>
                  </a:lnTo>
                  <a:lnTo>
                    <a:pt x="2825" y="9332"/>
                  </a:lnTo>
                  <a:lnTo>
                    <a:pt x="2930" y="9374"/>
                  </a:lnTo>
                  <a:lnTo>
                    <a:pt x="2972" y="9416"/>
                  </a:lnTo>
                  <a:lnTo>
                    <a:pt x="3034" y="9416"/>
                  </a:lnTo>
                  <a:lnTo>
                    <a:pt x="3055" y="9332"/>
                  </a:lnTo>
                  <a:lnTo>
                    <a:pt x="3097" y="9416"/>
                  </a:lnTo>
                  <a:lnTo>
                    <a:pt x="3244" y="9437"/>
                  </a:lnTo>
                  <a:lnTo>
                    <a:pt x="3202" y="9521"/>
                  </a:lnTo>
                  <a:lnTo>
                    <a:pt x="3306" y="9563"/>
                  </a:lnTo>
                  <a:lnTo>
                    <a:pt x="3474" y="9542"/>
                  </a:lnTo>
                  <a:lnTo>
                    <a:pt x="3495" y="9416"/>
                  </a:lnTo>
                  <a:lnTo>
                    <a:pt x="3662" y="9270"/>
                  </a:lnTo>
                  <a:lnTo>
                    <a:pt x="3725" y="9102"/>
                  </a:lnTo>
                  <a:lnTo>
                    <a:pt x="3599" y="8977"/>
                  </a:lnTo>
                  <a:lnTo>
                    <a:pt x="3599" y="8893"/>
                  </a:lnTo>
                  <a:lnTo>
                    <a:pt x="3453" y="8788"/>
                  </a:lnTo>
                  <a:lnTo>
                    <a:pt x="3474" y="8747"/>
                  </a:lnTo>
                  <a:lnTo>
                    <a:pt x="3265" y="8579"/>
                  </a:lnTo>
                  <a:lnTo>
                    <a:pt x="3244" y="8475"/>
                  </a:lnTo>
                  <a:lnTo>
                    <a:pt x="3160" y="8391"/>
                  </a:lnTo>
                  <a:lnTo>
                    <a:pt x="3055" y="8516"/>
                  </a:lnTo>
                  <a:lnTo>
                    <a:pt x="2993" y="8433"/>
                  </a:lnTo>
                  <a:lnTo>
                    <a:pt x="2951" y="8454"/>
                  </a:lnTo>
                  <a:lnTo>
                    <a:pt x="2951" y="8349"/>
                  </a:lnTo>
                  <a:lnTo>
                    <a:pt x="2867" y="8349"/>
                  </a:lnTo>
                  <a:lnTo>
                    <a:pt x="2825" y="8244"/>
                  </a:lnTo>
                  <a:lnTo>
                    <a:pt x="2742" y="8182"/>
                  </a:lnTo>
                  <a:lnTo>
                    <a:pt x="2825" y="8077"/>
                  </a:lnTo>
                  <a:lnTo>
                    <a:pt x="2762" y="7952"/>
                  </a:lnTo>
                  <a:lnTo>
                    <a:pt x="2825" y="7931"/>
                  </a:lnTo>
                  <a:lnTo>
                    <a:pt x="2825" y="7847"/>
                  </a:lnTo>
                  <a:lnTo>
                    <a:pt x="2742" y="7826"/>
                  </a:lnTo>
                  <a:lnTo>
                    <a:pt x="2825" y="7721"/>
                  </a:lnTo>
                  <a:lnTo>
                    <a:pt x="2783" y="7533"/>
                  </a:lnTo>
                  <a:lnTo>
                    <a:pt x="2825" y="7512"/>
                  </a:lnTo>
                  <a:lnTo>
                    <a:pt x="2867" y="7554"/>
                  </a:lnTo>
                  <a:lnTo>
                    <a:pt x="2888" y="7449"/>
                  </a:lnTo>
                  <a:lnTo>
                    <a:pt x="2825" y="7345"/>
                  </a:lnTo>
                  <a:lnTo>
                    <a:pt x="2846" y="7198"/>
                  </a:lnTo>
                  <a:lnTo>
                    <a:pt x="2825" y="7073"/>
                  </a:lnTo>
                  <a:lnTo>
                    <a:pt x="2846" y="7010"/>
                  </a:lnTo>
                  <a:lnTo>
                    <a:pt x="2825" y="6884"/>
                  </a:lnTo>
                  <a:lnTo>
                    <a:pt x="2679" y="6696"/>
                  </a:lnTo>
                  <a:lnTo>
                    <a:pt x="2679" y="6696"/>
                  </a:lnTo>
                  <a:lnTo>
                    <a:pt x="2783" y="6759"/>
                  </a:lnTo>
                  <a:lnTo>
                    <a:pt x="2951" y="6717"/>
                  </a:lnTo>
                  <a:lnTo>
                    <a:pt x="3055" y="6571"/>
                  </a:lnTo>
                  <a:lnTo>
                    <a:pt x="2993" y="6466"/>
                  </a:lnTo>
                  <a:lnTo>
                    <a:pt x="3034" y="6403"/>
                  </a:lnTo>
                  <a:lnTo>
                    <a:pt x="3139" y="6424"/>
                  </a:lnTo>
                  <a:lnTo>
                    <a:pt x="3286" y="6299"/>
                  </a:lnTo>
                  <a:lnTo>
                    <a:pt x="3286" y="6236"/>
                  </a:lnTo>
                  <a:lnTo>
                    <a:pt x="3202" y="6236"/>
                  </a:lnTo>
                  <a:lnTo>
                    <a:pt x="3265" y="6131"/>
                  </a:lnTo>
                  <a:lnTo>
                    <a:pt x="3348" y="6047"/>
                  </a:lnTo>
                  <a:lnTo>
                    <a:pt x="3390" y="6089"/>
                  </a:lnTo>
                  <a:lnTo>
                    <a:pt x="3453" y="6089"/>
                  </a:lnTo>
                  <a:lnTo>
                    <a:pt x="3474" y="5964"/>
                  </a:lnTo>
                  <a:lnTo>
                    <a:pt x="3516" y="5964"/>
                  </a:lnTo>
                  <a:lnTo>
                    <a:pt x="3558" y="6047"/>
                  </a:lnTo>
                  <a:lnTo>
                    <a:pt x="3620" y="5964"/>
                  </a:lnTo>
                  <a:lnTo>
                    <a:pt x="3620" y="5838"/>
                  </a:lnTo>
                  <a:lnTo>
                    <a:pt x="3683" y="5734"/>
                  </a:lnTo>
                  <a:lnTo>
                    <a:pt x="3788" y="5734"/>
                  </a:lnTo>
                  <a:lnTo>
                    <a:pt x="3788" y="5817"/>
                  </a:lnTo>
                  <a:lnTo>
                    <a:pt x="3871" y="5817"/>
                  </a:lnTo>
                  <a:lnTo>
                    <a:pt x="3913" y="5713"/>
                  </a:lnTo>
                  <a:lnTo>
                    <a:pt x="4039" y="5629"/>
                  </a:lnTo>
                  <a:lnTo>
                    <a:pt x="4018" y="5524"/>
                  </a:lnTo>
                  <a:lnTo>
                    <a:pt x="4018" y="5420"/>
                  </a:lnTo>
                  <a:lnTo>
                    <a:pt x="4102" y="5503"/>
                  </a:lnTo>
                  <a:lnTo>
                    <a:pt x="4206" y="5378"/>
                  </a:lnTo>
                  <a:lnTo>
                    <a:pt x="4290" y="5378"/>
                  </a:lnTo>
                  <a:lnTo>
                    <a:pt x="4395" y="5190"/>
                  </a:lnTo>
                  <a:lnTo>
                    <a:pt x="4395" y="5001"/>
                  </a:lnTo>
                  <a:lnTo>
                    <a:pt x="4457" y="4897"/>
                  </a:lnTo>
                  <a:lnTo>
                    <a:pt x="4541" y="4897"/>
                  </a:lnTo>
                  <a:lnTo>
                    <a:pt x="4646" y="4771"/>
                  </a:lnTo>
                  <a:lnTo>
                    <a:pt x="4562" y="4771"/>
                  </a:lnTo>
                  <a:lnTo>
                    <a:pt x="4499" y="4666"/>
                  </a:lnTo>
                  <a:lnTo>
                    <a:pt x="4562" y="4625"/>
                  </a:lnTo>
                  <a:lnTo>
                    <a:pt x="4541" y="4562"/>
                  </a:lnTo>
                  <a:lnTo>
                    <a:pt x="4436" y="4562"/>
                  </a:lnTo>
                  <a:lnTo>
                    <a:pt x="4332" y="4457"/>
                  </a:lnTo>
                  <a:lnTo>
                    <a:pt x="4457" y="4415"/>
                  </a:lnTo>
                  <a:lnTo>
                    <a:pt x="4436" y="4332"/>
                  </a:lnTo>
                  <a:lnTo>
                    <a:pt x="4520" y="4164"/>
                  </a:lnTo>
                  <a:lnTo>
                    <a:pt x="4541" y="4081"/>
                  </a:lnTo>
                  <a:lnTo>
                    <a:pt x="4499" y="3997"/>
                  </a:lnTo>
                  <a:lnTo>
                    <a:pt x="4415" y="3997"/>
                  </a:lnTo>
                  <a:lnTo>
                    <a:pt x="4395" y="3934"/>
                  </a:lnTo>
                  <a:lnTo>
                    <a:pt x="4415" y="3892"/>
                  </a:lnTo>
                  <a:lnTo>
                    <a:pt x="4499" y="3934"/>
                  </a:lnTo>
                  <a:lnTo>
                    <a:pt x="4520" y="3955"/>
                  </a:lnTo>
                  <a:lnTo>
                    <a:pt x="4541" y="3955"/>
                  </a:lnTo>
                  <a:lnTo>
                    <a:pt x="4541" y="3871"/>
                  </a:lnTo>
                  <a:lnTo>
                    <a:pt x="4436" y="3850"/>
                  </a:lnTo>
                  <a:lnTo>
                    <a:pt x="4541" y="3788"/>
                  </a:lnTo>
                  <a:lnTo>
                    <a:pt x="4625" y="3788"/>
                  </a:lnTo>
                  <a:lnTo>
                    <a:pt x="4729" y="3725"/>
                  </a:lnTo>
                  <a:lnTo>
                    <a:pt x="4646" y="3662"/>
                  </a:lnTo>
                  <a:lnTo>
                    <a:pt x="4562" y="3516"/>
                  </a:lnTo>
                  <a:lnTo>
                    <a:pt x="4646" y="3537"/>
                  </a:lnTo>
                  <a:lnTo>
                    <a:pt x="4708" y="3620"/>
                  </a:lnTo>
                  <a:lnTo>
                    <a:pt x="4813" y="3578"/>
                  </a:lnTo>
                  <a:lnTo>
                    <a:pt x="4834" y="3474"/>
                  </a:lnTo>
                  <a:lnTo>
                    <a:pt x="4855" y="3369"/>
                  </a:lnTo>
                  <a:lnTo>
                    <a:pt x="4918" y="3327"/>
                  </a:lnTo>
                  <a:lnTo>
                    <a:pt x="4980" y="3453"/>
                  </a:lnTo>
                  <a:lnTo>
                    <a:pt x="5064" y="3348"/>
                  </a:lnTo>
                  <a:lnTo>
                    <a:pt x="5127" y="3453"/>
                  </a:lnTo>
                  <a:lnTo>
                    <a:pt x="5190" y="3474"/>
                  </a:lnTo>
                  <a:lnTo>
                    <a:pt x="5252" y="3369"/>
                  </a:lnTo>
                  <a:lnTo>
                    <a:pt x="5357" y="3432"/>
                  </a:lnTo>
                  <a:lnTo>
                    <a:pt x="5483" y="3348"/>
                  </a:lnTo>
                  <a:lnTo>
                    <a:pt x="5545" y="3432"/>
                  </a:lnTo>
                  <a:lnTo>
                    <a:pt x="5671" y="3432"/>
                  </a:lnTo>
                  <a:lnTo>
                    <a:pt x="5713" y="3369"/>
                  </a:lnTo>
                  <a:lnTo>
                    <a:pt x="5755" y="3411"/>
                  </a:lnTo>
                  <a:lnTo>
                    <a:pt x="5755" y="3265"/>
                  </a:lnTo>
                  <a:lnTo>
                    <a:pt x="5671" y="3202"/>
                  </a:lnTo>
                  <a:lnTo>
                    <a:pt x="5587" y="2993"/>
                  </a:lnTo>
                  <a:lnTo>
                    <a:pt x="5462" y="2951"/>
                  </a:lnTo>
                  <a:lnTo>
                    <a:pt x="5399" y="2762"/>
                  </a:lnTo>
                  <a:lnTo>
                    <a:pt x="5462" y="2700"/>
                  </a:lnTo>
                  <a:lnTo>
                    <a:pt x="5462" y="2490"/>
                  </a:lnTo>
                  <a:lnTo>
                    <a:pt x="5441" y="2386"/>
                  </a:lnTo>
                  <a:lnTo>
                    <a:pt x="5462" y="2302"/>
                  </a:lnTo>
                  <a:lnTo>
                    <a:pt x="5399" y="2093"/>
                  </a:lnTo>
                  <a:lnTo>
                    <a:pt x="5357" y="1988"/>
                  </a:lnTo>
                  <a:lnTo>
                    <a:pt x="5336" y="1842"/>
                  </a:lnTo>
                  <a:lnTo>
                    <a:pt x="5378" y="1758"/>
                  </a:lnTo>
                  <a:lnTo>
                    <a:pt x="5357" y="1633"/>
                  </a:lnTo>
                  <a:lnTo>
                    <a:pt x="5190" y="1591"/>
                  </a:lnTo>
                  <a:lnTo>
                    <a:pt x="5190" y="1486"/>
                  </a:lnTo>
                  <a:lnTo>
                    <a:pt x="5252" y="1361"/>
                  </a:lnTo>
                  <a:lnTo>
                    <a:pt x="5190" y="1172"/>
                  </a:lnTo>
                  <a:lnTo>
                    <a:pt x="5252" y="1068"/>
                  </a:lnTo>
                  <a:lnTo>
                    <a:pt x="5190" y="1005"/>
                  </a:lnTo>
                  <a:lnTo>
                    <a:pt x="5127" y="1005"/>
                  </a:lnTo>
                  <a:lnTo>
                    <a:pt x="5022" y="858"/>
                  </a:lnTo>
                  <a:lnTo>
                    <a:pt x="4939" y="858"/>
                  </a:lnTo>
                  <a:lnTo>
                    <a:pt x="4876" y="754"/>
                  </a:lnTo>
                  <a:lnTo>
                    <a:pt x="4771" y="628"/>
                  </a:lnTo>
                  <a:lnTo>
                    <a:pt x="4708" y="607"/>
                  </a:lnTo>
                  <a:lnTo>
                    <a:pt x="4604" y="545"/>
                  </a:lnTo>
                  <a:lnTo>
                    <a:pt x="4395" y="524"/>
                  </a:lnTo>
                  <a:lnTo>
                    <a:pt x="4227" y="419"/>
                  </a:lnTo>
                  <a:lnTo>
                    <a:pt x="4018" y="189"/>
                  </a:lnTo>
                  <a:lnTo>
                    <a:pt x="3892" y="105"/>
                  </a:lnTo>
                  <a:lnTo>
                    <a:pt x="378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45"/>
            <p:cNvSpPr/>
            <p:nvPr/>
          </p:nvSpPr>
          <p:spPr>
            <a:xfrm>
              <a:off x="3883127" y="2693471"/>
              <a:ext cx="27411" cy="23803"/>
            </a:xfrm>
            <a:custGeom>
              <a:avLst/>
              <a:gdLst/>
              <a:ahLst/>
              <a:cxnLst/>
              <a:rect l="l" t="t" r="r" b="b"/>
              <a:pathLst>
                <a:path w="2302" h="2093" extrusionOk="0">
                  <a:moveTo>
                    <a:pt x="1026" y="0"/>
                  </a:moveTo>
                  <a:lnTo>
                    <a:pt x="1026" y="63"/>
                  </a:lnTo>
                  <a:lnTo>
                    <a:pt x="942" y="63"/>
                  </a:lnTo>
                  <a:lnTo>
                    <a:pt x="942" y="105"/>
                  </a:lnTo>
                  <a:lnTo>
                    <a:pt x="1005" y="167"/>
                  </a:lnTo>
                  <a:lnTo>
                    <a:pt x="900" y="230"/>
                  </a:lnTo>
                  <a:lnTo>
                    <a:pt x="837" y="209"/>
                  </a:lnTo>
                  <a:lnTo>
                    <a:pt x="628" y="209"/>
                  </a:lnTo>
                  <a:lnTo>
                    <a:pt x="607" y="147"/>
                  </a:lnTo>
                  <a:lnTo>
                    <a:pt x="586" y="251"/>
                  </a:lnTo>
                  <a:lnTo>
                    <a:pt x="481" y="230"/>
                  </a:lnTo>
                  <a:lnTo>
                    <a:pt x="335" y="272"/>
                  </a:lnTo>
                  <a:lnTo>
                    <a:pt x="335" y="356"/>
                  </a:lnTo>
                  <a:lnTo>
                    <a:pt x="272" y="356"/>
                  </a:lnTo>
                  <a:lnTo>
                    <a:pt x="84" y="439"/>
                  </a:lnTo>
                  <a:lnTo>
                    <a:pt x="0" y="544"/>
                  </a:lnTo>
                  <a:lnTo>
                    <a:pt x="21" y="900"/>
                  </a:lnTo>
                  <a:lnTo>
                    <a:pt x="84" y="900"/>
                  </a:lnTo>
                  <a:lnTo>
                    <a:pt x="126" y="879"/>
                  </a:lnTo>
                  <a:lnTo>
                    <a:pt x="230" y="900"/>
                  </a:lnTo>
                  <a:lnTo>
                    <a:pt x="189" y="983"/>
                  </a:lnTo>
                  <a:lnTo>
                    <a:pt x="105" y="983"/>
                  </a:lnTo>
                  <a:lnTo>
                    <a:pt x="105" y="1151"/>
                  </a:lnTo>
                  <a:lnTo>
                    <a:pt x="209" y="1276"/>
                  </a:lnTo>
                  <a:lnTo>
                    <a:pt x="377" y="1423"/>
                  </a:lnTo>
                  <a:lnTo>
                    <a:pt x="419" y="1423"/>
                  </a:lnTo>
                  <a:lnTo>
                    <a:pt x="419" y="1318"/>
                  </a:lnTo>
                  <a:lnTo>
                    <a:pt x="544" y="1214"/>
                  </a:lnTo>
                  <a:lnTo>
                    <a:pt x="586" y="1318"/>
                  </a:lnTo>
                  <a:lnTo>
                    <a:pt x="523" y="1611"/>
                  </a:lnTo>
                  <a:lnTo>
                    <a:pt x="523" y="1695"/>
                  </a:lnTo>
                  <a:lnTo>
                    <a:pt x="586" y="1674"/>
                  </a:lnTo>
                  <a:lnTo>
                    <a:pt x="754" y="1569"/>
                  </a:lnTo>
                  <a:lnTo>
                    <a:pt x="900" y="1507"/>
                  </a:lnTo>
                  <a:lnTo>
                    <a:pt x="1046" y="1632"/>
                  </a:lnTo>
                  <a:lnTo>
                    <a:pt x="1130" y="1611"/>
                  </a:lnTo>
                  <a:lnTo>
                    <a:pt x="1151" y="1507"/>
                  </a:lnTo>
                  <a:lnTo>
                    <a:pt x="1235" y="1590"/>
                  </a:lnTo>
                  <a:lnTo>
                    <a:pt x="1277" y="1674"/>
                  </a:lnTo>
                  <a:lnTo>
                    <a:pt x="1339" y="1674"/>
                  </a:lnTo>
                  <a:lnTo>
                    <a:pt x="1528" y="1779"/>
                  </a:lnTo>
                  <a:lnTo>
                    <a:pt x="1570" y="1925"/>
                  </a:lnTo>
                  <a:lnTo>
                    <a:pt x="1695" y="1967"/>
                  </a:lnTo>
                  <a:lnTo>
                    <a:pt x="1779" y="2092"/>
                  </a:lnTo>
                  <a:lnTo>
                    <a:pt x="1988" y="2009"/>
                  </a:lnTo>
                  <a:lnTo>
                    <a:pt x="2155" y="2030"/>
                  </a:lnTo>
                  <a:lnTo>
                    <a:pt x="2260" y="1904"/>
                  </a:lnTo>
                  <a:lnTo>
                    <a:pt x="2218" y="1800"/>
                  </a:lnTo>
                  <a:lnTo>
                    <a:pt x="2302" y="1716"/>
                  </a:lnTo>
                  <a:lnTo>
                    <a:pt x="2302" y="1611"/>
                  </a:lnTo>
                  <a:lnTo>
                    <a:pt x="2051" y="1109"/>
                  </a:lnTo>
                  <a:lnTo>
                    <a:pt x="2093" y="691"/>
                  </a:lnTo>
                  <a:lnTo>
                    <a:pt x="2155" y="649"/>
                  </a:lnTo>
                  <a:lnTo>
                    <a:pt x="2197" y="481"/>
                  </a:lnTo>
                  <a:lnTo>
                    <a:pt x="2281" y="356"/>
                  </a:lnTo>
                  <a:lnTo>
                    <a:pt x="2302" y="335"/>
                  </a:lnTo>
                  <a:lnTo>
                    <a:pt x="2302" y="314"/>
                  </a:lnTo>
                  <a:lnTo>
                    <a:pt x="2260" y="230"/>
                  </a:lnTo>
                  <a:lnTo>
                    <a:pt x="2218" y="272"/>
                  </a:lnTo>
                  <a:lnTo>
                    <a:pt x="1758" y="251"/>
                  </a:lnTo>
                  <a:lnTo>
                    <a:pt x="1570" y="126"/>
                  </a:lnTo>
                  <a:lnTo>
                    <a:pt x="1339" y="126"/>
                  </a:lnTo>
                  <a:lnTo>
                    <a:pt x="1235" y="63"/>
                  </a:lnTo>
                  <a:lnTo>
                    <a:pt x="1130" y="105"/>
                  </a:lnTo>
                  <a:lnTo>
                    <a:pt x="10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51;p45"/>
            <p:cNvSpPr/>
            <p:nvPr/>
          </p:nvSpPr>
          <p:spPr>
            <a:xfrm>
              <a:off x="3870422" y="2710598"/>
              <a:ext cx="43605" cy="22620"/>
            </a:xfrm>
            <a:custGeom>
              <a:avLst/>
              <a:gdLst/>
              <a:ahLst/>
              <a:cxnLst/>
              <a:rect l="l" t="t" r="r" b="b"/>
              <a:pathLst>
                <a:path w="3662" h="1989" extrusionOk="0">
                  <a:moveTo>
                    <a:pt x="1967" y="1"/>
                  </a:moveTo>
                  <a:lnTo>
                    <a:pt x="1821" y="63"/>
                  </a:lnTo>
                  <a:lnTo>
                    <a:pt x="1653" y="168"/>
                  </a:lnTo>
                  <a:lnTo>
                    <a:pt x="1590" y="189"/>
                  </a:lnTo>
                  <a:lnTo>
                    <a:pt x="1590" y="314"/>
                  </a:lnTo>
                  <a:lnTo>
                    <a:pt x="1653" y="586"/>
                  </a:lnTo>
                  <a:lnTo>
                    <a:pt x="1590" y="754"/>
                  </a:lnTo>
                  <a:lnTo>
                    <a:pt x="1402" y="963"/>
                  </a:lnTo>
                  <a:lnTo>
                    <a:pt x="1256" y="963"/>
                  </a:lnTo>
                  <a:lnTo>
                    <a:pt x="1130" y="838"/>
                  </a:lnTo>
                  <a:lnTo>
                    <a:pt x="1130" y="733"/>
                  </a:lnTo>
                  <a:lnTo>
                    <a:pt x="837" y="440"/>
                  </a:lnTo>
                  <a:lnTo>
                    <a:pt x="837" y="294"/>
                  </a:lnTo>
                  <a:lnTo>
                    <a:pt x="774" y="294"/>
                  </a:lnTo>
                  <a:lnTo>
                    <a:pt x="670" y="398"/>
                  </a:lnTo>
                  <a:lnTo>
                    <a:pt x="523" y="419"/>
                  </a:lnTo>
                  <a:lnTo>
                    <a:pt x="460" y="461"/>
                  </a:lnTo>
                  <a:lnTo>
                    <a:pt x="335" y="461"/>
                  </a:lnTo>
                  <a:lnTo>
                    <a:pt x="251" y="607"/>
                  </a:lnTo>
                  <a:lnTo>
                    <a:pt x="293" y="733"/>
                  </a:lnTo>
                  <a:lnTo>
                    <a:pt x="230" y="712"/>
                  </a:lnTo>
                  <a:lnTo>
                    <a:pt x="230" y="921"/>
                  </a:lnTo>
                  <a:lnTo>
                    <a:pt x="84" y="1110"/>
                  </a:lnTo>
                  <a:lnTo>
                    <a:pt x="84" y="1214"/>
                  </a:lnTo>
                  <a:lnTo>
                    <a:pt x="84" y="1319"/>
                  </a:lnTo>
                  <a:lnTo>
                    <a:pt x="0" y="1382"/>
                  </a:lnTo>
                  <a:lnTo>
                    <a:pt x="42" y="1674"/>
                  </a:lnTo>
                  <a:lnTo>
                    <a:pt x="126" y="1737"/>
                  </a:lnTo>
                  <a:lnTo>
                    <a:pt x="126" y="1758"/>
                  </a:lnTo>
                  <a:lnTo>
                    <a:pt x="230" y="1737"/>
                  </a:lnTo>
                  <a:lnTo>
                    <a:pt x="251" y="1591"/>
                  </a:lnTo>
                  <a:lnTo>
                    <a:pt x="440" y="1465"/>
                  </a:lnTo>
                  <a:lnTo>
                    <a:pt x="670" y="1382"/>
                  </a:lnTo>
                  <a:lnTo>
                    <a:pt x="879" y="1423"/>
                  </a:lnTo>
                  <a:lnTo>
                    <a:pt x="1025" y="1423"/>
                  </a:lnTo>
                  <a:lnTo>
                    <a:pt x="1088" y="1465"/>
                  </a:lnTo>
                  <a:lnTo>
                    <a:pt x="1235" y="1382"/>
                  </a:lnTo>
                  <a:lnTo>
                    <a:pt x="1339" y="1361"/>
                  </a:lnTo>
                  <a:lnTo>
                    <a:pt x="1360" y="1444"/>
                  </a:lnTo>
                  <a:lnTo>
                    <a:pt x="1465" y="1444"/>
                  </a:lnTo>
                  <a:lnTo>
                    <a:pt x="1548" y="1549"/>
                  </a:lnTo>
                  <a:lnTo>
                    <a:pt x="1716" y="1549"/>
                  </a:lnTo>
                  <a:lnTo>
                    <a:pt x="1779" y="1570"/>
                  </a:lnTo>
                  <a:lnTo>
                    <a:pt x="1967" y="1444"/>
                  </a:lnTo>
                  <a:lnTo>
                    <a:pt x="2176" y="1549"/>
                  </a:lnTo>
                  <a:lnTo>
                    <a:pt x="2344" y="1570"/>
                  </a:lnTo>
                  <a:lnTo>
                    <a:pt x="2511" y="1758"/>
                  </a:lnTo>
                  <a:lnTo>
                    <a:pt x="2637" y="1758"/>
                  </a:lnTo>
                  <a:lnTo>
                    <a:pt x="2762" y="1946"/>
                  </a:lnTo>
                  <a:lnTo>
                    <a:pt x="2929" y="1967"/>
                  </a:lnTo>
                  <a:lnTo>
                    <a:pt x="2971" y="1988"/>
                  </a:lnTo>
                  <a:lnTo>
                    <a:pt x="3160" y="1905"/>
                  </a:lnTo>
                  <a:lnTo>
                    <a:pt x="3390" y="1884"/>
                  </a:lnTo>
                  <a:lnTo>
                    <a:pt x="3432" y="1737"/>
                  </a:lnTo>
                  <a:lnTo>
                    <a:pt x="3536" y="1674"/>
                  </a:lnTo>
                  <a:lnTo>
                    <a:pt x="3578" y="1570"/>
                  </a:lnTo>
                  <a:lnTo>
                    <a:pt x="3662" y="1549"/>
                  </a:lnTo>
                  <a:lnTo>
                    <a:pt x="3662" y="1382"/>
                  </a:lnTo>
                  <a:lnTo>
                    <a:pt x="3578" y="1277"/>
                  </a:lnTo>
                  <a:lnTo>
                    <a:pt x="3494" y="1110"/>
                  </a:lnTo>
                  <a:lnTo>
                    <a:pt x="3473" y="1047"/>
                  </a:lnTo>
                  <a:lnTo>
                    <a:pt x="3390" y="921"/>
                  </a:lnTo>
                  <a:lnTo>
                    <a:pt x="3432" y="838"/>
                  </a:lnTo>
                  <a:lnTo>
                    <a:pt x="3369" y="733"/>
                  </a:lnTo>
                  <a:lnTo>
                    <a:pt x="3327" y="712"/>
                  </a:lnTo>
                  <a:lnTo>
                    <a:pt x="3348" y="649"/>
                  </a:lnTo>
                  <a:lnTo>
                    <a:pt x="3348" y="545"/>
                  </a:lnTo>
                  <a:lnTo>
                    <a:pt x="3055" y="503"/>
                  </a:lnTo>
                  <a:lnTo>
                    <a:pt x="2846" y="586"/>
                  </a:lnTo>
                  <a:lnTo>
                    <a:pt x="2762" y="461"/>
                  </a:lnTo>
                  <a:lnTo>
                    <a:pt x="2637" y="419"/>
                  </a:lnTo>
                  <a:lnTo>
                    <a:pt x="2595" y="273"/>
                  </a:lnTo>
                  <a:lnTo>
                    <a:pt x="2406" y="168"/>
                  </a:lnTo>
                  <a:lnTo>
                    <a:pt x="2344" y="168"/>
                  </a:lnTo>
                  <a:lnTo>
                    <a:pt x="2302" y="84"/>
                  </a:lnTo>
                  <a:lnTo>
                    <a:pt x="2218" y="1"/>
                  </a:lnTo>
                  <a:lnTo>
                    <a:pt x="2197" y="105"/>
                  </a:lnTo>
                  <a:lnTo>
                    <a:pt x="2113" y="126"/>
                  </a:lnTo>
                  <a:lnTo>
                    <a:pt x="196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252;p45"/>
            <p:cNvSpPr/>
            <p:nvPr/>
          </p:nvSpPr>
          <p:spPr>
            <a:xfrm>
              <a:off x="3871910" y="2726065"/>
              <a:ext cx="33901" cy="23803"/>
            </a:xfrm>
            <a:custGeom>
              <a:avLst/>
              <a:gdLst/>
              <a:ahLst/>
              <a:cxnLst/>
              <a:rect l="l" t="t" r="r" b="b"/>
              <a:pathLst>
                <a:path w="2847" h="2093" extrusionOk="0">
                  <a:moveTo>
                    <a:pt x="1214" y="1"/>
                  </a:moveTo>
                  <a:lnTo>
                    <a:pt x="1110" y="22"/>
                  </a:lnTo>
                  <a:lnTo>
                    <a:pt x="963" y="105"/>
                  </a:lnTo>
                  <a:lnTo>
                    <a:pt x="900" y="63"/>
                  </a:lnTo>
                  <a:lnTo>
                    <a:pt x="754" y="63"/>
                  </a:lnTo>
                  <a:lnTo>
                    <a:pt x="545" y="22"/>
                  </a:lnTo>
                  <a:lnTo>
                    <a:pt x="315" y="105"/>
                  </a:lnTo>
                  <a:lnTo>
                    <a:pt x="126" y="231"/>
                  </a:lnTo>
                  <a:lnTo>
                    <a:pt x="105" y="377"/>
                  </a:lnTo>
                  <a:lnTo>
                    <a:pt x="1" y="398"/>
                  </a:lnTo>
                  <a:lnTo>
                    <a:pt x="1" y="586"/>
                  </a:lnTo>
                  <a:lnTo>
                    <a:pt x="63" y="712"/>
                  </a:lnTo>
                  <a:lnTo>
                    <a:pt x="1" y="796"/>
                  </a:lnTo>
                  <a:lnTo>
                    <a:pt x="22" y="817"/>
                  </a:lnTo>
                  <a:lnTo>
                    <a:pt x="231" y="754"/>
                  </a:lnTo>
                  <a:lnTo>
                    <a:pt x="398" y="1005"/>
                  </a:lnTo>
                  <a:lnTo>
                    <a:pt x="524" y="1047"/>
                  </a:lnTo>
                  <a:lnTo>
                    <a:pt x="733" y="1005"/>
                  </a:lnTo>
                  <a:lnTo>
                    <a:pt x="817" y="1047"/>
                  </a:lnTo>
                  <a:lnTo>
                    <a:pt x="838" y="1151"/>
                  </a:lnTo>
                  <a:lnTo>
                    <a:pt x="921" y="1172"/>
                  </a:lnTo>
                  <a:lnTo>
                    <a:pt x="963" y="1235"/>
                  </a:lnTo>
                  <a:lnTo>
                    <a:pt x="921" y="1340"/>
                  </a:lnTo>
                  <a:lnTo>
                    <a:pt x="921" y="1549"/>
                  </a:lnTo>
                  <a:lnTo>
                    <a:pt x="1047" y="1528"/>
                  </a:lnTo>
                  <a:lnTo>
                    <a:pt x="1172" y="1633"/>
                  </a:lnTo>
                  <a:lnTo>
                    <a:pt x="1256" y="1633"/>
                  </a:lnTo>
                  <a:lnTo>
                    <a:pt x="1319" y="1863"/>
                  </a:lnTo>
                  <a:lnTo>
                    <a:pt x="1319" y="1988"/>
                  </a:lnTo>
                  <a:lnTo>
                    <a:pt x="1361" y="2093"/>
                  </a:lnTo>
                  <a:lnTo>
                    <a:pt x="1486" y="2009"/>
                  </a:lnTo>
                  <a:lnTo>
                    <a:pt x="1696" y="1947"/>
                  </a:lnTo>
                  <a:lnTo>
                    <a:pt x="1863" y="2009"/>
                  </a:lnTo>
                  <a:lnTo>
                    <a:pt x="2009" y="1947"/>
                  </a:lnTo>
                  <a:lnTo>
                    <a:pt x="2114" y="1947"/>
                  </a:lnTo>
                  <a:lnTo>
                    <a:pt x="2051" y="1779"/>
                  </a:lnTo>
                  <a:lnTo>
                    <a:pt x="2219" y="1758"/>
                  </a:lnTo>
                  <a:lnTo>
                    <a:pt x="2281" y="1633"/>
                  </a:lnTo>
                  <a:lnTo>
                    <a:pt x="2386" y="1570"/>
                  </a:lnTo>
                  <a:lnTo>
                    <a:pt x="2407" y="1654"/>
                  </a:lnTo>
                  <a:lnTo>
                    <a:pt x="2532" y="1654"/>
                  </a:lnTo>
                  <a:lnTo>
                    <a:pt x="2532" y="1528"/>
                  </a:lnTo>
                  <a:lnTo>
                    <a:pt x="2386" y="1444"/>
                  </a:lnTo>
                  <a:lnTo>
                    <a:pt x="2428" y="1277"/>
                  </a:lnTo>
                  <a:lnTo>
                    <a:pt x="2512" y="1256"/>
                  </a:lnTo>
                  <a:lnTo>
                    <a:pt x="2616" y="1068"/>
                  </a:lnTo>
                  <a:lnTo>
                    <a:pt x="2825" y="963"/>
                  </a:lnTo>
                  <a:lnTo>
                    <a:pt x="2825" y="858"/>
                  </a:lnTo>
                  <a:lnTo>
                    <a:pt x="2721" y="817"/>
                  </a:lnTo>
                  <a:lnTo>
                    <a:pt x="2846" y="628"/>
                  </a:lnTo>
                  <a:lnTo>
                    <a:pt x="2804" y="607"/>
                  </a:lnTo>
                  <a:lnTo>
                    <a:pt x="2637" y="586"/>
                  </a:lnTo>
                  <a:lnTo>
                    <a:pt x="2512" y="398"/>
                  </a:lnTo>
                  <a:lnTo>
                    <a:pt x="2386" y="398"/>
                  </a:lnTo>
                  <a:lnTo>
                    <a:pt x="2219" y="210"/>
                  </a:lnTo>
                  <a:lnTo>
                    <a:pt x="2051" y="189"/>
                  </a:lnTo>
                  <a:lnTo>
                    <a:pt x="1842" y="84"/>
                  </a:lnTo>
                  <a:lnTo>
                    <a:pt x="1654" y="210"/>
                  </a:lnTo>
                  <a:lnTo>
                    <a:pt x="1591" y="189"/>
                  </a:lnTo>
                  <a:lnTo>
                    <a:pt x="1423" y="189"/>
                  </a:lnTo>
                  <a:lnTo>
                    <a:pt x="1340" y="84"/>
                  </a:lnTo>
                  <a:lnTo>
                    <a:pt x="1235" y="84"/>
                  </a:lnTo>
                  <a:lnTo>
                    <a:pt x="12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45"/>
            <p:cNvSpPr/>
            <p:nvPr/>
          </p:nvSpPr>
          <p:spPr>
            <a:xfrm>
              <a:off x="3888104" y="2727737"/>
              <a:ext cx="57573" cy="42601"/>
            </a:xfrm>
            <a:custGeom>
              <a:avLst/>
              <a:gdLst/>
              <a:ahLst/>
              <a:cxnLst/>
              <a:rect l="l" t="t" r="r" b="b"/>
              <a:pathLst>
                <a:path w="4835" h="3746" extrusionOk="0">
                  <a:moveTo>
                    <a:pt x="2470" y="0"/>
                  </a:moveTo>
                  <a:lnTo>
                    <a:pt x="2323" y="84"/>
                  </a:lnTo>
                  <a:lnTo>
                    <a:pt x="2219" y="42"/>
                  </a:lnTo>
                  <a:lnTo>
                    <a:pt x="2093" y="63"/>
                  </a:lnTo>
                  <a:lnTo>
                    <a:pt x="2051" y="167"/>
                  </a:lnTo>
                  <a:lnTo>
                    <a:pt x="1947" y="230"/>
                  </a:lnTo>
                  <a:lnTo>
                    <a:pt x="1905" y="377"/>
                  </a:lnTo>
                  <a:lnTo>
                    <a:pt x="1675" y="398"/>
                  </a:lnTo>
                  <a:lnTo>
                    <a:pt x="1486" y="481"/>
                  </a:lnTo>
                  <a:lnTo>
                    <a:pt x="1361" y="670"/>
                  </a:lnTo>
                  <a:lnTo>
                    <a:pt x="1465" y="711"/>
                  </a:lnTo>
                  <a:lnTo>
                    <a:pt x="1465" y="816"/>
                  </a:lnTo>
                  <a:lnTo>
                    <a:pt x="1256" y="921"/>
                  </a:lnTo>
                  <a:lnTo>
                    <a:pt x="1152" y="1109"/>
                  </a:lnTo>
                  <a:lnTo>
                    <a:pt x="1068" y="1130"/>
                  </a:lnTo>
                  <a:lnTo>
                    <a:pt x="1026" y="1297"/>
                  </a:lnTo>
                  <a:lnTo>
                    <a:pt x="1172" y="1381"/>
                  </a:lnTo>
                  <a:lnTo>
                    <a:pt x="1172" y="1507"/>
                  </a:lnTo>
                  <a:lnTo>
                    <a:pt x="1047" y="1507"/>
                  </a:lnTo>
                  <a:lnTo>
                    <a:pt x="1026" y="1423"/>
                  </a:lnTo>
                  <a:lnTo>
                    <a:pt x="921" y="1486"/>
                  </a:lnTo>
                  <a:lnTo>
                    <a:pt x="859" y="1611"/>
                  </a:lnTo>
                  <a:lnTo>
                    <a:pt x="691" y="1632"/>
                  </a:lnTo>
                  <a:lnTo>
                    <a:pt x="754" y="1800"/>
                  </a:lnTo>
                  <a:lnTo>
                    <a:pt x="649" y="1800"/>
                  </a:lnTo>
                  <a:lnTo>
                    <a:pt x="503" y="1862"/>
                  </a:lnTo>
                  <a:lnTo>
                    <a:pt x="336" y="1800"/>
                  </a:lnTo>
                  <a:lnTo>
                    <a:pt x="126" y="1862"/>
                  </a:lnTo>
                  <a:lnTo>
                    <a:pt x="1" y="1946"/>
                  </a:lnTo>
                  <a:lnTo>
                    <a:pt x="22" y="2009"/>
                  </a:lnTo>
                  <a:lnTo>
                    <a:pt x="126" y="2260"/>
                  </a:lnTo>
                  <a:lnTo>
                    <a:pt x="210" y="2385"/>
                  </a:lnTo>
                  <a:lnTo>
                    <a:pt x="231" y="2532"/>
                  </a:lnTo>
                  <a:lnTo>
                    <a:pt x="294" y="2574"/>
                  </a:lnTo>
                  <a:lnTo>
                    <a:pt x="294" y="2950"/>
                  </a:lnTo>
                  <a:lnTo>
                    <a:pt x="189" y="2992"/>
                  </a:lnTo>
                  <a:lnTo>
                    <a:pt x="105" y="3118"/>
                  </a:lnTo>
                  <a:lnTo>
                    <a:pt x="126" y="3306"/>
                  </a:lnTo>
                  <a:lnTo>
                    <a:pt x="273" y="3494"/>
                  </a:lnTo>
                  <a:lnTo>
                    <a:pt x="273" y="3536"/>
                  </a:lnTo>
                  <a:lnTo>
                    <a:pt x="336" y="3536"/>
                  </a:lnTo>
                  <a:lnTo>
                    <a:pt x="524" y="3620"/>
                  </a:lnTo>
                  <a:lnTo>
                    <a:pt x="628" y="3578"/>
                  </a:lnTo>
                  <a:lnTo>
                    <a:pt x="1047" y="3515"/>
                  </a:lnTo>
                  <a:lnTo>
                    <a:pt x="1235" y="3515"/>
                  </a:lnTo>
                  <a:lnTo>
                    <a:pt x="1340" y="3411"/>
                  </a:lnTo>
                  <a:lnTo>
                    <a:pt x="1424" y="3411"/>
                  </a:lnTo>
                  <a:lnTo>
                    <a:pt x="1549" y="3494"/>
                  </a:lnTo>
                  <a:lnTo>
                    <a:pt x="1884" y="3536"/>
                  </a:lnTo>
                  <a:lnTo>
                    <a:pt x="2009" y="3620"/>
                  </a:lnTo>
                  <a:lnTo>
                    <a:pt x="2051" y="3683"/>
                  </a:lnTo>
                  <a:lnTo>
                    <a:pt x="2260" y="3599"/>
                  </a:lnTo>
                  <a:lnTo>
                    <a:pt x="2365" y="3683"/>
                  </a:lnTo>
                  <a:lnTo>
                    <a:pt x="2428" y="3683"/>
                  </a:lnTo>
                  <a:lnTo>
                    <a:pt x="2470" y="3620"/>
                  </a:lnTo>
                  <a:lnTo>
                    <a:pt x="2637" y="3641"/>
                  </a:lnTo>
                  <a:lnTo>
                    <a:pt x="2721" y="3704"/>
                  </a:lnTo>
                  <a:lnTo>
                    <a:pt x="2909" y="3599"/>
                  </a:lnTo>
                  <a:lnTo>
                    <a:pt x="3056" y="3599"/>
                  </a:lnTo>
                  <a:lnTo>
                    <a:pt x="3097" y="3724"/>
                  </a:lnTo>
                  <a:lnTo>
                    <a:pt x="3202" y="3745"/>
                  </a:lnTo>
                  <a:lnTo>
                    <a:pt x="3307" y="3620"/>
                  </a:lnTo>
                  <a:lnTo>
                    <a:pt x="3411" y="3599"/>
                  </a:lnTo>
                  <a:lnTo>
                    <a:pt x="3516" y="3683"/>
                  </a:lnTo>
                  <a:lnTo>
                    <a:pt x="3662" y="3620"/>
                  </a:lnTo>
                  <a:lnTo>
                    <a:pt x="3767" y="3704"/>
                  </a:lnTo>
                  <a:lnTo>
                    <a:pt x="3893" y="3704"/>
                  </a:lnTo>
                  <a:lnTo>
                    <a:pt x="3893" y="3494"/>
                  </a:lnTo>
                  <a:lnTo>
                    <a:pt x="3997" y="3285"/>
                  </a:lnTo>
                  <a:lnTo>
                    <a:pt x="4165" y="3264"/>
                  </a:lnTo>
                  <a:lnTo>
                    <a:pt x="4395" y="3201"/>
                  </a:lnTo>
                  <a:lnTo>
                    <a:pt x="4416" y="3201"/>
                  </a:lnTo>
                  <a:lnTo>
                    <a:pt x="4416" y="3055"/>
                  </a:lnTo>
                  <a:lnTo>
                    <a:pt x="4290" y="2908"/>
                  </a:lnTo>
                  <a:lnTo>
                    <a:pt x="4311" y="2762"/>
                  </a:lnTo>
                  <a:lnTo>
                    <a:pt x="4185" y="2574"/>
                  </a:lnTo>
                  <a:lnTo>
                    <a:pt x="4185" y="2427"/>
                  </a:lnTo>
                  <a:lnTo>
                    <a:pt x="4248" y="2344"/>
                  </a:lnTo>
                  <a:lnTo>
                    <a:pt x="4374" y="2448"/>
                  </a:lnTo>
                  <a:lnTo>
                    <a:pt x="4667" y="2427"/>
                  </a:lnTo>
                  <a:lnTo>
                    <a:pt x="4771" y="2218"/>
                  </a:lnTo>
                  <a:lnTo>
                    <a:pt x="4834" y="2155"/>
                  </a:lnTo>
                  <a:lnTo>
                    <a:pt x="4688" y="2051"/>
                  </a:lnTo>
                  <a:lnTo>
                    <a:pt x="4688" y="1946"/>
                  </a:lnTo>
                  <a:lnTo>
                    <a:pt x="4457" y="1758"/>
                  </a:lnTo>
                  <a:lnTo>
                    <a:pt x="4269" y="1716"/>
                  </a:lnTo>
                  <a:lnTo>
                    <a:pt x="4206" y="1527"/>
                  </a:lnTo>
                  <a:lnTo>
                    <a:pt x="4102" y="1423"/>
                  </a:lnTo>
                  <a:lnTo>
                    <a:pt x="3955" y="1214"/>
                  </a:lnTo>
                  <a:lnTo>
                    <a:pt x="3872" y="1046"/>
                  </a:lnTo>
                  <a:lnTo>
                    <a:pt x="3746" y="921"/>
                  </a:lnTo>
                  <a:lnTo>
                    <a:pt x="3746" y="753"/>
                  </a:lnTo>
                  <a:lnTo>
                    <a:pt x="3662" y="649"/>
                  </a:lnTo>
                  <a:lnTo>
                    <a:pt x="3683" y="481"/>
                  </a:lnTo>
                  <a:lnTo>
                    <a:pt x="3662" y="356"/>
                  </a:lnTo>
                  <a:lnTo>
                    <a:pt x="3411" y="272"/>
                  </a:lnTo>
                  <a:lnTo>
                    <a:pt x="3328" y="272"/>
                  </a:lnTo>
                  <a:lnTo>
                    <a:pt x="3265" y="167"/>
                  </a:lnTo>
                  <a:lnTo>
                    <a:pt x="3097" y="230"/>
                  </a:lnTo>
                  <a:lnTo>
                    <a:pt x="2930" y="356"/>
                  </a:lnTo>
                  <a:lnTo>
                    <a:pt x="2825" y="147"/>
                  </a:lnTo>
                  <a:lnTo>
                    <a:pt x="2721" y="147"/>
                  </a:lnTo>
                  <a:lnTo>
                    <a:pt x="2574" y="188"/>
                  </a:lnTo>
                  <a:lnTo>
                    <a:pt x="247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45"/>
            <p:cNvSpPr/>
            <p:nvPr/>
          </p:nvSpPr>
          <p:spPr>
            <a:xfrm>
              <a:off x="3848488" y="2796972"/>
              <a:ext cx="39628" cy="24519"/>
            </a:xfrm>
            <a:custGeom>
              <a:avLst/>
              <a:gdLst/>
              <a:ahLst/>
              <a:cxnLst/>
              <a:rect l="l" t="t" r="r" b="b"/>
              <a:pathLst>
                <a:path w="3328" h="2156" extrusionOk="0">
                  <a:moveTo>
                    <a:pt x="2993" y="1"/>
                  </a:moveTo>
                  <a:lnTo>
                    <a:pt x="2867" y="64"/>
                  </a:lnTo>
                  <a:lnTo>
                    <a:pt x="2679" y="43"/>
                  </a:lnTo>
                  <a:lnTo>
                    <a:pt x="2449" y="43"/>
                  </a:lnTo>
                  <a:lnTo>
                    <a:pt x="2302" y="22"/>
                  </a:lnTo>
                  <a:lnTo>
                    <a:pt x="2135" y="43"/>
                  </a:lnTo>
                  <a:lnTo>
                    <a:pt x="2030" y="210"/>
                  </a:lnTo>
                  <a:lnTo>
                    <a:pt x="1926" y="273"/>
                  </a:lnTo>
                  <a:lnTo>
                    <a:pt x="1926" y="377"/>
                  </a:lnTo>
                  <a:lnTo>
                    <a:pt x="1758" y="210"/>
                  </a:lnTo>
                  <a:lnTo>
                    <a:pt x="1549" y="357"/>
                  </a:lnTo>
                  <a:lnTo>
                    <a:pt x="1403" y="419"/>
                  </a:lnTo>
                  <a:lnTo>
                    <a:pt x="1403" y="545"/>
                  </a:lnTo>
                  <a:lnTo>
                    <a:pt x="1089" y="566"/>
                  </a:lnTo>
                  <a:lnTo>
                    <a:pt x="880" y="629"/>
                  </a:lnTo>
                  <a:lnTo>
                    <a:pt x="691" y="587"/>
                  </a:lnTo>
                  <a:lnTo>
                    <a:pt x="294" y="357"/>
                  </a:lnTo>
                  <a:lnTo>
                    <a:pt x="294" y="440"/>
                  </a:lnTo>
                  <a:lnTo>
                    <a:pt x="315" y="566"/>
                  </a:lnTo>
                  <a:lnTo>
                    <a:pt x="294" y="670"/>
                  </a:lnTo>
                  <a:lnTo>
                    <a:pt x="64" y="670"/>
                  </a:lnTo>
                  <a:lnTo>
                    <a:pt x="43" y="733"/>
                  </a:lnTo>
                  <a:lnTo>
                    <a:pt x="147" y="838"/>
                  </a:lnTo>
                  <a:lnTo>
                    <a:pt x="85" y="984"/>
                  </a:lnTo>
                  <a:lnTo>
                    <a:pt x="64" y="1089"/>
                  </a:lnTo>
                  <a:lnTo>
                    <a:pt x="147" y="1193"/>
                  </a:lnTo>
                  <a:lnTo>
                    <a:pt x="43" y="1298"/>
                  </a:lnTo>
                  <a:lnTo>
                    <a:pt x="1" y="1298"/>
                  </a:lnTo>
                  <a:lnTo>
                    <a:pt x="168" y="1486"/>
                  </a:lnTo>
                  <a:lnTo>
                    <a:pt x="189" y="1675"/>
                  </a:lnTo>
                  <a:lnTo>
                    <a:pt x="273" y="1696"/>
                  </a:lnTo>
                  <a:lnTo>
                    <a:pt x="524" y="1905"/>
                  </a:lnTo>
                  <a:lnTo>
                    <a:pt x="629" y="1947"/>
                  </a:lnTo>
                  <a:lnTo>
                    <a:pt x="733" y="2030"/>
                  </a:lnTo>
                  <a:lnTo>
                    <a:pt x="1026" y="2093"/>
                  </a:lnTo>
                  <a:lnTo>
                    <a:pt x="1235" y="2156"/>
                  </a:lnTo>
                  <a:lnTo>
                    <a:pt x="1340" y="2030"/>
                  </a:lnTo>
                  <a:lnTo>
                    <a:pt x="1403" y="2051"/>
                  </a:lnTo>
                  <a:lnTo>
                    <a:pt x="1466" y="1989"/>
                  </a:lnTo>
                  <a:lnTo>
                    <a:pt x="1612" y="1926"/>
                  </a:lnTo>
                  <a:lnTo>
                    <a:pt x="1717" y="1926"/>
                  </a:lnTo>
                  <a:lnTo>
                    <a:pt x="1738" y="1884"/>
                  </a:lnTo>
                  <a:lnTo>
                    <a:pt x="1863" y="1779"/>
                  </a:lnTo>
                  <a:lnTo>
                    <a:pt x="1968" y="1800"/>
                  </a:lnTo>
                  <a:lnTo>
                    <a:pt x="2072" y="1821"/>
                  </a:lnTo>
                  <a:lnTo>
                    <a:pt x="2156" y="1842"/>
                  </a:lnTo>
                  <a:lnTo>
                    <a:pt x="2282" y="1717"/>
                  </a:lnTo>
                  <a:lnTo>
                    <a:pt x="2386" y="1696"/>
                  </a:lnTo>
                  <a:lnTo>
                    <a:pt x="2449" y="1591"/>
                  </a:lnTo>
                  <a:lnTo>
                    <a:pt x="2595" y="1612"/>
                  </a:lnTo>
                  <a:lnTo>
                    <a:pt x="2700" y="1507"/>
                  </a:lnTo>
                  <a:lnTo>
                    <a:pt x="2679" y="1403"/>
                  </a:lnTo>
                  <a:lnTo>
                    <a:pt x="2888" y="1089"/>
                  </a:lnTo>
                  <a:lnTo>
                    <a:pt x="3014" y="754"/>
                  </a:lnTo>
                  <a:lnTo>
                    <a:pt x="3118" y="524"/>
                  </a:lnTo>
                  <a:lnTo>
                    <a:pt x="3286" y="482"/>
                  </a:lnTo>
                  <a:lnTo>
                    <a:pt x="3328" y="357"/>
                  </a:lnTo>
                  <a:lnTo>
                    <a:pt x="3307" y="336"/>
                  </a:lnTo>
                  <a:lnTo>
                    <a:pt x="3286" y="231"/>
                  </a:lnTo>
                  <a:lnTo>
                    <a:pt x="3118" y="126"/>
                  </a:lnTo>
                  <a:lnTo>
                    <a:pt x="299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45"/>
            <p:cNvSpPr/>
            <p:nvPr/>
          </p:nvSpPr>
          <p:spPr>
            <a:xfrm>
              <a:off x="3851727" y="2789842"/>
              <a:ext cx="34151" cy="14284"/>
            </a:xfrm>
            <a:custGeom>
              <a:avLst/>
              <a:gdLst/>
              <a:ahLst/>
              <a:cxnLst/>
              <a:rect l="l" t="t" r="r" b="b"/>
              <a:pathLst>
                <a:path w="2868" h="1256" extrusionOk="0">
                  <a:moveTo>
                    <a:pt x="2240" y="0"/>
                  </a:moveTo>
                  <a:lnTo>
                    <a:pt x="2177" y="21"/>
                  </a:lnTo>
                  <a:lnTo>
                    <a:pt x="2093" y="105"/>
                  </a:lnTo>
                  <a:lnTo>
                    <a:pt x="2010" y="42"/>
                  </a:lnTo>
                  <a:lnTo>
                    <a:pt x="1884" y="42"/>
                  </a:lnTo>
                  <a:lnTo>
                    <a:pt x="1779" y="21"/>
                  </a:lnTo>
                  <a:lnTo>
                    <a:pt x="1696" y="42"/>
                  </a:lnTo>
                  <a:lnTo>
                    <a:pt x="1612" y="147"/>
                  </a:lnTo>
                  <a:lnTo>
                    <a:pt x="1507" y="168"/>
                  </a:lnTo>
                  <a:lnTo>
                    <a:pt x="1486" y="147"/>
                  </a:lnTo>
                  <a:lnTo>
                    <a:pt x="1235" y="126"/>
                  </a:lnTo>
                  <a:lnTo>
                    <a:pt x="1089" y="230"/>
                  </a:lnTo>
                  <a:lnTo>
                    <a:pt x="942" y="251"/>
                  </a:lnTo>
                  <a:lnTo>
                    <a:pt x="775" y="419"/>
                  </a:lnTo>
                  <a:lnTo>
                    <a:pt x="566" y="440"/>
                  </a:lnTo>
                  <a:lnTo>
                    <a:pt x="336" y="523"/>
                  </a:lnTo>
                  <a:lnTo>
                    <a:pt x="294" y="460"/>
                  </a:lnTo>
                  <a:lnTo>
                    <a:pt x="147" y="481"/>
                  </a:lnTo>
                  <a:lnTo>
                    <a:pt x="22" y="565"/>
                  </a:lnTo>
                  <a:lnTo>
                    <a:pt x="1" y="565"/>
                  </a:lnTo>
                  <a:lnTo>
                    <a:pt x="1" y="753"/>
                  </a:lnTo>
                  <a:lnTo>
                    <a:pt x="22" y="984"/>
                  </a:lnTo>
                  <a:lnTo>
                    <a:pt x="419" y="1214"/>
                  </a:lnTo>
                  <a:lnTo>
                    <a:pt x="608" y="1256"/>
                  </a:lnTo>
                  <a:lnTo>
                    <a:pt x="817" y="1193"/>
                  </a:lnTo>
                  <a:lnTo>
                    <a:pt x="1131" y="1172"/>
                  </a:lnTo>
                  <a:lnTo>
                    <a:pt x="1131" y="1046"/>
                  </a:lnTo>
                  <a:lnTo>
                    <a:pt x="1277" y="984"/>
                  </a:lnTo>
                  <a:lnTo>
                    <a:pt x="1486" y="837"/>
                  </a:lnTo>
                  <a:lnTo>
                    <a:pt x="1654" y="1004"/>
                  </a:lnTo>
                  <a:lnTo>
                    <a:pt x="1654" y="900"/>
                  </a:lnTo>
                  <a:lnTo>
                    <a:pt x="1758" y="837"/>
                  </a:lnTo>
                  <a:lnTo>
                    <a:pt x="1863" y="670"/>
                  </a:lnTo>
                  <a:lnTo>
                    <a:pt x="2030" y="649"/>
                  </a:lnTo>
                  <a:lnTo>
                    <a:pt x="2177" y="670"/>
                  </a:lnTo>
                  <a:lnTo>
                    <a:pt x="2407" y="670"/>
                  </a:lnTo>
                  <a:lnTo>
                    <a:pt x="2595" y="691"/>
                  </a:lnTo>
                  <a:lnTo>
                    <a:pt x="2742" y="628"/>
                  </a:lnTo>
                  <a:lnTo>
                    <a:pt x="2763" y="419"/>
                  </a:lnTo>
                  <a:lnTo>
                    <a:pt x="2867" y="147"/>
                  </a:lnTo>
                  <a:lnTo>
                    <a:pt x="2637" y="21"/>
                  </a:lnTo>
                  <a:lnTo>
                    <a:pt x="2407" y="21"/>
                  </a:lnTo>
                  <a:lnTo>
                    <a:pt x="2344" y="42"/>
                  </a:lnTo>
                  <a:lnTo>
                    <a:pt x="22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45"/>
            <p:cNvSpPr/>
            <p:nvPr/>
          </p:nvSpPr>
          <p:spPr>
            <a:xfrm>
              <a:off x="3869672" y="2845760"/>
              <a:ext cx="12967" cy="23803"/>
            </a:xfrm>
            <a:custGeom>
              <a:avLst/>
              <a:gdLst/>
              <a:ahLst/>
              <a:cxnLst/>
              <a:rect l="l" t="t" r="r" b="b"/>
              <a:pathLst>
                <a:path w="1089" h="2093" extrusionOk="0">
                  <a:moveTo>
                    <a:pt x="419" y="0"/>
                  </a:moveTo>
                  <a:lnTo>
                    <a:pt x="314" y="126"/>
                  </a:lnTo>
                  <a:lnTo>
                    <a:pt x="272" y="21"/>
                  </a:lnTo>
                  <a:lnTo>
                    <a:pt x="210" y="21"/>
                  </a:lnTo>
                  <a:lnTo>
                    <a:pt x="84" y="147"/>
                  </a:lnTo>
                  <a:lnTo>
                    <a:pt x="0" y="314"/>
                  </a:lnTo>
                  <a:lnTo>
                    <a:pt x="0" y="544"/>
                  </a:lnTo>
                  <a:lnTo>
                    <a:pt x="189" y="628"/>
                  </a:lnTo>
                  <a:lnTo>
                    <a:pt x="168" y="691"/>
                  </a:lnTo>
                  <a:lnTo>
                    <a:pt x="105" y="733"/>
                  </a:lnTo>
                  <a:lnTo>
                    <a:pt x="63" y="984"/>
                  </a:lnTo>
                  <a:lnTo>
                    <a:pt x="105" y="1172"/>
                  </a:lnTo>
                  <a:lnTo>
                    <a:pt x="63" y="1277"/>
                  </a:lnTo>
                  <a:lnTo>
                    <a:pt x="63" y="1423"/>
                  </a:lnTo>
                  <a:lnTo>
                    <a:pt x="147" y="1528"/>
                  </a:lnTo>
                  <a:lnTo>
                    <a:pt x="84" y="1674"/>
                  </a:lnTo>
                  <a:lnTo>
                    <a:pt x="147" y="1716"/>
                  </a:lnTo>
                  <a:lnTo>
                    <a:pt x="377" y="1737"/>
                  </a:lnTo>
                  <a:lnTo>
                    <a:pt x="482" y="2009"/>
                  </a:lnTo>
                  <a:lnTo>
                    <a:pt x="565" y="2093"/>
                  </a:lnTo>
                  <a:lnTo>
                    <a:pt x="628" y="2030"/>
                  </a:lnTo>
                  <a:lnTo>
                    <a:pt x="712" y="1883"/>
                  </a:lnTo>
                  <a:lnTo>
                    <a:pt x="733" y="1737"/>
                  </a:lnTo>
                  <a:lnTo>
                    <a:pt x="942" y="1674"/>
                  </a:lnTo>
                  <a:lnTo>
                    <a:pt x="1047" y="1507"/>
                  </a:lnTo>
                  <a:lnTo>
                    <a:pt x="1088" y="1360"/>
                  </a:lnTo>
                  <a:lnTo>
                    <a:pt x="942" y="1256"/>
                  </a:lnTo>
                  <a:lnTo>
                    <a:pt x="900" y="1109"/>
                  </a:lnTo>
                  <a:lnTo>
                    <a:pt x="795" y="963"/>
                  </a:lnTo>
                  <a:lnTo>
                    <a:pt x="775" y="753"/>
                  </a:lnTo>
                  <a:lnTo>
                    <a:pt x="795" y="544"/>
                  </a:lnTo>
                  <a:lnTo>
                    <a:pt x="775" y="481"/>
                  </a:lnTo>
                  <a:lnTo>
                    <a:pt x="775" y="335"/>
                  </a:lnTo>
                  <a:lnTo>
                    <a:pt x="712" y="230"/>
                  </a:lnTo>
                  <a:lnTo>
                    <a:pt x="607" y="147"/>
                  </a:lnTo>
                  <a:lnTo>
                    <a:pt x="565" y="147"/>
                  </a:lnTo>
                  <a:lnTo>
                    <a:pt x="482" y="21"/>
                  </a:lnTo>
                  <a:lnTo>
                    <a:pt x="41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57;p45"/>
            <p:cNvSpPr/>
            <p:nvPr/>
          </p:nvSpPr>
          <p:spPr>
            <a:xfrm>
              <a:off x="3863444" y="2836958"/>
              <a:ext cx="12467" cy="15000"/>
            </a:xfrm>
            <a:custGeom>
              <a:avLst/>
              <a:gdLst/>
              <a:ahLst/>
              <a:cxnLst/>
              <a:rect l="l" t="t" r="r" b="b"/>
              <a:pathLst>
                <a:path w="1047" h="1319" extrusionOk="0">
                  <a:moveTo>
                    <a:pt x="293" y="0"/>
                  </a:moveTo>
                  <a:lnTo>
                    <a:pt x="210" y="63"/>
                  </a:lnTo>
                  <a:lnTo>
                    <a:pt x="210" y="167"/>
                  </a:lnTo>
                  <a:lnTo>
                    <a:pt x="314" y="209"/>
                  </a:lnTo>
                  <a:lnTo>
                    <a:pt x="356" y="293"/>
                  </a:lnTo>
                  <a:lnTo>
                    <a:pt x="272" y="356"/>
                  </a:lnTo>
                  <a:lnTo>
                    <a:pt x="189" y="356"/>
                  </a:lnTo>
                  <a:lnTo>
                    <a:pt x="147" y="481"/>
                  </a:lnTo>
                  <a:lnTo>
                    <a:pt x="147" y="628"/>
                  </a:lnTo>
                  <a:lnTo>
                    <a:pt x="84" y="732"/>
                  </a:lnTo>
                  <a:lnTo>
                    <a:pt x="0" y="795"/>
                  </a:lnTo>
                  <a:lnTo>
                    <a:pt x="63" y="837"/>
                  </a:lnTo>
                  <a:lnTo>
                    <a:pt x="168" y="879"/>
                  </a:lnTo>
                  <a:lnTo>
                    <a:pt x="377" y="1151"/>
                  </a:lnTo>
                  <a:lnTo>
                    <a:pt x="398" y="1235"/>
                  </a:lnTo>
                  <a:lnTo>
                    <a:pt x="523" y="1318"/>
                  </a:lnTo>
                  <a:lnTo>
                    <a:pt x="523" y="1088"/>
                  </a:lnTo>
                  <a:lnTo>
                    <a:pt x="607" y="921"/>
                  </a:lnTo>
                  <a:lnTo>
                    <a:pt x="733" y="795"/>
                  </a:lnTo>
                  <a:lnTo>
                    <a:pt x="795" y="795"/>
                  </a:lnTo>
                  <a:lnTo>
                    <a:pt x="837" y="900"/>
                  </a:lnTo>
                  <a:lnTo>
                    <a:pt x="942" y="774"/>
                  </a:lnTo>
                  <a:lnTo>
                    <a:pt x="984" y="711"/>
                  </a:lnTo>
                  <a:lnTo>
                    <a:pt x="1046" y="628"/>
                  </a:lnTo>
                  <a:lnTo>
                    <a:pt x="1046" y="502"/>
                  </a:lnTo>
                  <a:lnTo>
                    <a:pt x="900" y="481"/>
                  </a:lnTo>
                  <a:lnTo>
                    <a:pt x="816" y="398"/>
                  </a:lnTo>
                  <a:lnTo>
                    <a:pt x="691" y="398"/>
                  </a:lnTo>
                  <a:lnTo>
                    <a:pt x="628" y="314"/>
                  </a:lnTo>
                  <a:lnTo>
                    <a:pt x="628" y="251"/>
                  </a:lnTo>
                  <a:lnTo>
                    <a:pt x="502" y="105"/>
                  </a:lnTo>
                  <a:lnTo>
                    <a:pt x="502" y="146"/>
                  </a:lnTo>
                  <a:lnTo>
                    <a:pt x="398" y="84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58;p45"/>
            <p:cNvSpPr/>
            <p:nvPr/>
          </p:nvSpPr>
          <p:spPr>
            <a:xfrm>
              <a:off x="3844761" y="2824346"/>
              <a:ext cx="25923" cy="21665"/>
            </a:xfrm>
            <a:custGeom>
              <a:avLst/>
              <a:gdLst/>
              <a:ahLst/>
              <a:cxnLst/>
              <a:rect l="l" t="t" r="r" b="b"/>
              <a:pathLst>
                <a:path w="2177" h="1905" extrusionOk="0">
                  <a:moveTo>
                    <a:pt x="105" y="0"/>
                  </a:moveTo>
                  <a:lnTo>
                    <a:pt x="63" y="42"/>
                  </a:lnTo>
                  <a:lnTo>
                    <a:pt x="63" y="167"/>
                  </a:lnTo>
                  <a:lnTo>
                    <a:pt x="0" y="230"/>
                  </a:lnTo>
                  <a:lnTo>
                    <a:pt x="42" y="314"/>
                  </a:lnTo>
                  <a:lnTo>
                    <a:pt x="84" y="314"/>
                  </a:lnTo>
                  <a:lnTo>
                    <a:pt x="209" y="439"/>
                  </a:lnTo>
                  <a:lnTo>
                    <a:pt x="251" y="544"/>
                  </a:lnTo>
                  <a:lnTo>
                    <a:pt x="314" y="649"/>
                  </a:lnTo>
                  <a:lnTo>
                    <a:pt x="272" y="670"/>
                  </a:lnTo>
                  <a:lnTo>
                    <a:pt x="293" y="753"/>
                  </a:lnTo>
                  <a:lnTo>
                    <a:pt x="774" y="1151"/>
                  </a:lnTo>
                  <a:lnTo>
                    <a:pt x="1151" y="1611"/>
                  </a:lnTo>
                  <a:lnTo>
                    <a:pt x="1109" y="1695"/>
                  </a:lnTo>
                  <a:lnTo>
                    <a:pt x="1193" y="1716"/>
                  </a:lnTo>
                  <a:lnTo>
                    <a:pt x="1402" y="1737"/>
                  </a:lnTo>
                  <a:lnTo>
                    <a:pt x="1465" y="1716"/>
                  </a:lnTo>
                  <a:lnTo>
                    <a:pt x="1569" y="1904"/>
                  </a:lnTo>
                  <a:lnTo>
                    <a:pt x="1653" y="1841"/>
                  </a:lnTo>
                  <a:lnTo>
                    <a:pt x="1716" y="1737"/>
                  </a:lnTo>
                  <a:lnTo>
                    <a:pt x="1716" y="1590"/>
                  </a:lnTo>
                  <a:lnTo>
                    <a:pt x="1758" y="1465"/>
                  </a:lnTo>
                  <a:lnTo>
                    <a:pt x="1841" y="1465"/>
                  </a:lnTo>
                  <a:lnTo>
                    <a:pt x="1925" y="1402"/>
                  </a:lnTo>
                  <a:lnTo>
                    <a:pt x="1883" y="1318"/>
                  </a:lnTo>
                  <a:lnTo>
                    <a:pt x="1779" y="1276"/>
                  </a:lnTo>
                  <a:lnTo>
                    <a:pt x="1779" y="1172"/>
                  </a:lnTo>
                  <a:lnTo>
                    <a:pt x="1862" y="1109"/>
                  </a:lnTo>
                  <a:lnTo>
                    <a:pt x="1967" y="1193"/>
                  </a:lnTo>
                  <a:lnTo>
                    <a:pt x="2071" y="1255"/>
                  </a:lnTo>
                  <a:lnTo>
                    <a:pt x="2134" y="1193"/>
                  </a:lnTo>
                  <a:lnTo>
                    <a:pt x="1988" y="1046"/>
                  </a:lnTo>
                  <a:lnTo>
                    <a:pt x="1988" y="900"/>
                  </a:lnTo>
                  <a:lnTo>
                    <a:pt x="2051" y="879"/>
                  </a:lnTo>
                  <a:lnTo>
                    <a:pt x="2155" y="942"/>
                  </a:lnTo>
                  <a:lnTo>
                    <a:pt x="2176" y="858"/>
                  </a:lnTo>
                  <a:lnTo>
                    <a:pt x="2134" y="795"/>
                  </a:lnTo>
                  <a:lnTo>
                    <a:pt x="2030" y="774"/>
                  </a:lnTo>
                  <a:lnTo>
                    <a:pt x="1862" y="649"/>
                  </a:lnTo>
                  <a:lnTo>
                    <a:pt x="1862" y="565"/>
                  </a:lnTo>
                  <a:lnTo>
                    <a:pt x="1967" y="419"/>
                  </a:lnTo>
                  <a:lnTo>
                    <a:pt x="1988" y="251"/>
                  </a:lnTo>
                  <a:lnTo>
                    <a:pt x="1925" y="251"/>
                  </a:lnTo>
                  <a:lnTo>
                    <a:pt x="1862" y="272"/>
                  </a:lnTo>
                  <a:lnTo>
                    <a:pt x="1820" y="230"/>
                  </a:lnTo>
                  <a:lnTo>
                    <a:pt x="1653" y="230"/>
                  </a:lnTo>
                  <a:lnTo>
                    <a:pt x="1548" y="126"/>
                  </a:lnTo>
                  <a:lnTo>
                    <a:pt x="1465" y="147"/>
                  </a:lnTo>
                  <a:lnTo>
                    <a:pt x="1339" y="105"/>
                  </a:lnTo>
                  <a:lnTo>
                    <a:pt x="1214" y="126"/>
                  </a:lnTo>
                  <a:lnTo>
                    <a:pt x="1193" y="63"/>
                  </a:lnTo>
                  <a:lnTo>
                    <a:pt x="1088" y="126"/>
                  </a:lnTo>
                  <a:lnTo>
                    <a:pt x="942" y="63"/>
                  </a:lnTo>
                  <a:lnTo>
                    <a:pt x="900" y="126"/>
                  </a:lnTo>
                  <a:lnTo>
                    <a:pt x="837" y="21"/>
                  </a:lnTo>
                  <a:lnTo>
                    <a:pt x="732" y="0"/>
                  </a:lnTo>
                  <a:lnTo>
                    <a:pt x="690" y="42"/>
                  </a:lnTo>
                  <a:lnTo>
                    <a:pt x="607" y="0"/>
                  </a:lnTo>
                  <a:lnTo>
                    <a:pt x="565" y="63"/>
                  </a:lnTo>
                  <a:lnTo>
                    <a:pt x="481" y="42"/>
                  </a:lnTo>
                  <a:lnTo>
                    <a:pt x="377" y="63"/>
                  </a:lnTo>
                  <a:lnTo>
                    <a:pt x="377" y="147"/>
                  </a:lnTo>
                  <a:lnTo>
                    <a:pt x="293" y="167"/>
                  </a:lnTo>
                  <a:lnTo>
                    <a:pt x="251" y="105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45"/>
            <p:cNvSpPr/>
            <p:nvPr/>
          </p:nvSpPr>
          <p:spPr>
            <a:xfrm>
              <a:off x="3830555" y="2811734"/>
              <a:ext cx="20195" cy="12146"/>
            </a:xfrm>
            <a:custGeom>
              <a:avLst/>
              <a:gdLst/>
              <a:ahLst/>
              <a:cxnLst/>
              <a:rect l="l" t="t" r="r" b="b"/>
              <a:pathLst>
                <a:path w="1696" h="1068" extrusionOk="0">
                  <a:moveTo>
                    <a:pt x="1507" y="0"/>
                  </a:moveTo>
                  <a:lnTo>
                    <a:pt x="1381" y="63"/>
                  </a:lnTo>
                  <a:lnTo>
                    <a:pt x="1130" y="209"/>
                  </a:lnTo>
                  <a:lnTo>
                    <a:pt x="1067" y="188"/>
                  </a:lnTo>
                  <a:lnTo>
                    <a:pt x="984" y="209"/>
                  </a:lnTo>
                  <a:lnTo>
                    <a:pt x="858" y="272"/>
                  </a:lnTo>
                  <a:lnTo>
                    <a:pt x="733" y="272"/>
                  </a:lnTo>
                  <a:lnTo>
                    <a:pt x="607" y="314"/>
                  </a:lnTo>
                  <a:lnTo>
                    <a:pt x="523" y="230"/>
                  </a:lnTo>
                  <a:lnTo>
                    <a:pt x="251" y="230"/>
                  </a:lnTo>
                  <a:lnTo>
                    <a:pt x="147" y="209"/>
                  </a:lnTo>
                  <a:lnTo>
                    <a:pt x="21" y="419"/>
                  </a:lnTo>
                  <a:lnTo>
                    <a:pt x="84" y="502"/>
                  </a:lnTo>
                  <a:lnTo>
                    <a:pt x="0" y="628"/>
                  </a:lnTo>
                  <a:lnTo>
                    <a:pt x="21" y="816"/>
                  </a:lnTo>
                  <a:lnTo>
                    <a:pt x="42" y="816"/>
                  </a:lnTo>
                  <a:lnTo>
                    <a:pt x="147" y="858"/>
                  </a:lnTo>
                  <a:lnTo>
                    <a:pt x="147" y="942"/>
                  </a:lnTo>
                  <a:lnTo>
                    <a:pt x="42" y="963"/>
                  </a:lnTo>
                  <a:lnTo>
                    <a:pt x="42" y="1067"/>
                  </a:lnTo>
                  <a:lnTo>
                    <a:pt x="251" y="1067"/>
                  </a:lnTo>
                  <a:lnTo>
                    <a:pt x="398" y="963"/>
                  </a:lnTo>
                  <a:lnTo>
                    <a:pt x="523" y="921"/>
                  </a:lnTo>
                  <a:lnTo>
                    <a:pt x="733" y="1025"/>
                  </a:lnTo>
                  <a:lnTo>
                    <a:pt x="858" y="1025"/>
                  </a:lnTo>
                  <a:lnTo>
                    <a:pt x="879" y="816"/>
                  </a:lnTo>
                  <a:lnTo>
                    <a:pt x="1067" y="732"/>
                  </a:lnTo>
                  <a:lnTo>
                    <a:pt x="1088" y="586"/>
                  </a:lnTo>
                  <a:lnTo>
                    <a:pt x="1444" y="398"/>
                  </a:lnTo>
                  <a:lnTo>
                    <a:pt x="1695" y="398"/>
                  </a:lnTo>
                  <a:lnTo>
                    <a:pt x="1674" y="188"/>
                  </a:lnTo>
                  <a:lnTo>
                    <a:pt x="150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2260;p45"/>
            <p:cNvSpPr/>
            <p:nvPr/>
          </p:nvSpPr>
          <p:spPr>
            <a:xfrm>
              <a:off x="3804645" y="2793401"/>
              <a:ext cx="47594" cy="21903"/>
            </a:xfrm>
            <a:custGeom>
              <a:avLst/>
              <a:gdLst/>
              <a:ahLst/>
              <a:cxnLst/>
              <a:rect l="l" t="t" r="r" b="b"/>
              <a:pathLst>
                <a:path w="3997" h="1926" extrusionOk="0">
                  <a:moveTo>
                    <a:pt x="2846" y="1"/>
                  </a:moveTo>
                  <a:lnTo>
                    <a:pt x="2804" y="106"/>
                  </a:lnTo>
                  <a:lnTo>
                    <a:pt x="2741" y="147"/>
                  </a:lnTo>
                  <a:lnTo>
                    <a:pt x="2720" y="252"/>
                  </a:lnTo>
                  <a:lnTo>
                    <a:pt x="2574" y="252"/>
                  </a:lnTo>
                  <a:lnTo>
                    <a:pt x="2511" y="315"/>
                  </a:lnTo>
                  <a:lnTo>
                    <a:pt x="2218" y="147"/>
                  </a:lnTo>
                  <a:lnTo>
                    <a:pt x="2155" y="147"/>
                  </a:lnTo>
                  <a:lnTo>
                    <a:pt x="2114" y="252"/>
                  </a:lnTo>
                  <a:lnTo>
                    <a:pt x="2114" y="357"/>
                  </a:lnTo>
                  <a:lnTo>
                    <a:pt x="2051" y="357"/>
                  </a:lnTo>
                  <a:lnTo>
                    <a:pt x="1967" y="461"/>
                  </a:lnTo>
                  <a:lnTo>
                    <a:pt x="1842" y="545"/>
                  </a:lnTo>
                  <a:lnTo>
                    <a:pt x="1674" y="733"/>
                  </a:lnTo>
                  <a:lnTo>
                    <a:pt x="1674" y="796"/>
                  </a:lnTo>
                  <a:lnTo>
                    <a:pt x="1842" y="880"/>
                  </a:lnTo>
                  <a:lnTo>
                    <a:pt x="1863" y="984"/>
                  </a:lnTo>
                  <a:lnTo>
                    <a:pt x="1779" y="1047"/>
                  </a:lnTo>
                  <a:lnTo>
                    <a:pt x="1653" y="963"/>
                  </a:lnTo>
                  <a:lnTo>
                    <a:pt x="1528" y="984"/>
                  </a:lnTo>
                  <a:lnTo>
                    <a:pt x="1381" y="963"/>
                  </a:lnTo>
                  <a:lnTo>
                    <a:pt x="1319" y="963"/>
                  </a:lnTo>
                  <a:lnTo>
                    <a:pt x="1130" y="1089"/>
                  </a:lnTo>
                  <a:lnTo>
                    <a:pt x="1026" y="1110"/>
                  </a:lnTo>
                  <a:lnTo>
                    <a:pt x="942" y="1089"/>
                  </a:lnTo>
                  <a:lnTo>
                    <a:pt x="837" y="1110"/>
                  </a:lnTo>
                  <a:lnTo>
                    <a:pt x="754" y="1047"/>
                  </a:lnTo>
                  <a:lnTo>
                    <a:pt x="440" y="1047"/>
                  </a:lnTo>
                  <a:lnTo>
                    <a:pt x="440" y="1110"/>
                  </a:lnTo>
                  <a:lnTo>
                    <a:pt x="419" y="1173"/>
                  </a:lnTo>
                  <a:lnTo>
                    <a:pt x="272" y="1152"/>
                  </a:lnTo>
                  <a:lnTo>
                    <a:pt x="189" y="1047"/>
                  </a:lnTo>
                  <a:lnTo>
                    <a:pt x="84" y="1089"/>
                  </a:lnTo>
                  <a:lnTo>
                    <a:pt x="21" y="1110"/>
                  </a:lnTo>
                  <a:lnTo>
                    <a:pt x="0" y="1110"/>
                  </a:lnTo>
                  <a:lnTo>
                    <a:pt x="63" y="1173"/>
                  </a:lnTo>
                  <a:lnTo>
                    <a:pt x="63" y="1256"/>
                  </a:lnTo>
                  <a:lnTo>
                    <a:pt x="105" y="1298"/>
                  </a:lnTo>
                  <a:lnTo>
                    <a:pt x="105" y="1403"/>
                  </a:lnTo>
                  <a:lnTo>
                    <a:pt x="210" y="1403"/>
                  </a:lnTo>
                  <a:lnTo>
                    <a:pt x="293" y="1382"/>
                  </a:lnTo>
                  <a:lnTo>
                    <a:pt x="398" y="1507"/>
                  </a:lnTo>
                  <a:lnTo>
                    <a:pt x="502" y="1403"/>
                  </a:lnTo>
                  <a:lnTo>
                    <a:pt x="586" y="1403"/>
                  </a:lnTo>
                  <a:lnTo>
                    <a:pt x="628" y="1507"/>
                  </a:lnTo>
                  <a:lnTo>
                    <a:pt x="837" y="1591"/>
                  </a:lnTo>
                  <a:lnTo>
                    <a:pt x="1130" y="1403"/>
                  </a:lnTo>
                  <a:lnTo>
                    <a:pt x="1256" y="1424"/>
                  </a:lnTo>
                  <a:lnTo>
                    <a:pt x="1444" y="1424"/>
                  </a:lnTo>
                  <a:lnTo>
                    <a:pt x="1444" y="1528"/>
                  </a:lnTo>
                  <a:lnTo>
                    <a:pt x="1737" y="1717"/>
                  </a:lnTo>
                  <a:lnTo>
                    <a:pt x="2072" y="1779"/>
                  </a:lnTo>
                  <a:lnTo>
                    <a:pt x="2260" y="1738"/>
                  </a:lnTo>
                  <a:lnTo>
                    <a:pt x="2323" y="1821"/>
                  </a:lnTo>
                  <a:lnTo>
                    <a:pt x="2427" y="1842"/>
                  </a:lnTo>
                  <a:lnTo>
                    <a:pt x="2699" y="1842"/>
                  </a:lnTo>
                  <a:lnTo>
                    <a:pt x="2783" y="1926"/>
                  </a:lnTo>
                  <a:lnTo>
                    <a:pt x="2909" y="1884"/>
                  </a:lnTo>
                  <a:lnTo>
                    <a:pt x="3034" y="1884"/>
                  </a:lnTo>
                  <a:lnTo>
                    <a:pt x="3160" y="1821"/>
                  </a:lnTo>
                  <a:lnTo>
                    <a:pt x="3243" y="1800"/>
                  </a:lnTo>
                  <a:lnTo>
                    <a:pt x="3306" y="1821"/>
                  </a:lnTo>
                  <a:lnTo>
                    <a:pt x="3557" y="1675"/>
                  </a:lnTo>
                  <a:lnTo>
                    <a:pt x="3683" y="1612"/>
                  </a:lnTo>
                  <a:lnTo>
                    <a:pt x="3725" y="1612"/>
                  </a:lnTo>
                  <a:lnTo>
                    <a:pt x="3829" y="1507"/>
                  </a:lnTo>
                  <a:lnTo>
                    <a:pt x="3746" y="1403"/>
                  </a:lnTo>
                  <a:lnTo>
                    <a:pt x="3767" y="1298"/>
                  </a:lnTo>
                  <a:lnTo>
                    <a:pt x="3829" y="1152"/>
                  </a:lnTo>
                  <a:lnTo>
                    <a:pt x="3725" y="1047"/>
                  </a:lnTo>
                  <a:lnTo>
                    <a:pt x="3746" y="984"/>
                  </a:lnTo>
                  <a:lnTo>
                    <a:pt x="3976" y="984"/>
                  </a:lnTo>
                  <a:lnTo>
                    <a:pt x="3997" y="880"/>
                  </a:lnTo>
                  <a:lnTo>
                    <a:pt x="3976" y="754"/>
                  </a:lnTo>
                  <a:lnTo>
                    <a:pt x="3976" y="671"/>
                  </a:lnTo>
                  <a:lnTo>
                    <a:pt x="3955" y="440"/>
                  </a:lnTo>
                  <a:lnTo>
                    <a:pt x="3955" y="252"/>
                  </a:lnTo>
                  <a:lnTo>
                    <a:pt x="3725" y="210"/>
                  </a:lnTo>
                  <a:lnTo>
                    <a:pt x="3641" y="127"/>
                  </a:lnTo>
                  <a:lnTo>
                    <a:pt x="3474" y="147"/>
                  </a:lnTo>
                  <a:lnTo>
                    <a:pt x="3327" y="147"/>
                  </a:lnTo>
                  <a:lnTo>
                    <a:pt x="3160" y="43"/>
                  </a:lnTo>
                  <a:lnTo>
                    <a:pt x="2951" y="43"/>
                  </a:lnTo>
                  <a:lnTo>
                    <a:pt x="284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2261;p45"/>
            <p:cNvSpPr/>
            <p:nvPr/>
          </p:nvSpPr>
          <p:spPr>
            <a:xfrm>
              <a:off x="3831556" y="2741054"/>
              <a:ext cx="63038" cy="50699"/>
            </a:xfrm>
            <a:custGeom>
              <a:avLst/>
              <a:gdLst/>
              <a:ahLst/>
              <a:cxnLst/>
              <a:rect l="l" t="t" r="r" b="b"/>
              <a:pathLst>
                <a:path w="5294" h="4458" extrusionOk="0">
                  <a:moveTo>
                    <a:pt x="1883" y="1"/>
                  </a:moveTo>
                  <a:lnTo>
                    <a:pt x="1632" y="105"/>
                  </a:lnTo>
                  <a:lnTo>
                    <a:pt x="1486" y="105"/>
                  </a:lnTo>
                  <a:lnTo>
                    <a:pt x="1318" y="147"/>
                  </a:lnTo>
                  <a:lnTo>
                    <a:pt x="1214" y="315"/>
                  </a:lnTo>
                  <a:lnTo>
                    <a:pt x="1046" y="315"/>
                  </a:lnTo>
                  <a:lnTo>
                    <a:pt x="942" y="398"/>
                  </a:lnTo>
                  <a:lnTo>
                    <a:pt x="942" y="524"/>
                  </a:lnTo>
                  <a:lnTo>
                    <a:pt x="753" y="524"/>
                  </a:lnTo>
                  <a:lnTo>
                    <a:pt x="481" y="670"/>
                  </a:lnTo>
                  <a:lnTo>
                    <a:pt x="314" y="670"/>
                  </a:lnTo>
                  <a:lnTo>
                    <a:pt x="251" y="796"/>
                  </a:lnTo>
                  <a:lnTo>
                    <a:pt x="209" y="963"/>
                  </a:lnTo>
                  <a:lnTo>
                    <a:pt x="147" y="984"/>
                  </a:lnTo>
                  <a:lnTo>
                    <a:pt x="167" y="1047"/>
                  </a:lnTo>
                  <a:lnTo>
                    <a:pt x="126" y="1047"/>
                  </a:lnTo>
                  <a:lnTo>
                    <a:pt x="167" y="1298"/>
                  </a:lnTo>
                  <a:lnTo>
                    <a:pt x="147" y="1486"/>
                  </a:lnTo>
                  <a:lnTo>
                    <a:pt x="0" y="1570"/>
                  </a:lnTo>
                  <a:lnTo>
                    <a:pt x="0" y="1633"/>
                  </a:lnTo>
                  <a:lnTo>
                    <a:pt x="167" y="1842"/>
                  </a:lnTo>
                  <a:lnTo>
                    <a:pt x="147" y="1947"/>
                  </a:lnTo>
                  <a:lnTo>
                    <a:pt x="230" y="2051"/>
                  </a:lnTo>
                  <a:lnTo>
                    <a:pt x="230" y="2135"/>
                  </a:lnTo>
                  <a:lnTo>
                    <a:pt x="272" y="2261"/>
                  </a:lnTo>
                  <a:lnTo>
                    <a:pt x="230" y="2365"/>
                  </a:lnTo>
                  <a:lnTo>
                    <a:pt x="335" y="2616"/>
                  </a:lnTo>
                  <a:lnTo>
                    <a:pt x="419" y="2658"/>
                  </a:lnTo>
                  <a:lnTo>
                    <a:pt x="481" y="2742"/>
                  </a:lnTo>
                  <a:lnTo>
                    <a:pt x="481" y="3056"/>
                  </a:lnTo>
                  <a:lnTo>
                    <a:pt x="460" y="3097"/>
                  </a:lnTo>
                  <a:lnTo>
                    <a:pt x="523" y="3181"/>
                  </a:lnTo>
                  <a:lnTo>
                    <a:pt x="565" y="3139"/>
                  </a:lnTo>
                  <a:lnTo>
                    <a:pt x="649" y="3160"/>
                  </a:lnTo>
                  <a:lnTo>
                    <a:pt x="732" y="3097"/>
                  </a:lnTo>
                  <a:lnTo>
                    <a:pt x="963" y="3160"/>
                  </a:lnTo>
                  <a:lnTo>
                    <a:pt x="942" y="3202"/>
                  </a:lnTo>
                  <a:lnTo>
                    <a:pt x="1046" y="3307"/>
                  </a:lnTo>
                  <a:lnTo>
                    <a:pt x="1151" y="3307"/>
                  </a:lnTo>
                  <a:lnTo>
                    <a:pt x="1214" y="3390"/>
                  </a:lnTo>
                  <a:lnTo>
                    <a:pt x="1172" y="3495"/>
                  </a:lnTo>
                  <a:lnTo>
                    <a:pt x="1193" y="3579"/>
                  </a:lnTo>
                  <a:lnTo>
                    <a:pt x="1255" y="3600"/>
                  </a:lnTo>
                  <a:lnTo>
                    <a:pt x="1255" y="3704"/>
                  </a:lnTo>
                  <a:lnTo>
                    <a:pt x="1318" y="3725"/>
                  </a:lnTo>
                  <a:lnTo>
                    <a:pt x="1381" y="3683"/>
                  </a:lnTo>
                  <a:lnTo>
                    <a:pt x="1465" y="3683"/>
                  </a:lnTo>
                  <a:lnTo>
                    <a:pt x="1318" y="3516"/>
                  </a:lnTo>
                  <a:lnTo>
                    <a:pt x="1381" y="3474"/>
                  </a:lnTo>
                  <a:lnTo>
                    <a:pt x="1632" y="3621"/>
                  </a:lnTo>
                  <a:lnTo>
                    <a:pt x="1820" y="3600"/>
                  </a:lnTo>
                  <a:lnTo>
                    <a:pt x="1779" y="3704"/>
                  </a:lnTo>
                  <a:lnTo>
                    <a:pt x="1904" y="3809"/>
                  </a:lnTo>
                  <a:lnTo>
                    <a:pt x="2134" y="3767"/>
                  </a:lnTo>
                  <a:lnTo>
                    <a:pt x="2302" y="3809"/>
                  </a:lnTo>
                  <a:lnTo>
                    <a:pt x="2636" y="4081"/>
                  </a:lnTo>
                  <a:lnTo>
                    <a:pt x="2762" y="4248"/>
                  </a:lnTo>
                  <a:lnTo>
                    <a:pt x="2846" y="4248"/>
                  </a:lnTo>
                  <a:lnTo>
                    <a:pt x="2888" y="4206"/>
                  </a:lnTo>
                  <a:lnTo>
                    <a:pt x="3055" y="4206"/>
                  </a:lnTo>
                  <a:lnTo>
                    <a:pt x="3139" y="4290"/>
                  </a:lnTo>
                  <a:lnTo>
                    <a:pt x="3180" y="4437"/>
                  </a:lnTo>
                  <a:lnTo>
                    <a:pt x="3201" y="4458"/>
                  </a:lnTo>
                  <a:lnTo>
                    <a:pt x="3306" y="4437"/>
                  </a:lnTo>
                  <a:lnTo>
                    <a:pt x="3390" y="4332"/>
                  </a:lnTo>
                  <a:lnTo>
                    <a:pt x="3473" y="4311"/>
                  </a:lnTo>
                  <a:lnTo>
                    <a:pt x="3578" y="4332"/>
                  </a:lnTo>
                  <a:lnTo>
                    <a:pt x="3704" y="4332"/>
                  </a:lnTo>
                  <a:lnTo>
                    <a:pt x="3787" y="4395"/>
                  </a:lnTo>
                  <a:lnTo>
                    <a:pt x="3871" y="4311"/>
                  </a:lnTo>
                  <a:lnTo>
                    <a:pt x="3934" y="4290"/>
                  </a:lnTo>
                  <a:lnTo>
                    <a:pt x="4038" y="4332"/>
                  </a:lnTo>
                  <a:lnTo>
                    <a:pt x="4101" y="4311"/>
                  </a:lnTo>
                  <a:lnTo>
                    <a:pt x="4331" y="4311"/>
                  </a:lnTo>
                  <a:lnTo>
                    <a:pt x="4561" y="4437"/>
                  </a:lnTo>
                  <a:lnTo>
                    <a:pt x="4708" y="4458"/>
                  </a:lnTo>
                  <a:lnTo>
                    <a:pt x="4708" y="4290"/>
                  </a:lnTo>
                  <a:lnTo>
                    <a:pt x="4666" y="4123"/>
                  </a:lnTo>
                  <a:lnTo>
                    <a:pt x="5043" y="3725"/>
                  </a:lnTo>
                  <a:lnTo>
                    <a:pt x="5064" y="3558"/>
                  </a:lnTo>
                  <a:lnTo>
                    <a:pt x="5168" y="3474"/>
                  </a:lnTo>
                  <a:lnTo>
                    <a:pt x="5252" y="3474"/>
                  </a:lnTo>
                  <a:lnTo>
                    <a:pt x="5294" y="3286"/>
                  </a:lnTo>
                  <a:lnTo>
                    <a:pt x="5252" y="3202"/>
                  </a:lnTo>
                  <a:lnTo>
                    <a:pt x="5231" y="3139"/>
                  </a:lnTo>
                  <a:lnTo>
                    <a:pt x="5273" y="3056"/>
                  </a:lnTo>
                  <a:lnTo>
                    <a:pt x="5147" y="2972"/>
                  </a:lnTo>
                  <a:lnTo>
                    <a:pt x="5064" y="2825"/>
                  </a:lnTo>
                  <a:lnTo>
                    <a:pt x="5022" y="2742"/>
                  </a:lnTo>
                  <a:lnTo>
                    <a:pt x="4980" y="2470"/>
                  </a:lnTo>
                  <a:lnTo>
                    <a:pt x="5022" y="2365"/>
                  </a:lnTo>
                  <a:lnTo>
                    <a:pt x="5022" y="2323"/>
                  </a:lnTo>
                  <a:lnTo>
                    <a:pt x="4875" y="2135"/>
                  </a:lnTo>
                  <a:lnTo>
                    <a:pt x="4854" y="1947"/>
                  </a:lnTo>
                  <a:lnTo>
                    <a:pt x="4938" y="1821"/>
                  </a:lnTo>
                  <a:lnTo>
                    <a:pt x="5043" y="1779"/>
                  </a:lnTo>
                  <a:lnTo>
                    <a:pt x="5043" y="1403"/>
                  </a:lnTo>
                  <a:lnTo>
                    <a:pt x="4980" y="1361"/>
                  </a:lnTo>
                  <a:lnTo>
                    <a:pt x="4959" y="1214"/>
                  </a:lnTo>
                  <a:lnTo>
                    <a:pt x="4875" y="1089"/>
                  </a:lnTo>
                  <a:lnTo>
                    <a:pt x="4771" y="838"/>
                  </a:lnTo>
                  <a:lnTo>
                    <a:pt x="4750" y="775"/>
                  </a:lnTo>
                  <a:lnTo>
                    <a:pt x="4708" y="670"/>
                  </a:lnTo>
                  <a:lnTo>
                    <a:pt x="4708" y="545"/>
                  </a:lnTo>
                  <a:lnTo>
                    <a:pt x="4645" y="315"/>
                  </a:lnTo>
                  <a:lnTo>
                    <a:pt x="4561" y="315"/>
                  </a:lnTo>
                  <a:lnTo>
                    <a:pt x="4436" y="210"/>
                  </a:lnTo>
                  <a:lnTo>
                    <a:pt x="4310" y="231"/>
                  </a:lnTo>
                  <a:lnTo>
                    <a:pt x="3683" y="273"/>
                  </a:lnTo>
                  <a:lnTo>
                    <a:pt x="2950" y="231"/>
                  </a:lnTo>
                  <a:lnTo>
                    <a:pt x="2867" y="252"/>
                  </a:lnTo>
                  <a:lnTo>
                    <a:pt x="2678" y="440"/>
                  </a:lnTo>
                  <a:lnTo>
                    <a:pt x="2511" y="482"/>
                  </a:lnTo>
                  <a:lnTo>
                    <a:pt x="2469" y="440"/>
                  </a:lnTo>
                  <a:lnTo>
                    <a:pt x="2636" y="356"/>
                  </a:lnTo>
                  <a:lnTo>
                    <a:pt x="2783" y="210"/>
                  </a:lnTo>
                  <a:lnTo>
                    <a:pt x="2741" y="210"/>
                  </a:lnTo>
                  <a:lnTo>
                    <a:pt x="2616" y="315"/>
                  </a:lnTo>
                  <a:lnTo>
                    <a:pt x="2406" y="398"/>
                  </a:lnTo>
                  <a:lnTo>
                    <a:pt x="2134" y="356"/>
                  </a:lnTo>
                  <a:lnTo>
                    <a:pt x="2092" y="210"/>
                  </a:lnTo>
                  <a:lnTo>
                    <a:pt x="2134" y="126"/>
                  </a:lnTo>
                  <a:lnTo>
                    <a:pt x="2260" y="126"/>
                  </a:lnTo>
                  <a:lnTo>
                    <a:pt x="2323" y="168"/>
                  </a:lnTo>
                  <a:lnTo>
                    <a:pt x="2323" y="126"/>
                  </a:lnTo>
                  <a:lnTo>
                    <a:pt x="2155" y="43"/>
                  </a:lnTo>
                  <a:lnTo>
                    <a:pt x="18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2262;p45"/>
            <p:cNvSpPr/>
            <p:nvPr/>
          </p:nvSpPr>
          <p:spPr>
            <a:xfrm>
              <a:off x="3819089" y="2776036"/>
              <a:ext cx="50345" cy="20948"/>
            </a:xfrm>
            <a:custGeom>
              <a:avLst/>
              <a:gdLst/>
              <a:ahLst/>
              <a:cxnLst/>
              <a:rect l="l" t="t" r="r" b="b"/>
              <a:pathLst>
                <a:path w="4228" h="1842" extrusionOk="0">
                  <a:moveTo>
                    <a:pt x="1403" y="1"/>
                  </a:moveTo>
                  <a:lnTo>
                    <a:pt x="1319" y="63"/>
                  </a:lnTo>
                  <a:lnTo>
                    <a:pt x="1152" y="21"/>
                  </a:lnTo>
                  <a:lnTo>
                    <a:pt x="1152" y="126"/>
                  </a:lnTo>
                  <a:lnTo>
                    <a:pt x="1068" y="189"/>
                  </a:lnTo>
                  <a:lnTo>
                    <a:pt x="984" y="168"/>
                  </a:lnTo>
                  <a:lnTo>
                    <a:pt x="775" y="168"/>
                  </a:lnTo>
                  <a:lnTo>
                    <a:pt x="733" y="273"/>
                  </a:lnTo>
                  <a:lnTo>
                    <a:pt x="587" y="273"/>
                  </a:lnTo>
                  <a:lnTo>
                    <a:pt x="482" y="398"/>
                  </a:lnTo>
                  <a:lnTo>
                    <a:pt x="378" y="398"/>
                  </a:lnTo>
                  <a:lnTo>
                    <a:pt x="168" y="586"/>
                  </a:lnTo>
                  <a:lnTo>
                    <a:pt x="106" y="545"/>
                  </a:lnTo>
                  <a:lnTo>
                    <a:pt x="22" y="503"/>
                  </a:lnTo>
                  <a:lnTo>
                    <a:pt x="1" y="524"/>
                  </a:lnTo>
                  <a:lnTo>
                    <a:pt x="1" y="628"/>
                  </a:lnTo>
                  <a:lnTo>
                    <a:pt x="147" y="712"/>
                  </a:lnTo>
                  <a:lnTo>
                    <a:pt x="252" y="900"/>
                  </a:lnTo>
                  <a:lnTo>
                    <a:pt x="252" y="1047"/>
                  </a:lnTo>
                  <a:lnTo>
                    <a:pt x="273" y="1130"/>
                  </a:lnTo>
                  <a:lnTo>
                    <a:pt x="378" y="1172"/>
                  </a:lnTo>
                  <a:lnTo>
                    <a:pt x="587" y="1319"/>
                  </a:lnTo>
                  <a:lnTo>
                    <a:pt x="691" y="1382"/>
                  </a:lnTo>
                  <a:lnTo>
                    <a:pt x="942" y="1674"/>
                  </a:lnTo>
                  <a:lnTo>
                    <a:pt x="1005" y="1674"/>
                  </a:lnTo>
                  <a:lnTo>
                    <a:pt x="1298" y="1842"/>
                  </a:lnTo>
                  <a:lnTo>
                    <a:pt x="1361" y="1779"/>
                  </a:lnTo>
                  <a:lnTo>
                    <a:pt x="1507" y="1779"/>
                  </a:lnTo>
                  <a:lnTo>
                    <a:pt x="1528" y="1674"/>
                  </a:lnTo>
                  <a:lnTo>
                    <a:pt x="1591" y="1633"/>
                  </a:lnTo>
                  <a:lnTo>
                    <a:pt x="1633" y="1528"/>
                  </a:lnTo>
                  <a:lnTo>
                    <a:pt x="1738" y="1570"/>
                  </a:lnTo>
                  <a:lnTo>
                    <a:pt x="1947" y="1570"/>
                  </a:lnTo>
                  <a:lnTo>
                    <a:pt x="2114" y="1674"/>
                  </a:lnTo>
                  <a:lnTo>
                    <a:pt x="2261" y="1674"/>
                  </a:lnTo>
                  <a:lnTo>
                    <a:pt x="2428" y="1654"/>
                  </a:lnTo>
                  <a:lnTo>
                    <a:pt x="2512" y="1737"/>
                  </a:lnTo>
                  <a:lnTo>
                    <a:pt x="2742" y="1779"/>
                  </a:lnTo>
                  <a:lnTo>
                    <a:pt x="2763" y="1779"/>
                  </a:lnTo>
                  <a:lnTo>
                    <a:pt x="2888" y="1695"/>
                  </a:lnTo>
                  <a:lnTo>
                    <a:pt x="3035" y="1674"/>
                  </a:lnTo>
                  <a:lnTo>
                    <a:pt x="3077" y="1737"/>
                  </a:lnTo>
                  <a:lnTo>
                    <a:pt x="3307" y="1654"/>
                  </a:lnTo>
                  <a:lnTo>
                    <a:pt x="3516" y="1633"/>
                  </a:lnTo>
                  <a:lnTo>
                    <a:pt x="3683" y="1465"/>
                  </a:lnTo>
                  <a:lnTo>
                    <a:pt x="3830" y="1444"/>
                  </a:lnTo>
                  <a:lnTo>
                    <a:pt x="3976" y="1340"/>
                  </a:lnTo>
                  <a:lnTo>
                    <a:pt x="4227" y="1361"/>
                  </a:lnTo>
                  <a:lnTo>
                    <a:pt x="4186" y="1214"/>
                  </a:lnTo>
                  <a:lnTo>
                    <a:pt x="4102" y="1130"/>
                  </a:lnTo>
                  <a:lnTo>
                    <a:pt x="3935" y="1130"/>
                  </a:lnTo>
                  <a:lnTo>
                    <a:pt x="3893" y="1172"/>
                  </a:lnTo>
                  <a:lnTo>
                    <a:pt x="3809" y="1172"/>
                  </a:lnTo>
                  <a:lnTo>
                    <a:pt x="3683" y="1005"/>
                  </a:lnTo>
                  <a:lnTo>
                    <a:pt x="3349" y="733"/>
                  </a:lnTo>
                  <a:lnTo>
                    <a:pt x="3181" y="691"/>
                  </a:lnTo>
                  <a:lnTo>
                    <a:pt x="2951" y="733"/>
                  </a:lnTo>
                  <a:lnTo>
                    <a:pt x="2826" y="628"/>
                  </a:lnTo>
                  <a:lnTo>
                    <a:pt x="2867" y="524"/>
                  </a:lnTo>
                  <a:lnTo>
                    <a:pt x="2679" y="545"/>
                  </a:lnTo>
                  <a:lnTo>
                    <a:pt x="2428" y="398"/>
                  </a:lnTo>
                  <a:lnTo>
                    <a:pt x="2365" y="440"/>
                  </a:lnTo>
                  <a:lnTo>
                    <a:pt x="2512" y="607"/>
                  </a:lnTo>
                  <a:lnTo>
                    <a:pt x="2428" y="607"/>
                  </a:lnTo>
                  <a:lnTo>
                    <a:pt x="2365" y="649"/>
                  </a:lnTo>
                  <a:lnTo>
                    <a:pt x="2302" y="628"/>
                  </a:lnTo>
                  <a:lnTo>
                    <a:pt x="2302" y="524"/>
                  </a:lnTo>
                  <a:lnTo>
                    <a:pt x="2240" y="503"/>
                  </a:lnTo>
                  <a:lnTo>
                    <a:pt x="2219" y="419"/>
                  </a:lnTo>
                  <a:lnTo>
                    <a:pt x="2261" y="314"/>
                  </a:lnTo>
                  <a:lnTo>
                    <a:pt x="2198" y="231"/>
                  </a:lnTo>
                  <a:lnTo>
                    <a:pt x="2093" y="231"/>
                  </a:lnTo>
                  <a:lnTo>
                    <a:pt x="1989" y="126"/>
                  </a:lnTo>
                  <a:lnTo>
                    <a:pt x="2010" y="84"/>
                  </a:lnTo>
                  <a:lnTo>
                    <a:pt x="1779" y="21"/>
                  </a:lnTo>
                  <a:lnTo>
                    <a:pt x="1696" y="84"/>
                  </a:lnTo>
                  <a:lnTo>
                    <a:pt x="1612" y="63"/>
                  </a:lnTo>
                  <a:lnTo>
                    <a:pt x="1570" y="105"/>
                  </a:lnTo>
                  <a:lnTo>
                    <a:pt x="1507" y="21"/>
                  </a:lnTo>
                  <a:lnTo>
                    <a:pt x="1486" y="63"/>
                  </a:lnTo>
                  <a:lnTo>
                    <a:pt x="140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2263;p45"/>
            <p:cNvSpPr/>
            <p:nvPr/>
          </p:nvSpPr>
          <p:spPr>
            <a:xfrm>
              <a:off x="3779972" y="2741293"/>
              <a:ext cx="57323" cy="65449"/>
            </a:xfrm>
            <a:custGeom>
              <a:avLst/>
              <a:gdLst/>
              <a:ahLst/>
              <a:cxnLst/>
              <a:rect l="l" t="t" r="r" b="b"/>
              <a:pathLst>
                <a:path w="4814" h="5755" extrusionOk="0">
                  <a:moveTo>
                    <a:pt x="1340" y="1"/>
                  </a:moveTo>
                  <a:lnTo>
                    <a:pt x="1340" y="22"/>
                  </a:lnTo>
                  <a:lnTo>
                    <a:pt x="1340" y="126"/>
                  </a:lnTo>
                  <a:lnTo>
                    <a:pt x="1424" y="189"/>
                  </a:lnTo>
                  <a:lnTo>
                    <a:pt x="1466" y="189"/>
                  </a:lnTo>
                  <a:lnTo>
                    <a:pt x="1466" y="252"/>
                  </a:lnTo>
                  <a:lnTo>
                    <a:pt x="1612" y="377"/>
                  </a:lnTo>
                  <a:lnTo>
                    <a:pt x="1507" y="419"/>
                  </a:lnTo>
                  <a:lnTo>
                    <a:pt x="1403" y="419"/>
                  </a:lnTo>
                  <a:lnTo>
                    <a:pt x="1403" y="524"/>
                  </a:lnTo>
                  <a:lnTo>
                    <a:pt x="1507" y="461"/>
                  </a:lnTo>
                  <a:lnTo>
                    <a:pt x="1507" y="628"/>
                  </a:lnTo>
                  <a:lnTo>
                    <a:pt x="1612" y="670"/>
                  </a:lnTo>
                  <a:lnTo>
                    <a:pt x="1528" y="754"/>
                  </a:lnTo>
                  <a:lnTo>
                    <a:pt x="1528" y="838"/>
                  </a:lnTo>
                  <a:lnTo>
                    <a:pt x="1612" y="880"/>
                  </a:lnTo>
                  <a:lnTo>
                    <a:pt x="1738" y="880"/>
                  </a:lnTo>
                  <a:lnTo>
                    <a:pt x="1926" y="1068"/>
                  </a:lnTo>
                  <a:lnTo>
                    <a:pt x="2156" y="1172"/>
                  </a:lnTo>
                  <a:lnTo>
                    <a:pt x="1926" y="1131"/>
                  </a:lnTo>
                  <a:lnTo>
                    <a:pt x="1738" y="942"/>
                  </a:lnTo>
                  <a:lnTo>
                    <a:pt x="1612" y="963"/>
                  </a:lnTo>
                  <a:lnTo>
                    <a:pt x="1507" y="942"/>
                  </a:lnTo>
                  <a:lnTo>
                    <a:pt x="1424" y="942"/>
                  </a:lnTo>
                  <a:lnTo>
                    <a:pt x="1340" y="1068"/>
                  </a:lnTo>
                  <a:lnTo>
                    <a:pt x="1361" y="1152"/>
                  </a:lnTo>
                  <a:lnTo>
                    <a:pt x="1361" y="1340"/>
                  </a:lnTo>
                  <a:lnTo>
                    <a:pt x="1424" y="1444"/>
                  </a:lnTo>
                  <a:lnTo>
                    <a:pt x="1298" y="1277"/>
                  </a:lnTo>
                  <a:lnTo>
                    <a:pt x="1319" y="1152"/>
                  </a:lnTo>
                  <a:lnTo>
                    <a:pt x="1235" y="1068"/>
                  </a:lnTo>
                  <a:lnTo>
                    <a:pt x="1194" y="1089"/>
                  </a:lnTo>
                  <a:lnTo>
                    <a:pt x="1194" y="1172"/>
                  </a:lnTo>
                  <a:lnTo>
                    <a:pt x="1235" y="1277"/>
                  </a:lnTo>
                  <a:lnTo>
                    <a:pt x="1152" y="1361"/>
                  </a:lnTo>
                  <a:lnTo>
                    <a:pt x="1089" y="1235"/>
                  </a:lnTo>
                  <a:lnTo>
                    <a:pt x="1089" y="1089"/>
                  </a:lnTo>
                  <a:lnTo>
                    <a:pt x="942" y="1026"/>
                  </a:lnTo>
                  <a:lnTo>
                    <a:pt x="880" y="1047"/>
                  </a:lnTo>
                  <a:lnTo>
                    <a:pt x="608" y="1131"/>
                  </a:lnTo>
                  <a:lnTo>
                    <a:pt x="587" y="1235"/>
                  </a:lnTo>
                  <a:lnTo>
                    <a:pt x="629" y="1340"/>
                  </a:lnTo>
                  <a:lnTo>
                    <a:pt x="775" y="1361"/>
                  </a:lnTo>
                  <a:lnTo>
                    <a:pt x="796" y="1465"/>
                  </a:lnTo>
                  <a:lnTo>
                    <a:pt x="796" y="1486"/>
                  </a:lnTo>
                  <a:lnTo>
                    <a:pt x="733" y="1507"/>
                  </a:lnTo>
                  <a:lnTo>
                    <a:pt x="733" y="1591"/>
                  </a:lnTo>
                  <a:lnTo>
                    <a:pt x="691" y="1696"/>
                  </a:lnTo>
                  <a:lnTo>
                    <a:pt x="691" y="1800"/>
                  </a:lnTo>
                  <a:lnTo>
                    <a:pt x="608" y="1863"/>
                  </a:lnTo>
                  <a:lnTo>
                    <a:pt x="503" y="1800"/>
                  </a:lnTo>
                  <a:lnTo>
                    <a:pt x="461" y="1926"/>
                  </a:lnTo>
                  <a:lnTo>
                    <a:pt x="482" y="1988"/>
                  </a:lnTo>
                  <a:lnTo>
                    <a:pt x="608" y="1988"/>
                  </a:lnTo>
                  <a:lnTo>
                    <a:pt x="670" y="2030"/>
                  </a:lnTo>
                  <a:lnTo>
                    <a:pt x="629" y="2114"/>
                  </a:lnTo>
                  <a:lnTo>
                    <a:pt x="608" y="2240"/>
                  </a:lnTo>
                  <a:lnTo>
                    <a:pt x="524" y="2302"/>
                  </a:lnTo>
                  <a:lnTo>
                    <a:pt x="608" y="2407"/>
                  </a:lnTo>
                  <a:lnTo>
                    <a:pt x="524" y="2449"/>
                  </a:lnTo>
                  <a:lnTo>
                    <a:pt x="378" y="2407"/>
                  </a:lnTo>
                  <a:lnTo>
                    <a:pt x="210" y="2449"/>
                  </a:lnTo>
                  <a:lnTo>
                    <a:pt x="168" y="2553"/>
                  </a:lnTo>
                  <a:lnTo>
                    <a:pt x="85" y="2658"/>
                  </a:lnTo>
                  <a:lnTo>
                    <a:pt x="105" y="2825"/>
                  </a:lnTo>
                  <a:lnTo>
                    <a:pt x="85" y="3035"/>
                  </a:lnTo>
                  <a:lnTo>
                    <a:pt x="43" y="3139"/>
                  </a:lnTo>
                  <a:lnTo>
                    <a:pt x="43" y="3160"/>
                  </a:lnTo>
                  <a:lnTo>
                    <a:pt x="1" y="3244"/>
                  </a:lnTo>
                  <a:lnTo>
                    <a:pt x="85" y="3432"/>
                  </a:lnTo>
                  <a:lnTo>
                    <a:pt x="85" y="3474"/>
                  </a:lnTo>
                  <a:lnTo>
                    <a:pt x="168" y="3579"/>
                  </a:lnTo>
                  <a:lnTo>
                    <a:pt x="85" y="3746"/>
                  </a:lnTo>
                  <a:lnTo>
                    <a:pt x="147" y="3746"/>
                  </a:lnTo>
                  <a:lnTo>
                    <a:pt x="273" y="3913"/>
                  </a:lnTo>
                  <a:lnTo>
                    <a:pt x="294" y="4060"/>
                  </a:lnTo>
                  <a:lnTo>
                    <a:pt x="357" y="4102"/>
                  </a:lnTo>
                  <a:lnTo>
                    <a:pt x="357" y="4290"/>
                  </a:lnTo>
                  <a:lnTo>
                    <a:pt x="461" y="4374"/>
                  </a:lnTo>
                  <a:lnTo>
                    <a:pt x="461" y="4437"/>
                  </a:lnTo>
                  <a:lnTo>
                    <a:pt x="566" y="4520"/>
                  </a:lnTo>
                  <a:lnTo>
                    <a:pt x="629" y="4478"/>
                  </a:lnTo>
                  <a:lnTo>
                    <a:pt x="733" y="4478"/>
                  </a:lnTo>
                  <a:lnTo>
                    <a:pt x="817" y="4520"/>
                  </a:lnTo>
                  <a:lnTo>
                    <a:pt x="922" y="4478"/>
                  </a:lnTo>
                  <a:lnTo>
                    <a:pt x="1047" y="4541"/>
                  </a:lnTo>
                  <a:lnTo>
                    <a:pt x="1152" y="4541"/>
                  </a:lnTo>
                  <a:lnTo>
                    <a:pt x="1298" y="4625"/>
                  </a:lnTo>
                  <a:lnTo>
                    <a:pt x="1152" y="4750"/>
                  </a:lnTo>
                  <a:lnTo>
                    <a:pt x="1089" y="4918"/>
                  </a:lnTo>
                  <a:lnTo>
                    <a:pt x="1089" y="5022"/>
                  </a:lnTo>
                  <a:lnTo>
                    <a:pt x="1005" y="5106"/>
                  </a:lnTo>
                  <a:lnTo>
                    <a:pt x="942" y="5273"/>
                  </a:lnTo>
                  <a:lnTo>
                    <a:pt x="942" y="5441"/>
                  </a:lnTo>
                  <a:lnTo>
                    <a:pt x="1047" y="5525"/>
                  </a:lnTo>
                  <a:lnTo>
                    <a:pt x="1110" y="5629"/>
                  </a:lnTo>
                  <a:lnTo>
                    <a:pt x="1214" y="5650"/>
                  </a:lnTo>
                  <a:lnTo>
                    <a:pt x="1319" y="5587"/>
                  </a:lnTo>
                  <a:lnTo>
                    <a:pt x="1445" y="5650"/>
                  </a:lnTo>
                  <a:lnTo>
                    <a:pt x="1507" y="5566"/>
                  </a:lnTo>
                  <a:lnTo>
                    <a:pt x="1466" y="5525"/>
                  </a:lnTo>
                  <a:lnTo>
                    <a:pt x="1612" y="5462"/>
                  </a:lnTo>
                  <a:lnTo>
                    <a:pt x="1633" y="5566"/>
                  </a:lnTo>
                  <a:lnTo>
                    <a:pt x="1717" y="5587"/>
                  </a:lnTo>
                  <a:lnTo>
                    <a:pt x="1758" y="5545"/>
                  </a:lnTo>
                  <a:lnTo>
                    <a:pt x="1842" y="5545"/>
                  </a:lnTo>
                  <a:lnTo>
                    <a:pt x="1989" y="5671"/>
                  </a:lnTo>
                  <a:lnTo>
                    <a:pt x="2072" y="5692"/>
                  </a:lnTo>
                  <a:lnTo>
                    <a:pt x="2093" y="5692"/>
                  </a:lnTo>
                  <a:lnTo>
                    <a:pt x="2156" y="5671"/>
                  </a:lnTo>
                  <a:lnTo>
                    <a:pt x="2261" y="5629"/>
                  </a:lnTo>
                  <a:lnTo>
                    <a:pt x="2344" y="5734"/>
                  </a:lnTo>
                  <a:lnTo>
                    <a:pt x="2491" y="5755"/>
                  </a:lnTo>
                  <a:lnTo>
                    <a:pt x="2512" y="5692"/>
                  </a:lnTo>
                  <a:lnTo>
                    <a:pt x="2512" y="5629"/>
                  </a:lnTo>
                  <a:lnTo>
                    <a:pt x="2826" y="5629"/>
                  </a:lnTo>
                  <a:lnTo>
                    <a:pt x="2909" y="5692"/>
                  </a:lnTo>
                  <a:lnTo>
                    <a:pt x="3014" y="5671"/>
                  </a:lnTo>
                  <a:lnTo>
                    <a:pt x="3098" y="5692"/>
                  </a:lnTo>
                  <a:lnTo>
                    <a:pt x="3202" y="5671"/>
                  </a:lnTo>
                  <a:lnTo>
                    <a:pt x="3391" y="5545"/>
                  </a:lnTo>
                  <a:lnTo>
                    <a:pt x="3453" y="5545"/>
                  </a:lnTo>
                  <a:lnTo>
                    <a:pt x="3600" y="5566"/>
                  </a:lnTo>
                  <a:lnTo>
                    <a:pt x="3725" y="5545"/>
                  </a:lnTo>
                  <a:lnTo>
                    <a:pt x="3851" y="5629"/>
                  </a:lnTo>
                  <a:lnTo>
                    <a:pt x="3935" y="5566"/>
                  </a:lnTo>
                  <a:lnTo>
                    <a:pt x="3914" y="5462"/>
                  </a:lnTo>
                  <a:lnTo>
                    <a:pt x="3746" y="5378"/>
                  </a:lnTo>
                  <a:lnTo>
                    <a:pt x="3746" y="5315"/>
                  </a:lnTo>
                  <a:lnTo>
                    <a:pt x="3914" y="5127"/>
                  </a:lnTo>
                  <a:lnTo>
                    <a:pt x="4039" y="5043"/>
                  </a:lnTo>
                  <a:lnTo>
                    <a:pt x="4123" y="4939"/>
                  </a:lnTo>
                  <a:lnTo>
                    <a:pt x="4186" y="4939"/>
                  </a:lnTo>
                  <a:lnTo>
                    <a:pt x="4186" y="4834"/>
                  </a:lnTo>
                  <a:lnTo>
                    <a:pt x="4227" y="4729"/>
                  </a:lnTo>
                  <a:lnTo>
                    <a:pt x="3976" y="4437"/>
                  </a:lnTo>
                  <a:lnTo>
                    <a:pt x="3872" y="4374"/>
                  </a:lnTo>
                  <a:lnTo>
                    <a:pt x="3663" y="4227"/>
                  </a:lnTo>
                  <a:lnTo>
                    <a:pt x="3558" y="4185"/>
                  </a:lnTo>
                  <a:lnTo>
                    <a:pt x="3537" y="4102"/>
                  </a:lnTo>
                  <a:lnTo>
                    <a:pt x="3537" y="3955"/>
                  </a:lnTo>
                  <a:lnTo>
                    <a:pt x="3432" y="3767"/>
                  </a:lnTo>
                  <a:lnTo>
                    <a:pt x="3286" y="3683"/>
                  </a:lnTo>
                  <a:lnTo>
                    <a:pt x="3286" y="3579"/>
                  </a:lnTo>
                  <a:lnTo>
                    <a:pt x="3307" y="3558"/>
                  </a:lnTo>
                  <a:lnTo>
                    <a:pt x="3391" y="3600"/>
                  </a:lnTo>
                  <a:lnTo>
                    <a:pt x="3453" y="3641"/>
                  </a:lnTo>
                  <a:lnTo>
                    <a:pt x="3663" y="3453"/>
                  </a:lnTo>
                  <a:lnTo>
                    <a:pt x="3767" y="3453"/>
                  </a:lnTo>
                  <a:lnTo>
                    <a:pt x="3872" y="3328"/>
                  </a:lnTo>
                  <a:lnTo>
                    <a:pt x="4018" y="3328"/>
                  </a:lnTo>
                  <a:lnTo>
                    <a:pt x="4060" y="3223"/>
                  </a:lnTo>
                  <a:lnTo>
                    <a:pt x="4269" y="3223"/>
                  </a:lnTo>
                  <a:lnTo>
                    <a:pt x="4353" y="3244"/>
                  </a:lnTo>
                  <a:lnTo>
                    <a:pt x="4437" y="3181"/>
                  </a:lnTo>
                  <a:lnTo>
                    <a:pt x="4437" y="3076"/>
                  </a:lnTo>
                  <a:lnTo>
                    <a:pt x="4604" y="3118"/>
                  </a:lnTo>
                  <a:lnTo>
                    <a:pt x="4688" y="3056"/>
                  </a:lnTo>
                  <a:lnTo>
                    <a:pt x="4771" y="3118"/>
                  </a:lnTo>
                  <a:lnTo>
                    <a:pt x="4792" y="3076"/>
                  </a:lnTo>
                  <a:lnTo>
                    <a:pt x="4813" y="3035"/>
                  </a:lnTo>
                  <a:lnTo>
                    <a:pt x="4813" y="2721"/>
                  </a:lnTo>
                  <a:lnTo>
                    <a:pt x="4751" y="2637"/>
                  </a:lnTo>
                  <a:lnTo>
                    <a:pt x="4667" y="2595"/>
                  </a:lnTo>
                  <a:lnTo>
                    <a:pt x="4562" y="2344"/>
                  </a:lnTo>
                  <a:lnTo>
                    <a:pt x="4604" y="2240"/>
                  </a:lnTo>
                  <a:lnTo>
                    <a:pt x="4562" y="2114"/>
                  </a:lnTo>
                  <a:lnTo>
                    <a:pt x="4562" y="2030"/>
                  </a:lnTo>
                  <a:lnTo>
                    <a:pt x="4479" y="1926"/>
                  </a:lnTo>
                  <a:lnTo>
                    <a:pt x="4499" y="1821"/>
                  </a:lnTo>
                  <a:lnTo>
                    <a:pt x="4332" y="1612"/>
                  </a:lnTo>
                  <a:lnTo>
                    <a:pt x="4332" y="1549"/>
                  </a:lnTo>
                  <a:lnTo>
                    <a:pt x="4479" y="1465"/>
                  </a:lnTo>
                  <a:lnTo>
                    <a:pt x="4499" y="1277"/>
                  </a:lnTo>
                  <a:lnTo>
                    <a:pt x="4458" y="1026"/>
                  </a:lnTo>
                  <a:lnTo>
                    <a:pt x="4353" y="1026"/>
                  </a:lnTo>
                  <a:lnTo>
                    <a:pt x="4269" y="963"/>
                  </a:lnTo>
                  <a:lnTo>
                    <a:pt x="4165" y="963"/>
                  </a:lnTo>
                  <a:lnTo>
                    <a:pt x="4060" y="880"/>
                  </a:lnTo>
                  <a:lnTo>
                    <a:pt x="4081" y="775"/>
                  </a:lnTo>
                  <a:lnTo>
                    <a:pt x="4039" y="670"/>
                  </a:lnTo>
                  <a:lnTo>
                    <a:pt x="3914" y="712"/>
                  </a:lnTo>
                  <a:lnTo>
                    <a:pt x="3767" y="545"/>
                  </a:lnTo>
                  <a:lnTo>
                    <a:pt x="3663" y="545"/>
                  </a:lnTo>
                  <a:lnTo>
                    <a:pt x="3621" y="461"/>
                  </a:lnTo>
                  <a:lnTo>
                    <a:pt x="3558" y="503"/>
                  </a:lnTo>
                  <a:lnTo>
                    <a:pt x="3432" y="524"/>
                  </a:lnTo>
                  <a:lnTo>
                    <a:pt x="3328" y="608"/>
                  </a:lnTo>
                  <a:lnTo>
                    <a:pt x="3286" y="545"/>
                  </a:lnTo>
                  <a:lnTo>
                    <a:pt x="3349" y="503"/>
                  </a:lnTo>
                  <a:lnTo>
                    <a:pt x="3349" y="524"/>
                  </a:lnTo>
                  <a:lnTo>
                    <a:pt x="3411" y="461"/>
                  </a:lnTo>
                  <a:lnTo>
                    <a:pt x="3516" y="419"/>
                  </a:lnTo>
                  <a:lnTo>
                    <a:pt x="3391" y="419"/>
                  </a:lnTo>
                  <a:lnTo>
                    <a:pt x="3328" y="440"/>
                  </a:lnTo>
                  <a:lnTo>
                    <a:pt x="3307" y="503"/>
                  </a:lnTo>
                  <a:lnTo>
                    <a:pt x="3202" y="545"/>
                  </a:lnTo>
                  <a:lnTo>
                    <a:pt x="3202" y="608"/>
                  </a:lnTo>
                  <a:lnTo>
                    <a:pt x="2993" y="628"/>
                  </a:lnTo>
                  <a:lnTo>
                    <a:pt x="2909" y="733"/>
                  </a:lnTo>
                  <a:lnTo>
                    <a:pt x="2888" y="838"/>
                  </a:lnTo>
                  <a:lnTo>
                    <a:pt x="2763" y="838"/>
                  </a:lnTo>
                  <a:lnTo>
                    <a:pt x="2721" y="775"/>
                  </a:lnTo>
                  <a:lnTo>
                    <a:pt x="2616" y="754"/>
                  </a:lnTo>
                  <a:lnTo>
                    <a:pt x="2574" y="775"/>
                  </a:lnTo>
                  <a:lnTo>
                    <a:pt x="2407" y="733"/>
                  </a:lnTo>
                  <a:lnTo>
                    <a:pt x="2512" y="670"/>
                  </a:lnTo>
                  <a:lnTo>
                    <a:pt x="2595" y="670"/>
                  </a:lnTo>
                  <a:lnTo>
                    <a:pt x="2679" y="608"/>
                  </a:lnTo>
                  <a:lnTo>
                    <a:pt x="2679" y="503"/>
                  </a:lnTo>
                  <a:lnTo>
                    <a:pt x="2616" y="461"/>
                  </a:lnTo>
                  <a:lnTo>
                    <a:pt x="2512" y="545"/>
                  </a:lnTo>
                  <a:lnTo>
                    <a:pt x="2491" y="566"/>
                  </a:lnTo>
                  <a:lnTo>
                    <a:pt x="2365" y="461"/>
                  </a:lnTo>
                  <a:lnTo>
                    <a:pt x="2302" y="419"/>
                  </a:lnTo>
                  <a:lnTo>
                    <a:pt x="2261" y="440"/>
                  </a:lnTo>
                  <a:lnTo>
                    <a:pt x="2240" y="524"/>
                  </a:lnTo>
                  <a:lnTo>
                    <a:pt x="2135" y="566"/>
                  </a:lnTo>
                  <a:lnTo>
                    <a:pt x="2093" y="461"/>
                  </a:lnTo>
                  <a:lnTo>
                    <a:pt x="2030" y="440"/>
                  </a:lnTo>
                  <a:lnTo>
                    <a:pt x="1968" y="377"/>
                  </a:lnTo>
                  <a:lnTo>
                    <a:pt x="2051" y="335"/>
                  </a:lnTo>
                  <a:lnTo>
                    <a:pt x="2093" y="210"/>
                  </a:lnTo>
                  <a:lnTo>
                    <a:pt x="1989" y="189"/>
                  </a:lnTo>
                  <a:lnTo>
                    <a:pt x="1863" y="84"/>
                  </a:lnTo>
                  <a:lnTo>
                    <a:pt x="1758" y="84"/>
                  </a:lnTo>
                  <a:lnTo>
                    <a:pt x="1717" y="43"/>
                  </a:lnTo>
                  <a:lnTo>
                    <a:pt x="15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2264;p45"/>
            <p:cNvSpPr/>
            <p:nvPr/>
          </p:nvSpPr>
          <p:spPr>
            <a:xfrm>
              <a:off x="3764778" y="2755577"/>
              <a:ext cx="24672" cy="21426"/>
            </a:xfrm>
            <a:custGeom>
              <a:avLst/>
              <a:gdLst/>
              <a:ahLst/>
              <a:cxnLst/>
              <a:rect l="l" t="t" r="r" b="b"/>
              <a:pathLst>
                <a:path w="2072" h="1884" extrusionOk="0">
                  <a:moveTo>
                    <a:pt x="1695" y="0"/>
                  </a:moveTo>
                  <a:lnTo>
                    <a:pt x="1549" y="21"/>
                  </a:lnTo>
                  <a:lnTo>
                    <a:pt x="1444" y="126"/>
                  </a:lnTo>
                  <a:lnTo>
                    <a:pt x="1340" y="84"/>
                  </a:lnTo>
                  <a:lnTo>
                    <a:pt x="1277" y="126"/>
                  </a:lnTo>
                  <a:lnTo>
                    <a:pt x="1130" y="126"/>
                  </a:lnTo>
                  <a:lnTo>
                    <a:pt x="1005" y="251"/>
                  </a:lnTo>
                  <a:lnTo>
                    <a:pt x="796" y="398"/>
                  </a:lnTo>
                  <a:lnTo>
                    <a:pt x="754" y="335"/>
                  </a:lnTo>
                  <a:lnTo>
                    <a:pt x="628" y="398"/>
                  </a:lnTo>
                  <a:lnTo>
                    <a:pt x="628" y="544"/>
                  </a:lnTo>
                  <a:lnTo>
                    <a:pt x="524" y="628"/>
                  </a:lnTo>
                  <a:lnTo>
                    <a:pt x="545" y="753"/>
                  </a:lnTo>
                  <a:lnTo>
                    <a:pt x="524" y="879"/>
                  </a:lnTo>
                  <a:lnTo>
                    <a:pt x="482" y="984"/>
                  </a:lnTo>
                  <a:lnTo>
                    <a:pt x="440" y="1046"/>
                  </a:lnTo>
                  <a:lnTo>
                    <a:pt x="335" y="1130"/>
                  </a:lnTo>
                  <a:lnTo>
                    <a:pt x="335" y="1193"/>
                  </a:lnTo>
                  <a:lnTo>
                    <a:pt x="482" y="1339"/>
                  </a:lnTo>
                  <a:lnTo>
                    <a:pt x="607" y="1360"/>
                  </a:lnTo>
                  <a:lnTo>
                    <a:pt x="482" y="1360"/>
                  </a:lnTo>
                  <a:lnTo>
                    <a:pt x="419" y="1402"/>
                  </a:lnTo>
                  <a:lnTo>
                    <a:pt x="377" y="1444"/>
                  </a:lnTo>
                  <a:lnTo>
                    <a:pt x="419" y="1507"/>
                  </a:lnTo>
                  <a:lnTo>
                    <a:pt x="503" y="1507"/>
                  </a:lnTo>
                  <a:lnTo>
                    <a:pt x="503" y="1569"/>
                  </a:lnTo>
                  <a:lnTo>
                    <a:pt x="398" y="1569"/>
                  </a:lnTo>
                  <a:lnTo>
                    <a:pt x="293" y="1486"/>
                  </a:lnTo>
                  <a:lnTo>
                    <a:pt x="189" y="1444"/>
                  </a:lnTo>
                  <a:lnTo>
                    <a:pt x="105" y="1465"/>
                  </a:lnTo>
                  <a:lnTo>
                    <a:pt x="126" y="1507"/>
                  </a:lnTo>
                  <a:lnTo>
                    <a:pt x="210" y="1548"/>
                  </a:lnTo>
                  <a:lnTo>
                    <a:pt x="314" y="1611"/>
                  </a:lnTo>
                  <a:lnTo>
                    <a:pt x="335" y="1590"/>
                  </a:lnTo>
                  <a:lnTo>
                    <a:pt x="440" y="1674"/>
                  </a:lnTo>
                  <a:lnTo>
                    <a:pt x="335" y="1611"/>
                  </a:lnTo>
                  <a:lnTo>
                    <a:pt x="273" y="1653"/>
                  </a:lnTo>
                  <a:lnTo>
                    <a:pt x="105" y="1590"/>
                  </a:lnTo>
                  <a:lnTo>
                    <a:pt x="1" y="1590"/>
                  </a:lnTo>
                  <a:lnTo>
                    <a:pt x="84" y="1611"/>
                  </a:lnTo>
                  <a:lnTo>
                    <a:pt x="126" y="1695"/>
                  </a:lnTo>
                  <a:lnTo>
                    <a:pt x="210" y="1695"/>
                  </a:lnTo>
                  <a:lnTo>
                    <a:pt x="293" y="1758"/>
                  </a:lnTo>
                  <a:lnTo>
                    <a:pt x="335" y="1695"/>
                  </a:lnTo>
                  <a:lnTo>
                    <a:pt x="440" y="1674"/>
                  </a:lnTo>
                  <a:lnTo>
                    <a:pt x="482" y="1653"/>
                  </a:lnTo>
                  <a:lnTo>
                    <a:pt x="545" y="1653"/>
                  </a:lnTo>
                  <a:lnTo>
                    <a:pt x="586" y="1548"/>
                  </a:lnTo>
                  <a:lnTo>
                    <a:pt x="796" y="1548"/>
                  </a:lnTo>
                  <a:lnTo>
                    <a:pt x="837" y="1611"/>
                  </a:lnTo>
                  <a:lnTo>
                    <a:pt x="942" y="1611"/>
                  </a:lnTo>
                  <a:lnTo>
                    <a:pt x="1005" y="1695"/>
                  </a:lnTo>
                  <a:lnTo>
                    <a:pt x="1151" y="1695"/>
                  </a:lnTo>
                  <a:lnTo>
                    <a:pt x="1214" y="1779"/>
                  </a:lnTo>
                  <a:lnTo>
                    <a:pt x="1214" y="1862"/>
                  </a:lnTo>
                  <a:lnTo>
                    <a:pt x="1319" y="1883"/>
                  </a:lnTo>
                  <a:lnTo>
                    <a:pt x="1361" y="1779"/>
                  </a:lnTo>
                  <a:lnTo>
                    <a:pt x="1381" y="1569"/>
                  </a:lnTo>
                  <a:lnTo>
                    <a:pt x="1361" y="1402"/>
                  </a:lnTo>
                  <a:lnTo>
                    <a:pt x="1444" y="1297"/>
                  </a:lnTo>
                  <a:lnTo>
                    <a:pt x="1486" y="1193"/>
                  </a:lnTo>
                  <a:lnTo>
                    <a:pt x="1654" y="1151"/>
                  </a:lnTo>
                  <a:lnTo>
                    <a:pt x="1800" y="1193"/>
                  </a:lnTo>
                  <a:lnTo>
                    <a:pt x="1884" y="1151"/>
                  </a:lnTo>
                  <a:lnTo>
                    <a:pt x="1800" y="1046"/>
                  </a:lnTo>
                  <a:lnTo>
                    <a:pt x="1884" y="984"/>
                  </a:lnTo>
                  <a:lnTo>
                    <a:pt x="1905" y="858"/>
                  </a:lnTo>
                  <a:lnTo>
                    <a:pt x="1946" y="774"/>
                  </a:lnTo>
                  <a:lnTo>
                    <a:pt x="1884" y="732"/>
                  </a:lnTo>
                  <a:lnTo>
                    <a:pt x="1758" y="732"/>
                  </a:lnTo>
                  <a:lnTo>
                    <a:pt x="1737" y="670"/>
                  </a:lnTo>
                  <a:lnTo>
                    <a:pt x="1779" y="544"/>
                  </a:lnTo>
                  <a:lnTo>
                    <a:pt x="1884" y="607"/>
                  </a:lnTo>
                  <a:lnTo>
                    <a:pt x="1967" y="544"/>
                  </a:lnTo>
                  <a:lnTo>
                    <a:pt x="1967" y="440"/>
                  </a:lnTo>
                  <a:lnTo>
                    <a:pt x="2009" y="335"/>
                  </a:lnTo>
                  <a:lnTo>
                    <a:pt x="2009" y="251"/>
                  </a:lnTo>
                  <a:lnTo>
                    <a:pt x="2072" y="230"/>
                  </a:lnTo>
                  <a:lnTo>
                    <a:pt x="2072" y="209"/>
                  </a:lnTo>
                  <a:lnTo>
                    <a:pt x="1967" y="147"/>
                  </a:lnTo>
                  <a:lnTo>
                    <a:pt x="1863" y="84"/>
                  </a:lnTo>
                  <a:lnTo>
                    <a:pt x="16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2265;p45"/>
            <p:cNvSpPr/>
            <p:nvPr/>
          </p:nvSpPr>
          <p:spPr>
            <a:xfrm>
              <a:off x="3762540" y="2773181"/>
              <a:ext cx="19445" cy="15956"/>
            </a:xfrm>
            <a:custGeom>
              <a:avLst/>
              <a:gdLst/>
              <a:ahLst/>
              <a:cxnLst/>
              <a:rect l="l" t="t" r="r" b="b"/>
              <a:pathLst>
                <a:path w="1633" h="1403" extrusionOk="0">
                  <a:moveTo>
                    <a:pt x="774" y="0"/>
                  </a:moveTo>
                  <a:lnTo>
                    <a:pt x="733" y="105"/>
                  </a:lnTo>
                  <a:lnTo>
                    <a:pt x="670" y="105"/>
                  </a:lnTo>
                  <a:lnTo>
                    <a:pt x="628" y="126"/>
                  </a:lnTo>
                  <a:lnTo>
                    <a:pt x="523" y="147"/>
                  </a:lnTo>
                  <a:lnTo>
                    <a:pt x="481" y="210"/>
                  </a:lnTo>
                  <a:lnTo>
                    <a:pt x="398" y="147"/>
                  </a:lnTo>
                  <a:lnTo>
                    <a:pt x="314" y="147"/>
                  </a:lnTo>
                  <a:lnTo>
                    <a:pt x="272" y="63"/>
                  </a:lnTo>
                  <a:lnTo>
                    <a:pt x="189" y="42"/>
                  </a:lnTo>
                  <a:lnTo>
                    <a:pt x="84" y="126"/>
                  </a:lnTo>
                  <a:lnTo>
                    <a:pt x="0" y="272"/>
                  </a:lnTo>
                  <a:lnTo>
                    <a:pt x="63" y="335"/>
                  </a:lnTo>
                  <a:lnTo>
                    <a:pt x="84" y="524"/>
                  </a:lnTo>
                  <a:lnTo>
                    <a:pt x="209" y="565"/>
                  </a:lnTo>
                  <a:lnTo>
                    <a:pt x="251" y="670"/>
                  </a:lnTo>
                  <a:lnTo>
                    <a:pt x="398" y="796"/>
                  </a:lnTo>
                  <a:lnTo>
                    <a:pt x="481" y="796"/>
                  </a:lnTo>
                  <a:lnTo>
                    <a:pt x="565" y="858"/>
                  </a:lnTo>
                  <a:lnTo>
                    <a:pt x="628" y="879"/>
                  </a:lnTo>
                  <a:lnTo>
                    <a:pt x="628" y="1047"/>
                  </a:lnTo>
                  <a:lnTo>
                    <a:pt x="774" y="1109"/>
                  </a:lnTo>
                  <a:lnTo>
                    <a:pt x="816" y="1068"/>
                  </a:lnTo>
                  <a:lnTo>
                    <a:pt x="900" y="1068"/>
                  </a:lnTo>
                  <a:lnTo>
                    <a:pt x="942" y="1109"/>
                  </a:lnTo>
                  <a:lnTo>
                    <a:pt x="1025" y="1151"/>
                  </a:lnTo>
                  <a:lnTo>
                    <a:pt x="1151" y="1298"/>
                  </a:lnTo>
                  <a:lnTo>
                    <a:pt x="1256" y="1319"/>
                  </a:lnTo>
                  <a:lnTo>
                    <a:pt x="1360" y="1402"/>
                  </a:lnTo>
                  <a:lnTo>
                    <a:pt x="1423" y="1361"/>
                  </a:lnTo>
                  <a:lnTo>
                    <a:pt x="1507" y="1361"/>
                  </a:lnTo>
                  <a:lnTo>
                    <a:pt x="1507" y="1298"/>
                  </a:lnTo>
                  <a:lnTo>
                    <a:pt x="1444" y="1256"/>
                  </a:lnTo>
                  <a:lnTo>
                    <a:pt x="1444" y="1172"/>
                  </a:lnTo>
                  <a:lnTo>
                    <a:pt x="1423" y="1109"/>
                  </a:lnTo>
                  <a:lnTo>
                    <a:pt x="1465" y="1047"/>
                  </a:lnTo>
                  <a:lnTo>
                    <a:pt x="1528" y="942"/>
                  </a:lnTo>
                  <a:lnTo>
                    <a:pt x="1549" y="942"/>
                  </a:lnTo>
                  <a:lnTo>
                    <a:pt x="1632" y="775"/>
                  </a:lnTo>
                  <a:lnTo>
                    <a:pt x="1549" y="670"/>
                  </a:lnTo>
                  <a:lnTo>
                    <a:pt x="1549" y="628"/>
                  </a:lnTo>
                  <a:lnTo>
                    <a:pt x="1465" y="440"/>
                  </a:lnTo>
                  <a:lnTo>
                    <a:pt x="1507" y="356"/>
                  </a:lnTo>
                  <a:lnTo>
                    <a:pt x="1507" y="335"/>
                  </a:lnTo>
                  <a:lnTo>
                    <a:pt x="1402" y="314"/>
                  </a:lnTo>
                  <a:lnTo>
                    <a:pt x="1402" y="231"/>
                  </a:lnTo>
                  <a:lnTo>
                    <a:pt x="1339" y="147"/>
                  </a:lnTo>
                  <a:lnTo>
                    <a:pt x="1193" y="147"/>
                  </a:lnTo>
                  <a:lnTo>
                    <a:pt x="1130" y="63"/>
                  </a:lnTo>
                  <a:lnTo>
                    <a:pt x="1025" y="63"/>
                  </a:lnTo>
                  <a:lnTo>
                    <a:pt x="9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2266;p45"/>
            <p:cNvSpPr/>
            <p:nvPr/>
          </p:nvSpPr>
          <p:spPr>
            <a:xfrm>
              <a:off x="3779484" y="2783894"/>
              <a:ext cx="4739" cy="6425"/>
            </a:xfrm>
            <a:custGeom>
              <a:avLst/>
              <a:gdLst/>
              <a:ahLst/>
              <a:cxnLst/>
              <a:rect l="l" t="t" r="r" b="b"/>
              <a:pathLst>
                <a:path w="398" h="565" extrusionOk="0">
                  <a:moveTo>
                    <a:pt x="105" y="0"/>
                  </a:moveTo>
                  <a:lnTo>
                    <a:pt x="42" y="105"/>
                  </a:lnTo>
                  <a:lnTo>
                    <a:pt x="0" y="167"/>
                  </a:lnTo>
                  <a:lnTo>
                    <a:pt x="21" y="230"/>
                  </a:lnTo>
                  <a:lnTo>
                    <a:pt x="21" y="314"/>
                  </a:lnTo>
                  <a:lnTo>
                    <a:pt x="84" y="356"/>
                  </a:lnTo>
                  <a:lnTo>
                    <a:pt x="84" y="419"/>
                  </a:lnTo>
                  <a:lnTo>
                    <a:pt x="105" y="419"/>
                  </a:lnTo>
                  <a:lnTo>
                    <a:pt x="146" y="523"/>
                  </a:lnTo>
                  <a:lnTo>
                    <a:pt x="314" y="565"/>
                  </a:lnTo>
                  <a:lnTo>
                    <a:pt x="398" y="544"/>
                  </a:lnTo>
                  <a:lnTo>
                    <a:pt x="398" y="356"/>
                  </a:lnTo>
                  <a:lnTo>
                    <a:pt x="335" y="314"/>
                  </a:lnTo>
                  <a:lnTo>
                    <a:pt x="314" y="167"/>
                  </a:lnTo>
                  <a:lnTo>
                    <a:pt x="18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2267;p45"/>
            <p:cNvSpPr/>
            <p:nvPr/>
          </p:nvSpPr>
          <p:spPr>
            <a:xfrm>
              <a:off x="3681319" y="2737017"/>
              <a:ext cx="27661" cy="34982"/>
            </a:xfrm>
            <a:custGeom>
              <a:avLst/>
              <a:gdLst/>
              <a:ahLst/>
              <a:cxnLst/>
              <a:rect l="l" t="t" r="r" b="b"/>
              <a:pathLst>
                <a:path w="2323" h="3076" extrusionOk="0">
                  <a:moveTo>
                    <a:pt x="1737" y="0"/>
                  </a:moveTo>
                  <a:lnTo>
                    <a:pt x="1779" y="84"/>
                  </a:lnTo>
                  <a:lnTo>
                    <a:pt x="1653" y="84"/>
                  </a:lnTo>
                  <a:lnTo>
                    <a:pt x="1674" y="209"/>
                  </a:lnTo>
                  <a:lnTo>
                    <a:pt x="1590" y="314"/>
                  </a:lnTo>
                  <a:lnTo>
                    <a:pt x="1590" y="230"/>
                  </a:lnTo>
                  <a:lnTo>
                    <a:pt x="1653" y="188"/>
                  </a:lnTo>
                  <a:lnTo>
                    <a:pt x="1590" y="84"/>
                  </a:lnTo>
                  <a:lnTo>
                    <a:pt x="1528" y="105"/>
                  </a:lnTo>
                  <a:lnTo>
                    <a:pt x="1569" y="167"/>
                  </a:lnTo>
                  <a:lnTo>
                    <a:pt x="1465" y="188"/>
                  </a:lnTo>
                  <a:lnTo>
                    <a:pt x="1423" y="147"/>
                  </a:lnTo>
                  <a:lnTo>
                    <a:pt x="1256" y="167"/>
                  </a:lnTo>
                  <a:lnTo>
                    <a:pt x="1256" y="230"/>
                  </a:lnTo>
                  <a:lnTo>
                    <a:pt x="1214" y="230"/>
                  </a:lnTo>
                  <a:lnTo>
                    <a:pt x="1172" y="356"/>
                  </a:lnTo>
                  <a:lnTo>
                    <a:pt x="1256" y="377"/>
                  </a:lnTo>
                  <a:lnTo>
                    <a:pt x="1235" y="419"/>
                  </a:lnTo>
                  <a:lnTo>
                    <a:pt x="1151" y="419"/>
                  </a:lnTo>
                  <a:lnTo>
                    <a:pt x="1151" y="481"/>
                  </a:lnTo>
                  <a:lnTo>
                    <a:pt x="1046" y="502"/>
                  </a:lnTo>
                  <a:lnTo>
                    <a:pt x="1067" y="586"/>
                  </a:lnTo>
                  <a:lnTo>
                    <a:pt x="1214" y="586"/>
                  </a:lnTo>
                  <a:lnTo>
                    <a:pt x="1172" y="607"/>
                  </a:lnTo>
                  <a:lnTo>
                    <a:pt x="1276" y="586"/>
                  </a:lnTo>
                  <a:lnTo>
                    <a:pt x="1360" y="586"/>
                  </a:lnTo>
                  <a:lnTo>
                    <a:pt x="1235" y="711"/>
                  </a:lnTo>
                  <a:lnTo>
                    <a:pt x="1046" y="795"/>
                  </a:lnTo>
                  <a:lnTo>
                    <a:pt x="1130" y="837"/>
                  </a:lnTo>
                  <a:lnTo>
                    <a:pt x="942" y="879"/>
                  </a:lnTo>
                  <a:lnTo>
                    <a:pt x="858" y="837"/>
                  </a:lnTo>
                  <a:lnTo>
                    <a:pt x="795" y="921"/>
                  </a:lnTo>
                  <a:lnTo>
                    <a:pt x="753" y="816"/>
                  </a:lnTo>
                  <a:lnTo>
                    <a:pt x="502" y="753"/>
                  </a:lnTo>
                  <a:lnTo>
                    <a:pt x="502" y="816"/>
                  </a:lnTo>
                  <a:lnTo>
                    <a:pt x="335" y="753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419" y="942"/>
                  </a:lnTo>
                  <a:lnTo>
                    <a:pt x="440" y="984"/>
                  </a:lnTo>
                  <a:lnTo>
                    <a:pt x="481" y="1088"/>
                  </a:lnTo>
                  <a:lnTo>
                    <a:pt x="419" y="1088"/>
                  </a:lnTo>
                  <a:lnTo>
                    <a:pt x="398" y="1025"/>
                  </a:lnTo>
                  <a:lnTo>
                    <a:pt x="272" y="1025"/>
                  </a:lnTo>
                  <a:lnTo>
                    <a:pt x="419" y="1130"/>
                  </a:lnTo>
                  <a:lnTo>
                    <a:pt x="544" y="1109"/>
                  </a:lnTo>
                  <a:lnTo>
                    <a:pt x="586" y="1214"/>
                  </a:lnTo>
                  <a:lnTo>
                    <a:pt x="440" y="1235"/>
                  </a:lnTo>
                  <a:lnTo>
                    <a:pt x="419" y="1276"/>
                  </a:lnTo>
                  <a:lnTo>
                    <a:pt x="440" y="1339"/>
                  </a:lnTo>
                  <a:lnTo>
                    <a:pt x="293" y="1360"/>
                  </a:lnTo>
                  <a:lnTo>
                    <a:pt x="335" y="1444"/>
                  </a:lnTo>
                  <a:lnTo>
                    <a:pt x="272" y="1465"/>
                  </a:lnTo>
                  <a:lnTo>
                    <a:pt x="377" y="1528"/>
                  </a:lnTo>
                  <a:lnTo>
                    <a:pt x="419" y="1507"/>
                  </a:lnTo>
                  <a:lnTo>
                    <a:pt x="398" y="1548"/>
                  </a:lnTo>
                  <a:lnTo>
                    <a:pt x="523" y="1528"/>
                  </a:lnTo>
                  <a:lnTo>
                    <a:pt x="544" y="1674"/>
                  </a:lnTo>
                  <a:lnTo>
                    <a:pt x="858" y="1674"/>
                  </a:lnTo>
                  <a:lnTo>
                    <a:pt x="753" y="1758"/>
                  </a:lnTo>
                  <a:lnTo>
                    <a:pt x="691" y="1737"/>
                  </a:lnTo>
                  <a:lnTo>
                    <a:pt x="586" y="1925"/>
                  </a:lnTo>
                  <a:lnTo>
                    <a:pt x="628" y="1925"/>
                  </a:lnTo>
                  <a:lnTo>
                    <a:pt x="523" y="2051"/>
                  </a:lnTo>
                  <a:lnTo>
                    <a:pt x="335" y="2176"/>
                  </a:lnTo>
                  <a:lnTo>
                    <a:pt x="419" y="2176"/>
                  </a:lnTo>
                  <a:lnTo>
                    <a:pt x="523" y="2134"/>
                  </a:lnTo>
                  <a:lnTo>
                    <a:pt x="586" y="2155"/>
                  </a:lnTo>
                  <a:lnTo>
                    <a:pt x="732" y="2155"/>
                  </a:lnTo>
                  <a:lnTo>
                    <a:pt x="816" y="2072"/>
                  </a:lnTo>
                  <a:lnTo>
                    <a:pt x="816" y="2092"/>
                  </a:lnTo>
                  <a:lnTo>
                    <a:pt x="942" y="2134"/>
                  </a:lnTo>
                  <a:lnTo>
                    <a:pt x="691" y="2176"/>
                  </a:lnTo>
                  <a:lnTo>
                    <a:pt x="502" y="2197"/>
                  </a:lnTo>
                  <a:lnTo>
                    <a:pt x="440" y="2281"/>
                  </a:lnTo>
                  <a:lnTo>
                    <a:pt x="314" y="2302"/>
                  </a:lnTo>
                  <a:lnTo>
                    <a:pt x="377" y="2364"/>
                  </a:lnTo>
                  <a:lnTo>
                    <a:pt x="335" y="2406"/>
                  </a:lnTo>
                  <a:lnTo>
                    <a:pt x="398" y="2448"/>
                  </a:lnTo>
                  <a:lnTo>
                    <a:pt x="293" y="2469"/>
                  </a:lnTo>
                  <a:lnTo>
                    <a:pt x="209" y="2385"/>
                  </a:lnTo>
                  <a:lnTo>
                    <a:pt x="188" y="2448"/>
                  </a:lnTo>
                  <a:lnTo>
                    <a:pt x="168" y="2406"/>
                  </a:lnTo>
                  <a:lnTo>
                    <a:pt x="0" y="2490"/>
                  </a:lnTo>
                  <a:lnTo>
                    <a:pt x="21" y="2511"/>
                  </a:lnTo>
                  <a:lnTo>
                    <a:pt x="398" y="2511"/>
                  </a:lnTo>
                  <a:lnTo>
                    <a:pt x="272" y="2595"/>
                  </a:lnTo>
                  <a:lnTo>
                    <a:pt x="105" y="2657"/>
                  </a:lnTo>
                  <a:lnTo>
                    <a:pt x="63" y="2762"/>
                  </a:lnTo>
                  <a:lnTo>
                    <a:pt x="168" y="2762"/>
                  </a:lnTo>
                  <a:lnTo>
                    <a:pt x="188" y="2825"/>
                  </a:lnTo>
                  <a:lnTo>
                    <a:pt x="440" y="2762"/>
                  </a:lnTo>
                  <a:lnTo>
                    <a:pt x="440" y="2762"/>
                  </a:lnTo>
                  <a:lnTo>
                    <a:pt x="230" y="2888"/>
                  </a:lnTo>
                  <a:lnTo>
                    <a:pt x="168" y="2929"/>
                  </a:lnTo>
                  <a:lnTo>
                    <a:pt x="314" y="2929"/>
                  </a:lnTo>
                  <a:lnTo>
                    <a:pt x="502" y="2825"/>
                  </a:lnTo>
                  <a:lnTo>
                    <a:pt x="481" y="2908"/>
                  </a:lnTo>
                  <a:lnTo>
                    <a:pt x="314" y="2992"/>
                  </a:lnTo>
                  <a:lnTo>
                    <a:pt x="419" y="2992"/>
                  </a:lnTo>
                  <a:lnTo>
                    <a:pt x="398" y="3034"/>
                  </a:lnTo>
                  <a:lnTo>
                    <a:pt x="398" y="3034"/>
                  </a:lnTo>
                  <a:lnTo>
                    <a:pt x="523" y="3013"/>
                  </a:lnTo>
                  <a:lnTo>
                    <a:pt x="607" y="3076"/>
                  </a:lnTo>
                  <a:lnTo>
                    <a:pt x="795" y="3034"/>
                  </a:lnTo>
                  <a:lnTo>
                    <a:pt x="963" y="2992"/>
                  </a:lnTo>
                  <a:lnTo>
                    <a:pt x="1130" y="2888"/>
                  </a:lnTo>
                  <a:lnTo>
                    <a:pt x="1067" y="2783"/>
                  </a:lnTo>
                  <a:lnTo>
                    <a:pt x="1172" y="2783"/>
                  </a:lnTo>
                  <a:lnTo>
                    <a:pt x="1151" y="2867"/>
                  </a:lnTo>
                  <a:lnTo>
                    <a:pt x="1256" y="2867"/>
                  </a:lnTo>
                  <a:lnTo>
                    <a:pt x="1360" y="2720"/>
                  </a:lnTo>
                  <a:lnTo>
                    <a:pt x="1444" y="2762"/>
                  </a:lnTo>
                  <a:lnTo>
                    <a:pt x="1465" y="2657"/>
                  </a:lnTo>
                  <a:lnTo>
                    <a:pt x="1800" y="2595"/>
                  </a:lnTo>
                  <a:lnTo>
                    <a:pt x="1841" y="2511"/>
                  </a:lnTo>
                  <a:lnTo>
                    <a:pt x="1862" y="2616"/>
                  </a:lnTo>
                  <a:lnTo>
                    <a:pt x="1946" y="2553"/>
                  </a:lnTo>
                  <a:lnTo>
                    <a:pt x="2009" y="2574"/>
                  </a:lnTo>
                  <a:lnTo>
                    <a:pt x="2176" y="2574"/>
                  </a:lnTo>
                  <a:lnTo>
                    <a:pt x="2072" y="2406"/>
                  </a:lnTo>
                  <a:lnTo>
                    <a:pt x="2155" y="2385"/>
                  </a:lnTo>
                  <a:lnTo>
                    <a:pt x="2218" y="2281"/>
                  </a:lnTo>
                  <a:lnTo>
                    <a:pt x="2218" y="2176"/>
                  </a:lnTo>
                  <a:lnTo>
                    <a:pt x="2302" y="2072"/>
                  </a:lnTo>
                  <a:lnTo>
                    <a:pt x="2323" y="1967"/>
                  </a:lnTo>
                  <a:lnTo>
                    <a:pt x="2302" y="1716"/>
                  </a:lnTo>
                  <a:lnTo>
                    <a:pt x="2218" y="1674"/>
                  </a:lnTo>
                  <a:lnTo>
                    <a:pt x="2302" y="1632"/>
                  </a:lnTo>
                  <a:lnTo>
                    <a:pt x="2302" y="1507"/>
                  </a:lnTo>
                  <a:lnTo>
                    <a:pt x="2218" y="1402"/>
                  </a:lnTo>
                  <a:lnTo>
                    <a:pt x="2260" y="1256"/>
                  </a:lnTo>
                  <a:lnTo>
                    <a:pt x="2176" y="1214"/>
                  </a:lnTo>
                  <a:lnTo>
                    <a:pt x="2197" y="1130"/>
                  </a:lnTo>
                  <a:lnTo>
                    <a:pt x="2281" y="1151"/>
                  </a:lnTo>
                  <a:lnTo>
                    <a:pt x="2281" y="1151"/>
                  </a:lnTo>
                  <a:lnTo>
                    <a:pt x="2155" y="1088"/>
                  </a:lnTo>
                  <a:lnTo>
                    <a:pt x="2072" y="1046"/>
                  </a:lnTo>
                  <a:lnTo>
                    <a:pt x="1967" y="837"/>
                  </a:lnTo>
                  <a:lnTo>
                    <a:pt x="1800" y="732"/>
                  </a:lnTo>
                  <a:lnTo>
                    <a:pt x="1737" y="795"/>
                  </a:lnTo>
                  <a:lnTo>
                    <a:pt x="1695" y="942"/>
                  </a:lnTo>
                  <a:lnTo>
                    <a:pt x="1632" y="984"/>
                  </a:lnTo>
                  <a:lnTo>
                    <a:pt x="1360" y="732"/>
                  </a:lnTo>
                  <a:lnTo>
                    <a:pt x="1486" y="502"/>
                  </a:lnTo>
                  <a:lnTo>
                    <a:pt x="1632" y="481"/>
                  </a:lnTo>
                  <a:lnTo>
                    <a:pt x="1653" y="377"/>
                  </a:lnTo>
                  <a:lnTo>
                    <a:pt x="1737" y="356"/>
                  </a:lnTo>
                  <a:lnTo>
                    <a:pt x="1779" y="272"/>
                  </a:lnTo>
                  <a:lnTo>
                    <a:pt x="1737" y="293"/>
                  </a:lnTo>
                  <a:lnTo>
                    <a:pt x="1737" y="293"/>
                  </a:lnTo>
                  <a:lnTo>
                    <a:pt x="1841" y="188"/>
                  </a:lnTo>
                  <a:lnTo>
                    <a:pt x="1946" y="147"/>
                  </a:lnTo>
                  <a:lnTo>
                    <a:pt x="1841" y="84"/>
                  </a:lnTo>
                  <a:lnTo>
                    <a:pt x="17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68" name="Google Shape;2268;p45"/>
            <p:cNvGrpSpPr/>
            <p:nvPr/>
          </p:nvGrpSpPr>
          <p:grpSpPr>
            <a:xfrm>
              <a:off x="3697513" y="2707266"/>
              <a:ext cx="59549" cy="79733"/>
              <a:chOff x="3586375" y="2281300"/>
              <a:chExt cx="125025" cy="175275"/>
            </a:xfrm>
          </p:grpSpPr>
          <p:sp>
            <p:nvSpPr>
              <p:cNvPr id="2269" name="Google Shape;2269;p45"/>
              <p:cNvSpPr/>
              <p:nvPr/>
            </p:nvSpPr>
            <p:spPr>
              <a:xfrm>
                <a:off x="3609900" y="2281300"/>
                <a:ext cx="101500" cy="175275"/>
              </a:xfrm>
              <a:custGeom>
                <a:avLst/>
                <a:gdLst/>
                <a:ahLst/>
                <a:cxnLst/>
                <a:rect l="l" t="t" r="r" b="b"/>
                <a:pathLst>
                  <a:path w="4060" h="7011" extrusionOk="0">
                    <a:moveTo>
                      <a:pt x="1340" y="1"/>
                    </a:moveTo>
                    <a:lnTo>
                      <a:pt x="1277" y="63"/>
                    </a:lnTo>
                    <a:lnTo>
                      <a:pt x="1235" y="42"/>
                    </a:lnTo>
                    <a:lnTo>
                      <a:pt x="1110" y="84"/>
                    </a:lnTo>
                    <a:lnTo>
                      <a:pt x="1026" y="84"/>
                    </a:lnTo>
                    <a:lnTo>
                      <a:pt x="921" y="105"/>
                    </a:lnTo>
                    <a:lnTo>
                      <a:pt x="859" y="105"/>
                    </a:lnTo>
                    <a:lnTo>
                      <a:pt x="838" y="168"/>
                    </a:lnTo>
                    <a:lnTo>
                      <a:pt x="838" y="105"/>
                    </a:lnTo>
                    <a:lnTo>
                      <a:pt x="796" y="84"/>
                    </a:lnTo>
                    <a:lnTo>
                      <a:pt x="712" y="168"/>
                    </a:lnTo>
                    <a:lnTo>
                      <a:pt x="733" y="105"/>
                    </a:lnTo>
                    <a:lnTo>
                      <a:pt x="608" y="42"/>
                    </a:lnTo>
                    <a:lnTo>
                      <a:pt x="587" y="105"/>
                    </a:lnTo>
                    <a:lnTo>
                      <a:pt x="524" y="168"/>
                    </a:lnTo>
                    <a:lnTo>
                      <a:pt x="545" y="231"/>
                    </a:lnTo>
                    <a:lnTo>
                      <a:pt x="524" y="231"/>
                    </a:lnTo>
                    <a:lnTo>
                      <a:pt x="524" y="314"/>
                    </a:lnTo>
                    <a:lnTo>
                      <a:pt x="419" y="356"/>
                    </a:lnTo>
                    <a:lnTo>
                      <a:pt x="482" y="419"/>
                    </a:lnTo>
                    <a:lnTo>
                      <a:pt x="440" y="503"/>
                    </a:lnTo>
                    <a:lnTo>
                      <a:pt x="398" y="503"/>
                    </a:lnTo>
                    <a:lnTo>
                      <a:pt x="503" y="607"/>
                    </a:lnTo>
                    <a:lnTo>
                      <a:pt x="545" y="670"/>
                    </a:lnTo>
                    <a:lnTo>
                      <a:pt x="419" y="607"/>
                    </a:lnTo>
                    <a:lnTo>
                      <a:pt x="398" y="670"/>
                    </a:lnTo>
                    <a:lnTo>
                      <a:pt x="315" y="587"/>
                    </a:lnTo>
                    <a:lnTo>
                      <a:pt x="294" y="628"/>
                    </a:lnTo>
                    <a:lnTo>
                      <a:pt x="315" y="691"/>
                    </a:lnTo>
                    <a:lnTo>
                      <a:pt x="294" y="733"/>
                    </a:lnTo>
                    <a:lnTo>
                      <a:pt x="273" y="628"/>
                    </a:lnTo>
                    <a:lnTo>
                      <a:pt x="210" y="733"/>
                    </a:lnTo>
                    <a:lnTo>
                      <a:pt x="273" y="796"/>
                    </a:lnTo>
                    <a:lnTo>
                      <a:pt x="210" y="817"/>
                    </a:lnTo>
                    <a:lnTo>
                      <a:pt x="294" y="900"/>
                    </a:lnTo>
                    <a:lnTo>
                      <a:pt x="336" y="900"/>
                    </a:lnTo>
                    <a:lnTo>
                      <a:pt x="294" y="942"/>
                    </a:lnTo>
                    <a:lnTo>
                      <a:pt x="210" y="900"/>
                    </a:lnTo>
                    <a:lnTo>
                      <a:pt x="210" y="1026"/>
                    </a:lnTo>
                    <a:lnTo>
                      <a:pt x="210" y="1047"/>
                    </a:lnTo>
                    <a:lnTo>
                      <a:pt x="377" y="1026"/>
                    </a:lnTo>
                    <a:lnTo>
                      <a:pt x="273" y="1089"/>
                    </a:lnTo>
                    <a:lnTo>
                      <a:pt x="273" y="1110"/>
                    </a:lnTo>
                    <a:lnTo>
                      <a:pt x="294" y="1131"/>
                    </a:lnTo>
                    <a:lnTo>
                      <a:pt x="377" y="1110"/>
                    </a:lnTo>
                    <a:lnTo>
                      <a:pt x="336" y="1131"/>
                    </a:lnTo>
                    <a:lnTo>
                      <a:pt x="398" y="1151"/>
                    </a:lnTo>
                    <a:lnTo>
                      <a:pt x="398" y="1151"/>
                    </a:lnTo>
                    <a:lnTo>
                      <a:pt x="315" y="1131"/>
                    </a:lnTo>
                    <a:lnTo>
                      <a:pt x="294" y="1151"/>
                    </a:lnTo>
                    <a:lnTo>
                      <a:pt x="294" y="1214"/>
                    </a:lnTo>
                    <a:lnTo>
                      <a:pt x="315" y="1235"/>
                    </a:lnTo>
                    <a:lnTo>
                      <a:pt x="273" y="1256"/>
                    </a:lnTo>
                    <a:lnTo>
                      <a:pt x="231" y="1319"/>
                    </a:lnTo>
                    <a:lnTo>
                      <a:pt x="294" y="1319"/>
                    </a:lnTo>
                    <a:lnTo>
                      <a:pt x="294" y="1361"/>
                    </a:lnTo>
                    <a:lnTo>
                      <a:pt x="210" y="1340"/>
                    </a:lnTo>
                    <a:lnTo>
                      <a:pt x="189" y="1403"/>
                    </a:lnTo>
                    <a:lnTo>
                      <a:pt x="210" y="1444"/>
                    </a:lnTo>
                    <a:lnTo>
                      <a:pt x="189" y="1465"/>
                    </a:lnTo>
                    <a:lnTo>
                      <a:pt x="168" y="1528"/>
                    </a:lnTo>
                    <a:lnTo>
                      <a:pt x="63" y="1528"/>
                    </a:lnTo>
                    <a:lnTo>
                      <a:pt x="1" y="1549"/>
                    </a:lnTo>
                    <a:lnTo>
                      <a:pt x="63" y="1570"/>
                    </a:lnTo>
                    <a:lnTo>
                      <a:pt x="126" y="1570"/>
                    </a:lnTo>
                    <a:lnTo>
                      <a:pt x="189" y="1612"/>
                    </a:lnTo>
                    <a:lnTo>
                      <a:pt x="168" y="1633"/>
                    </a:lnTo>
                    <a:lnTo>
                      <a:pt x="105" y="1633"/>
                    </a:lnTo>
                    <a:lnTo>
                      <a:pt x="189" y="1716"/>
                    </a:lnTo>
                    <a:lnTo>
                      <a:pt x="210" y="1716"/>
                    </a:lnTo>
                    <a:lnTo>
                      <a:pt x="273" y="1737"/>
                    </a:lnTo>
                    <a:lnTo>
                      <a:pt x="503" y="1507"/>
                    </a:lnTo>
                    <a:lnTo>
                      <a:pt x="482" y="1570"/>
                    </a:lnTo>
                    <a:lnTo>
                      <a:pt x="503" y="1612"/>
                    </a:lnTo>
                    <a:lnTo>
                      <a:pt x="419" y="1633"/>
                    </a:lnTo>
                    <a:lnTo>
                      <a:pt x="377" y="1758"/>
                    </a:lnTo>
                    <a:lnTo>
                      <a:pt x="377" y="1779"/>
                    </a:lnTo>
                    <a:lnTo>
                      <a:pt x="315" y="1947"/>
                    </a:lnTo>
                    <a:lnTo>
                      <a:pt x="336" y="1947"/>
                    </a:lnTo>
                    <a:lnTo>
                      <a:pt x="294" y="2135"/>
                    </a:lnTo>
                    <a:lnTo>
                      <a:pt x="294" y="2239"/>
                    </a:lnTo>
                    <a:lnTo>
                      <a:pt x="231" y="2281"/>
                    </a:lnTo>
                    <a:lnTo>
                      <a:pt x="294" y="2323"/>
                    </a:lnTo>
                    <a:lnTo>
                      <a:pt x="315" y="2302"/>
                    </a:lnTo>
                    <a:lnTo>
                      <a:pt x="231" y="2449"/>
                    </a:lnTo>
                    <a:lnTo>
                      <a:pt x="231" y="2595"/>
                    </a:lnTo>
                    <a:lnTo>
                      <a:pt x="189" y="2658"/>
                    </a:lnTo>
                    <a:lnTo>
                      <a:pt x="189" y="2700"/>
                    </a:lnTo>
                    <a:lnTo>
                      <a:pt x="315" y="2700"/>
                    </a:lnTo>
                    <a:lnTo>
                      <a:pt x="294" y="2595"/>
                    </a:lnTo>
                    <a:lnTo>
                      <a:pt x="336" y="2491"/>
                    </a:lnTo>
                    <a:lnTo>
                      <a:pt x="336" y="2407"/>
                    </a:lnTo>
                    <a:lnTo>
                      <a:pt x="398" y="2323"/>
                    </a:lnTo>
                    <a:lnTo>
                      <a:pt x="336" y="2135"/>
                    </a:lnTo>
                    <a:lnTo>
                      <a:pt x="398" y="2135"/>
                    </a:lnTo>
                    <a:lnTo>
                      <a:pt x="545" y="1947"/>
                    </a:lnTo>
                    <a:lnTo>
                      <a:pt x="440" y="2135"/>
                    </a:lnTo>
                    <a:lnTo>
                      <a:pt x="419" y="2239"/>
                    </a:lnTo>
                    <a:lnTo>
                      <a:pt x="482" y="2260"/>
                    </a:lnTo>
                    <a:lnTo>
                      <a:pt x="482" y="2198"/>
                    </a:lnTo>
                    <a:lnTo>
                      <a:pt x="545" y="2135"/>
                    </a:lnTo>
                    <a:lnTo>
                      <a:pt x="587" y="2260"/>
                    </a:lnTo>
                    <a:lnTo>
                      <a:pt x="628" y="2135"/>
                    </a:lnTo>
                    <a:lnTo>
                      <a:pt x="628" y="2030"/>
                    </a:lnTo>
                    <a:lnTo>
                      <a:pt x="691" y="1988"/>
                    </a:lnTo>
                    <a:lnTo>
                      <a:pt x="649" y="2135"/>
                    </a:lnTo>
                    <a:lnTo>
                      <a:pt x="754" y="2198"/>
                    </a:lnTo>
                    <a:lnTo>
                      <a:pt x="649" y="2177"/>
                    </a:lnTo>
                    <a:lnTo>
                      <a:pt x="628" y="2323"/>
                    </a:lnTo>
                    <a:lnTo>
                      <a:pt x="649" y="2449"/>
                    </a:lnTo>
                    <a:lnTo>
                      <a:pt x="712" y="2470"/>
                    </a:lnTo>
                    <a:lnTo>
                      <a:pt x="754" y="2574"/>
                    </a:lnTo>
                    <a:lnTo>
                      <a:pt x="649" y="2658"/>
                    </a:lnTo>
                    <a:lnTo>
                      <a:pt x="587" y="2909"/>
                    </a:lnTo>
                    <a:lnTo>
                      <a:pt x="587" y="3014"/>
                    </a:lnTo>
                    <a:lnTo>
                      <a:pt x="503" y="2972"/>
                    </a:lnTo>
                    <a:lnTo>
                      <a:pt x="503" y="3097"/>
                    </a:lnTo>
                    <a:lnTo>
                      <a:pt x="628" y="3244"/>
                    </a:lnTo>
                    <a:lnTo>
                      <a:pt x="587" y="3097"/>
                    </a:lnTo>
                    <a:lnTo>
                      <a:pt x="649" y="3076"/>
                    </a:lnTo>
                    <a:lnTo>
                      <a:pt x="859" y="3223"/>
                    </a:lnTo>
                    <a:lnTo>
                      <a:pt x="859" y="3097"/>
                    </a:lnTo>
                    <a:lnTo>
                      <a:pt x="796" y="3035"/>
                    </a:lnTo>
                    <a:lnTo>
                      <a:pt x="838" y="3014"/>
                    </a:lnTo>
                    <a:lnTo>
                      <a:pt x="1005" y="3118"/>
                    </a:lnTo>
                    <a:lnTo>
                      <a:pt x="1131" y="3118"/>
                    </a:lnTo>
                    <a:lnTo>
                      <a:pt x="1131" y="3076"/>
                    </a:lnTo>
                    <a:lnTo>
                      <a:pt x="1235" y="3076"/>
                    </a:lnTo>
                    <a:lnTo>
                      <a:pt x="1256" y="2972"/>
                    </a:lnTo>
                    <a:lnTo>
                      <a:pt x="1549" y="2993"/>
                    </a:lnTo>
                    <a:lnTo>
                      <a:pt x="1361" y="3014"/>
                    </a:lnTo>
                    <a:lnTo>
                      <a:pt x="1235" y="3348"/>
                    </a:lnTo>
                    <a:lnTo>
                      <a:pt x="1382" y="3620"/>
                    </a:lnTo>
                    <a:lnTo>
                      <a:pt x="1444" y="3558"/>
                    </a:lnTo>
                    <a:lnTo>
                      <a:pt x="1444" y="3704"/>
                    </a:lnTo>
                    <a:lnTo>
                      <a:pt x="1549" y="3600"/>
                    </a:lnTo>
                    <a:lnTo>
                      <a:pt x="1654" y="3600"/>
                    </a:lnTo>
                    <a:lnTo>
                      <a:pt x="1633" y="3746"/>
                    </a:lnTo>
                    <a:lnTo>
                      <a:pt x="1654" y="3767"/>
                    </a:lnTo>
                    <a:lnTo>
                      <a:pt x="1549" y="3851"/>
                    </a:lnTo>
                    <a:lnTo>
                      <a:pt x="1570" y="4018"/>
                    </a:lnTo>
                    <a:lnTo>
                      <a:pt x="1528" y="4123"/>
                    </a:lnTo>
                    <a:lnTo>
                      <a:pt x="1570" y="4227"/>
                    </a:lnTo>
                    <a:lnTo>
                      <a:pt x="1654" y="4290"/>
                    </a:lnTo>
                    <a:lnTo>
                      <a:pt x="1737" y="4290"/>
                    </a:lnTo>
                    <a:lnTo>
                      <a:pt x="1675" y="4332"/>
                    </a:lnTo>
                    <a:lnTo>
                      <a:pt x="1591" y="4332"/>
                    </a:lnTo>
                    <a:lnTo>
                      <a:pt x="1549" y="4248"/>
                    </a:lnTo>
                    <a:lnTo>
                      <a:pt x="1465" y="4269"/>
                    </a:lnTo>
                    <a:lnTo>
                      <a:pt x="1528" y="4353"/>
                    </a:lnTo>
                    <a:lnTo>
                      <a:pt x="1591" y="4395"/>
                    </a:lnTo>
                    <a:lnTo>
                      <a:pt x="1486" y="4374"/>
                    </a:lnTo>
                    <a:lnTo>
                      <a:pt x="1424" y="4290"/>
                    </a:lnTo>
                    <a:lnTo>
                      <a:pt x="1235" y="4353"/>
                    </a:lnTo>
                    <a:lnTo>
                      <a:pt x="1152" y="4353"/>
                    </a:lnTo>
                    <a:lnTo>
                      <a:pt x="963" y="4436"/>
                    </a:lnTo>
                    <a:lnTo>
                      <a:pt x="859" y="4583"/>
                    </a:lnTo>
                    <a:lnTo>
                      <a:pt x="733" y="4667"/>
                    </a:lnTo>
                    <a:lnTo>
                      <a:pt x="691" y="4750"/>
                    </a:lnTo>
                    <a:lnTo>
                      <a:pt x="817" y="4750"/>
                    </a:lnTo>
                    <a:lnTo>
                      <a:pt x="817" y="4688"/>
                    </a:lnTo>
                    <a:lnTo>
                      <a:pt x="1026" y="4646"/>
                    </a:lnTo>
                    <a:lnTo>
                      <a:pt x="1005" y="4750"/>
                    </a:lnTo>
                    <a:lnTo>
                      <a:pt x="1068" y="4813"/>
                    </a:lnTo>
                    <a:lnTo>
                      <a:pt x="1005" y="4876"/>
                    </a:lnTo>
                    <a:lnTo>
                      <a:pt x="1026" y="4960"/>
                    </a:lnTo>
                    <a:lnTo>
                      <a:pt x="1068" y="4960"/>
                    </a:lnTo>
                    <a:lnTo>
                      <a:pt x="942" y="5190"/>
                    </a:lnTo>
                    <a:lnTo>
                      <a:pt x="859" y="5232"/>
                    </a:lnTo>
                    <a:lnTo>
                      <a:pt x="754" y="5294"/>
                    </a:lnTo>
                    <a:lnTo>
                      <a:pt x="733" y="5294"/>
                    </a:lnTo>
                    <a:lnTo>
                      <a:pt x="608" y="5378"/>
                    </a:lnTo>
                    <a:lnTo>
                      <a:pt x="524" y="5378"/>
                    </a:lnTo>
                    <a:lnTo>
                      <a:pt x="398" y="5483"/>
                    </a:lnTo>
                    <a:lnTo>
                      <a:pt x="503" y="5483"/>
                    </a:lnTo>
                    <a:lnTo>
                      <a:pt x="503" y="5545"/>
                    </a:lnTo>
                    <a:lnTo>
                      <a:pt x="419" y="5608"/>
                    </a:lnTo>
                    <a:lnTo>
                      <a:pt x="545" y="5629"/>
                    </a:lnTo>
                    <a:lnTo>
                      <a:pt x="524" y="5650"/>
                    </a:lnTo>
                    <a:lnTo>
                      <a:pt x="587" y="5692"/>
                    </a:lnTo>
                    <a:lnTo>
                      <a:pt x="649" y="5650"/>
                    </a:lnTo>
                    <a:lnTo>
                      <a:pt x="754" y="5608"/>
                    </a:lnTo>
                    <a:lnTo>
                      <a:pt x="900" y="5545"/>
                    </a:lnTo>
                    <a:lnTo>
                      <a:pt x="921" y="5629"/>
                    </a:lnTo>
                    <a:lnTo>
                      <a:pt x="1026" y="5650"/>
                    </a:lnTo>
                    <a:lnTo>
                      <a:pt x="942" y="5692"/>
                    </a:lnTo>
                    <a:lnTo>
                      <a:pt x="921" y="5734"/>
                    </a:lnTo>
                    <a:lnTo>
                      <a:pt x="1068" y="5734"/>
                    </a:lnTo>
                    <a:lnTo>
                      <a:pt x="1068" y="5713"/>
                    </a:lnTo>
                    <a:lnTo>
                      <a:pt x="1152" y="5692"/>
                    </a:lnTo>
                    <a:lnTo>
                      <a:pt x="1256" y="5796"/>
                    </a:lnTo>
                    <a:lnTo>
                      <a:pt x="1319" y="5859"/>
                    </a:lnTo>
                    <a:lnTo>
                      <a:pt x="1486" y="5859"/>
                    </a:lnTo>
                    <a:lnTo>
                      <a:pt x="1549" y="5796"/>
                    </a:lnTo>
                    <a:lnTo>
                      <a:pt x="1633" y="5755"/>
                    </a:lnTo>
                    <a:lnTo>
                      <a:pt x="1758" y="5713"/>
                    </a:lnTo>
                    <a:lnTo>
                      <a:pt x="1800" y="5650"/>
                    </a:lnTo>
                    <a:lnTo>
                      <a:pt x="1905" y="5608"/>
                    </a:lnTo>
                    <a:lnTo>
                      <a:pt x="1758" y="5755"/>
                    </a:lnTo>
                    <a:lnTo>
                      <a:pt x="1633" y="5901"/>
                    </a:lnTo>
                    <a:lnTo>
                      <a:pt x="1633" y="6048"/>
                    </a:lnTo>
                    <a:lnTo>
                      <a:pt x="1528" y="6048"/>
                    </a:lnTo>
                    <a:lnTo>
                      <a:pt x="1444" y="6068"/>
                    </a:lnTo>
                    <a:lnTo>
                      <a:pt x="1361" y="6027"/>
                    </a:lnTo>
                    <a:lnTo>
                      <a:pt x="1131" y="6006"/>
                    </a:lnTo>
                    <a:lnTo>
                      <a:pt x="963" y="6048"/>
                    </a:lnTo>
                    <a:lnTo>
                      <a:pt x="963" y="6131"/>
                    </a:lnTo>
                    <a:lnTo>
                      <a:pt x="900" y="6215"/>
                    </a:lnTo>
                    <a:lnTo>
                      <a:pt x="796" y="6215"/>
                    </a:lnTo>
                    <a:lnTo>
                      <a:pt x="796" y="6382"/>
                    </a:lnTo>
                    <a:lnTo>
                      <a:pt x="691" y="6487"/>
                    </a:lnTo>
                    <a:lnTo>
                      <a:pt x="649" y="6550"/>
                    </a:lnTo>
                    <a:lnTo>
                      <a:pt x="545" y="6550"/>
                    </a:lnTo>
                    <a:lnTo>
                      <a:pt x="524" y="6675"/>
                    </a:lnTo>
                    <a:lnTo>
                      <a:pt x="482" y="6675"/>
                    </a:lnTo>
                    <a:lnTo>
                      <a:pt x="440" y="6738"/>
                    </a:lnTo>
                    <a:lnTo>
                      <a:pt x="315" y="6843"/>
                    </a:lnTo>
                    <a:lnTo>
                      <a:pt x="231" y="6801"/>
                    </a:lnTo>
                    <a:lnTo>
                      <a:pt x="168" y="6864"/>
                    </a:lnTo>
                    <a:lnTo>
                      <a:pt x="168" y="6968"/>
                    </a:lnTo>
                    <a:lnTo>
                      <a:pt x="273" y="6968"/>
                    </a:lnTo>
                    <a:lnTo>
                      <a:pt x="273" y="6885"/>
                    </a:lnTo>
                    <a:lnTo>
                      <a:pt x="377" y="6905"/>
                    </a:lnTo>
                    <a:lnTo>
                      <a:pt x="419" y="7010"/>
                    </a:lnTo>
                    <a:lnTo>
                      <a:pt x="503" y="6968"/>
                    </a:lnTo>
                    <a:lnTo>
                      <a:pt x="482" y="6905"/>
                    </a:lnTo>
                    <a:lnTo>
                      <a:pt x="524" y="6843"/>
                    </a:lnTo>
                    <a:lnTo>
                      <a:pt x="545" y="6864"/>
                    </a:lnTo>
                    <a:lnTo>
                      <a:pt x="628" y="6801"/>
                    </a:lnTo>
                    <a:lnTo>
                      <a:pt x="649" y="6801"/>
                    </a:lnTo>
                    <a:lnTo>
                      <a:pt x="712" y="6696"/>
                    </a:lnTo>
                    <a:lnTo>
                      <a:pt x="817" y="6759"/>
                    </a:lnTo>
                    <a:lnTo>
                      <a:pt x="900" y="6696"/>
                    </a:lnTo>
                    <a:lnTo>
                      <a:pt x="963" y="6738"/>
                    </a:lnTo>
                    <a:lnTo>
                      <a:pt x="1005" y="6696"/>
                    </a:lnTo>
                    <a:lnTo>
                      <a:pt x="1047" y="6759"/>
                    </a:lnTo>
                    <a:lnTo>
                      <a:pt x="1110" y="6759"/>
                    </a:lnTo>
                    <a:lnTo>
                      <a:pt x="1172" y="6801"/>
                    </a:lnTo>
                    <a:lnTo>
                      <a:pt x="1277" y="6801"/>
                    </a:lnTo>
                    <a:lnTo>
                      <a:pt x="1256" y="6759"/>
                    </a:lnTo>
                    <a:lnTo>
                      <a:pt x="1340" y="6738"/>
                    </a:lnTo>
                    <a:lnTo>
                      <a:pt x="1361" y="6654"/>
                    </a:lnTo>
                    <a:lnTo>
                      <a:pt x="1340" y="6571"/>
                    </a:lnTo>
                    <a:lnTo>
                      <a:pt x="1382" y="6487"/>
                    </a:lnTo>
                    <a:lnTo>
                      <a:pt x="1444" y="6487"/>
                    </a:lnTo>
                    <a:lnTo>
                      <a:pt x="1465" y="6445"/>
                    </a:lnTo>
                    <a:lnTo>
                      <a:pt x="1675" y="6424"/>
                    </a:lnTo>
                    <a:lnTo>
                      <a:pt x="1779" y="6424"/>
                    </a:lnTo>
                    <a:lnTo>
                      <a:pt x="1905" y="6487"/>
                    </a:lnTo>
                    <a:lnTo>
                      <a:pt x="2093" y="6487"/>
                    </a:lnTo>
                    <a:lnTo>
                      <a:pt x="2177" y="6529"/>
                    </a:lnTo>
                    <a:lnTo>
                      <a:pt x="2198" y="6445"/>
                    </a:lnTo>
                    <a:lnTo>
                      <a:pt x="2323" y="6361"/>
                    </a:lnTo>
                    <a:lnTo>
                      <a:pt x="2407" y="6382"/>
                    </a:lnTo>
                    <a:lnTo>
                      <a:pt x="2512" y="6320"/>
                    </a:lnTo>
                    <a:lnTo>
                      <a:pt x="2616" y="6340"/>
                    </a:lnTo>
                    <a:lnTo>
                      <a:pt x="2637" y="6320"/>
                    </a:lnTo>
                    <a:lnTo>
                      <a:pt x="2721" y="6278"/>
                    </a:lnTo>
                    <a:lnTo>
                      <a:pt x="2721" y="6320"/>
                    </a:lnTo>
                    <a:lnTo>
                      <a:pt x="2804" y="6361"/>
                    </a:lnTo>
                    <a:lnTo>
                      <a:pt x="2888" y="6320"/>
                    </a:lnTo>
                    <a:lnTo>
                      <a:pt x="3056" y="6320"/>
                    </a:lnTo>
                    <a:lnTo>
                      <a:pt x="3202" y="6278"/>
                    </a:lnTo>
                    <a:lnTo>
                      <a:pt x="3307" y="6320"/>
                    </a:lnTo>
                    <a:lnTo>
                      <a:pt x="3349" y="6340"/>
                    </a:lnTo>
                    <a:lnTo>
                      <a:pt x="3453" y="6257"/>
                    </a:lnTo>
                    <a:lnTo>
                      <a:pt x="3537" y="6236"/>
                    </a:lnTo>
                    <a:lnTo>
                      <a:pt x="3621" y="6152"/>
                    </a:lnTo>
                    <a:lnTo>
                      <a:pt x="3683" y="6152"/>
                    </a:lnTo>
                    <a:lnTo>
                      <a:pt x="3746" y="6173"/>
                    </a:lnTo>
                    <a:lnTo>
                      <a:pt x="3725" y="6110"/>
                    </a:lnTo>
                    <a:lnTo>
                      <a:pt x="3851" y="6027"/>
                    </a:lnTo>
                    <a:lnTo>
                      <a:pt x="3955" y="6006"/>
                    </a:lnTo>
                    <a:lnTo>
                      <a:pt x="3955" y="5922"/>
                    </a:lnTo>
                    <a:lnTo>
                      <a:pt x="3934" y="5859"/>
                    </a:lnTo>
                    <a:lnTo>
                      <a:pt x="3955" y="5796"/>
                    </a:lnTo>
                    <a:lnTo>
                      <a:pt x="3788" y="5796"/>
                    </a:lnTo>
                    <a:lnTo>
                      <a:pt x="3683" y="5838"/>
                    </a:lnTo>
                    <a:lnTo>
                      <a:pt x="3641" y="5838"/>
                    </a:lnTo>
                    <a:lnTo>
                      <a:pt x="3537" y="5817"/>
                    </a:lnTo>
                    <a:lnTo>
                      <a:pt x="3474" y="5796"/>
                    </a:lnTo>
                    <a:lnTo>
                      <a:pt x="3537" y="5755"/>
                    </a:lnTo>
                    <a:lnTo>
                      <a:pt x="3558" y="5755"/>
                    </a:lnTo>
                    <a:lnTo>
                      <a:pt x="3558" y="5734"/>
                    </a:lnTo>
                    <a:lnTo>
                      <a:pt x="3474" y="5713"/>
                    </a:lnTo>
                    <a:lnTo>
                      <a:pt x="3411" y="5734"/>
                    </a:lnTo>
                    <a:lnTo>
                      <a:pt x="3516" y="5650"/>
                    </a:lnTo>
                    <a:lnTo>
                      <a:pt x="3579" y="5692"/>
                    </a:lnTo>
                    <a:lnTo>
                      <a:pt x="3662" y="5629"/>
                    </a:lnTo>
                    <a:lnTo>
                      <a:pt x="3641" y="5545"/>
                    </a:lnTo>
                    <a:lnTo>
                      <a:pt x="3558" y="5545"/>
                    </a:lnTo>
                    <a:lnTo>
                      <a:pt x="3621" y="5504"/>
                    </a:lnTo>
                    <a:lnTo>
                      <a:pt x="3662" y="5441"/>
                    </a:lnTo>
                    <a:lnTo>
                      <a:pt x="3725" y="5504"/>
                    </a:lnTo>
                    <a:lnTo>
                      <a:pt x="3788" y="5441"/>
                    </a:lnTo>
                    <a:lnTo>
                      <a:pt x="3851" y="5399"/>
                    </a:lnTo>
                    <a:lnTo>
                      <a:pt x="3788" y="5378"/>
                    </a:lnTo>
                    <a:lnTo>
                      <a:pt x="3830" y="5336"/>
                    </a:lnTo>
                    <a:lnTo>
                      <a:pt x="3725" y="5336"/>
                    </a:lnTo>
                    <a:lnTo>
                      <a:pt x="3767" y="5273"/>
                    </a:lnTo>
                    <a:lnTo>
                      <a:pt x="3830" y="5294"/>
                    </a:lnTo>
                    <a:lnTo>
                      <a:pt x="3851" y="5315"/>
                    </a:lnTo>
                    <a:lnTo>
                      <a:pt x="3893" y="5232"/>
                    </a:lnTo>
                    <a:lnTo>
                      <a:pt x="3976" y="5211"/>
                    </a:lnTo>
                    <a:lnTo>
                      <a:pt x="3976" y="5064"/>
                    </a:lnTo>
                    <a:lnTo>
                      <a:pt x="4060" y="4897"/>
                    </a:lnTo>
                    <a:lnTo>
                      <a:pt x="3997" y="4813"/>
                    </a:lnTo>
                    <a:lnTo>
                      <a:pt x="3976" y="4688"/>
                    </a:lnTo>
                    <a:lnTo>
                      <a:pt x="3767" y="4541"/>
                    </a:lnTo>
                    <a:lnTo>
                      <a:pt x="3349" y="4541"/>
                    </a:lnTo>
                    <a:lnTo>
                      <a:pt x="3328" y="4667"/>
                    </a:lnTo>
                    <a:lnTo>
                      <a:pt x="3307" y="4708"/>
                    </a:lnTo>
                    <a:lnTo>
                      <a:pt x="3202" y="4646"/>
                    </a:lnTo>
                    <a:lnTo>
                      <a:pt x="3097" y="4604"/>
                    </a:lnTo>
                    <a:lnTo>
                      <a:pt x="3265" y="4436"/>
                    </a:lnTo>
                    <a:lnTo>
                      <a:pt x="3265" y="4332"/>
                    </a:lnTo>
                    <a:lnTo>
                      <a:pt x="3139" y="4123"/>
                    </a:lnTo>
                    <a:lnTo>
                      <a:pt x="3097" y="4123"/>
                    </a:lnTo>
                    <a:lnTo>
                      <a:pt x="2951" y="4039"/>
                    </a:lnTo>
                    <a:lnTo>
                      <a:pt x="2909" y="3955"/>
                    </a:lnTo>
                    <a:lnTo>
                      <a:pt x="2846" y="3976"/>
                    </a:lnTo>
                    <a:lnTo>
                      <a:pt x="2825" y="3976"/>
                    </a:lnTo>
                    <a:lnTo>
                      <a:pt x="2742" y="3955"/>
                    </a:lnTo>
                    <a:lnTo>
                      <a:pt x="2825" y="3955"/>
                    </a:lnTo>
                    <a:lnTo>
                      <a:pt x="2930" y="3934"/>
                    </a:lnTo>
                    <a:lnTo>
                      <a:pt x="2993" y="3955"/>
                    </a:lnTo>
                    <a:lnTo>
                      <a:pt x="3014" y="4018"/>
                    </a:lnTo>
                    <a:lnTo>
                      <a:pt x="3139" y="4018"/>
                    </a:lnTo>
                    <a:lnTo>
                      <a:pt x="2993" y="3830"/>
                    </a:lnTo>
                    <a:lnTo>
                      <a:pt x="2909" y="3725"/>
                    </a:lnTo>
                    <a:lnTo>
                      <a:pt x="2951" y="3641"/>
                    </a:lnTo>
                    <a:lnTo>
                      <a:pt x="2993" y="3641"/>
                    </a:lnTo>
                    <a:lnTo>
                      <a:pt x="2909" y="3600"/>
                    </a:lnTo>
                    <a:lnTo>
                      <a:pt x="2888" y="3537"/>
                    </a:lnTo>
                    <a:lnTo>
                      <a:pt x="2846" y="3537"/>
                    </a:lnTo>
                    <a:lnTo>
                      <a:pt x="2784" y="3348"/>
                    </a:lnTo>
                    <a:lnTo>
                      <a:pt x="2616" y="3307"/>
                    </a:lnTo>
                    <a:lnTo>
                      <a:pt x="2428" y="3244"/>
                    </a:lnTo>
                    <a:lnTo>
                      <a:pt x="2428" y="3181"/>
                    </a:lnTo>
                    <a:lnTo>
                      <a:pt x="2386" y="3139"/>
                    </a:lnTo>
                    <a:lnTo>
                      <a:pt x="2323" y="2930"/>
                    </a:lnTo>
                    <a:lnTo>
                      <a:pt x="2260" y="2825"/>
                    </a:lnTo>
                    <a:lnTo>
                      <a:pt x="2198" y="2574"/>
                    </a:lnTo>
                    <a:lnTo>
                      <a:pt x="2156" y="2470"/>
                    </a:lnTo>
                    <a:lnTo>
                      <a:pt x="2093" y="2470"/>
                    </a:lnTo>
                    <a:lnTo>
                      <a:pt x="1947" y="2239"/>
                    </a:lnTo>
                    <a:lnTo>
                      <a:pt x="1842" y="2198"/>
                    </a:lnTo>
                    <a:lnTo>
                      <a:pt x="1758" y="2156"/>
                    </a:lnTo>
                    <a:lnTo>
                      <a:pt x="1654" y="2093"/>
                    </a:lnTo>
                    <a:lnTo>
                      <a:pt x="1591" y="2156"/>
                    </a:lnTo>
                    <a:lnTo>
                      <a:pt x="1486" y="2198"/>
                    </a:lnTo>
                    <a:lnTo>
                      <a:pt x="1361" y="2177"/>
                    </a:lnTo>
                    <a:lnTo>
                      <a:pt x="1277" y="2177"/>
                    </a:lnTo>
                    <a:lnTo>
                      <a:pt x="1172" y="2156"/>
                    </a:lnTo>
                    <a:lnTo>
                      <a:pt x="1152" y="2072"/>
                    </a:lnTo>
                    <a:lnTo>
                      <a:pt x="1152" y="2072"/>
                    </a:lnTo>
                    <a:lnTo>
                      <a:pt x="1214" y="2093"/>
                    </a:lnTo>
                    <a:lnTo>
                      <a:pt x="1340" y="2135"/>
                    </a:lnTo>
                    <a:lnTo>
                      <a:pt x="1465" y="2093"/>
                    </a:lnTo>
                    <a:lnTo>
                      <a:pt x="1486" y="1988"/>
                    </a:lnTo>
                    <a:lnTo>
                      <a:pt x="1591" y="1988"/>
                    </a:lnTo>
                    <a:lnTo>
                      <a:pt x="1696" y="1926"/>
                    </a:lnTo>
                    <a:lnTo>
                      <a:pt x="1591" y="1884"/>
                    </a:lnTo>
                    <a:lnTo>
                      <a:pt x="1591" y="1800"/>
                    </a:lnTo>
                    <a:lnTo>
                      <a:pt x="1549" y="1779"/>
                    </a:lnTo>
                    <a:lnTo>
                      <a:pt x="1424" y="1863"/>
                    </a:lnTo>
                    <a:lnTo>
                      <a:pt x="1382" y="1842"/>
                    </a:lnTo>
                    <a:lnTo>
                      <a:pt x="1486" y="1758"/>
                    </a:lnTo>
                    <a:lnTo>
                      <a:pt x="1633" y="1758"/>
                    </a:lnTo>
                    <a:lnTo>
                      <a:pt x="1696" y="1716"/>
                    </a:lnTo>
                    <a:lnTo>
                      <a:pt x="1696" y="1633"/>
                    </a:lnTo>
                    <a:lnTo>
                      <a:pt x="1758" y="1612"/>
                    </a:lnTo>
                    <a:lnTo>
                      <a:pt x="1842" y="1444"/>
                    </a:lnTo>
                    <a:lnTo>
                      <a:pt x="1884" y="1403"/>
                    </a:lnTo>
                    <a:lnTo>
                      <a:pt x="1884" y="1340"/>
                    </a:lnTo>
                    <a:lnTo>
                      <a:pt x="1947" y="1235"/>
                    </a:lnTo>
                    <a:lnTo>
                      <a:pt x="1905" y="1214"/>
                    </a:lnTo>
                    <a:lnTo>
                      <a:pt x="1968" y="1047"/>
                    </a:lnTo>
                    <a:lnTo>
                      <a:pt x="2072" y="984"/>
                    </a:lnTo>
                    <a:lnTo>
                      <a:pt x="2072" y="900"/>
                    </a:lnTo>
                    <a:lnTo>
                      <a:pt x="1905" y="754"/>
                    </a:lnTo>
                    <a:lnTo>
                      <a:pt x="1884" y="796"/>
                    </a:lnTo>
                    <a:lnTo>
                      <a:pt x="1675" y="796"/>
                    </a:lnTo>
                    <a:lnTo>
                      <a:pt x="1528" y="754"/>
                    </a:lnTo>
                    <a:lnTo>
                      <a:pt x="1486" y="817"/>
                    </a:lnTo>
                    <a:lnTo>
                      <a:pt x="1424" y="817"/>
                    </a:lnTo>
                    <a:lnTo>
                      <a:pt x="1340" y="754"/>
                    </a:lnTo>
                    <a:lnTo>
                      <a:pt x="1256" y="796"/>
                    </a:lnTo>
                    <a:lnTo>
                      <a:pt x="1256" y="817"/>
                    </a:lnTo>
                    <a:lnTo>
                      <a:pt x="1172" y="838"/>
                    </a:lnTo>
                    <a:lnTo>
                      <a:pt x="1068" y="900"/>
                    </a:lnTo>
                    <a:lnTo>
                      <a:pt x="1047" y="900"/>
                    </a:lnTo>
                    <a:lnTo>
                      <a:pt x="963" y="942"/>
                    </a:lnTo>
                    <a:lnTo>
                      <a:pt x="942" y="921"/>
                    </a:lnTo>
                    <a:lnTo>
                      <a:pt x="1047" y="817"/>
                    </a:lnTo>
                    <a:lnTo>
                      <a:pt x="1131" y="691"/>
                    </a:lnTo>
                    <a:lnTo>
                      <a:pt x="1131" y="691"/>
                    </a:lnTo>
                    <a:lnTo>
                      <a:pt x="1068" y="712"/>
                    </a:lnTo>
                    <a:lnTo>
                      <a:pt x="963" y="691"/>
                    </a:lnTo>
                    <a:lnTo>
                      <a:pt x="1026" y="670"/>
                    </a:lnTo>
                    <a:lnTo>
                      <a:pt x="1047" y="587"/>
                    </a:lnTo>
                    <a:lnTo>
                      <a:pt x="1277" y="419"/>
                    </a:lnTo>
                    <a:lnTo>
                      <a:pt x="1340" y="294"/>
                    </a:lnTo>
                    <a:lnTo>
                      <a:pt x="1424" y="273"/>
                    </a:lnTo>
                    <a:lnTo>
                      <a:pt x="1444" y="168"/>
                    </a:lnTo>
                    <a:lnTo>
                      <a:pt x="1424" y="147"/>
                    </a:lnTo>
                    <a:lnTo>
                      <a:pt x="1465" y="63"/>
                    </a:lnTo>
                    <a:lnTo>
                      <a:pt x="144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Google Shape;2270;p45"/>
              <p:cNvSpPr/>
              <p:nvPr/>
            </p:nvSpPr>
            <p:spPr>
              <a:xfrm>
                <a:off x="3586375" y="2350350"/>
                <a:ext cx="31925" cy="25125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005" extrusionOk="0">
                    <a:moveTo>
                      <a:pt x="732" y="1"/>
                    </a:moveTo>
                    <a:lnTo>
                      <a:pt x="628" y="63"/>
                    </a:lnTo>
                    <a:lnTo>
                      <a:pt x="544" y="63"/>
                    </a:lnTo>
                    <a:lnTo>
                      <a:pt x="523" y="126"/>
                    </a:lnTo>
                    <a:lnTo>
                      <a:pt x="419" y="126"/>
                    </a:lnTo>
                    <a:lnTo>
                      <a:pt x="377" y="210"/>
                    </a:lnTo>
                    <a:lnTo>
                      <a:pt x="293" y="231"/>
                    </a:lnTo>
                    <a:lnTo>
                      <a:pt x="272" y="335"/>
                    </a:lnTo>
                    <a:lnTo>
                      <a:pt x="126" y="356"/>
                    </a:lnTo>
                    <a:lnTo>
                      <a:pt x="0" y="586"/>
                    </a:lnTo>
                    <a:lnTo>
                      <a:pt x="272" y="838"/>
                    </a:lnTo>
                    <a:lnTo>
                      <a:pt x="335" y="796"/>
                    </a:lnTo>
                    <a:lnTo>
                      <a:pt x="377" y="649"/>
                    </a:lnTo>
                    <a:lnTo>
                      <a:pt x="440" y="586"/>
                    </a:lnTo>
                    <a:lnTo>
                      <a:pt x="607" y="691"/>
                    </a:lnTo>
                    <a:lnTo>
                      <a:pt x="712" y="900"/>
                    </a:lnTo>
                    <a:lnTo>
                      <a:pt x="795" y="942"/>
                    </a:lnTo>
                    <a:lnTo>
                      <a:pt x="921" y="1005"/>
                    </a:lnTo>
                    <a:lnTo>
                      <a:pt x="942" y="1005"/>
                    </a:lnTo>
                    <a:lnTo>
                      <a:pt x="942" y="942"/>
                    </a:lnTo>
                    <a:lnTo>
                      <a:pt x="1004" y="942"/>
                    </a:lnTo>
                    <a:lnTo>
                      <a:pt x="1067" y="858"/>
                    </a:lnTo>
                    <a:lnTo>
                      <a:pt x="1067" y="775"/>
                    </a:lnTo>
                    <a:lnTo>
                      <a:pt x="1214" y="796"/>
                    </a:lnTo>
                    <a:lnTo>
                      <a:pt x="1235" y="691"/>
                    </a:lnTo>
                    <a:lnTo>
                      <a:pt x="1151" y="691"/>
                    </a:lnTo>
                    <a:lnTo>
                      <a:pt x="1172" y="586"/>
                    </a:lnTo>
                    <a:lnTo>
                      <a:pt x="1151" y="545"/>
                    </a:lnTo>
                    <a:lnTo>
                      <a:pt x="1214" y="524"/>
                    </a:lnTo>
                    <a:lnTo>
                      <a:pt x="1277" y="733"/>
                    </a:lnTo>
                    <a:lnTo>
                      <a:pt x="1235" y="461"/>
                    </a:lnTo>
                    <a:lnTo>
                      <a:pt x="1109" y="461"/>
                    </a:lnTo>
                    <a:lnTo>
                      <a:pt x="1172" y="419"/>
                    </a:lnTo>
                    <a:lnTo>
                      <a:pt x="1004" y="147"/>
                    </a:lnTo>
                    <a:lnTo>
                      <a:pt x="1004" y="42"/>
                    </a:lnTo>
                    <a:lnTo>
                      <a:pt x="921" y="21"/>
                    </a:lnTo>
                    <a:lnTo>
                      <a:pt x="73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271" name="Google Shape;2271;p45"/>
            <p:cNvSpPr/>
            <p:nvPr/>
          </p:nvSpPr>
          <p:spPr>
            <a:xfrm>
              <a:off x="4037841" y="3224817"/>
              <a:ext cx="52333" cy="93527"/>
            </a:xfrm>
            <a:custGeom>
              <a:avLst/>
              <a:gdLst/>
              <a:ahLst/>
              <a:cxnLst/>
              <a:rect l="l" t="t" r="r" b="b"/>
              <a:pathLst>
                <a:path w="4395" h="8224" extrusionOk="0">
                  <a:moveTo>
                    <a:pt x="3914" y="1"/>
                  </a:moveTo>
                  <a:lnTo>
                    <a:pt x="3746" y="168"/>
                  </a:lnTo>
                  <a:lnTo>
                    <a:pt x="3809" y="252"/>
                  </a:lnTo>
                  <a:lnTo>
                    <a:pt x="3704" y="293"/>
                  </a:lnTo>
                  <a:lnTo>
                    <a:pt x="3600" y="252"/>
                  </a:lnTo>
                  <a:lnTo>
                    <a:pt x="3537" y="252"/>
                  </a:lnTo>
                  <a:lnTo>
                    <a:pt x="3621" y="377"/>
                  </a:lnTo>
                  <a:lnTo>
                    <a:pt x="3621" y="419"/>
                  </a:lnTo>
                  <a:lnTo>
                    <a:pt x="3704" y="503"/>
                  </a:lnTo>
                  <a:lnTo>
                    <a:pt x="3704" y="524"/>
                  </a:lnTo>
                  <a:lnTo>
                    <a:pt x="3600" y="670"/>
                  </a:lnTo>
                  <a:lnTo>
                    <a:pt x="3600" y="817"/>
                  </a:lnTo>
                  <a:lnTo>
                    <a:pt x="3516" y="921"/>
                  </a:lnTo>
                  <a:lnTo>
                    <a:pt x="3432" y="900"/>
                  </a:lnTo>
                  <a:lnTo>
                    <a:pt x="3328" y="1026"/>
                  </a:lnTo>
                  <a:lnTo>
                    <a:pt x="3328" y="1109"/>
                  </a:lnTo>
                  <a:lnTo>
                    <a:pt x="3244" y="1151"/>
                  </a:lnTo>
                  <a:lnTo>
                    <a:pt x="3181" y="1130"/>
                  </a:lnTo>
                  <a:lnTo>
                    <a:pt x="3181" y="1005"/>
                  </a:lnTo>
                  <a:lnTo>
                    <a:pt x="3118" y="984"/>
                  </a:lnTo>
                  <a:lnTo>
                    <a:pt x="3035" y="1047"/>
                  </a:lnTo>
                  <a:lnTo>
                    <a:pt x="3035" y="1193"/>
                  </a:lnTo>
                  <a:lnTo>
                    <a:pt x="3139" y="1298"/>
                  </a:lnTo>
                  <a:lnTo>
                    <a:pt x="3181" y="1340"/>
                  </a:lnTo>
                  <a:lnTo>
                    <a:pt x="3139" y="1402"/>
                  </a:lnTo>
                  <a:lnTo>
                    <a:pt x="3077" y="1361"/>
                  </a:lnTo>
                  <a:lnTo>
                    <a:pt x="2930" y="1402"/>
                  </a:lnTo>
                  <a:lnTo>
                    <a:pt x="2993" y="1507"/>
                  </a:lnTo>
                  <a:lnTo>
                    <a:pt x="3098" y="1549"/>
                  </a:lnTo>
                  <a:lnTo>
                    <a:pt x="3098" y="1612"/>
                  </a:lnTo>
                  <a:lnTo>
                    <a:pt x="3077" y="1674"/>
                  </a:lnTo>
                  <a:lnTo>
                    <a:pt x="2993" y="1612"/>
                  </a:lnTo>
                  <a:lnTo>
                    <a:pt x="2909" y="1633"/>
                  </a:lnTo>
                  <a:lnTo>
                    <a:pt x="2888" y="1716"/>
                  </a:lnTo>
                  <a:lnTo>
                    <a:pt x="2721" y="1842"/>
                  </a:lnTo>
                  <a:lnTo>
                    <a:pt x="2721" y="1716"/>
                  </a:lnTo>
                  <a:lnTo>
                    <a:pt x="2763" y="1674"/>
                  </a:lnTo>
                  <a:lnTo>
                    <a:pt x="2721" y="1612"/>
                  </a:lnTo>
                  <a:lnTo>
                    <a:pt x="2616" y="1716"/>
                  </a:lnTo>
                  <a:lnTo>
                    <a:pt x="2679" y="1758"/>
                  </a:lnTo>
                  <a:lnTo>
                    <a:pt x="2658" y="1821"/>
                  </a:lnTo>
                  <a:lnTo>
                    <a:pt x="2512" y="1884"/>
                  </a:lnTo>
                  <a:lnTo>
                    <a:pt x="2574" y="1988"/>
                  </a:lnTo>
                  <a:lnTo>
                    <a:pt x="2658" y="2030"/>
                  </a:lnTo>
                  <a:lnTo>
                    <a:pt x="2658" y="2072"/>
                  </a:lnTo>
                  <a:lnTo>
                    <a:pt x="2574" y="2093"/>
                  </a:lnTo>
                  <a:lnTo>
                    <a:pt x="2470" y="2156"/>
                  </a:lnTo>
                  <a:lnTo>
                    <a:pt x="2470" y="2072"/>
                  </a:lnTo>
                  <a:lnTo>
                    <a:pt x="2407" y="2072"/>
                  </a:lnTo>
                  <a:lnTo>
                    <a:pt x="2470" y="1967"/>
                  </a:lnTo>
                  <a:lnTo>
                    <a:pt x="2407" y="1946"/>
                  </a:lnTo>
                  <a:lnTo>
                    <a:pt x="2198" y="2135"/>
                  </a:lnTo>
                  <a:lnTo>
                    <a:pt x="2177" y="2281"/>
                  </a:lnTo>
                  <a:lnTo>
                    <a:pt x="2198" y="2365"/>
                  </a:lnTo>
                  <a:lnTo>
                    <a:pt x="2156" y="2407"/>
                  </a:lnTo>
                  <a:lnTo>
                    <a:pt x="2093" y="2386"/>
                  </a:lnTo>
                  <a:lnTo>
                    <a:pt x="2051" y="2365"/>
                  </a:lnTo>
                  <a:lnTo>
                    <a:pt x="2051" y="2197"/>
                  </a:lnTo>
                  <a:lnTo>
                    <a:pt x="1989" y="2197"/>
                  </a:lnTo>
                  <a:lnTo>
                    <a:pt x="1863" y="2344"/>
                  </a:lnTo>
                  <a:lnTo>
                    <a:pt x="1717" y="2239"/>
                  </a:lnTo>
                  <a:lnTo>
                    <a:pt x="1675" y="2281"/>
                  </a:lnTo>
                  <a:lnTo>
                    <a:pt x="1633" y="2281"/>
                  </a:lnTo>
                  <a:lnTo>
                    <a:pt x="1654" y="2449"/>
                  </a:lnTo>
                  <a:lnTo>
                    <a:pt x="1612" y="2449"/>
                  </a:lnTo>
                  <a:lnTo>
                    <a:pt x="1549" y="2469"/>
                  </a:lnTo>
                  <a:lnTo>
                    <a:pt x="1549" y="2365"/>
                  </a:lnTo>
                  <a:lnTo>
                    <a:pt x="1507" y="2344"/>
                  </a:lnTo>
                  <a:lnTo>
                    <a:pt x="1445" y="2449"/>
                  </a:lnTo>
                  <a:lnTo>
                    <a:pt x="1403" y="2344"/>
                  </a:lnTo>
                  <a:lnTo>
                    <a:pt x="1152" y="2553"/>
                  </a:lnTo>
                  <a:lnTo>
                    <a:pt x="1110" y="2553"/>
                  </a:lnTo>
                  <a:lnTo>
                    <a:pt x="1047" y="2511"/>
                  </a:lnTo>
                  <a:lnTo>
                    <a:pt x="921" y="2511"/>
                  </a:lnTo>
                  <a:lnTo>
                    <a:pt x="880" y="2595"/>
                  </a:lnTo>
                  <a:lnTo>
                    <a:pt x="901" y="2783"/>
                  </a:lnTo>
                  <a:lnTo>
                    <a:pt x="733" y="3034"/>
                  </a:lnTo>
                  <a:lnTo>
                    <a:pt x="733" y="3097"/>
                  </a:lnTo>
                  <a:lnTo>
                    <a:pt x="587" y="3244"/>
                  </a:lnTo>
                  <a:lnTo>
                    <a:pt x="587" y="3327"/>
                  </a:lnTo>
                  <a:lnTo>
                    <a:pt x="670" y="3411"/>
                  </a:lnTo>
                  <a:lnTo>
                    <a:pt x="587" y="3516"/>
                  </a:lnTo>
                  <a:lnTo>
                    <a:pt x="629" y="3704"/>
                  </a:lnTo>
                  <a:lnTo>
                    <a:pt x="629" y="3830"/>
                  </a:lnTo>
                  <a:lnTo>
                    <a:pt x="796" y="4143"/>
                  </a:lnTo>
                  <a:lnTo>
                    <a:pt x="796" y="4227"/>
                  </a:lnTo>
                  <a:lnTo>
                    <a:pt x="880" y="4332"/>
                  </a:lnTo>
                  <a:lnTo>
                    <a:pt x="880" y="4374"/>
                  </a:lnTo>
                  <a:lnTo>
                    <a:pt x="796" y="4457"/>
                  </a:lnTo>
                  <a:lnTo>
                    <a:pt x="817" y="4541"/>
                  </a:lnTo>
                  <a:lnTo>
                    <a:pt x="775" y="4792"/>
                  </a:lnTo>
                  <a:lnTo>
                    <a:pt x="670" y="4876"/>
                  </a:lnTo>
                  <a:lnTo>
                    <a:pt x="629" y="5022"/>
                  </a:lnTo>
                  <a:lnTo>
                    <a:pt x="566" y="5064"/>
                  </a:lnTo>
                  <a:lnTo>
                    <a:pt x="524" y="5127"/>
                  </a:lnTo>
                  <a:lnTo>
                    <a:pt x="419" y="5231"/>
                  </a:lnTo>
                  <a:lnTo>
                    <a:pt x="419" y="5441"/>
                  </a:lnTo>
                  <a:lnTo>
                    <a:pt x="357" y="5524"/>
                  </a:lnTo>
                  <a:lnTo>
                    <a:pt x="168" y="5545"/>
                  </a:lnTo>
                  <a:lnTo>
                    <a:pt x="147" y="5608"/>
                  </a:lnTo>
                  <a:lnTo>
                    <a:pt x="147" y="5796"/>
                  </a:lnTo>
                  <a:lnTo>
                    <a:pt x="43" y="5943"/>
                  </a:lnTo>
                  <a:lnTo>
                    <a:pt x="43" y="6068"/>
                  </a:lnTo>
                  <a:lnTo>
                    <a:pt x="1" y="6173"/>
                  </a:lnTo>
                  <a:lnTo>
                    <a:pt x="43" y="6236"/>
                  </a:lnTo>
                  <a:lnTo>
                    <a:pt x="43" y="6424"/>
                  </a:lnTo>
                  <a:lnTo>
                    <a:pt x="189" y="6591"/>
                  </a:lnTo>
                  <a:lnTo>
                    <a:pt x="168" y="6738"/>
                  </a:lnTo>
                  <a:lnTo>
                    <a:pt x="189" y="6843"/>
                  </a:lnTo>
                  <a:lnTo>
                    <a:pt x="273" y="6863"/>
                  </a:lnTo>
                  <a:lnTo>
                    <a:pt x="294" y="6863"/>
                  </a:lnTo>
                  <a:lnTo>
                    <a:pt x="273" y="6884"/>
                  </a:lnTo>
                  <a:lnTo>
                    <a:pt x="147" y="6905"/>
                  </a:lnTo>
                  <a:lnTo>
                    <a:pt x="147" y="7052"/>
                  </a:lnTo>
                  <a:lnTo>
                    <a:pt x="168" y="7219"/>
                  </a:lnTo>
                  <a:lnTo>
                    <a:pt x="147" y="7470"/>
                  </a:lnTo>
                  <a:lnTo>
                    <a:pt x="189" y="7512"/>
                  </a:lnTo>
                  <a:lnTo>
                    <a:pt x="189" y="7596"/>
                  </a:lnTo>
                  <a:lnTo>
                    <a:pt x="273" y="7638"/>
                  </a:lnTo>
                  <a:lnTo>
                    <a:pt x="357" y="7742"/>
                  </a:lnTo>
                  <a:lnTo>
                    <a:pt x="398" y="7784"/>
                  </a:lnTo>
                  <a:lnTo>
                    <a:pt x="461" y="7847"/>
                  </a:lnTo>
                  <a:lnTo>
                    <a:pt x="524" y="7951"/>
                  </a:lnTo>
                  <a:lnTo>
                    <a:pt x="608" y="7931"/>
                  </a:lnTo>
                  <a:lnTo>
                    <a:pt x="629" y="7951"/>
                  </a:lnTo>
                  <a:lnTo>
                    <a:pt x="733" y="7993"/>
                  </a:lnTo>
                  <a:lnTo>
                    <a:pt x="817" y="8119"/>
                  </a:lnTo>
                  <a:lnTo>
                    <a:pt x="901" y="8140"/>
                  </a:lnTo>
                  <a:lnTo>
                    <a:pt x="901" y="8161"/>
                  </a:lnTo>
                  <a:lnTo>
                    <a:pt x="921" y="8223"/>
                  </a:lnTo>
                  <a:lnTo>
                    <a:pt x="1005" y="8161"/>
                  </a:lnTo>
                  <a:lnTo>
                    <a:pt x="1131" y="8161"/>
                  </a:lnTo>
                  <a:lnTo>
                    <a:pt x="1256" y="8098"/>
                  </a:lnTo>
                  <a:lnTo>
                    <a:pt x="1361" y="7951"/>
                  </a:lnTo>
                  <a:lnTo>
                    <a:pt x="1737" y="7931"/>
                  </a:lnTo>
                  <a:lnTo>
                    <a:pt x="1842" y="7951"/>
                  </a:lnTo>
                  <a:lnTo>
                    <a:pt x="2030" y="7889"/>
                  </a:lnTo>
                  <a:lnTo>
                    <a:pt x="2093" y="7784"/>
                  </a:lnTo>
                  <a:lnTo>
                    <a:pt x="2177" y="7742"/>
                  </a:lnTo>
                  <a:lnTo>
                    <a:pt x="2240" y="7596"/>
                  </a:lnTo>
                  <a:lnTo>
                    <a:pt x="2344" y="7428"/>
                  </a:lnTo>
                  <a:lnTo>
                    <a:pt x="2344" y="7324"/>
                  </a:lnTo>
                  <a:lnTo>
                    <a:pt x="2449" y="7261"/>
                  </a:lnTo>
                  <a:lnTo>
                    <a:pt x="2449" y="7094"/>
                  </a:lnTo>
                  <a:lnTo>
                    <a:pt x="2407" y="7073"/>
                  </a:lnTo>
                  <a:lnTo>
                    <a:pt x="2491" y="6989"/>
                  </a:lnTo>
                  <a:lnTo>
                    <a:pt x="2554" y="6801"/>
                  </a:lnTo>
                  <a:lnTo>
                    <a:pt x="2512" y="6780"/>
                  </a:lnTo>
                  <a:lnTo>
                    <a:pt x="2574" y="6780"/>
                  </a:lnTo>
                  <a:lnTo>
                    <a:pt x="2679" y="6591"/>
                  </a:lnTo>
                  <a:lnTo>
                    <a:pt x="2763" y="6236"/>
                  </a:lnTo>
                  <a:lnTo>
                    <a:pt x="2805" y="6027"/>
                  </a:lnTo>
                  <a:lnTo>
                    <a:pt x="2909" y="5922"/>
                  </a:lnTo>
                  <a:lnTo>
                    <a:pt x="2972" y="5692"/>
                  </a:lnTo>
                  <a:lnTo>
                    <a:pt x="3118" y="5420"/>
                  </a:lnTo>
                  <a:lnTo>
                    <a:pt x="3286" y="4959"/>
                  </a:lnTo>
                  <a:lnTo>
                    <a:pt x="3390" y="4792"/>
                  </a:lnTo>
                  <a:lnTo>
                    <a:pt x="3390" y="4583"/>
                  </a:lnTo>
                  <a:lnTo>
                    <a:pt x="3495" y="4374"/>
                  </a:lnTo>
                  <a:lnTo>
                    <a:pt x="3516" y="4269"/>
                  </a:lnTo>
                  <a:lnTo>
                    <a:pt x="3642" y="4060"/>
                  </a:lnTo>
                  <a:lnTo>
                    <a:pt x="3704" y="3746"/>
                  </a:lnTo>
                  <a:lnTo>
                    <a:pt x="3746" y="3516"/>
                  </a:lnTo>
                  <a:lnTo>
                    <a:pt x="3809" y="3453"/>
                  </a:lnTo>
                  <a:lnTo>
                    <a:pt x="3830" y="3286"/>
                  </a:lnTo>
                  <a:lnTo>
                    <a:pt x="3809" y="3202"/>
                  </a:lnTo>
                  <a:lnTo>
                    <a:pt x="3830" y="3076"/>
                  </a:lnTo>
                  <a:lnTo>
                    <a:pt x="3934" y="2888"/>
                  </a:lnTo>
                  <a:lnTo>
                    <a:pt x="3934" y="2804"/>
                  </a:lnTo>
                  <a:lnTo>
                    <a:pt x="4018" y="2700"/>
                  </a:lnTo>
                  <a:lnTo>
                    <a:pt x="3976" y="2574"/>
                  </a:lnTo>
                  <a:lnTo>
                    <a:pt x="3934" y="2511"/>
                  </a:lnTo>
                  <a:lnTo>
                    <a:pt x="3976" y="2449"/>
                  </a:lnTo>
                  <a:lnTo>
                    <a:pt x="3976" y="2281"/>
                  </a:lnTo>
                  <a:lnTo>
                    <a:pt x="3934" y="2260"/>
                  </a:lnTo>
                  <a:lnTo>
                    <a:pt x="3934" y="2135"/>
                  </a:lnTo>
                  <a:lnTo>
                    <a:pt x="4018" y="2072"/>
                  </a:lnTo>
                  <a:lnTo>
                    <a:pt x="4060" y="2135"/>
                  </a:lnTo>
                  <a:lnTo>
                    <a:pt x="4081" y="2260"/>
                  </a:lnTo>
                  <a:lnTo>
                    <a:pt x="4186" y="2386"/>
                  </a:lnTo>
                  <a:lnTo>
                    <a:pt x="4269" y="2386"/>
                  </a:lnTo>
                  <a:lnTo>
                    <a:pt x="4290" y="2302"/>
                  </a:lnTo>
                  <a:lnTo>
                    <a:pt x="4332" y="2239"/>
                  </a:lnTo>
                  <a:lnTo>
                    <a:pt x="4353" y="2177"/>
                  </a:lnTo>
                  <a:lnTo>
                    <a:pt x="4353" y="2072"/>
                  </a:lnTo>
                  <a:lnTo>
                    <a:pt x="4395" y="2051"/>
                  </a:lnTo>
                  <a:lnTo>
                    <a:pt x="4374" y="1925"/>
                  </a:lnTo>
                  <a:lnTo>
                    <a:pt x="4269" y="1779"/>
                  </a:lnTo>
                  <a:lnTo>
                    <a:pt x="4248" y="1674"/>
                  </a:lnTo>
                  <a:lnTo>
                    <a:pt x="4269" y="1633"/>
                  </a:lnTo>
                  <a:lnTo>
                    <a:pt x="4269" y="1507"/>
                  </a:lnTo>
                  <a:lnTo>
                    <a:pt x="4248" y="1340"/>
                  </a:lnTo>
                  <a:lnTo>
                    <a:pt x="4269" y="1256"/>
                  </a:lnTo>
                  <a:lnTo>
                    <a:pt x="4269" y="984"/>
                  </a:lnTo>
                  <a:lnTo>
                    <a:pt x="4186" y="879"/>
                  </a:lnTo>
                  <a:lnTo>
                    <a:pt x="4186" y="607"/>
                  </a:lnTo>
                  <a:lnTo>
                    <a:pt x="4144" y="524"/>
                  </a:lnTo>
                  <a:lnTo>
                    <a:pt x="4081" y="524"/>
                  </a:lnTo>
                  <a:lnTo>
                    <a:pt x="3976" y="398"/>
                  </a:lnTo>
                  <a:lnTo>
                    <a:pt x="3976" y="293"/>
                  </a:lnTo>
                  <a:lnTo>
                    <a:pt x="3872" y="252"/>
                  </a:lnTo>
                  <a:lnTo>
                    <a:pt x="3934" y="147"/>
                  </a:lnTo>
                  <a:lnTo>
                    <a:pt x="39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72" name="Google Shape;2272;p45"/>
            <p:cNvGrpSpPr/>
            <p:nvPr/>
          </p:nvGrpSpPr>
          <p:grpSpPr>
            <a:xfrm>
              <a:off x="4513224" y="3221724"/>
              <a:ext cx="274563" cy="280321"/>
              <a:chOff x="5298975" y="3412225"/>
              <a:chExt cx="576450" cy="616225"/>
            </a:xfrm>
          </p:grpSpPr>
          <p:sp>
            <p:nvSpPr>
              <p:cNvPr id="2273" name="Google Shape;2273;p45"/>
              <p:cNvSpPr/>
              <p:nvPr/>
            </p:nvSpPr>
            <p:spPr>
              <a:xfrm>
                <a:off x="5298975" y="3412225"/>
                <a:ext cx="576450" cy="515275"/>
              </a:xfrm>
              <a:custGeom>
                <a:avLst/>
                <a:gdLst/>
                <a:ahLst/>
                <a:cxnLst/>
                <a:rect l="l" t="t" r="r" b="b"/>
                <a:pathLst>
                  <a:path w="23058" h="20611" extrusionOk="0">
                    <a:moveTo>
                      <a:pt x="18015" y="1"/>
                    </a:moveTo>
                    <a:lnTo>
                      <a:pt x="17890" y="42"/>
                    </a:lnTo>
                    <a:lnTo>
                      <a:pt x="17806" y="147"/>
                    </a:lnTo>
                    <a:lnTo>
                      <a:pt x="17806" y="335"/>
                    </a:lnTo>
                    <a:lnTo>
                      <a:pt x="17764" y="524"/>
                    </a:lnTo>
                    <a:lnTo>
                      <a:pt x="17764" y="565"/>
                    </a:lnTo>
                    <a:lnTo>
                      <a:pt x="17722" y="670"/>
                    </a:lnTo>
                    <a:lnTo>
                      <a:pt x="17660" y="670"/>
                    </a:lnTo>
                    <a:lnTo>
                      <a:pt x="17597" y="858"/>
                    </a:lnTo>
                    <a:lnTo>
                      <a:pt x="17492" y="1005"/>
                    </a:lnTo>
                    <a:lnTo>
                      <a:pt x="17576" y="1089"/>
                    </a:lnTo>
                    <a:lnTo>
                      <a:pt x="17681" y="1172"/>
                    </a:lnTo>
                    <a:lnTo>
                      <a:pt x="17618" y="1214"/>
                    </a:lnTo>
                    <a:lnTo>
                      <a:pt x="17555" y="1193"/>
                    </a:lnTo>
                    <a:lnTo>
                      <a:pt x="17492" y="1319"/>
                    </a:lnTo>
                    <a:lnTo>
                      <a:pt x="17450" y="1423"/>
                    </a:lnTo>
                    <a:lnTo>
                      <a:pt x="17513" y="1570"/>
                    </a:lnTo>
                    <a:lnTo>
                      <a:pt x="17513" y="1674"/>
                    </a:lnTo>
                    <a:lnTo>
                      <a:pt x="17450" y="1633"/>
                    </a:lnTo>
                    <a:lnTo>
                      <a:pt x="17367" y="1674"/>
                    </a:lnTo>
                    <a:lnTo>
                      <a:pt x="17304" y="1946"/>
                    </a:lnTo>
                    <a:lnTo>
                      <a:pt x="17367" y="2156"/>
                    </a:lnTo>
                    <a:lnTo>
                      <a:pt x="17346" y="2365"/>
                    </a:lnTo>
                    <a:lnTo>
                      <a:pt x="17388" y="2511"/>
                    </a:lnTo>
                    <a:lnTo>
                      <a:pt x="17388" y="2679"/>
                    </a:lnTo>
                    <a:lnTo>
                      <a:pt x="17262" y="2783"/>
                    </a:lnTo>
                    <a:lnTo>
                      <a:pt x="17262" y="2867"/>
                    </a:lnTo>
                    <a:lnTo>
                      <a:pt x="17157" y="3097"/>
                    </a:lnTo>
                    <a:lnTo>
                      <a:pt x="17137" y="3411"/>
                    </a:lnTo>
                    <a:lnTo>
                      <a:pt x="17032" y="3558"/>
                    </a:lnTo>
                    <a:lnTo>
                      <a:pt x="17074" y="3662"/>
                    </a:lnTo>
                    <a:lnTo>
                      <a:pt x="16990" y="3830"/>
                    </a:lnTo>
                    <a:lnTo>
                      <a:pt x="16885" y="3934"/>
                    </a:lnTo>
                    <a:lnTo>
                      <a:pt x="16885" y="4143"/>
                    </a:lnTo>
                    <a:lnTo>
                      <a:pt x="16718" y="4290"/>
                    </a:lnTo>
                    <a:lnTo>
                      <a:pt x="16341" y="4436"/>
                    </a:lnTo>
                    <a:lnTo>
                      <a:pt x="16195" y="4332"/>
                    </a:lnTo>
                    <a:lnTo>
                      <a:pt x="16028" y="4311"/>
                    </a:lnTo>
                    <a:lnTo>
                      <a:pt x="15944" y="4227"/>
                    </a:lnTo>
                    <a:lnTo>
                      <a:pt x="15818" y="4102"/>
                    </a:lnTo>
                    <a:lnTo>
                      <a:pt x="15818" y="4039"/>
                    </a:lnTo>
                    <a:lnTo>
                      <a:pt x="15776" y="3997"/>
                    </a:lnTo>
                    <a:lnTo>
                      <a:pt x="15735" y="3871"/>
                    </a:lnTo>
                    <a:lnTo>
                      <a:pt x="15609" y="3830"/>
                    </a:lnTo>
                    <a:lnTo>
                      <a:pt x="15484" y="3788"/>
                    </a:lnTo>
                    <a:lnTo>
                      <a:pt x="15316" y="3788"/>
                    </a:lnTo>
                    <a:lnTo>
                      <a:pt x="15149" y="3683"/>
                    </a:lnTo>
                    <a:lnTo>
                      <a:pt x="15107" y="3578"/>
                    </a:lnTo>
                    <a:lnTo>
                      <a:pt x="14981" y="3411"/>
                    </a:lnTo>
                    <a:lnTo>
                      <a:pt x="14835" y="3390"/>
                    </a:lnTo>
                    <a:lnTo>
                      <a:pt x="14688" y="3306"/>
                    </a:lnTo>
                    <a:lnTo>
                      <a:pt x="14688" y="3244"/>
                    </a:lnTo>
                    <a:lnTo>
                      <a:pt x="14626" y="3244"/>
                    </a:lnTo>
                    <a:lnTo>
                      <a:pt x="14563" y="3181"/>
                    </a:lnTo>
                    <a:lnTo>
                      <a:pt x="14437" y="3181"/>
                    </a:lnTo>
                    <a:lnTo>
                      <a:pt x="14333" y="3160"/>
                    </a:lnTo>
                    <a:lnTo>
                      <a:pt x="14354" y="3097"/>
                    </a:lnTo>
                    <a:lnTo>
                      <a:pt x="14207" y="2993"/>
                    </a:lnTo>
                    <a:lnTo>
                      <a:pt x="14165" y="2867"/>
                    </a:lnTo>
                    <a:lnTo>
                      <a:pt x="14040" y="2721"/>
                    </a:lnTo>
                    <a:lnTo>
                      <a:pt x="13935" y="2721"/>
                    </a:lnTo>
                    <a:lnTo>
                      <a:pt x="13810" y="2553"/>
                    </a:lnTo>
                    <a:lnTo>
                      <a:pt x="13810" y="2428"/>
                    </a:lnTo>
                    <a:lnTo>
                      <a:pt x="13914" y="2239"/>
                    </a:lnTo>
                    <a:lnTo>
                      <a:pt x="13935" y="2114"/>
                    </a:lnTo>
                    <a:lnTo>
                      <a:pt x="14061" y="2030"/>
                    </a:lnTo>
                    <a:lnTo>
                      <a:pt x="14103" y="1884"/>
                    </a:lnTo>
                    <a:lnTo>
                      <a:pt x="14144" y="1779"/>
                    </a:lnTo>
                    <a:lnTo>
                      <a:pt x="14040" y="1821"/>
                    </a:lnTo>
                    <a:lnTo>
                      <a:pt x="13956" y="1674"/>
                    </a:lnTo>
                    <a:lnTo>
                      <a:pt x="14061" y="1591"/>
                    </a:lnTo>
                    <a:lnTo>
                      <a:pt x="14040" y="1486"/>
                    </a:lnTo>
                    <a:lnTo>
                      <a:pt x="14124" y="1486"/>
                    </a:lnTo>
                    <a:lnTo>
                      <a:pt x="14165" y="1465"/>
                    </a:lnTo>
                    <a:lnTo>
                      <a:pt x="14228" y="1486"/>
                    </a:lnTo>
                    <a:lnTo>
                      <a:pt x="14333" y="1507"/>
                    </a:lnTo>
                    <a:lnTo>
                      <a:pt x="14458" y="1465"/>
                    </a:lnTo>
                    <a:lnTo>
                      <a:pt x="14521" y="1319"/>
                    </a:lnTo>
                    <a:lnTo>
                      <a:pt x="14416" y="1256"/>
                    </a:lnTo>
                    <a:lnTo>
                      <a:pt x="14479" y="1172"/>
                    </a:lnTo>
                    <a:lnTo>
                      <a:pt x="14563" y="1193"/>
                    </a:lnTo>
                    <a:lnTo>
                      <a:pt x="14626" y="1005"/>
                    </a:lnTo>
                    <a:lnTo>
                      <a:pt x="14688" y="963"/>
                    </a:lnTo>
                    <a:lnTo>
                      <a:pt x="14772" y="858"/>
                    </a:lnTo>
                    <a:lnTo>
                      <a:pt x="14772" y="796"/>
                    </a:lnTo>
                    <a:lnTo>
                      <a:pt x="14668" y="754"/>
                    </a:lnTo>
                    <a:lnTo>
                      <a:pt x="14584" y="837"/>
                    </a:lnTo>
                    <a:lnTo>
                      <a:pt x="14521" y="796"/>
                    </a:lnTo>
                    <a:lnTo>
                      <a:pt x="14521" y="586"/>
                    </a:lnTo>
                    <a:lnTo>
                      <a:pt x="14416" y="649"/>
                    </a:lnTo>
                    <a:lnTo>
                      <a:pt x="14270" y="796"/>
                    </a:lnTo>
                    <a:lnTo>
                      <a:pt x="14333" y="837"/>
                    </a:lnTo>
                    <a:lnTo>
                      <a:pt x="14333" y="900"/>
                    </a:lnTo>
                    <a:lnTo>
                      <a:pt x="14249" y="963"/>
                    </a:lnTo>
                    <a:lnTo>
                      <a:pt x="14144" y="900"/>
                    </a:lnTo>
                    <a:lnTo>
                      <a:pt x="14124" y="837"/>
                    </a:lnTo>
                    <a:lnTo>
                      <a:pt x="14103" y="775"/>
                    </a:lnTo>
                    <a:lnTo>
                      <a:pt x="14040" y="858"/>
                    </a:lnTo>
                    <a:lnTo>
                      <a:pt x="13956" y="879"/>
                    </a:lnTo>
                    <a:lnTo>
                      <a:pt x="13956" y="796"/>
                    </a:lnTo>
                    <a:lnTo>
                      <a:pt x="14040" y="733"/>
                    </a:lnTo>
                    <a:lnTo>
                      <a:pt x="14061" y="670"/>
                    </a:lnTo>
                    <a:lnTo>
                      <a:pt x="13998" y="691"/>
                    </a:lnTo>
                    <a:lnTo>
                      <a:pt x="13914" y="775"/>
                    </a:lnTo>
                    <a:lnTo>
                      <a:pt x="13789" y="837"/>
                    </a:lnTo>
                    <a:lnTo>
                      <a:pt x="13789" y="858"/>
                    </a:lnTo>
                    <a:lnTo>
                      <a:pt x="13705" y="879"/>
                    </a:lnTo>
                    <a:lnTo>
                      <a:pt x="13684" y="837"/>
                    </a:lnTo>
                    <a:lnTo>
                      <a:pt x="13538" y="837"/>
                    </a:lnTo>
                    <a:lnTo>
                      <a:pt x="13538" y="775"/>
                    </a:lnTo>
                    <a:lnTo>
                      <a:pt x="13475" y="649"/>
                    </a:lnTo>
                    <a:lnTo>
                      <a:pt x="13412" y="649"/>
                    </a:lnTo>
                    <a:lnTo>
                      <a:pt x="13287" y="691"/>
                    </a:lnTo>
                    <a:lnTo>
                      <a:pt x="13182" y="670"/>
                    </a:lnTo>
                    <a:lnTo>
                      <a:pt x="13119" y="691"/>
                    </a:lnTo>
                    <a:lnTo>
                      <a:pt x="13077" y="628"/>
                    </a:lnTo>
                    <a:lnTo>
                      <a:pt x="13015" y="628"/>
                    </a:lnTo>
                    <a:lnTo>
                      <a:pt x="12973" y="482"/>
                    </a:lnTo>
                    <a:lnTo>
                      <a:pt x="12847" y="545"/>
                    </a:lnTo>
                    <a:lnTo>
                      <a:pt x="12701" y="524"/>
                    </a:lnTo>
                    <a:lnTo>
                      <a:pt x="12575" y="461"/>
                    </a:lnTo>
                    <a:lnTo>
                      <a:pt x="12575" y="377"/>
                    </a:lnTo>
                    <a:lnTo>
                      <a:pt x="12491" y="273"/>
                    </a:lnTo>
                    <a:lnTo>
                      <a:pt x="12450" y="273"/>
                    </a:lnTo>
                    <a:lnTo>
                      <a:pt x="12450" y="335"/>
                    </a:lnTo>
                    <a:lnTo>
                      <a:pt x="12282" y="377"/>
                    </a:lnTo>
                    <a:lnTo>
                      <a:pt x="12240" y="273"/>
                    </a:lnTo>
                    <a:lnTo>
                      <a:pt x="12136" y="252"/>
                    </a:lnTo>
                    <a:lnTo>
                      <a:pt x="11968" y="168"/>
                    </a:lnTo>
                    <a:lnTo>
                      <a:pt x="11968" y="210"/>
                    </a:lnTo>
                    <a:lnTo>
                      <a:pt x="11906" y="147"/>
                    </a:lnTo>
                    <a:lnTo>
                      <a:pt x="11801" y="231"/>
                    </a:lnTo>
                    <a:lnTo>
                      <a:pt x="11906" y="314"/>
                    </a:lnTo>
                    <a:lnTo>
                      <a:pt x="11864" y="335"/>
                    </a:lnTo>
                    <a:lnTo>
                      <a:pt x="11968" y="356"/>
                    </a:lnTo>
                    <a:lnTo>
                      <a:pt x="12073" y="335"/>
                    </a:lnTo>
                    <a:lnTo>
                      <a:pt x="12240" y="461"/>
                    </a:lnTo>
                    <a:lnTo>
                      <a:pt x="12240" y="545"/>
                    </a:lnTo>
                    <a:lnTo>
                      <a:pt x="12261" y="733"/>
                    </a:lnTo>
                    <a:lnTo>
                      <a:pt x="12136" y="733"/>
                    </a:lnTo>
                    <a:lnTo>
                      <a:pt x="12115" y="858"/>
                    </a:lnTo>
                    <a:lnTo>
                      <a:pt x="12052" y="775"/>
                    </a:lnTo>
                    <a:lnTo>
                      <a:pt x="11968" y="754"/>
                    </a:lnTo>
                    <a:lnTo>
                      <a:pt x="11864" y="837"/>
                    </a:lnTo>
                    <a:lnTo>
                      <a:pt x="11550" y="837"/>
                    </a:lnTo>
                    <a:lnTo>
                      <a:pt x="11424" y="733"/>
                    </a:lnTo>
                    <a:lnTo>
                      <a:pt x="11403" y="775"/>
                    </a:lnTo>
                    <a:lnTo>
                      <a:pt x="11278" y="837"/>
                    </a:lnTo>
                    <a:lnTo>
                      <a:pt x="11299" y="942"/>
                    </a:lnTo>
                    <a:lnTo>
                      <a:pt x="11194" y="900"/>
                    </a:lnTo>
                    <a:lnTo>
                      <a:pt x="11215" y="1068"/>
                    </a:lnTo>
                    <a:lnTo>
                      <a:pt x="11173" y="1005"/>
                    </a:lnTo>
                    <a:lnTo>
                      <a:pt x="11027" y="963"/>
                    </a:lnTo>
                    <a:lnTo>
                      <a:pt x="10985" y="1047"/>
                    </a:lnTo>
                    <a:lnTo>
                      <a:pt x="11027" y="1109"/>
                    </a:lnTo>
                    <a:lnTo>
                      <a:pt x="11027" y="1172"/>
                    </a:lnTo>
                    <a:lnTo>
                      <a:pt x="10880" y="1109"/>
                    </a:lnTo>
                    <a:lnTo>
                      <a:pt x="10818" y="1193"/>
                    </a:lnTo>
                    <a:lnTo>
                      <a:pt x="10880" y="1256"/>
                    </a:lnTo>
                    <a:lnTo>
                      <a:pt x="10797" y="1298"/>
                    </a:lnTo>
                    <a:lnTo>
                      <a:pt x="10713" y="1361"/>
                    </a:lnTo>
                    <a:lnTo>
                      <a:pt x="10713" y="1402"/>
                    </a:lnTo>
                    <a:lnTo>
                      <a:pt x="10797" y="1507"/>
                    </a:lnTo>
                    <a:lnTo>
                      <a:pt x="10818" y="1570"/>
                    </a:lnTo>
                    <a:lnTo>
                      <a:pt x="10818" y="1570"/>
                    </a:lnTo>
                    <a:lnTo>
                      <a:pt x="10713" y="1507"/>
                    </a:lnTo>
                    <a:lnTo>
                      <a:pt x="10650" y="1591"/>
                    </a:lnTo>
                    <a:lnTo>
                      <a:pt x="10546" y="1591"/>
                    </a:lnTo>
                    <a:lnTo>
                      <a:pt x="10462" y="1737"/>
                    </a:lnTo>
                    <a:lnTo>
                      <a:pt x="10357" y="1925"/>
                    </a:lnTo>
                    <a:lnTo>
                      <a:pt x="10274" y="1946"/>
                    </a:lnTo>
                    <a:lnTo>
                      <a:pt x="10253" y="2114"/>
                    </a:lnTo>
                    <a:lnTo>
                      <a:pt x="10148" y="2156"/>
                    </a:lnTo>
                    <a:lnTo>
                      <a:pt x="10232" y="2239"/>
                    </a:lnTo>
                    <a:lnTo>
                      <a:pt x="10441" y="2260"/>
                    </a:lnTo>
                    <a:lnTo>
                      <a:pt x="10357" y="2302"/>
                    </a:lnTo>
                    <a:lnTo>
                      <a:pt x="10294" y="2365"/>
                    </a:lnTo>
                    <a:lnTo>
                      <a:pt x="10546" y="2449"/>
                    </a:lnTo>
                    <a:lnTo>
                      <a:pt x="10462" y="2511"/>
                    </a:lnTo>
                    <a:lnTo>
                      <a:pt x="10294" y="2469"/>
                    </a:lnTo>
                    <a:lnTo>
                      <a:pt x="10253" y="2407"/>
                    </a:lnTo>
                    <a:lnTo>
                      <a:pt x="10253" y="2407"/>
                    </a:lnTo>
                    <a:lnTo>
                      <a:pt x="10274" y="2469"/>
                    </a:lnTo>
                    <a:lnTo>
                      <a:pt x="10357" y="2553"/>
                    </a:lnTo>
                    <a:lnTo>
                      <a:pt x="10357" y="2679"/>
                    </a:lnTo>
                    <a:lnTo>
                      <a:pt x="10462" y="2825"/>
                    </a:lnTo>
                    <a:lnTo>
                      <a:pt x="10294" y="2679"/>
                    </a:lnTo>
                    <a:lnTo>
                      <a:pt x="10232" y="2532"/>
                    </a:lnTo>
                    <a:lnTo>
                      <a:pt x="10127" y="2511"/>
                    </a:lnTo>
                    <a:lnTo>
                      <a:pt x="10085" y="2574"/>
                    </a:lnTo>
                    <a:lnTo>
                      <a:pt x="10064" y="2658"/>
                    </a:lnTo>
                    <a:lnTo>
                      <a:pt x="10043" y="2574"/>
                    </a:lnTo>
                    <a:lnTo>
                      <a:pt x="9813" y="2428"/>
                    </a:lnTo>
                    <a:lnTo>
                      <a:pt x="9625" y="2449"/>
                    </a:lnTo>
                    <a:lnTo>
                      <a:pt x="9667" y="2511"/>
                    </a:lnTo>
                    <a:lnTo>
                      <a:pt x="9625" y="2574"/>
                    </a:lnTo>
                    <a:lnTo>
                      <a:pt x="9562" y="2532"/>
                    </a:lnTo>
                    <a:lnTo>
                      <a:pt x="9520" y="2532"/>
                    </a:lnTo>
                    <a:lnTo>
                      <a:pt x="9458" y="2574"/>
                    </a:lnTo>
                    <a:lnTo>
                      <a:pt x="9541" y="2721"/>
                    </a:lnTo>
                    <a:lnTo>
                      <a:pt x="9520" y="2762"/>
                    </a:lnTo>
                    <a:lnTo>
                      <a:pt x="9499" y="2721"/>
                    </a:lnTo>
                    <a:lnTo>
                      <a:pt x="9437" y="2741"/>
                    </a:lnTo>
                    <a:lnTo>
                      <a:pt x="9437" y="2783"/>
                    </a:lnTo>
                    <a:lnTo>
                      <a:pt x="9332" y="2846"/>
                    </a:lnTo>
                    <a:lnTo>
                      <a:pt x="9186" y="2888"/>
                    </a:lnTo>
                    <a:lnTo>
                      <a:pt x="9311" y="2825"/>
                    </a:lnTo>
                    <a:lnTo>
                      <a:pt x="9395" y="2721"/>
                    </a:lnTo>
                    <a:lnTo>
                      <a:pt x="9395" y="2532"/>
                    </a:lnTo>
                    <a:lnTo>
                      <a:pt x="9458" y="2428"/>
                    </a:lnTo>
                    <a:lnTo>
                      <a:pt x="9416" y="2344"/>
                    </a:lnTo>
                    <a:lnTo>
                      <a:pt x="9311" y="2323"/>
                    </a:lnTo>
                    <a:lnTo>
                      <a:pt x="9144" y="2030"/>
                    </a:lnTo>
                    <a:lnTo>
                      <a:pt x="9081" y="1905"/>
                    </a:lnTo>
                    <a:lnTo>
                      <a:pt x="8893" y="1842"/>
                    </a:lnTo>
                    <a:lnTo>
                      <a:pt x="8788" y="1800"/>
                    </a:lnTo>
                    <a:lnTo>
                      <a:pt x="8725" y="1821"/>
                    </a:lnTo>
                    <a:lnTo>
                      <a:pt x="8788" y="1884"/>
                    </a:lnTo>
                    <a:lnTo>
                      <a:pt x="8704" y="1905"/>
                    </a:lnTo>
                    <a:lnTo>
                      <a:pt x="8621" y="2030"/>
                    </a:lnTo>
                    <a:lnTo>
                      <a:pt x="8558" y="2009"/>
                    </a:lnTo>
                    <a:lnTo>
                      <a:pt x="8579" y="1946"/>
                    </a:lnTo>
                    <a:lnTo>
                      <a:pt x="8474" y="1988"/>
                    </a:lnTo>
                    <a:lnTo>
                      <a:pt x="8453" y="2051"/>
                    </a:lnTo>
                    <a:lnTo>
                      <a:pt x="8370" y="1884"/>
                    </a:lnTo>
                    <a:lnTo>
                      <a:pt x="8307" y="1884"/>
                    </a:lnTo>
                    <a:lnTo>
                      <a:pt x="8286" y="1946"/>
                    </a:lnTo>
                    <a:lnTo>
                      <a:pt x="8370" y="2009"/>
                    </a:lnTo>
                    <a:lnTo>
                      <a:pt x="8265" y="2093"/>
                    </a:lnTo>
                    <a:lnTo>
                      <a:pt x="8202" y="2218"/>
                    </a:lnTo>
                    <a:lnTo>
                      <a:pt x="8265" y="2260"/>
                    </a:lnTo>
                    <a:lnTo>
                      <a:pt x="8139" y="2344"/>
                    </a:lnTo>
                    <a:lnTo>
                      <a:pt x="8077" y="2260"/>
                    </a:lnTo>
                    <a:lnTo>
                      <a:pt x="8035" y="2260"/>
                    </a:lnTo>
                    <a:lnTo>
                      <a:pt x="7993" y="2197"/>
                    </a:lnTo>
                    <a:lnTo>
                      <a:pt x="8077" y="2114"/>
                    </a:lnTo>
                    <a:lnTo>
                      <a:pt x="7993" y="2114"/>
                    </a:lnTo>
                    <a:lnTo>
                      <a:pt x="7951" y="2239"/>
                    </a:lnTo>
                    <a:lnTo>
                      <a:pt x="7846" y="2260"/>
                    </a:lnTo>
                    <a:lnTo>
                      <a:pt x="7784" y="2323"/>
                    </a:lnTo>
                    <a:lnTo>
                      <a:pt x="7763" y="2449"/>
                    </a:lnTo>
                    <a:lnTo>
                      <a:pt x="7951" y="2511"/>
                    </a:lnTo>
                    <a:lnTo>
                      <a:pt x="7784" y="2637"/>
                    </a:lnTo>
                    <a:lnTo>
                      <a:pt x="7679" y="2574"/>
                    </a:lnTo>
                    <a:lnTo>
                      <a:pt x="7533" y="2658"/>
                    </a:lnTo>
                    <a:lnTo>
                      <a:pt x="7554" y="2741"/>
                    </a:lnTo>
                    <a:lnTo>
                      <a:pt x="7742" y="2762"/>
                    </a:lnTo>
                    <a:lnTo>
                      <a:pt x="7658" y="2846"/>
                    </a:lnTo>
                    <a:lnTo>
                      <a:pt x="7574" y="2867"/>
                    </a:lnTo>
                    <a:lnTo>
                      <a:pt x="7470" y="2741"/>
                    </a:lnTo>
                    <a:lnTo>
                      <a:pt x="7365" y="2846"/>
                    </a:lnTo>
                    <a:lnTo>
                      <a:pt x="7261" y="2867"/>
                    </a:lnTo>
                    <a:lnTo>
                      <a:pt x="7302" y="2951"/>
                    </a:lnTo>
                    <a:lnTo>
                      <a:pt x="7323" y="3034"/>
                    </a:lnTo>
                    <a:lnTo>
                      <a:pt x="7323" y="3097"/>
                    </a:lnTo>
                    <a:lnTo>
                      <a:pt x="7407" y="3076"/>
                    </a:lnTo>
                    <a:lnTo>
                      <a:pt x="7323" y="3181"/>
                    </a:lnTo>
                    <a:lnTo>
                      <a:pt x="7365" y="3286"/>
                    </a:lnTo>
                    <a:lnTo>
                      <a:pt x="7261" y="3306"/>
                    </a:lnTo>
                    <a:lnTo>
                      <a:pt x="7219" y="3390"/>
                    </a:lnTo>
                    <a:lnTo>
                      <a:pt x="7407" y="3453"/>
                    </a:lnTo>
                    <a:lnTo>
                      <a:pt x="7302" y="3495"/>
                    </a:lnTo>
                    <a:lnTo>
                      <a:pt x="7261" y="3558"/>
                    </a:lnTo>
                    <a:lnTo>
                      <a:pt x="7135" y="3516"/>
                    </a:lnTo>
                    <a:lnTo>
                      <a:pt x="7093" y="3453"/>
                    </a:lnTo>
                    <a:lnTo>
                      <a:pt x="7009" y="3390"/>
                    </a:lnTo>
                    <a:lnTo>
                      <a:pt x="6905" y="3474"/>
                    </a:lnTo>
                    <a:lnTo>
                      <a:pt x="6884" y="3369"/>
                    </a:lnTo>
                    <a:lnTo>
                      <a:pt x="6779" y="3306"/>
                    </a:lnTo>
                    <a:lnTo>
                      <a:pt x="6696" y="3369"/>
                    </a:lnTo>
                    <a:lnTo>
                      <a:pt x="6821" y="3474"/>
                    </a:lnTo>
                    <a:lnTo>
                      <a:pt x="6779" y="3495"/>
                    </a:lnTo>
                    <a:lnTo>
                      <a:pt x="6717" y="3599"/>
                    </a:lnTo>
                    <a:lnTo>
                      <a:pt x="6821" y="3704"/>
                    </a:lnTo>
                    <a:lnTo>
                      <a:pt x="6947" y="3704"/>
                    </a:lnTo>
                    <a:lnTo>
                      <a:pt x="6905" y="3809"/>
                    </a:lnTo>
                    <a:lnTo>
                      <a:pt x="6905" y="3913"/>
                    </a:lnTo>
                    <a:lnTo>
                      <a:pt x="6842" y="3871"/>
                    </a:lnTo>
                    <a:lnTo>
                      <a:pt x="6779" y="3871"/>
                    </a:lnTo>
                    <a:lnTo>
                      <a:pt x="6800" y="3997"/>
                    </a:lnTo>
                    <a:lnTo>
                      <a:pt x="6737" y="4122"/>
                    </a:lnTo>
                    <a:lnTo>
                      <a:pt x="6737" y="4248"/>
                    </a:lnTo>
                    <a:lnTo>
                      <a:pt x="6570" y="3871"/>
                    </a:lnTo>
                    <a:lnTo>
                      <a:pt x="6424" y="3620"/>
                    </a:lnTo>
                    <a:lnTo>
                      <a:pt x="6382" y="3558"/>
                    </a:lnTo>
                    <a:lnTo>
                      <a:pt x="6403" y="3390"/>
                    </a:lnTo>
                    <a:lnTo>
                      <a:pt x="6361" y="3474"/>
                    </a:lnTo>
                    <a:lnTo>
                      <a:pt x="6214" y="3558"/>
                    </a:lnTo>
                    <a:lnTo>
                      <a:pt x="6193" y="3704"/>
                    </a:lnTo>
                    <a:lnTo>
                      <a:pt x="6110" y="3725"/>
                    </a:lnTo>
                    <a:lnTo>
                      <a:pt x="6089" y="3809"/>
                    </a:lnTo>
                    <a:lnTo>
                      <a:pt x="5984" y="3788"/>
                    </a:lnTo>
                    <a:lnTo>
                      <a:pt x="5901" y="3892"/>
                    </a:lnTo>
                    <a:lnTo>
                      <a:pt x="5838" y="3976"/>
                    </a:lnTo>
                    <a:lnTo>
                      <a:pt x="5859" y="4102"/>
                    </a:lnTo>
                    <a:lnTo>
                      <a:pt x="5859" y="4415"/>
                    </a:lnTo>
                    <a:lnTo>
                      <a:pt x="5901" y="4436"/>
                    </a:lnTo>
                    <a:lnTo>
                      <a:pt x="5901" y="4541"/>
                    </a:lnTo>
                    <a:lnTo>
                      <a:pt x="5796" y="4604"/>
                    </a:lnTo>
                    <a:lnTo>
                      <a:pt x="5733" y="4708"/>
                    </a:lnTo>
                    <a:lnTo>
                      <a:pt x="5566" y="4750"/>
                    </a:lnTo>
                    <a:lnTo>
                      <a:pt x="5587" y="4834"/>
                    </a:lnTo>
                    <a:lnTo>
                      <a:pt x="5461" y="4918"/>
                    </a:lnTo>
                    <a:lnTo>
                      <a:pt x="5461" y="5064"/>
                    </a:lnTo>
                    <a:lnTo>
                      <a:pt x="5377" y="5127"/>
                    </a:lnTo>
                    <a:lnTo>
                      <a:pt x="5210" y="5378"/>
                    </a:lnTo>
                    <a:lnTo>
                      <a:pt x="4854" y="5587"/>
                    </a:lnTo>
                    <a:lnTo>
                      <a:pt x="4561" y="5608"/>
                    </a:lnTo>
                    <a:lnTo>
                      <a:pt x="4436" y="5650"/>
                    </a:lnTo>
                    <a:lnTo>
                      <a:pt x="4268" y="5671"/>
                    </a:lnTo>
                    <a:lnTo>
                      <a:pt x="4122" y="5692"/>
                    </a:lnTo>
                    <a:lnTo>
                      <a:pt x="3996" y="5671"/>
                    </a:lnTo>
                    <a:lnTo>
                      <a:pt x="3808" y="5754"/>
                    </a:lnTo>
                    <a:lnTo>
                      <a:pt x="3787" y="5859"/>
                    </a:lnTo>
                    <a:lnTo>
                      <a:pt x="3683" y="5901"/>
                    </a:lnTo>
                    <a:lnTo>
                      <a:pt x="3285" y="5880"/>
                    </a:lnTo>
                    <a:lnTo>
                      <a:pt x="3222" y="5922"/>
                    </a:lnTo>
                    <a:lnTo>
                      <a:pt x="3160" y="6027"/>
                    </a:lnTo>
                    <a:lnTo>
                      <a:pt x="2929" y="6131"/>
                    </a:lnTo>
                    <a:lnTo>
                      <a:pt x="2762" y="6131"/>
                    </a:lnTo>
                    <a:lnTo>
                      <a:pt x="2657" y="6089"/>
                    </a:lnTo>
                    <a:lnTo>
                      <a:pt x="2553" y="6110"/>
                    </a:lnTo>
                    <a:lnTo>
                      <a:pt x="2532" y="6027"/>
                    </a:lnTo>
                    <a:lnTo>
                      <a:pt x="2427" y="6089"/>
                    </a:lnTo>
                    <a:lnTo>
                      <a:pt x="2344" y="6215"/>
                    </a:lnTo>
                    <a:lnTo>
                      <a:pt x="2113" y="6278"/>
                    </a:lnTo>
                    <a:lnTo>
                      <a:pt x="2092" y="6319"/>
                    </a:lnTo>
                    <a:lnTo>
                      <a:pt x="2009" y="6319"/>
                    </a:lnTo>
                    <a:lnTo>
                      <a:pt x="1820" y="6487"/>
                    </a:lnTo>
                    <a:lnTo>
                      <a:pt x="1569" y="6612"/>
                    </a:lnTo>
                    <a:lnTo>
                      <a:pt x="1255" y="6717"/>
                    </a:lnTo>
                    <a:lnTo>
                      <a:pt x="1088" y="6905"/>
                    </a:lnTo>
                    <a:lnTo>
                      <a:pt x="1088" y="7115"/>
                    </a:lnTo>
                    <a:lnTo>
                      <a:pt x="963" y="7219"/>
                    </a:lnTo>
                    <a:lnTo>
                      <a:pt x="879" y="7156"/>
                    </a:lnTo>
                    <a:lnTo>
                      <a:pt x="900" y="7073"/>
                    </a:lnTo>
                    <a:lnTo>
                      <a:pt x="900" y="7010"/>
                    </a:lnTo>
                    <a:lnTo>
                      <a:pt x="963" y="6843"/>
                    </a:lnTo>
                    <a:lnTo>
                      <a:pt x="963" y="6738"/>
                    </a:lnTo>
                    <a:lnTo>
                      <a:pt x="774" y="6863"/>
                    </a:lnTo>
                    <a:lnTo>
                      <a:pt x="732" y="7052"/>
                    </a:lnTo>
                    <a:lnTo>
                      <a:pt x="607" y="7282"/>
                    </a:lnTo>
                    <a:lnTo>
                      <a:pt x="711" y="7470"/>
                    </a:lnTo>
                    <a:lnTo>
                      <a:pt x="628" y="7638"/>
                    </a:lnTo>
                    <a:lnTo>
                      <a:pt x="649" y="7889"/>
                    </a:lnTo>
                    <a:lnTo>
                      <a:pt x="419" y="8161"/>
                    </a:lnTo>
                    <a:lnTo>
                      <a:pt x="335" y="8537"/>
                    </a:lnTo>
                    <a:lnTo>
                      <a:pt x="377" y="8726"/>
                    </a:lnTo>
                    <a:lnTo>
                      <a:pt x="356" y="9019"/>
                    </a:lnTo>
                    <a:lnTo>
                      <a:pt x="565" y="9353"/>
                    </a:lnTo>
                    <a:lnTo>
                      <a:pt x="565" y="9479"/>
                    </a:lnTo>
                    <a:lnTo>
                      <a:pt x="649" y="9584"/>
                    </a:lnTo>
                    <a:lnTo>
                      <a:pt x="565" y="9751"/>
                    </a:lnTo>
                    <a:lnTo>
                      <a:pt x="628" y="9897"/>
                    </a:lnTo>
                    <a:lnTo>
                      <a:pt x="502" y="9960"/>
                    </a:lnTo>
                    <a:lnTo>
                      <a:pt x="439" y="9856"/>
                    </a:lnTo>
                    <a:lnTo>
                      <a:pt x="439" y="9667"/>
                    </a:lnTo>
                    <a:lnTo>
                      <a:pt x="356" y="9772"/>
                    </a:lnTo>
                    <a:lnTo>
                      <a:pt x="335" y="9730"/>
                    </a:lnTo>
                    <a:lnTo>
                      <a:pt x="335" y="9542"/>
                    </a:lnTo>
                    <a:lnTo>
                      <a:pt x="230" y="9312"/>
                    </a:lnTo>
                    <a:lnTo>
                      <a:pt x="147" y="9416"/>
                    </a:lnTo>
                    <a:lnTo>
                      <a:pt x="188" y="9667"/>
                    </a:lnTo>
                    <a:lnTo>
                      <a:pt x="335" y="9835"/>
                    </a:lnTo>
                    <a:lnTo>
                      <a:pt x="439" y="10023"/>
                    </a:lnTo>
                    <a:lnTo>
                      <a:pt x="293" y="10065"/>
                    </a:lnTo>
                    <a:lnTo>
                      <a:pt x="147" y="9897"/>
                    </a:lnTo>
                    <a:lnTo>
                      <a:pt x="126" y="9688"/>
                    </a:lnTo>
                    <a:lnTo>
                      <a:pt x="84" y="9772"/>
                    </a:lnTo>
                    <a:lnTo>
                      <a:pt x="0" y="9835"/>
                    </a:lnTo>
                    <a:lnTo>
                      <a:pt x="105" y="10002"/>
                    </a:lnTo>
                    <a:lnTo>
                      <a:pt x="314" y="10253"/>
                    </a:lnTo>
                    <a:lnTo>
                      <a:pt x="419" y="10588"/>
                    </a:lnTo>
                    <a:lnTo>
                      <a:pt x="377" y="11153"/>
                    </a:lnTo>
                    <a:lnTo>
                      <a:pt x="460" y="11257"/>
                    </a:lnTo>
                    <a:lnTo>
                      <a:pt x="544" y="11592"/>
                    </a:lnTo>
                    <a:lnTo>
                      <a:pt x="711" y="12032"/>
                    </a:lnTo>
                    <a:lnTo>
                      <a:pt x="649" y="12178"/>
                    </a:lnTo>
                    <a:lnTo>
                      <a:pt x="670" y="12827"/>
                    </a:lnTo>
                    <a:lnTo>
                      <a:pt x="649" y="12910"/>
                    </a:lnTo>
                    <a:lnTo>
                      <a:pt x="711" y="13099"/>
                    </a:lnTo>
                    <a:lnTo>
                      <a:pt x="711" y="13308"/>
                    </a:lnTo>
                    <a:lnTo>
                      <a:pt x="837" y="13559"/>
                    </a:lnTo>
                    <a:lnTo>
                      <a:pt x="837" y="13726"/>
                    </a:lnTo>
                    <a:lnTo>
                      <a:pt x="732" y="13810"/>
                    </a:lnTo>
                    <a:lnTo>
                      <a:pt x="774" y="13852"/>
                    </a:lnTo>
                    <a:lnTo>
                      <a:pt x="732" y="14019"/>
                    </a:lnTo>
                    <a:lnTo>
                      <a:pt x="711" y="14270"/>
                    </a:lnTo>
                    <a:lnTo>
                      <a:pt x="628" y="14354"/>
                    </a:lnTo>
                    <a:lnTo>
                      <a:pt x="649" y="14438"/>
                    </a:lnTo>
                    <a:lnTo>
                      <a:pt x="628" y="14584"/>
                    </a:lnTo>
                    <a:lnTo>
                      <a:pt x="523" y="14668"/>
                    </a:lnTo>
                    <a:lnTo>
                      <a:pt x="544" y="14793"/>
                    </a:lnTo>
                    <a:lnTo>
                      <a:pt x="335" y="14961"/>
                    </a:lnTo>
                    <a:lnTo>
                      <a:pt x="251" y="14877"/>
                    </a:lnTo>
                    <a:lnTo>
                      <a:pt x="126" y="15086"/>
                    </a:lnTo>
                    <a:lnTo>
                      <a:pt x="126" y="15442"/>
                    </a:lnTo>
                    <a:lnTo>
                      <a:pt x="209" y="15526"/>
                    </a:lnTo>
                    <a:lnTo>
                      <a:pt x="293" y="15526"/>
                    </a:lnTo>
                    <a:lnTo>
                      <a:pt x="544" y="15756"/>
                    </a:lnTo>
                    <a:lnTo>
                      <a:pt x="544" y="15861"/>
                    </a:lnTo>
                    <a:lnTo>
                      <a:pt x="565" y="15923"/>
                    </a:lnTo>
                    <a:lnTo>
                      <a:pt x="711" y="15944"/>
                    </a:lnTo>
                    <a:lnTo>
                      <a:pt x="753" y="16007"/>
                    </a:lnTo>
                    <a:lnTo>
                      <a:pt x="942" y="16028"/>
                    </a:lnTo>
                    <a:lnTo>
                      <a:pt x="983" y="16028"/>
                    </a:lnTo>
                    <a:lnTo>
                      <a:pt x="1025" y="16070"/>
                    </a:lnTo>
                    <a:lnTo>
                      <a:pt x="1151" y="16070"/>
                    </a:lnTo>
                    <a:lnTo>
                      <a:pt x="1297" y="16049"/>
                    </a:lnTo>
                    <a:lnTo>
                      <a:pt x="1339" y="16133"/>
                    </a:lnTo>
                    <a:lnTo>
                      <a:pt x="1402" y="16070"/>
                    </a:lnTo>
                    <a:lnTo>
                      <a:pt x="1423" y="16112"/>
                    </a:lnTo>
                    <a:lnTo>
                      <a:pt x="1611" y="16070"/>
                    </a:lnTo>
                    <a:lnTo>
                      <a:pt x="1758" y="16070"/>
                    </a:lnTo>
                    <a:lnTo>
                      <a:pt x="1779" y="16007"/>
                    </a:lnTo>
                    <a:lnTo>
                      <a:pt x="1862" y="15965"/>
                    </a:lnTo>
                    <a:lnTo>
                      <a:pt x="1946" y="15840"/>
                    </a:lnTo>
                    <a:lnTo>
                      <a:pt x="2113" y="15861"/>
                    </a:lnTo>
                    <a:lnTo>
                      <a:pt x="2113" y="15756"/>
                    </a:lnTo>
                    <a:lnTo>
                      <a:pt x="2218" y="15693"/>
                    </a:lnTo>
                    <a:lnTo>
                      <a:pt x="2323" y="15693"/>
                    </a:lnTo>
                    <a:lnTo>
                      <a:pt x="2406" y="15777"/>
                    </a:lnTo>
                    <a:lnTo>
                      <a:pt x="2511" y="15651"/>
                    </a:lnTo>
                    <a:lnTo>
                      <a:pt x="2532" y="15693"/>
                    </a:lnTo>
                    <a:lnTo>
                      <a:pt x="2616" y="15651"/>
                    </a:lnTo>
                    <a:lnTo>
                      <a:pt x="2636" y="15526"/>
                    </a:lnTo>
                    <a:lnTo>
                      <a:pt x="2950" y="15317"/>
                    </a:lnTo>
                    <a:lnTo>
                      <a:pt x="3076" y="15338"/>
                    </a:lnTo>
                    <a:lnTo>
                      <a:pt x="3160" y="15379"/>
                    </a:lnTo>
                    <a:lnTo>
                      <a:pt x="3264" y="15317"/>
                    </a:lnTo>
                    <a:lnTo>
                      <a:pt x="3557" y="15233"/>
                    </a:lnTo>
                    <a:lnTo>
                      <a:pt x="3599" y="15317"/>
                    </a:lnTo>
                    <a:lnTo>
                      <a:pt x="3787" y="15254"/>
                    </a:lnTo>
                    <a:lnTo>
                      <a:pt x="3850" y="15296"/>
                    </a:lnTo>
                    <a:lnTo>
                      <a:pt x="3955" y="15317"/>
                    </a:lnTo>
                    <a:lnTo>
                      <a:pt x="4038" y="15254"/>
                    </a:lnTo>
                    <a:lnTo>
                      <a:pt x="4101" y="15400"/>
                    </a:lnTo>
                    <a:lnTo>
                      <a:pt x="4185" y="15400"/>
                    </a:lnTo>
                    <a:lnTo>
                      <a:pt x="4268" y="15338"/>
                    </a:lnTo>
                    <a:lnTo>
                      <a:pt x="4310" y="15400"/>
                    </a:lnTo>
                    <a:lnTo>
                      <a:pt x="4415" y="15338"/>
                    </a:lnTo>
                    <a:lnTo>
                      <a:pt x="4624" y="15338"/>
                    </a:lnTo>
                    <a:lnTo>
                      <a:pt x="4624" y="15442"/>
                    </a:lnTo>
                    <a:lnTo>
                      <a:pt x="4645" y="15442"/>
                    </a:lnTo>
                    <a:lnTo>
                      <a:pt x="4792" y="15338"/>
                    </a:lnTo>
                    <a:lnTo>
                      <a:pt x="4917" y="15379"/>
                    </a:lnTo>
                    <a:lnTo>
                      <a:pt x="5064" y="15254"/>
                    </a:lnTo>
                    <a:lnTo>
                      <a:pt x="5126" y="15128"/>
                    </a:lnTo>
                    <a:lnTo>
                      <a:pt x="5168" y="15107"/>
                    </a:lnTo>
                    <a:lnTo>
                      <a:pt x="5315" y="14982"/>
                    </a:lnTo>
                    <a:lnTo>
                      <a:pt x="5377" y="14773"/>
                    </a:lnTo>
                    <a:lnTo>
                      <a:pt x="5524" y="14668"/>
                    </a:lnTo>
                    <a:lnTo>
                      <a:pt x="5670" y="14647"/>
                    </a:lnTo>
                    <a:lnTo>
                      <a:pt x="5754" y="14668"/>
                    </a:lnTo>
                    <a:lnTo>
                      <a:pt x="5984" y="14584"/>
                    </a:lnTo>
                    <a:lnTo>
                      <a:pt x="6277" y="14396"/>
                    </a:lnTo>
                    <a:lnTo>
                      <a:pt x="6486" y="14208"/>
                    </a:lnTo>
                    <a:lnTo>
                      <a:pt x="6570" y="14187"/>
                    </a:lnTo>
                    <a:lnTo>
                      <a:pt x="6737" y="14187"/>
                    </a:lnTo>
                    <a:lnTo>
                      <a:pt x="6905" y="14249"/>
                    </a:lnTo>
                    <a:lnTo>
                      <a:pt x="7051" y="14270"/>
                    </a:lnTo>
                    <a:lnTo>
                      <a:pt x="7198" y="14208"/>
                    </a:lnTo>
                    <a:lnTo>
                      <a:pt x="7407" y="14249"/>
                    </a:lnTo>
                    <a:lnTo>
                      <a:pt x="7742" y="14145"/>
                    </a:lnTo>
                    <a:lnTo>
                      <a:pt x="7930" y="14082"/>
                    </a:lnTo>
                    <a:lnTo>
                      <a:pt x="8056" y="13977"/>
                    </a:lnTo>
                    <a:lnTo>
                      <a:pt x="8139" y="13977"/>
                    </a:lnTo>
                    <a:lnTo>
                      <a:pt x="8307" y="13852"/>
                    </a:lnTo>
                    <a:lnTo>
                      <a:pt x="8558" y="13852"/>
                    </a:lnTo>
                    <a:lnTo>
                      <a:pt x="9186" y="13810"/>
                    </a:lnTo>
                    <a:lnTo>
                      <a:pt x="9395" y="13852"/>
                    </a:lnTo>
                    <a:lnTo>
                      <a:pt x="9520" y="13852"/>
                    </a:lnTo>
                    <a:lnTo>
                      <a:pt x="9709" y="13810"/>
                    </a:lnTo>
                    <a:lnTo>
                      <a:pt x="9834" y="13831"/>
                    </a:lnTo>
                    <a:lnTo>
                      <a:pt x="10022" y="13977"/>
                    </a:lnTo>
                    <a:lnTo>
                      <a:pt x="10148" y="14208"/>
                    </a:lnTo>
                    <a:lnTo>
                      <a:pt x="10253" y="14249"/>
                    </a:lnTo>
                    <a:lnTo>
                      <a:pt x="10336" y="14187"/>
                    </a:lnTo>
                    <a:lnTo>
                      <a:pt x="10378" y="14166"/>
                    </a:lnTo>
                    <a:lnTo>
                      <a:pt x="10441" y="14208"/>
                    </a:lnTo>
                    <a:lnTo>
                      <a:pt x="10504" y="14187"/>
                    </a:lnTo>
                    <a:lnTo>
                      <a:pt x="10650" y="14208"/>
                    </a:lnTo>
                    <a:lnTo>
                      <a:pt x="10755" y="14354"/>
                    </a:lnTo>
                    <a:lnTo>
                      <a:pt x="10880" y="14375"/>
                    </a:lnTo>
                    <a:lnTo>
                      <a:pt x="10964" y="14354"/>
                    </a:lnTo>
                    <a:lnTo>
                      <a:pt x="11194" y="14542"/>
                    </a:lnTo>
                    <a:lnTo>
                      <a:pt x="11194" y="14647"/>
                    </a:lnTo>
                    <a:lnTo>
                      <a:pt x="11278" y="14647"/>
                    </a:lnTo>
                    <a:lnTo>
                      <a:pt x="11341" y="14731"/>
                    </a:lnTo>
                    <a:lnTo>
                      <a:pt x="11320" y="14814"/>
                    </a:lnTo>
                    <a:lnTo>
                      <a:pt x="11215" y="14814"/>
                    </a:lnTo>
                    <a:lnTo>
                      <a:pt x="11194" y="14898"/>
                    </a:lnTo>
                    <a:lnTo>
                      <a:pt x="11299" y="15107"/>
                    </a:lnTo>
                    <a:lnTo>
                      <a:pt x="11403" y="15128"/>
                    </a:lnTo>
                    <a:lnTo>
                      <a:pt x="11508" y="15254"/>
                    </a:lnTo>
                    <a:lnTo>
                      <a:pt x="11550" y="15421"/>
                    </a:lnTo>
                    <a:lnTo>
                      <a:pt x="11529" y="15526"/>
                    </a:lnTo>
                    <a:lnTo>
                      <a:pt x="11655" y="15819"/>
                    </a:lnTo>
                    <a:lnTo>
                      <a:pt x="11613" y="15944"/>
                    </a:lnTo>
                    <a:lnTo>
                      <a:pt x="11655" y="16007"/>
                    </a:lnTo>
                    <a:lnTo>
                      <a:pt x="11634" y="16154"/>
                    </a:lnTo>
                    <a:lnTo>
                      <a:pt x="11613" y="16237"/>
                    </a:lnTo>
                    <a:lnTo>
                      <a:pt x="11529" y="16216"/>
                    </a:lnTo>
                    <a:lnTo>
                      <a:pt x="11508" y="16237"/>
                    </a:lnTo>
                    <a:lnTo>
                      <a:pt x="11592" y="16363"/>
                    </a:lnTo>
                    <a:lnTo>
                      <a:pt x="11655" y="16384"/>
                    </a:lnTo>
                    <a:lnTo>
                      <a:pt x="11717" y="16530"/>
                    </a:lnTo>
                    <a:lnTo>
                      <a:pt x="11822" y="16488"/>
                    </a:lnTo>
                    <a:lnTo>
                      <a:pt x="11927" y="16572"/>
                    </a:lnTo>
                    <a:lnTo>
                      <a:pt x="11927" y="16467"/>
                    </a:lnTo>
                    <a:lnTo>
                      <a:pt x="11864" y="16363"/>
                    </a:lnTo>
                    <a:lnTo>
                      <a:pt x="11927" y="16300"/>
                    </a:lnTo>
                    <a:lnTo>
                      <a:pt x="11968" y="16174"/>
                    </a:lnTo>
                    <a:lnTo>
                      <a:pt x="12073" y="16174"/>
                    </a:lnTo>
                    <a:lnTo>
                      <a:pt x="12136" y="16070"/>
                    </a:lnTo>
                    <a:lnTo>
                      <a:pt x="12240" y="16028"/>
                    </a:lnTo>
                    <a:lnTo>
                      <a:pt x="12261" y="15923"/>
                    </a:lnTo>
                    <a:lnTo>
                      <a:pt x="12366" y="15777"/>
                    </a:lnTo>
                    <a:lnTo>
                      <a:pt x="12596" y="15693"/>
                    </a:lnTo>
                    <a:lnTo>
                      <a:pt x="12638" y="15610"/>
                    </a:lnTo>
                    <a:lnTo>
                      <a:pt x="12680" y="15610"/>
                    </a:lnTo>
                    <a:lnTo>
                      <a:pt x="12868" y="15505"/>
                    </a:lnTo>
                    <a:lnTo>
                      <a:pt x="12910" y="15338"/>
                    </a:lnTo>
                    <a:lnTo>
                      <a:pt x="13077" y="15107"/>
                    </a:lnTo>
                    <a:lnTo>
                      <a:pt x="13224" y="15086"/>
                    </a:lnTo>
                    <a:lnTo>
                      <a:pt x="13307" y="14982"/>
                    </a:lnTo>
                    <a:lnTo>
                      <a:pt x="13266" y="14856"/>
                    </a:lnTo>
                    <a:lnTo>
                      <a:pt x="13287" y="14710"/>
                    </a:lnTo>
                    <a:lnTo>
                      <a:pt x="13370" y="14877"/>
                    </a:lnTo>
                    <a:lnTo>
                      <a:pt x="13370" y="15024"/>
                    </a:lnTo>
                    <a:lnTo>
                      <a:pt x="13370" y="15191"/>
                    </a:lnTo>
                    <a:lnTo>
                      <a:pt x="13287" y="15254"/>
                    </a:lnTo>
                    <a:lnTo>
                      <a:pt x="13266" y="15547"/>
                    </a:lnTo>
                    <a:lnTo>
                      <a:pt x="13015" y="15714"/>
                    </a:lnTo>
                    <a:lnTo>
                      <a:pt x="12973" y="15840"/>
                    </a:lnTo>
                    <a:lnTo>
                      <a:pt x="12910" y="15923"/>
                    </a:lnTo>
                    <a:lnTo>
                      <a:pt x="12910" y="16070"/>
                    </a:lnTo>
                    <a:lnTo>
                      <a:pt x="12784" y="16258"/>
                    </a:lnTo>
                    <a:lnTo>
                      <a:pt x="12805" y="16300"/>
                    </a:lnTo>
                    <a:lnTo>
                      <a:pt x="12743" y="16593"/>
                    </a:lnTo>
                    <a:lnTo>
                      <a:pt x="12450" y="16572"/>
                    </a:lnTo>
                    <a:lnTo>
                      <a:pt x="12387" y="16739"/>
                    </a:lnTo>
                    <a:lnTo>
                      <a:pt x="12324" y="16823"/>
                    </a:lnTo>
                    <a:lnTo>
                      <a:pt x="12324" y="16886"/>
                    </a:lnTo>
                    <a:lnTo>
                      <a:pt x="12491" y="16823"/>
                    </a:lnTo>
                    <a:lnTo>
                      <a:pt x="12659" y="16760"/>
                    </a:lnTo>
                    <a:lnTo>
                      <a:pt x="12868" y="16823"/>
                    </a:lnTo>
                    <a:lnTo>
                      <a:pt x="13056" y="16530"/>
                    </a:lnTo>
                    <a:lnTo>
                      <a:pt x="13098" y="16216"/>
                    </a:lnTo>
                    <a:lnTo>
                      <a:pt x="13266" y="16049"/>
                    </a:lnTo>
                    <a:lnTo>
                      <a:pt x="13307" y="16112"/>
                    </a:lnTo>
                    <a:lnTo>
                      <a:pt x="13307" y="16384"/>
                    </a:lnTo>
                    <a:lnTo>
                      <a:pt x="13370" y="16551"/>
                    </a:lnTo>
                    <a:lnTo>
                      <a:pt x="13307" y="16551"/>
                    </a:lnTo>
                    <a:lnTo>
                      <a:pt x="13328" y="16823"/>
                    </a:lnTo>
                    <a:lnTo>
                      <a:pt x="13203" y="17074"/>
                    </a:lnTo>
                    <a:lnTo>
                      <a:pt x="12994" y="17158"/>
                    </a:lnTo>
                    <a:lnTo>
                      <a:pt x="13015" y="17221"/>
                    </a:lnTo>
                    <a:lnTo>
                      <a:pt x="13161" y="17200"/>
                    </a:lnTo>
                    <a:lnTo>
                      <a:pt x="13307" y="17221"/>
                    </a:lnTo>
                    <a:lnTo>
                      <a:pt x="13391" y="17158"/>
                    </a:lnTo>
                    <a:lnTo>
                      <a:pt x="13496" y="17116"/>
                    </a:lnTo>
                    <a:lnTo>
                      <a:pt x="13600" y="17011"/>
                    </a:lnTo>
                    <a:lnTo>
                      <a:pt x="13705" y="17053"/>
                    </a:lnTo>
                    <a:lnTo>
                      <a:pt x="13789" y="17053"/>
                    </a:lnTo>
                    <a:lnTo>
                      <a:pt x="13705" y="17158"/>
                    </a:lnTo>
                    <a:lnTo>
                      <a:pt x="13642" y="17221"/>
                    </a:lnTo>
                    <a:lnTo>
                      <a:pt x="13538" y="17221"/>
                    </a:lnTo>
                    <a:lnTo>
                      <a:pt x="13517" y="17283"/>
                    </a:lnTo>
                    <a:lnTo>
                      <a:pt x="13621" y="17430"/>
                    </a:lnTo>
                    <a:lnTo>
                      <a:pt x="13684" y="17576"/>
                    </a:lnTo>
                    <a:lnTo>
                      <a:pt x="13747" y="17744"/>
                    </a:lnTo>
                    <a:lnTo>
                      <a:pt x="13747" y="17953"/>
                    </a:lnTo>
                    <a:lnTo>
                      <a:pt x="13726" y="18225"/>
                    </a:lnTo>
                    <a:lnTo>
                      <a:pt x="13600" y="18371"/>
                    </a:lnTo>
                    <a:lnTo>
                      <a:pt x="13621" y="18455"/>
                    </a:lnTo>
                    <a:lnTo>
                      <a:pt x="13600" y="18664"/>
                    </a:lnTo>
                    <a:lnTo>
                      <a:pt x="13705" y="18748"/>
                    </a:lnTo>
                    <a:lnTo>
                      <a:pt x="13789" y="18895"/>
                    </a:lnTo>
                    <a:lnTo>
                      <a:pt x="13810" y="19083"/>
                    </a:lnTo>
                    <a:lnTo>
                      <a:pt x="14019" y="19355"/>
                    </a:lnTo>
                    <a:lnTo>
                      <a:pt x="14165" y="19397"/>
                    </a:lnTo>
                    <a:lnTo>
                      <a:pt x="14270" y="19480"/>
                    </a:lnTo>
                    <a:lnTo>
                      <a:pt x="14333" y="19606"/>
                    </a:lnTo>
                    <a:lnTo>
                      <a:pt x="14437" y="19627"/>
                    </a:lnTo>
                    <a:lnTo>
                      <a:pt x="14458" y="19585"/>
                    </a:lnTo>
                    <a:lnTo>
                      <a:pt x="14542" y="19564"/>
                    </a:lnTo>
                    <a:lnTo>
                      <a:pt x="14688" y="19585"/>
                    </a:lnTo>
                    <a:lnTo>
                      <a:pt x="14835" y="19731"/>
                    </a:lnTo>
                    <a:lnTo>
                      <a:pt x="14960" y="19773"/>
                    </a:lnTo>
                    <a:lnTo>
                      <a:pt x="15086" y="19899"/>
                    </a:lnTo>
                    <a:lnTo>
                      <a:pt x="15107" y="20003"/>
                    </a:lnTo>
                    <a:lnTo>
                      <a:pt x="15212" y="20045"/>
                    </a:lnTo>
                    <a:lnTo>
                      <a:pt x="15358" y="20192"/>
                    </a:lnTo>
                    <a:lnTo>
                      <a:pt x="15421" y="20192"/>
                    </a:lnTo>
                    <a:lnTo>
                      <a:pt x="15463" y="20108"/>
                    </a:lnTo>
                    <a:lnTo>
                      <a:pt x="15693" y="20003"/>
                    </a:lnTo>
                    <a:lnTo>
                      <a:pt x="15776" y="19899"/>
                    </a:lnTo>
                    <a:lnTo>
                      <a:pt x="15902" y="19899"/>
                    </a:lnTo>
                    <a:lnTo>
                      <a:pt x="16048" y="19773"/>
                    </a:lnTo>
                    <a:lnTo>
                      <a:pt x="16153" y="19773"/>
                    </a:lnTo>
                    <a:lnTo>
                      <a:pt x="16195" y="19711"/>
                    </a:lnTo>
                    <a:lnTo>
                      <a:pt x="16153" y="19669"/>
                    </a:lnTo>
                    <a:lnTo>
                      <a:pt x="16048" y="19627"/>
                    </a:lnTo>
                    <a:lnTo>
                      <a:pt x="16090" y="19564"/>
                    </a:lnTo>
                    <a:lnTo>
                      <a:pt x="16320" y="19397"/>
                    </a:lnTo>
                    <a:lnTo>
                      <a:pt x="16509" y="19522"/>
                    </a:lnTo>
                    <a:lnTo>
                      <a:pt x="16509" y="19669"/>
                    </a:lnTo>
                    <a:lnTo>
                      <a:pt x="16258" y="19794"/>
                    </a:lnTo>
                    <a:lnTo>
                      <a:pt x="16320" y="19899"/>
                    </a:lnTo>
                    <a:lnTo>
                      <a:pt x="16404" y="19920"/>
                    </a:lnTo>
                    <a:lnTo>
                      <a:pt x="16467" y="19815"/>
                    </a:lnTo>
                    <a:lnTo>
                      <a:pt x="16572" y="19731"/>
                    </a:lnTo>
                    <a:lnTo>
                      <a:pt x="16676" y="19815"/>
                    </a:lnTo>
                    <a:lnTo>
                      <a:pt x="16676" y="19920"/>
                    </a:lnTo>
                    <a:lnTo>
                      <a:pt x="16613" y="19920"/>
                    </a:lnTo>
                    <a:lnTo>
                      <a:pt x="16509" y="20003"/>
                    </a:lnTo>
                    <a:lnTo>
                      <a:pt x="16655" y="20192"/>
                    </a:lnTo>
                    <a:lnTo>
                      <a:pt x="16676" y="20401"/>
                    </a:lnTo>
                    <a:lnTo>
                      <a:pt x="16760" y="20338"/>
                    </a:lnTo>
                    <a:lnTo>
                      <a:pt x="16844" y="20359"/>
                    </a:lnTo>
                    <a:lnTo>
                      <a:pt x="16844" y="20464"/>
                    </a:lnTo>
                    <a:lnTo>
                      <a:pt x="16927" y="20610"/>
                    </a:lnTo>
                    <a:lnTo>
                      <a:pt x="16990" y="20443"/>
                    </a:lnTo>
                    <a:lnTo>
                      <a:pt x="16990" y="20296"/>
                    </a:lnTo>
                    <a:lnTo>
                      <a:pt x="16885" y="20359"/>
                    </a:lnTo>
                    <a:lnTo>
                      <a:pt x="16885" y="20317"/>
                    </a:lnTo>
                    <a:lnTo>
                      <a:pt x="16948" y="20234"/>
                    </a:lnTo>
                    <a:lnTo>
                      <a:pt x="17241" y="20234"/>
                    </a:lnTo>
                    <a:lnTo>
                      <a:pt x="17262" y="20296"/>
                    </a:lnTo>
                    <a:lnTo>
                      <a:pt x="17304" y="20234"/>
                    </a:lnTo>
                    <a:lnTo>
                      <a:pt x="17450" y="20024"/>
                    </a:lnTo>
                    <a:lnTo>
                      <a:pt x="17764" y="19836"/>
                    </a:lnTo>
                    <a:lnTo>
                      <a:pt x="17911" y="19711"/>
                    </a:lnTo>
                    <a:lnTo>
                      <a:pt x="17827" y="19711"/>
                    </a:lnTo>
                    <a:lnTo>
                      <a:pt x="17764" y="19731"/>
                    </a:lnTo>
                    <a:lnTo>
                      <a:pt x="17785" y="19711"/>
                    </a:lnTo>
                    <a:lnTo>
                      <a:pt x="17681" y="19669"/>
                    </a:lnTo>
                    <a:lnTo>
                      <a:pt x="17932" y="19669"/>
                    </a:lnTo>
                    <a:lnTo>
                      <a:pt x="18183" y="19606"/>
                    </a:lnTo>
                    <a:lnTo>
                      <a:pt x="18622" y="19501"/>
                    </a:lnTo>
                    <a:lnTo>
                      <a:pt x="18957" y="19585"/>
                    </a:lnTo>
                    <a:lnTo>
                      <a:pt x="19124" y="19501"/>
                    </a:lnTo>
                    <a:lnTo>
                      <a:pt x="19124" y="19397"/>
                    </a:lnTo>
                    <a:lnTo>
                      <a:pt x="19229" y="19397"/>
                    </a:lnTo>
                    <a:lnTo>
                      <a:pt x="19333" y="19313"/>
                    </a:lnTo>
                    <a:lnTo>
                      <a:pt x="19438" y="19104"/>
                    </a:lnTo>
                    <a:lnTo>
                      <a:pt x="19375" y="18895"/>
                    </a:lnTo>
                    <a:lnTo>
                      <a:pt x="19375" y="18769"/>
                    </a:lnTo>
                    <a:lnTo>
                      <a:pt x="19585" y="18560"/>
                    </a:lnTo>
                    <a:lnTo>
                      <a:pt x="19585" y="18225"/>
                    </a:lnTo>
                    <a:lnTo>
                      <a:pt x="19668" y="18099"/>
                    </a:lnTo>
                    <a:lnTo>
                      <a:pt x="19710" y="17869"/>
                    </a:lnTo>
                    <a:lnTo>
                      <a:pt x="19815" y="17827"/>
                    </a:lnTo>
                    <a:lnTo>
                      <a:pt x="19815" y="17702"/>
                    </a:lnTo>
                    <a:lnTo>
                      <a:pt x="20170" y="17283"/>
                    </a:lnTo>
                    <a:lnTo>
                      <a:pt x="20275" y="17262"/>
                    </a:lnTo>
                    <a:lnTo>
                      <a:pt x="20317" y="17011"/>
                    </a:lnTo>
                    <a:lnTo>
                      <a:pt x="20442" y="16823"/>
                    </a:lnTo>
                    <a:lnTo>
                      <a:pt x="20547" y="16593"/>
                    </a:lnTo>
                    <a:lnTo>
                      <a:pt x="20694" y="16446"/>
                    </a:lnTo>
                    <a:lnTo>
                      <a:pt x="20652" y="16342"/>
                    </a:lnTo>
                    <a:lnTo>
                      <a:pt x="20756" y="16258"/>
                    </a:lnTo>
                    <a:lnTo>
                      <a:pt x="20861" y="16049"/>
                    </a:lnTo>
                    <a:lnTo>
                      <a:pt x="20798" y="15965"/>
                    </a:lnTo>
                    <a:lnTo>
                      <a:pt x="20966" y="15902"/>
                    </a:lnTo>
                    <a:lnTo>
                      <a:pt x="21070" y="15714"/>
                    </a:lnTo>
                    <a:lnTo>
                      <a:pt x="21154" y="15630"/>
                    </a:lnTo>
                    <a:lnTo>
                      <a:pt x="21258" y="15442"/>
                    </a:lnTo>
                    <a:lnTo>
                      <a:pt x="21426" y="15400"/>
                    </a:lnTo>
                    <a:lnTo>
                      <a:pt x="21530" y="15338"/>
                    </a:lnTo>
                    <a:lnTo>
                      <a:pt x="21342" y="15338"/>
                    </a:lnTo>
                    <a:lnTo>
                      <a:pt x="21384" y="15296"/>
                    </a:lnTo>
                    <a:lnTo>
                      <a:pt x="21593" y="15254"/>
                    </a:lnTo>
                    <a:lnTo>
                      <a:pt x="21782" y="15170"/>
                    </a:lnTo>
                    <a:lnTo>
                      <a:pt x="21802" y="15003"/>
                    </a:lnTo>
                    <a:lnTo>
                      <a:pt x="21782" y="14961"/>
                    </a:lnTo>
                    <a:lnTo>
                      <a:pt x="21802" y="14814"/>
                    </a:lnTo>
                    <a:lnTo>
                      <a:pt x="22012" y="14689"/>
                    </a:lnTo>
                    <a:lnTo>
                      <a:pt x="22012" y="14563"/>
                    </a:lnTo>
                    <a:lnTo>
                      <a:pt x="22158" y="14501"/>
                    </a:lnTo>
                    <a:lnTo>
                      <a:pt x="22284" y="14291"/>
                    </a:lnTo>
                    <a:lnTo>
                      <a:pt x="22263" y="14187"/>
                    </a:lnTo>
                    <a:lnTo>
                      <a:pt x="22305" y="14019"/>
                    </a:lnTo>
                    <a:lnTo>
                      <a:pt x="22284" y="13957"/>
                    </a:lnTo>
                    <a:lnTo>
                      <a:pt x="22284" y="13852"/>
                    </a:lnTo>
                    <a:lnTo>
                      <a:pt x="22430" y="13496"/>
                    </a:lnTo>
                    <a:lnTo>
                      <a:pt x="22493" y="13287"/>
                    </a:lnTo>
                    <a:lnTo>
                      <a:pt x="22702" y="12910"/>
                    </a:lnTo>
                    <a:lnTo>
                      <a:pt x="22702" y="12785"/>
                    </a:lnTo>
                    <a:lnTo>
                      <a:pt x="22807" y="12492"/>
                    </a:lnTo>
                    <a:lnTo>
                      <a:pt x="22953" y="12366"/>
                    </a:lnTo>
                    <a:lnTo>
                      <a:pt x="23016" y="12199"/>
                    </a:lnTo>
                    <a:lnTo>
                      <a:pt x="22953" y="12053"/>
                    </a:lnTo>
                    <a:lnTo>
                      <a:pt x="23058" y="11927"/>
                    </a:lnTo>
                    <a:lnTo>
                      <a:pt x="22995" y="11655"/>
                    </a:lnTo>
                    <a:lnTo>
                      <a:pt x="22995" y="11529"/>
                    </a:lnTo>
                    <a:lnTo>
                      <a:pt x="22911" y="11320"/>
                    </a:lnTo>
                    <a:lnTo>
                      <a:pt x="22891" y="11236"/>
                    </a:lnTo>
                    <a:lnTo>
                      <a:pt x="22849" y="11111"/>
                    </a:lnTo>
                    <a:lnTo>
                      <a:pt x="22911" y="11069"/>
                    </a:lnTo>
                    <a:lnTo>
                      <a:pt x="22911" y="10923"/>
                    </a:lnTo>
                    <a:lnTo>
                      <a:pt x="23016" y="10776"/>
                    </a:lnTo>
                    <a:lnTo>
                      <a:pt x="23016" y="10713"/>
                    </a:lnTo>
                    <a:lnTo>
                      <a:pt x="22995" y="10379"/>
                    </a:lnTo>
                    <a:lnTo>
                      <a:pt x="23058" y="10253"/>
                    </a:lnTo>
                    <a:lnTo>
                      <a:pt x="23016" y="10190"/>
                    </a:lnTo>
                    <a:lnTo>
                      <a:pt x="22995" y="10065"/>
                    </a:lnTo>
                    <a:lnTo>
                      <a:pt x="22995" y="9856"/>
                    </a:lnTo>
                    <a:lnTo>
                      <a:pt x="22932" y="9835"/>
                    </a:lnTo>
                    <a:lnTo>
                      <a:pt x="22995" y="9688"/>
                    </a:lnTo>
                    <a:lnTo>
                      <a:pt x="22891" y="9667"/>
                    </a:lnTo>
                    <a:lnTo>
                      <a:pt x="22828" y="9542"/>
                    </a:lnTo>
                    <a:lnTo>
                      <a:pt x="22828" y="9416"/>
                    </a:lnTo>
                    <a:lnTo>
                      <a:pt x="22702" y="9312"/>
                    </a:lnTo>
                    <a:lnTo>
                      <a:pt x="22619" y="9144"/>
                    </a:lnTo>
                    <a:lnTo>
                      <a:pt x="22598" y="8956"/>
                    </a:lnTo>
                    <a:lnTo>
                      <a:pt x="22514" y="8830"/>
                    </a:lnTo>
                    <a:lnTo>
                      <a:pt x="22430" y="8830"/>
                    </a:lnTo>
                    <a:lnTo>
                      <a:pt x="22367" y="8851"/>
                    </a:lnTo>
                    <a:lnTo>
                      <a:pt x="22284" y="8809"/>
                    </a:lnTo>
                    <a:lnTo>
                      <a:pt x="22263" y="8642"/>
                    </a:lnTo>
                    <a:lnTo>
                      <a:pt x="22200" y="8621"/>
                    </a:lnTo>
                    <a:lnTo>
                      <a:pt x="22179" y="8537"/>
                    </a:lnTo>
                    <a:lnTo>
                      <a:pt x="22054" y="8412"/>
                    </a:lnTo>
                    <a:lnTo>
                      <a:pt x="21970" y="8370"/>
                    </a:lnTo>
                    <a:lnTo>
                      <a:pt x="22012" y="8265"/>
                    </a:lnTo>
                    <a:lnTo>
                      <a:pt x="21949" y="8119"/>
                    </a:lnTo>
                    <a:lnTo>
                      <a:pt x="22054" y="7993"/>
                    </a:lnTo>
                    <a:lnTo>
                      <a:pt x="22074" y="7805"/>
                    </a:lnTo>
                    <a:lnTo>
                      <a:pt x="22012" y="7742"/>
                    </a:lnTo>
                    <a:lnTo>
                      <a:pt x="22054" y="7638"/>
                    </a:lnTo>
                    <a:lnTo>
                      <a:pt x="21970" y="7575"/>
                    </a:lnTo>
                    <a:lnTo>
                      <a:pt x="21949" y="7638"/>
                    </a:lnTo>
                    <a:lnTo>
                      <a:pt x="21991" y="7679"/>
                    </a:lnTo>
                    <a:lnTo>
                      <a:pt x="21949" y="7763"/>
                    </a:lnTo>
                    <a:lnTo>
                      <a:pt x="21677" y="7533"/>
                    </a:lnTo>
                    <a:lnTo>
                      <a:pt x="21635" y="7366"/>
                    </a:lnTo>
                    <a:lnTo>
                      <a:pt x="21572" y="7387"/>
                    </a:lnTo>
                    <a:lnTo>
                      <a:pt x="21572" y="7470"/>
                    </a:lnTo>
                    <a:lnTo>
                      <a:pt x="21551" y="7575"/>
                    </a:lnTo>
                    <a:lnTo>
                      <a:pt x="21593" y="7763"/>
                    </a:lnTo>
                    <a:lnTo>
                      <a:pt x="21468" y="7596"/>
                    </a:lnTo>
                    <a:lnTo>
                      <a:pt x="21426" y="7659"/>
                    </a:lnTo>
                    <a:lnTo>
                      <a:pt x="21426" y="7554"/>
                    </a:lnTo>
                    <a:lnTo>
                      <a:pt x="21363" y="7470"/>
                    </a:lnTo>
                    <a:lnTo>
                      <a:pt x="21342" y="7135"/>
                    </a:lnTo>
                    <a:lnTo>
                      <a:pt x="21384" y="7115"/>
                    </a:lnTo>
                    <a:lnTo>
                      <a:pt x="21384" y="7031"/>
                    </a:lnTo>
                    <a:lnTo>
                      <a:pt x="21279" y="6947"/>
                    </a:lnTo>
                    <a:lnTo>
                      <a:pt x="21321" y="6863"/>
                    </a:lnTo>
                    <a:lnTo>
                      <a:pt x="21238" y="6801"/>
                    </a:lnTo>
                    <a:lnTo>
                      <a:pt x="21258" y="6696"/>
                    </a:lnTo>
                    <a:lnTo>
                      <a:pt x="21070" y="6529"/>
                    </a:lnTo>
                    <a:lnTo>
                      <a:pt x="21028" y="6424"/>
                    </a:lnTo>
                    <a:lnTo>
                      <a:pt x="21028" y="6299"/>
                    </a:lnTo>
                    <a:lnTo>
                      <a:pt x="21133" y="6319"/>
                    </a:lnTo>
                    <a:lnTo>
                      <a:pt x="21133" y="6194"/>
                    </a:lnTo>
                    <a:lnTo>
                      <a:pt x="21028" y="6027"/>
                    </a:lnTo>
                    <a:lnTo>
                      <a:pt x="20966" y="6068"/>
                    </a:lnTo>
                    <a:lnTo>
                      <a:pt x="20861" y="6068"/>
                    </a:lnTo>
                    <a:lnTo>
                      <a:pt x="20756" y="5880"/>
                    </a:lnTo>
                    <a:lnTo>
                      <a:pt x="20694" y="5880"/>
                    </a:lnTo>
                    <a:lnTo>
                      <a:pt x="20589" y="5796"/>
                    </a:lnTo>
                    <a:lnTo>
                      <a:pt x="20505" y="5859"/>
                    </a:lnTo>
                    <a:lnTo>
                      <a:pt x="20484" y="5796"/>
                    </a:lnTo>
                    <a:lnTo>
                      <a:pt x="20338" y="5754"/>
                    </a:lnTo>
                    <a:lnTo>
                      <a:pt x="20275" y="5817"/>
                    </a:lnTo>
                    <a:lnTo>
                      <a:pt x="20317" y="5713"/>
                    </a:lnTo>
                    <a:lnTo>
                      <a:pt x="20442" y="5692"/>
                    </a:lnTo>
                    <a:lnTo>
                      <a:pt x="20442" y="5608"/>
                    </a:lnTo>
                    <a:lnTo>
                      <a:pt x="20422" y="5545"/>
                    </a:lnTo>
                    <a:lnTo>
                      <a:pt x="20296" y="5566"/>
                    </a:lnTo>
                    <a:lnTo>
                      <a:pt x="20191" y="5545"/>
                    </a:lnTo>
                    <a:lnTo>
                      <a:pt x="20170" y="5482"/>
                    </a:lnTo>
                    <a:lnTo>
                      <a:pt x="20087" y="5482"/>
                    </a:lnTo>
                    <a:lnTo>
                      <a:pt x="19857" y="5336"/>
                    </a:lnTo>
                    <a:lnTo>
                      <a:pt x="19752" y="5127"/>
                    </a:lnTo>
                    <a:lnTo>
                      <a:pt x="19710" y="4918"/>
                    </a:lnTo>
                    <a:lnTo>
                      <a:pt x="19668" y="4771"/>
                    </a:lnTo>
                    <a:lnTo>
                      <a:pt x="19668" y="4666"/>
                    </a:lnTo>
                    <a:lnTo>
                      <a:pt x="19710" y="4646"/>
                    </a:lnTo>
                    <a:lnTo>
                      <a:pt x="19773" y="4415"/>
                    </a:lnTo>
                    <a:lnTo>
                      <a:pt x="19689" y="4122"/>
                    </a:lnTo>
                    <a:lnTo>
                      <a:pt x="19647" y="3976"/>
                    </a:lnTo>
                    <a:lnTo>
                      <a:pt x="19689" y="3934"/>
                    </a:lnTo>
                    <a:lnTo>
                      <a:pt x="19606" y="3892"/>
                    </a:lnTo>
                    <a:lnTo>
                      <a:pt x="19543" y="3892"/>
                    </a:lnTo>
                    <a:lnTo>
                      <a:pt x="19438" y="3662"/>
                    </a:lnTo>
                    <a:lnTo>
                      <a:pt x="19438" y="3369"/>
                    </a:lnTo>
                    <a:lnTo>
                      <a:pt x="19459" y="3348"/>
                    </a:lnTo>
                    <a:lnTo>
                      <a:pt x="19459" y="3265"/>
                    </a:lnTo>
                    <a:lnTo>
                      <a:pt x="19396" y="3202"/>
                    </a:lnTo>
                    <a:lnTo>
                      <a:pt x="19375" y="2846"/>
                    </a:lnTo>
                    <a:lnTo>
                      <a:pt x="19438" y="2762"/>
                    </a:lnTo>
                    <a:lnTo>
                      <a:pt x="19375" y="2637"/>
                    </a:lnTo>
                    <a:lnTo>
                      <a:pt x="19438" y="2616"/>
                    </a:lnTo>
                    <a:lnTo>
                      <a:pt x="19438" y="2532"/>
                    </a:lnTo>
                    <a:lnTo>
                      <a:pt x="19250" y="2323"/>
                    </a:lnTo>
                    <a:lnTo>
                      <a:pt x="19124" y="2260"/>
                    </a:lnTo>
                    <a:lnTo>
                      <a:pt x="19145" y="2218"/>
                    </a:lnTo>
                    <a:lnTo>
                      <a:pt x="19020" y="2093"/>
                    </a:lnTo>
                    <a:lnTo>
                      <a:pt x="18915" y="2156"/>
                    </a:lnTo>
                    <a:lnTo>
                      <a:pt x="18852" y="2114"/>
                    </a:lnTo>
                    <a:lnTo>
                      <a:pt x="18769" y="2239"/>
                    </a:lnTo>
                    <a:lnTo>
                      <a:pt x="18706" y="2239"/>
                    </a:lnTo>
                    <a:lnTo>
                      <a:pt x="18559" y="2051"/>
                    </a:lnTo>
                    <a:lnTo>
                      <a:pt x="18601" y="1988"/>
                    </a:lnTo>
                    <a:lnTo>
                      <a:pt x="18517" y="1800"/>
                    </a:lnTo>
                    <a:lnTo>
                      <a:pt x="18538" y="1591"/>
                    </a:lnTo>
                    <a:lnTo>
                      <a:pt x="18517" y="1319"/>
                    </a:lnTo>
                    <a:lnTo>
                      <a:pt x="18497" y="1361"/>
                    </a:lnTo>
                    <a:lnTo>
                      <a:pt x="18434" y="1256"/>
                    </a:lnTo>
                    <a:lnTo>
                      <a:pt x="18497" y="1151"/>
                    </a:lnTo>
                    <a:lnTo>
                      <a:pt x="18413" y="1047"/>
                    </a:lnTo>
                    <a:lnTo>
                      <a:pt x="18392" y="942"/>
                    </a:lnTo>
                    <a:lnTo>
                      <a:pt x="18329" y="900"/>
                    </a:lnTo>
                    <a:lnTo>
                      <a:pt x="18329" y="754"/>
                    </a:lnTo>
                    <a:lnTo>
                      <a:pt x="18413" y="670"/>
                    </a:lnTo>
                    <a:lnTo>
                      <a:pt x="18329" y="649"/>
                    </a:lnTo>
                    <a:lnTo>
                      <a:pt x="18225" y="670"/>
                    </a:lnTo>
                    <a:lnTo>
                      <a:pt x="18141" y="586"/>
                    </a:lnTo>
                    <a:lnTo>
                      <a:pt x="18204" y="314"/>
                    </a:lnTo>
                    <a:lnTo>
                      <a:pt x="18183" y="252"/>
                    </a:lnTo>
                    <a:lnTo>
                      <a:pt x="18120" y="105"/>
                    </a:lnTo>
                    <a:lnTo>
                      <a:pt x="18015" y="63"/>
                    </a:lnTo>
                    <a:lnTo>
                      <a:pt x="1801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A6CBC2"/>
                  </a:solidFill>
                </a:endParaRPr>
              </a:p>
            </p:txBody>
          </p:sp>
          <p:sp>
            <p:nvSpPr>
              <p:cNvPr id="2274" name="Google Shape;2274;p45"/>
              <p:cNvSpPr/>
              <p:nvPr/>
            </p:nvSpPr>
            <p:spPr>
              <a:xfrm>
                <a:off x="5683950" y="3957275"/>
                <a:ext cx="54950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2847" extrusionOk="0">
                    <a:moveTo>
                      <a:pt x="168" y="1"/>
                    </a:moveTo>
                    <a:lnTo>
                      <a:pt x="126" y="64"/>
                    </a:lnTo>
                    <a:lnTo>
                      <a:pt x="126" y="189"/>
                    </a:lnTo>
                    <a:lnTo>
                      <a:pt x="105" y="210"/>
                    </a:lnTo>
                    <a:lnTo>
                      <a:pt x="105" y="336"/>
                    </a:lnTo>
                    <a:lnTo>
                      <a:pt x="126" y="587"/>
                    </a:lnTo>
                    <a:lnTo>
                      <a:pt x="105" y="733"/>
                    </a:lnTo>
                    <a:lnTo>
                      <a:pt x="126" y="1005"/>
                    </a:lnTo>
                    <a:lnTo>
                      <a:pt x="168" y="1214"/>
                    </a:lnTo>
                    <a:lnTo>
                      <a:pt x="126" y="1361"/>
                    </a:lnTo>
                    <a:lnTo>
                      <a:pt x="189" y="1382"/>
                    </a:lnTo>
                    <a:lnTo>
                      <a:pt x="189" y="1466"/>
                    </a:lnTo>
                    <a:lnTo>
                      <a:pt x="294" y="1570"/>
                    </a:lnTo>
                    <a:lnTo>
                      <a:pt x="168" y="1570"/>
                    </a:lnTo>
                    <a:lnTo>
                      <a:pt x="64" y="1466"/>
                    </a:lnTo>
                    <a:lnTo>
                      <a:pt x="1" y="1570"/>
                    </a:lnTo>
                    <a:lnTo>
                      <a:pt x="1" y="1779"/>
                    </a:lnTo>
                    <a:lnTo>
                      <a:pt x="85" y="1842"/>
                    </a:lnTo>
                    <a:lnTo>
                      <a:pt x="64" y="1884"/>
                    </a:lnTo>
                    <a:lnTo>
                      <a:pt x="64" y="2198"/>
                    </a:lnTo>
                    <a:lnTo>
                      <a:pt x="105" y="2261"/>
                    </a:lnTo>
                    <a:lnTo>
                      <a:pt x="85" y="2303"/>
                    </a:lnTo>
                    <a:lnTo>
                      <a:pt x="105" y="2470"/>
                    </a:lnTo>
                    <a:lnTo>
                      <a:pt x="210" y="2491"/>
                    </a:lnTo>
                    <a:lnTo>
                      <a:pt x="168" y="2575"/>
                    </a:lnTo>
                    <a:lnTo>
                      <a:pt x="168" y="2700"/>
                    </a:lnTo>
                    <a:lnTo>
                      <a:pt x="210" y="2721"/>
                    </a:lnTo>
                    <a:lnTo>
                      <a:pt x="315" y="2700"/>
                    </a:lnTo>
                    <a:lnTo>
                      <a:pt x="398" y="2784"/>
                    </a:lnTo>
                    <a:lnTo>
                      <a:pt x="503" y="2637"/>
                    </a:lnTo>
                    <a:lnTo>
                      <a:pt x="503" y="2742"/>
                    </a:lnTo>
                    <a:lnTo>
                      <a:pt x="545" y="2847"/>
                    </a:lnTo>
                    <a:lnTo>
                      <a:pt x="649" y="2847"/>
                    </a:lnTo>
                    <a:lnTo>
                      <a:pt x="754" y="2700"/>
                    </a:lnTo>
                    <a:lnTo>
                      <a:pt x="796" y="2595"/>
                    </a:lnTo>
                    <a:lnTo>
                      <a:pt x="838" y="2407"/>
                    </a:lnTo>
                    <a:lnTo>
                      <a:pt x="921" y="2491"/>
                    </a:lnTo>
                    <a:lnTo>
                      <a:pt x="942" y="2428"/>
                    </a:lnTo>
                    <a:lnTo>
                      <a:pt x="1047" y="2365"/>
                    </a:lnTo>
                    <a:lnTo>
                      <a:pt x="1110" y="2219"/>
                    </a:lnTo>
                    <a:lnTo>
                      <a:pt x="1110" y="2365"/>
                    </a:lnTo>
                    <a:lnTo>
                      <a:pt x="1173" y="2386"/>
                    </a:lnTo>
                    <a:lnTo>
                      <a:pt x="1235" y="2282"/>
                    </a:lnTo>
                    <a:lnTo>
                      <a:pt x="1340" y="2261"/>
                    </a:lnTo>
                    <a:lnTo>
                      <a:pt x="1382" y="2303"/>
                    </a:lnTo>
                    <a:lnTo>
                      <a:pt x="1361" y="2407"/>
                    </a:lnTo>
                    <a:lnTo>
                      <a:pt x="1256" y="2365"/>
                    </a:lnTo>
                    <a:lnTo>
                      <a:pt x="1256" y="2512"/>
                    </a:lnTo>
                    <a:lnTo>
                      <a:pt x="1361" y="2470"/>
                    </a:lnTo>
                    <a:lnTo>
                      <a:pt x="1424" y="2491"/>
                    </a:lnTo>
                    <a:lnTo>
                      <a:pt x="1549" y="2303"/>
                    </a:lnTo>
                    <a:lnTo>
                      <a:pt x="1549" y="2219"/>
                    </a:lnTo>
                    <a:lnTo>
                      <a:pt x="1466" y="2177"/>
                    </a:lnTo>
                    <a:lnTo>
                      <a:pt x="1549" y="2072"/>
                    </a:lnTo>
                    <a:lnTo>
                      <a:pt x="1549" y="1947"/>
                    </a:lnTo>
                    <a:lnTo>
                      <a:pt x="1633" y="1947"/>
                    </a:lnTo>
                    <a:lnTo>
                      <a:pt x="1675" y="1884"/>
                    </a:lnTo>
                    <a:lnTo>
                      <a:pt x="1675" y="1633"/>
                    </a:lnTo>
                    <a:lnTo>
                      <a:pt x="1758" y="1570"/>
                    </a:lnTo>
                    <a:lnTo>
                      <a:pt x="1800" y="1466"/>
                    </a:lnTo>
                    <a:lnTo>
                      <a:pt x="1842" y="1633"/>
                    </a:lnTo>
                    <a:lnTo>
                      <a:pt x="1863" y="1696"/>
                    </a:lnTo>
                    <a:lnTo>
                      <a:pt x="1905" y="1570"/>
                    </a:lnTo>
                    <a:lnTo>
                      <a:pt x="1905" y="1466"/>
                    </a:lnTo>
                    <a:lnTo>
                      <a:pt x="1947" y="1424"/>
                    </a:lnTo>
                    <a:lnTo>
                      <a:pt x="1905" y="1256"/>
                    </a:lnTo>
                    <a:lnTo>
                      <a:pt x="1989" y="1131"/>
                    </a:lnTo>
                    <a:lnTo>
                      <a:pt x="1989" y="922"/>
                    </a:lnTo>
                    <a:lnTo>
                      <a:pt x="2093" y="796"/>
                    </a:lnTo>
                    <a:lnTo>
                      <a:pt x="2156" y="503"/>
                    </a:lnTo>
                    <a:lnTo>
                      <a:pt x="2198" y="398"/>
                    </a:lnTo>
                    <a:lnTo>
                      <a:pt x="2072" y="294"/>
                    </a:lnTo>
                    <a:lnTo>
                      <a:pt x="1947" y="294"/>
                    </a:lnTo>
                    <a:lnTo>
                      <a:pt x="1947" y="315"/>
                    </a:lnTo>
                    <a:lnTo>
                      <a:pt x="1884" y="419"/>
                    </a:lnTo>
                    <a:lnTo>
                      <a:pt x="1863" y="398"/>
                    </a:lnTo>
                    <a:lnTo>
                      <a:pt x="1800" y="398"/>
                    </a:lnTo>
                    <a:lnTo>
                      <a:pt x="1738" y="440"/>
                    </a:lnTo>
                    <a:lnTo>
                      <a:pt x="1675" y="503"/>
                    </a:lnTo>
                    <a:lnTo>
                      <a:pt x="1340" y="482"/>
                    </a:lnTo>
                    <a:lnTo>
                      <a:pt x="1256" y="524"/>
                    </a:lnTo>
                    <a:lnTo>
                      <a:pt x="1256" y="629"/>
                    </a:lnTo>
                    <a:lnTo>
                      <a:pt x="1173" y="545"/>
                    </a:lnTo>
                    <a:lnTo>
                      <a:pt x="1068" y="545"/>
                    </a:lnTo>
                    <a:lnTo>
                      <a:pt x="1005" y="608"/>
                    </a:lnTo>
                    <a:lnTo>
                      <a:pt x="901" y="524"/>
                    </a:lnTo>
                    <a:lnTo>
                      <a:pt x="733" y="398"/>
                    </a:lnTo>
                    <a:lnTo>
                      <a:pt x="524" y="294"/>
                    </a:lnTo>
                    <a:lnTo>
                      <a:pt x="524" y="106"/>
                    </a:lnTo>
                    <a:lnTo>
                      <a:pt x="482" y="168"/>
                    </a:lnTo>
                    <a:lnTo>
                      <a:pt x="440" y="210"/>
                    </a:lnTo>
                    <a:lnTo>
                      <a:pt x="377" y="126"/>
                    </a:lnTo>
                    <a:lnTo>
                      <a:pt x="273" y="85"/>
                    </a:lnTo>
                    <a:lnTo>
                      <a:pt x="16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75" name="Google Shape;2275;p45"/>
            <p:cNvGrpSpPr/>
            <p:nvPr/>
          </p:nvGrpSpPr>
          <p:grpSpPr>
            <a:xfrm>
              <a:off x="4824403" y="3421846"/>
              <a:ext cx="110132" cy="130647"/>
              <a:chOff x="5952300" y="3852150"/>
              <a:chExt cx="231225" cy="287200"/>
            </a:xfrm>
          </p:grpSpPr>
          <p:sp>
            <p:nvSpPr>
              <p:cNvPr id="2276" name="Google Shape;2276;p45"/>
              <p:cNvSpPr/>
              <p:nvPr/>
            </p:nvSpPr>
            <p:spPr>
              <a:xfrm>
                <a:off x="5952300" y="3996525"/>
                <a:ext cx="145450" cy="1428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713" extrusionOk="0">
                    <a:moveTo>
                      <a:pt x="5064" y="0"/>
                    </a:moveTo>
                    <a:lnTo>
                      <a:pt x="4918" y="105"/>
                    </a:lnTo>
                    <a:lnTo>
                      <a:pt x="4834" y="126"/>
                    </a:lnTo>
                    <a:lnTo>
                      <a:pt x="4729" y="209"/>
                    </a:lnTo>
                    <a:lnTo>
                      <a:pt x="4729" y="377"/>
                    </a:lnTo>
                    <a:lnTo>
                      <a:pt x="4625" y="628"/>
                    </a:lnTo>
                    <a:lnTo>
                      <a:pt x="4520" y="753"/>
                    </a:lnTo>
                    <a:lnTo>
                      <a:pt x="4457" y="774"/>
                    </a:lnTo>
                    <a:lnTo>
                      <a:pt x="4332" y="942"/>
                    </a:lnTo>
                    <a:lnTo>
                      <a:pt x="4290" y="1025"/>
                    </a:lnTo>
                    <a:lnTo>
                      <a:pt x="4185" y="1067"/>
                    </a:lnTo>
                    <a:lnTo>
                      <a:pt x="4081" y="1046"/>
                    </a:lnTo>
                    <a:lnTo>
                      <a:pt x="3976" y="1130"/>
                    </a:lnTo>
                    <a:lnTo>
                      <a:pt x="3934" y="1235"/>
                    </a:lnTo>
                    <a:lnTo>
                      <a:pt x="3934" y="1339"/>
                    </a:lnTo>
                    <a:lnTo>
                      <a:pt x="3892" y="1360"/>
                    </a:lnTo>
                    <a:lnTo>
                      <a:pt x="3788" y="1465"/>
                    </a:lnTo>
                    <a:lnTo>
                      <a:pt x="3788" y="1590"/>
                    </a:lnTo>
                    <a:lnTo>
                      <a:pt x="3725" y="1674"/>
                    </a:lnTo>
                    <a:lnTo>
                      <a:pt x="3704" y="1758"/>
                    </a:lnTo>
                    <a:lnTo>
                      <a:pt x="3495" y="2009"/>
                    </a:lnTo>
                    <a:lnTo>
                      <a:pt x="3286" y="2176"/>
                    </a:lnTo>
                    <a:lnTo>
                      <a:pt x="3160" y="2197"/>
                    </a:lnTo>
                    <a:lnTo>
                      <a:pt x="2993" y="2281"/>
                    </a:lnTo>
                    <a:lnTo>
                      <a:pt x="2993" y="2344"/>
                    </a:lnTo>
                    <a:lnTo>
                      <a:pt x="2888" y="2344"/>
                    </a:lnTo>
                    <a:lnTo>
                      <a:pt x="2679" y="2469"/>
                    </a:lnTo>
                    <a:lnTo>
                      <a:pt x="2512" y="2616"/>
                    </a:lnTo>
                    <a:lnTo>
                      <a:pt x="2407" y="2637"/>
                    </a:lnTo>
                    <a:lnTo>
                      <a:pt x="2198" y="2783"/>
                    </a:lnTo>
                    <a:lnTo>
                      <a:pt x="2156" y="2846"/>
                    </a:lnTo>
                    <a:lnTo>
                      <a:pt x="2219" y="2929"/>
                    </a:lnTo>
                    <a:lnTo>
                      <a:pt x="2219" y="3055"/>
                    </a:lnTo>
                    <a:lnTo>
                      <a:pt x="2114" y="2950"/>
                    </a:lnTo>
                    <a:lnTo>
                      <a:pt x="2093" y="2929"/>
                    </a:lnTo>
                    <a:lnTo>
                      <a:pt x="1988" y="2950"/>
                    </a:lnTo>
                    <a:lnTo>
                      <a:pt x="1884" y="2992"/>
                    </a:lnTo>
                    <a:lnTo>
                      <a:pt x="1821" y="2950"/>
                    </a:lnTo>
                    <a:lnTo>
                      <a:pt x="1737" y="2950"/>
                    </a:lnTo>
                    <a:lnTo>
                      <a:pt x="1570" y="3118"/>
                    </a:lnTo>
                    <a:lnTo>
                      <a:pt x="1507" y="3201"/>
                    </a:lnTo>
                    <a:lnTo>
                      <a:pt x="1361" y="3327"/>
                    </a:lnTo>
                    <a:lnTo>
                      <a:pt x="1277" y="3348"/>
                    </a:lnTo>
                    <a:lnTo>
                      <a:pt x="1172" y="3453"/>
                    </a:lnTo>
                    <a:lnTo>
                      <a:pt x="1151" y="3620"/>
                    </a:lnTo>
                    <a:lnTo>
                      <a:pt x="1110" y="3536"/>
                    </a:lnTo>
                    <a:lnTo>
                      <a:pt x="1068" y="3473"/>
                    </a:lnTo>
                    <a:lnTo>
                      <a:pt x="1005" y="3557"/>
                    </a:lnTo>
                    <a:lnTo>
                      <a:pt x="942" y="3620"/>
                    </a:lnTo>
                    <a:lnTo>
                      <a:pt x="942" y="3746"/>
                    </a:lnTo>
                    <a:lnTo>
                      <a:pt x="879" y="3787"/>
                    </a:lnTo>
                    <a:lnTo>
                      <a:pt x="838" y="3766"/>
                    </a:lnTo>
                    <a:lnTo>
                      <a:pt x="670" y="3955"/>
                    </a:lnTo>
                    <a:lnTo>
                      <a:pt x="628" y="3955"/>
                    </a:lnTo>
                    <a:lnTo>
                      <a:pt x="566" y="4038"/>
                    </a:lnTo>
                    <a:lnTo>
                      <a:pt x="566" y="4206"/>
                    </a:lnTo>
                    <a:lnTo>
                      <a:pt x="524" y="4269"/>
                    </a:lnTo>
                    <a:lnTo>
                      <a:pt x="461" y="4164"/>
                    </a:lnTo>
                    <a:lnTo>
                      <a:pt x="419" y="4164"/>
                    </a:lnTo>
                    <a:lnTo>
                      <a:pt x="377" y="4206"/>
                    </a:lnTo>
                    <a:lnTo>
                      <a:pt x="335" y="4248"/>
                    </a:lnTo>
                    <a:lnTo>
                      <a:pt x="252" y="4415"/>
                    </a:lnTo>
                    <a:lnTo>
                      <a:pt x="252" y="4478"/>
                    </a:lnTo>
                    <a:lnTo>
                      <a:pt x="335" y="4582"/>
                    </a:lnTo>
                    <a:lnTo>
                      <a:pt x="377" y="4624"/>
                    </a:lnTo>
                    <a:lnTo>
                      <a:pt x="335" y="4666"/>
                    </a:lnTo>
                    <a:lnTo>
                      <a:pt x="252" y="4666"/>
                    </a:lnTo>
                    <a:lnTo>
                      <a:pt x="126" y="4687"/>
                    </a:lnTo>
                    <a:lnTo>
                      <a:pt x="1" y="4813"/>
                    </a:lnTo>
                    <a:lnTo>
                      <a:pt x="43" y="4834"/>
                    </a:lnTo>
                    <a:lnTo>
                      <a:pt x="126" y="4834"/>
                    </a:lnTo>
                    <a:lnTo>
                      <a:pt x="43" y="4896"/>
                    </a:lnTo>
                    <a:lnTo>
                      <a:pt x="43" y="5001"/>
                    </a:lnTo>
                    <a:lnTo>
                      <a:pt x="126" y="5085"/>
                    </a:lnTo>
                    <a:lnTo>
                      <a:pt x="168" y="5106"/>
                    </a:lnTo>
                    <a:lnTo>
                      <a:pt x="315" y="5106"/>
                    </a:lnTo>
                    <a:lnTo>
                      <a:pt x="335" y="5147"/>
                    </a:lnTo>
                    <a:lnTo>
                      <a:pt x="356" y="5147"/>
                    </a:lnTo>
                    <a:lnTo>
                      <a:pt x="377" y="5085"/>
                    </a:lnTo>
                    <a:lnTo>
                      <a:pt x="440" y="5085"/>
                    </a:lnTo>
                    <a:lnTo>
                      <a:pt x="524" y="5126"/>
                    </a:lnTo>
                    <a:lnTo>
                      <a:pt x="566" y="5210"/>
                    </a:lnTo>
                    <a:lnTo>
                      <a:pt x="545" y="5252"/>
                    </a:lnTo>
                    <a:lnTo>
                      <a:pt x="587" y="5315"/>
                    </a:lnTo>
                    <a:lnTo>
                      <a:pt x="670" y="5315"/>
                    </a:lnTo>
                    <a:lnTo>
                      <a:pt x="733" y="5336"/>
                    </a:lnTo>
                    <a:lnTo>
                      <a:pt x="754" y="5461"/>
                    </a:lnTo>
                    <a:lnTo>
                      <a:pt x="859" y="5545"/>
                    </a:lnTo>
                    <a:lnTo>
                      <a:pt x="942" y="5608"/>
                    </a:lnTo>
                    <a:lnTo>
                      <a:pt x="838" y="5670"/>
                    </a:lnTo>
                    <a:lnTo>
                      <a:pt x="879" y="5670"/>
                    </a:lnTo>
                    <a:lnTo>
                      <a:pt x="1005" y="5629"/>
                    </a:lnTo>
                    <a:lnTo>
                      <a:pt x="1005" y="5670"/>
                    </a:lnTo>
                    <a:lnTo>
                      <a:pt x="1110" y="5712"/>
                    </a:lnTo>
                    <a:lnTo>
                      <a:pt x="1256" y="5670"/>
                    </a:lnTo>
                    <a:lnTo>
                      <a:pt x="1465" y="5608"/>
                    </a:lnTo>
                    <a:lnTo>
                      <a:pt x="1612" y="5461"/>
                    </a:lnTo>
                    <a:lnTo>
                      <a:pt x="1737" y="5419"/>
                    </a:lnTo>
                    <a:lnTo>
                      <a:pt x="1737" y="5357"/>
                    </a:lnTo>
                    <a:lnTo>
                      <a:pt x="1716" y="5252"/>
                    </a:lnTo>
                    <a:lnTo>
                      <a:pt x="1800" y="5315"/>
                    </a:lnTo>
                    <a:lnTo>
                      <a:pt x="1779" y="5398"/>
                    </a:lnTo>
                    <a:lnTo>
                      <a:pt x="1905" y="5336"/>
                    </a:lnTo>
                    <a:lnTo>
                      <a:pt x="1926" y="5210"/>
                    </a:lnTo>
                    <a:lnTo>
                      <a:pt x="2009" y="5106"/>
                    </a:lnTo>
                    <a:lnTo>
                      <a:pt x="2198" y="5022"/>
                    </a:lnTo>
                    <a:lnTo>
                      <a:pt x="2323" y="5022"/>
                    </a:lnTo>
                    <a:lnTo>
                      <a:pt x="2365" y="5001"/>
                    </a:lnTo>
                    <a:lnTo>
                      <a:pt x="2365" y="4959"/>
                    </a:lnTo>
                    <a:lnTo>
                      <a:pt x="2260" y="4959"/>
                    </a:lnTo>
                    <a:lnTo>
                      <a:pt x="2323" y="4938"/>
                    </a:lnTo>
                    <a:lnTo>
                      <a:pt x="2344" y="4917"/>
                    </a:lnTo>
                    <a:lnTo>
                      <a:pt x="2323" y="4896"/>
                    </a:lnTo>
                    <a:lnTo>
                      <a:pt x="2449" y="4729"/>
                    </a:lnTo>
                    <a:lnTo>
                      <a:pt x="2532" y="4582"/>
                    </a:lnTo>
                    <a:lnTo>
                      <a:pt x="2574" y="4415"/>
                    </a:lnTo>
                    <a:lnTo>
                      <a:pt x="2658" y="4310"/>
                    </a:lnTo>
                    <a:lnTo>
                      <a:pt x="2930" y="4143"/>
                    </a:lnTo>
                    <a:lnTo>
                      <a:pt x="2972" y="4038"/>
                    </a:lnTo>
                    <a:lnTo>
                      <a:pt x="2993" y="3913"/>
                    </a:lnTo>
                    <a:lnTo>
                      <a:pt x="3097" y="3746"/>
                    </a:lnTo>
                    <a:lnTo>
                      <a:pt x="3160" y="3641"/>
                    </a:lnTo>
                    <a:lnTo>
                      <a:pt x="3181" y="3536"/>
                    </a:lnTo>
                    <a:lnTo>
                      <a:pt x="3265" y="3432"/>
                    </a:lnTo>
                    <a:lnTo>
                      <a:pt x="3369" y="3369"/>
                    </a:lnTo>
                    <a:lnTo>
                      <a:pt x="3390" y="3264"/>
                    </a:lnTo>
                    <a:lnTo>
                      <a:pt x="3474" y="3348"/>
                    </a:lnTo>
                    <a:lnTo>
                      <a:pt x="3516" y="3348"/>
                    </a:lnTo>
                    <a:lnTo>
                      <a:pt x="3558" y="3243"/>
                    </a:lnTo>
                    <a:lnTo>
                      <a:pt x="3662" y="3243"/>
                    </a:lnTo>
                    <a:lnTo>
                      <a:pt x="3725" y="3222"/>
                    </a:lnTo>
                    <a:lnTo>
                      <a:pt x="3788" y="3139"/>
                    </a:lnTo>
                    <a:lnTo>
                      <a:pt x="3788" y="3034"/>
                    </a:lnTo>
                    <a:lnTo>
                      <a:pt x="3704" y="2950"/>
                    </a:lnTo>
                    <a:lnTo>
                      <a:pt x="3704" y="2950"/>
                    </a:lnTo>
                    <a:lnTo>
                      <a:pt x="3809" y="3013"/>
                    </a:lnTo>
                    <a:lnTo>
                      <a:pt x="3830" y="3139"/>
                    </a:lnTo>
                    <a:lnTo>
                      <a:pt x="3892" y="3139"/>
                    </a:lnTo>
                    <a:lnTo>
                      <a:pt x="3976" y="3118"/>
                    </a:lnTo>
                    <a:lnTo>
                      <a:pt x="3976" y="3055"/>
                    </a:lnTo>
                    <a:lnTo>
                      <a:pt x="4039" y="3013"/>
                    </a:lnTo>
                    <a:lnTo>
                      <a:pt x="4123" y="3034"/>
                    </a:lnTo>
                    <a:lnTo>
                      <a:pt x="4123" y="3097"/>
                    </a:lnTo>
                    <a:lnTo>
                      <a:pt x="4018" y="3139"/>
                    </a:lnTo>
                    <a:lnTo>
                      <a:pt x="4123" y="3139"/>
                    </a:lnTo>
                    <a:lnTo>
                      <a:pt x="4227" y="3160"/>
                    </a:lnTo>
                    <a:lnTo>
                      <a:pt x="4248" y="3118"/>
                    </a:lnTo>
                    <a:lnTo>
                      <a:pt x="4248" y="3034"/>
                    </a:lnTo>
                    <a:lnTo>
                      <a:pt x="4290" y="2992"/>
                    </a:lnTo>
                    <a:lnTo>
                      <a:pt x="4311" y="3013"/>
                    </a:lnTo>
                    <a:lnTo>
                      <a:pt x="4311" y="3139"/>
                    </a:lnTo>
                    <a:lnTo>
                      <a:pt x="4332" y="3160"/>
                    </a:lnTo>
                    <a:lnTo>
                      <a:pt x="4395" y="3118"/>
                    </a:lnTo>
                    <a:lnTo>
                      <a:pt x="4416" y="2950"/>
                    </a:lnTo>
                    <a:lnTo>
                      <a:pt x="4353" y="2867"/>
                    </a:lnTo>
                    <a:lnTo>
                      <a:pt x="4290" y="2867"/>
                    </a:lnTo>
                    <a:lnTo>
                      <a:pt x="4311" y="2825"/>
                    </a:lnTo>
                    <a:lnTo>
                      <a:pt x="4311" y="2699"/>
                    </a:lnTo>
                    <a:lnTo>
                      <a:pt x="4332" y="2511"/>
                    </a:lnTo>
                    <a:lnTo>
                      <a:pt x="4416" y="2490"/>
                    </a:lnTo>
                    <a:lnTo>
                      <a:pt x="4562" y="2427"/>
                    </a:lnTo>
                    <a:lnTo>
                      <a:pt x="4750" y="2323"/>
                    </a:lnTo>
                    <a:lnTo>
                      <a:pt x="4771" y="2260"/>
                    </a:lnTo>
                    <a:lnTo>
                      <a:pt x="4918" y="2093"/>
                    </a:lnTo>
                    <a:lnTo>
                      <a:pt x="4918" y="1988"/>
                    </a:lnTo>
                    <a:lnTo>
                      <a:pt x="5043" y="1862"/>
                    </a:lnTo>
                    <a:lnTo>
                      <a:pt x="5127" y="1883"/>
                    </a:lnTo>
                    <a:lnTo>
                      <a:pt x="5127" y="1821"/>
                    </a:lnTo>
                    <a:lnTo>
                      <a:pt x="5336" y="1632"/>
                    </a:lnTo>
                    <a:lnTo>
                      <a:pt x="5336" y="1549"/>
                    </a:lnTo>
                    <a:lnTo>
                      <a:pt x="5650" y="1277"/>
                    </a:lnTo>
                    <a:lnTo>
                      <a:pt x="5755" y="1235"/>
                    </a:lnTo>
                    <a:lnTo>
                      <a:pt x="5692" y="1214"/>
                    </a:lnTo>
                    <a:lnTo>
                      <a:pt x="5671" y="1109"/>
                    </a:lnTo>
                    <a:lnTo>
                      <a:pt x="5608" y="1005"/>
                    </a:lnTo>
                    <a:lnTo>
                      <a:pt x="5650" y="900"/>
                    </a:lnTo>
                    <a:lnTo>
                      <a:pt x="5671" y="774"/>
                    </a:lnTo>
                    <a:lnTo>
                      <a:pt x="5692" y="816"/>
                    </a:lnTo>
                    <a:lnTo>
                      <a:pt x="5797" y="649"/>
                    </a:lnTo>
                    <a:lnTo>
                      <a:pt x="5713" y="691"/>
                    </a:lnTo>
                    <a:lnTo>
                      <a:pt x="5650" y="691"/>
                    </a:lnTo>
                    <a:lnTo>
                      <a:pt x="5755" y="628"/>
                    </a:lnTo>
                    <a:lnTo>
                      <a:pt x="5817" y="502"/>
                    </a:lnTo>
                    <a:lnTo>
                      <a:pt x="5797" y="502"/>
                    </a:lnTo>
                    <a:lnTo>
                      <a:pt x="5797" y="419"/>
                    </a:lnTo>
                    <a:lnTo>
                      <a:pt x="5713" y="419"/>
                    </a:lnTo>
                    <a:lnTo>
                      <a:pt x="5650" y="544"/>
                    </a:lnTo>
                    <a:lnTo>
                      <a:pt x="5671" y="586"/>
                    </a:lnTo>
                    <a:lnTo>
                      <a:pt x="5713" y="607"/>
                    </a:lnTo>
                    <a:lnTo>
                      <a:pt x="5608" y="649"/>
                    </a:lnTo>
                    <a:lnTo>
                      <a:pt x="5566" y="607"/>
                    </a:lnTo>
                    <a:lnTo>
                      <a:pt x="5566" y="544"/>
                    </a:lnTo>
                    <a:lnTo>
                      <a:pt x="5504" y="544"/>
                    </a:lnTo>
                    <a:lnTo>
                      <a:pt x="5441" y="523"/>
                    </a:lnTo>
                    <a:lnTo>
                      <a:pt x="5378" y="586"/>
                    </a:lnTo>
                    <a:lnTo>
                      <a:pt x="5294" y="691"/>
                    </a:lnTo>
                    <a:lnTo>
                      <a:pt x="5232" y="628"/>
                    </a:lnTo>
                    <a:lnTo>
                      <a:pt x="5169" y="481"/>
                    </a:lnTo>
                    <a:lnTo>
                      <a:pt x="5232" y="440"/>
                    </a:lnTo>
                    <a:lnTo>
                      <a:pt x="5273" y="377"/>
                    </a:lnTo>
                    <a:lnTo>
                      <a:pt x="5273" y="314"/>
                    </a:lnTo>
                    <a:lnTo>
                      <a:pt x="5252" y="293"/>
                    </a:lnTo>
                    <a:lnTo>
                      <a:pt x="5273" y="251"/>
                    </a:lnTo>
                    <a:lnTo>
                      <a:pt x="5232" y="209"/>
                    </a:lnTo>
                    <a:lnTo>
                      <a:pt x="5169" y="251"/>
                    </a:lnTo>
                    <a:lnTo>
                      <a:pt x="5127" y="230"/>
                    </a:lnTo>
                    <a:lnTo>
                      <a:pt x="5064" y="188"/>
                    </a:lnTo>
                    <a:lnTo>
                      <a:pt x="5085" y="105"/>
                    </a:lnTo>
                    <a:lnTo>
                      <a:pt x="516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Google Shape;2277;p45"/>
              <p:cNvSpPr/>
              <p:nvPr/>
            </p:nvSpPr>
            <p:spPr>
              <a:xfrm>
                <a:off x="6101375" y="3852150"/>
                <a:ext cx="82150" cy="171075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6843" extrusionOk="0">
                    <a:moveTo>
                      <a:pt x="880" y="0"/>
                    </a:moveTo>
                    <a:lnTo>
                      <a:pt x="796" y="21"/>
                    </a:lnTo>
                    <a:lnTo>
                      <a:pt x="650" y="21"/>
                    </a:lnTo>
                    <a:lnTo>
                      <a:pt x="650" y="42"/>
                    </a:lnTo>
                    <a:lnTo>
                      <a:pt x="733" y="126"/>
                    </a:lnTo>
                    <a:lnTo>
                      <a:pt x="859" y="440"/>
                    </a:lnTo>
                    <a:lnTo>
                      <a:pt x="859" y="544"/>
                    </a:lnTo>
                    <a:lnTo>
                      <a:pt x="859" y="733"/>
                    </a:lnTo>
                    <a:lnTo>
                      <a:pt x="796" y="774"/>
                    </a:lnTo>
                    <a:lnTo>
                      <a:pt x="754" y="774"/>
                    </a:lnTo>
                    <a:lnTo>
                      <a:pt x="754" y="795"/>
                    </a:lnTo>
                    <a:lnTo>
                      <a:pt x="796" y="1046"/>
                    </a:lnTo>
                    <a:lnTo>
                      <a:pt x="838" y="1067"/>
                    </a:lnTo>
                    <a:lnTo>
                      <a:pt x="942" y="1026"/>
                    </a:lnTo>
                    <a:lnTo>
                      <a:pt x="1047" y="1026"/>
                    </a:lnTo>
                    <a:lnTo>
                      <a:pt x="963" y="1046"/>
                    </a:lnTo>
                    <a:lnTo>
                      <a:pt x="880" y="1151"/>
                    </a:lnTo>
                    <a:lnTo>
                      <a:pt x="901" y="1277"/>
                    </a:lnTo>
                    <a:lnTo>
                      <a:pt x="984" y="1444"/>
                    </a:lnTo>
                    <a:lnTo>
                      <a:pt x="1005" y="1716"/>
                    </a:lnTo>
                    <a:lnTo>
                      <a:pt x="1005" y="1904"/>
                    </a:lnTo>
                    <a:lnTo>
                      <a:pt x="1005" y="2030"/>
                    </a:lnTo>
                    <a:lnTo>
                      <a:pt x="1068" y="2009"/>
                    </a:lnTo>
                    <a:lnTo>
                      <a:pt x="1089" y="1904"/>
                    </a:lnTo>
                    <a:lnTo>
                      <a:pt x="1068" y="1821"/>
                    </a:lnTo>
                    <a:lnTo>
                      <a:pt x="1089" y="1800"/>
                    </a:lnTo>
                    <a:lnTo>
                      <a:pt x="1152" y="1842"/>
                    </a:lnTo>
                    <a:lnTo>
                      <a:pt x="1152" y="1967"/>
                    </a:lnTo>
                    <a:lnTo>
                      <a:pt x="1194" y="1967"/>
                    </a:lnTo>
                    <a:lnTo>
                      <a:pt x="1214" y="1904"/>
                    </a:lnTo>
                    <a:lnTo>
                      <a:pt x="1194" y="1842"/>
                    </a:lnTo>
                    <a:lnTo>
                      <a:pt x="1214" y="1842"/>
                    </a:lnTo>
                    <a:lnTo>
                      <a:pt x="1256" y="1925"/>
                    </a:lnTo>
                    <a:lnTo>
                      <a:pt x="1173" y="2030"/>
                    </a:lnTo>
                    <a:lnTo>
                      <a:pt x="1152" y="2134"/>
                    </a:lnTo>
                    <a:lnTo>
                      <a:pt x="1152" y="2197"/>
                    </a:lnTo>
                    <a:lnTo>
                      <a:pt x="1110" y="2218"/>
                    </a:lnTo>
                    <a:lnTo>
                      <a:pt x="1068" y="2134"/>
                    </a:lnTo>
                    <a:lnTo>
                      <a:pt x="1005" y="2134"/>
                    </a:lnTo>
                    <a:lnTo>
                      <a:pt x="1047" y="2323"/>
                    </a:lnTo>
                    <a:lnTo>
                      <a:pt x="1110" y="2532"/>
                    </a:lnTo>
                    <a:lnTo>
                      <a:pt x="1173" y="2553"/>
                    </a:lnTo>
                    <a:lnTo>
                      <a:pt x="1194" y="2532"/>
                    </a:lnTo>
                    <a:lnTo>
                      <a:pt x="1256" y="2616"/>
                    </a:lnTo>
                    <a:lnTo>
                      <a:pt x="1256" y="2658"/>
                    </a:lnTo>
                    <a:lnTo>
                      <a:pt x="1298" y="2699"/>
                    </a:lnTo>
                    <a:lnTo>
                      <a:pt x="1194" y="2762"/>
                    </a:lnTo>
                    <a:lnTo>
                      <a:pt x="1194" y="2825"/>
                    </a:lnTo>
                    <a:lnTo>
                      <a:pt x="1214" y="2867"/>
                    </a:lnTo>
                    <a:lnTo>
                      <a:pt x="1194" y="2950"/>
                    </a:lnTo>
                    <a:lnTo>
                      <a:pt x="1110" y="3139"/>
                    </a:lnTo>
                    <a:lnTo>
                      <a:pt x="1152" y="3243"/>
                    </a:lnTo>
                    <a:lnTo>
                      <a:pt x="1089" y="3264"/>
                    </a:lnTo>
                    <a:lnTo>
                      <a:pt x="1173" y="3348"/>
                    </a:lnTo>
                    <a:lnTo>
                      <a:pt x="1152" y="3369"/>
                    </a:lnTo>
                    <a:lnTo>
                      <a:pt x="1068" y="3369"/>
                    </a:lnTo>
                    <a:lnTo>
                      <a:pt x="1005" y="3474"/>
                    </a:lnTo>
                    <a:lnTo>
                      <a:pt x="1005" y="3536"/>
                    </a:lnTo>
                    <a:lnTo>
                      <a:pt x="1068" y="3599"/>
                    </a:lnTo>
                    <a:lnTo>
                      <a:pt x="1005" y="3641"/>
                    </a:lnTo>
                    <a:lnTo>
                      <a:pt x="942" y="3641"/>
                    </a:lnTo>
                    <a:lnTo>
                      <a:pt x="880" y="3767"/>
                    </a:lnTo>
                    <a:lnTo>
                      <a:pt x="796" y="4164"/>
                    </a:lnTo>
                    <a:lnTo>
                      <a:pt x="796" y="4269"/>
                    </a:lnTo>
                    <a:lnTo>
                      <a:pt x="733" y="4331"/>
                    </a:lnTo>
                    <a:lnTo>
                      <a:pt x="629" y="4331"/>
                    </a:lnTo>
                    <a:lnTo>
                      <a:pt x="545" y="4290"/>
                    </a:lnTo>
                    <a:lnTo>
                      <a:pt x="419" y="4311"/>
                    </a:lnTo>
                    <a:lnTo>
                      <a:pt x="210" y="4415"/>
                    </a:lnTo>
                    <a:lnTo>
                      <a:pt x="106" y="4520"/>
                    </a:lnTo>
                    <a:lnTo>
                      <a:pt x="64" y="4645"/>
                    </a:lnTo>
                    <a:lnTo>
                      <a:pt x="106" y="4834"/>
                    </a:lnTo>
                    <a:lnTo>
                      <a:pt x="210" y="4917"/>
                    </a:lnTo>
                    <a:lnTo>
                      <a:pt x="357" y="5022"/>
                    </a:lnTo>
                    <a:lnTo>
                      <a:pt x="440" y="5168"/>
                    </a:lnTo>
                    <a:lnTo>
                      <a:pt x="587" y="5231"/>
                    </a:lnTo>
                    <a:lnTo>
                      <a:pt x="650" y="5273"/>
                    </a:lnTo>
                    <a:lnTo>
                      <a:pt x="670" y="5545"/>
                    </a:lnTo>
                    <a:lnTo>
                      <a:pt x="691" y="5566"/>
                    </a:lnTo>
                    <a:lnTo>
                      <a:pt x="670" y="5587"/>
                    </a:lnTo>
                    <a:lnTo>
                      <a:pt x="670" y="5733"/>
                    </a:lnTo>
                    <a:lnTo>
                      <a:pt x="629" y="5838"/>
                    </a:lnTo>
                    <a:lnTo>
                      <a:pt x="378" y="6110"/>
                    </a:lnTo>
                    <a:lnTo>
                      <a:pt x="231" y="6277"/>
                    </a:lnTo>
                    <a:lnTo>
                      <a:pt x="43" y="6424"/>
                    </a:lnTo>
                    <a:lnTo>
                      <a:pt x="1" y="6508"/>
                    </a:lnTo>
                    <a:lnTo>
                      <a:pt x="22" y="6549"/>
                    </a:lnTo>
                    <a:lnTo>
                      <a:pt x="126" y="6591"/>
                    </a:lnTo>
                    <a:lnTo>
                      <a:pt x="147" y="6528"/>
                    </a:lnTo>
                    <a:lnTo>
                      <a:pt x="210" y="6528"/>
                    </a:lnTo>
                    <a:lnTo>
                      <a:pt x="210" y="6612"/>
                    </a:lnTo>
                    <a:lnTo>
                      <a:pt x="210" y="6675"/>
                    </a:lnTo>
                    <a:lnTo>
                      <a:pt x="231" y="6696"/>
                    </a:lnTo>
                    <a:lnTo>
                      <a:pt x="273" y="6675"/>
                    </a:lnTo>
                    <a:lnTo>
                      <a:pt x="315" y="6717"/>
                    </a:lnTo>
                    <a:lnTo>
                      <a:pt x="315" y="6800"/>
                    </a:lnTo>
                    <a:lnTo>
                      <a:pt x="336" y="6842"/>
                    </a:lnTo>
                    <a:lnTo>
                      <a:pt x="419" y="6821"/>
                    </a:lnTo>
                    <a:lnTo>
                      <a:pt x="629" y="6675"/>
                    </a:lnTo>
                    <a:lnTo>
                      <a:pt x="796" y="6528"/>
                    </a:lnTo>
                    <a:lnTo>
                      <a:pt x="984" y="6361"/>
                    </a:lnTo>
                    <a:lnTo>
                      <a:pt x="1152" y="6173"/>
                    </a:lnTo>
                    <a:lnTo>
                      <a:pt x="1319" y="5901"/>
                    </a:lnTo>
                    <a:lnTo>
                      <a:pt x="1424" y="5859"/>
                    </a:lnTo>
                    <a:lnTo>
                      <a:pt x="1507" y="5859"/>
                    </a:lnTo>
                    <a:lnTo>
                      <a:pt x="1570" y="5775"/>
                    </a:lnTo>
                    <a:lnTo>
                      <a:pt x="1570" y="5691"/>
                    </a:lnTo>
                    <a:lnTo>
                      <a:pt x="1612" y="5650"/>
                    </a:lnTo>
                    <a:lnTo>
                      <a:pt x="1717" y="5587"/>
                    </a:lnTo>
                    <a:lnTo>
                      <a:pt x="1800" y="5357"/>
                    </a:lnTo>
                    <a:lnTo>
                      <a:pt x="1905" y="5210"/>
                    </a:lnTo>
                    <a:lnTo>
                      <a:pt x="1905" y="5147"/>
                    </a:lnTo>
                    <a:lnTo>
                      <a:pt x="1989" y="5106"/>
                    </a:lnTo>
                    <a:lnTo>
                      <a:pt x="1884" y="4980"/>
                    </a:lnTo>
                    <a:lnTo>
                      <a:pt x="1717" y="4980"/>
                    </a:lnTo>
                    <a:lnTo>
                      <a:pt x="1800" y="4938"/>
                    </a:lnTo>
                    <a:lnTo>
                      <a:pt x="1884" y="4917"/>
                    </a:lnTo>
                    <a:lnTo>
                      <a:pt x="2114" y="4624"/>
                    </a:lnTo>
                    <a:lnTo>
                      <a:pt x="2240" y="4603"/>
                    </a:lnTo>
                    <a:lnTo>
                      <a:pt x="2428" y="4624"/>
                    </a:lnTo>
                    <a:lnTo>
                      <a:pt x="2512" y="4624"/>
                    </a:lnTo>
                    <a:lnTo>
                      <a:pt x="2512" y="4708"/>
                    </a:lnTo>
                    <a:lnTo>
                      <a:pt x="2512" y="4792"/>
                    </a:lnTo>
                    <a:lnTo>
                      <a:pt x="2616" y="4708"/>
                    </a:lnTo>
                    <a:lnTo>
                      <a:pt x="2679" y="4645"/>
                    </a:lnTo>
                    <a:lnTo>
                      <a:pt x="2533" y="4603"/>
                    </a:lnTo>
                    <a:lnTo>
                      <a:pt x="2554" y="4499"/>
                    </a:lnTo>
                    <a:lnTo>
                      <a:pt x="2637" y="4311"/>
                    </a:lnTo>
                    <a:lnTo>
                      <a:pt x="2679" y="4227"/>
                    </a:lnTo>
                    <a:lnTo>
                      <a:pt x="2784" y="4227"/>
                    </a:lnTo>
                    <a:lnTo>
                      <a:pt x="2826" y="4290"/>
                    </a:lnTo>
                    <a:lnTo>
                      <a:pt x="2867" y="4227"/>
                    </a:lnTo>
                    <a:lnTo>
                      <a:pt x="2930" y="4122"/>
                    </a:lnTo>
                    <a:lnTo>
                      <a:pt x="3077" y="3892"/>
                    </a:lnTo>
                    <a:lnTo>
                      <a:pt x="3077" y="3808"/>
                    </a:lnTo>
                    <a:lnTo>
                      <a:pt x="3077" y="3746"/>
                    </a:lnTo>
                    <a:lnTo>
                      <a:pt x="3098" y="3599"/>
                    </a:lnTo>
                    <a:lnTo>
                      <a:pt x="3202" y="3495"/>
                    </a:lnTo>
                    <a:lnTo>
                      <a:pt x="3286" y="3453"/>
                    </a:lnTo>
                    <a:lnTo>
                      <a:pt x="3286" y="3411"/>
                    </a:lnTo>
                    <a:lnTo>
                      <a:pt x="3160" y="3369"/>
                    </a:lnTo>
                    <a:lnTo>
                      <a:pt x="3098" y="3285"/>
                    </a:lnTo>
                    <a:lnTo>
                      <a:pt x="3139" y="3285"/>
                    </a:lnTo>
                    <a:lnTo>
                      <a:pt x="3160" y="3243"/>
                    </a:lnTo>
                    <a:lnTo>
                      <a:pt x="3035" y="3222"/>
                    </a:lnTo>
                    <a:lnTo>
                      <a:pt x="2888" y="3327"/>
                    </a:lnTo>
                    <a:lnTo>
                      <a:pt x="2679" y="3536"/>
                    </a:lnTo>
                    <a:lnTo>
                      <a:pt x="2554" y="3536"/>
                    </a:lnTo>
                    <a:lnTo>
                      <a:pt x="2470" y="3578"/>
                    </a:lnTo>
                    <a:lnTo>
                      <a:pt x="2365" y="3536"/>
                    </a:lnTo>
                    <a:lnTo>
                      <a:pt x="2135" y="3285"/>
                    </a:lnTo>
                    <a:lnTo>
                      <a:pt x="2051" y="3285"/>
                    </a:lnTo>
                    <a:lnTo>
                      <a:pt x="1989" y="3181"/>
                    </a:lnTo>
                    <a:lnTo>
                      <a:pt x="1947" y="3118"/>
                    </a:lnTo>
                    <a:lnTo>
                      <a:pt x="2010" y="3034"/>
                    </a:lnTo>
                    <a:lnTo>
                      <a:pt x="2030" y="2888"/>
                    </a:lnTo>
                    <a:lnTo>
                      <a:pt x="1926" y="2720"/>
                    </a:lnTo>
                    <a:lnTo>
                      <a:pt x="1926" y="2637"/>
                    </a:lnTo>
                    <a:lnTo>
                      <a:pt x="1905" y="2595"/>
                    </a:lnTo>
                    <a:lnTo>
                      <a:pt x="1905" y="2448"/>
                    </a:lnTo>
                    <a:lnTo>
                      <a:pt x="1947" y="2365"/>
                    </a:lnTo>
                    <a:lnTo>
                      <a:pt x="1884" y="2365"/>
                    </a:lnTo>
                    <a:lnTo>
                      <a:pt x="1884" y="2239"/>
                    </a:lnTo>
                    <a:lnTo>
                      <a:pt x="1842" y="2176"/>
                    </a:lnTo>
                    <a:lnTo>
                      <a:pt x="1800" y="2197"/>
                    </a:lnTo>
                    <a:lnTo>
                      <a:pt x="1717" y="2134"/>
                    </a:lnTo>
                    <a:lnTo>
                      <a:pt x="1675" y="2197"/>
                    </a:lnTo>
                    <a:lnTo>
                      <a:pt x="1779" y="2281"/>
                    </a:lnTo>
                    <a:lnTo>
                      <a:pt x="1738" y="2365"/>
                    </a:lnTo>
                    <a:lnTo>
                      <a:pt x="1779" y="2427"/>
                    </a:lnTo>
                    <a:lnTo>
                      <a:pt x="1696" y="2511"/>
                    </a:lnTo>
                    <a:lnTo>
                      <a:pt x="1696" y="2595"/>
                    </a:lnTo>
                    <a:lnTo>
                      <a:pt x="1779" y="2699"/>
                    </a:lnTo>
                    <a:lnTo>
                      <a:pt x="1779" y="2741"/>
                    </a:lnTo>
                    <a:lnTo>
                      <a:pt x="1675" y="2762"/>
                    </a:lnTo>
                    <a:lnTo>
                      <a:pt x="1612" y="2720"/>
                    </a:lnTo>
                    <a:lnTo>
                      <a:pt x="1591" y="2616"/>
                    </a:lnTo>
                    <a:lnTo>
                      <a:pt x="1486" y="2595"/>
                    </a:lnTo>
                    <a:lnTo>
                      <a:pt x="1486" y="2532"/>
                    </a:lnTo>
                    <a:lnTo>
                      <a:pt x="1382" y="2511"/>
                    </a:lnTo>
                    <a:lnTo>
                      <a:pt x="1319" y="2511"/>
                    </a:lnTo>
                    <a:lnTo>
                      <a:pt x="1298" y="2448"/>
                    </a:lnTo>
                    <a:lnTo>
                      <a:pt x="1403" y="2406"/>
                    </a:lnTo>
                    <a:lnTo>
                      <a:pt x="1424" y="2323"/>
                    </a:lnTo>
                    <a:lnTo>
                      <a:pt x="1319" y="2239"/>
                    </a:lnTo>
                    <a:lnTo>
                      <a:pt x="1403" y="2114"/>
                    </a:lnTo>
                    <a:lnTo>
                      <a:pt x="1486" y="2093"/>
                    </a:lnTo>
                    <a:lnTo>
                      <a:pt x="1507" y="1988"/>
                    </a:lnTo>
                    <a:lnTo>
                      <a:pt x="1486" y="1904"/>
                    </a:lnTo>
                    <a:lnTo>
                      <a:pt x="1507" y="1821"/>
                    </a:lnTo>
                    <a:lnTo>
                      <a:pt x="1466" y="1758"/>
                    </a:lnTo>
                    <a:lnTo>
                      <a:pt x="1486" y="1611"/>
                    </a:lnTo>
                    <a:lnTo>
                      <a:pt x="1361" y="1507"/>
                    </a:lnTo>
                    <a:lnTo>
                      <a:pt x="1361" y="1465"/>
                    </a:lnTo>
                    <a:lnTo>
                      <a:pt x="1424" y="1507"/>
                    </a:lnTo>
                    <a:lnTo>
                      <a:pt x="1528" y="1486"/>
                    </a:lnTo>
                    <a:lnTo>
                      <a:pt x="1570" y="1360"/>
                    </a:lnTo>
                    <a:lnTo>
                      <a:pt x="1591" y="1318"/>
                    </a:lnTo>
                    <a:lnTo>
                      <a:pt x="1591" y="1151"/>
                    </a:lnTo>
                    <a:lnTo>
                      <a:pt x="1570" y="1026"/>
                    </a:lnTo>
                    <a:lnTo>
                      <a:pt x="1570" y="921"/>
                    </a:lnTo>
                    <a:lnTo>
                      <a:pt x="1507" y="942"/>
                    </a:lnTo>
                    <a:lnTo>
                      <a:pt x="1382" y="984"/>
                    </a:lnTo>
                    <a:lnTo>
                      <a:pt x="1277" y="879"/>
                    </a:lnTo>
                    <a:lnTo>
                      <a:pt x="1361" y="837"/>
                    </a:lnTo>
                    <a:lnTo>
                      <a:pt x="1277" y="774"/>
                    </a:lnTo>
                    <a:lnTo>
                      <a:pt x="1214" y="754"/>
                    </a:lnTo>
                    <a:lnTo>
                      <a:pt x="1277" y="712"/>
                    </a:lnTo>
                    <a:lnTo>
                      <a:pt x="1361" y="649"/>
                    </a:lnTo>
                    <a:lnTo>
                      <a:pt x="1361" y="607"/>
                    </a:lnTo>
                    <a:lnTo>
                      <a:pt x="1256" y="565"/>
                    </a:lnTo>
                    <a:lnTo>
                      <a:pt x="1173" y="502"/>
                    </a:lnTo>
                    <a:lnTo>
                      <a:pt x="1089" y="544"/>
                    </a:lnTo>
                    <a:lnTo>
                      <a:pt x="1089" y="440"/>
                    </a:lnTo>
                    <a:lnTo>
                      <a:pt x="1110" y="440"/>
                    </a:lnTo>
                    <a:lnTo>
                      <a:pt x="1173" y="356"/>
                    </a:lnTo>
                    <a:lnTo>
                      <a:pt x="1110" y="356"/>
                    </a:lnTo>
                    <a:lnTo>
                      <a:pt x="1047" y="398"/>
                    </a:lnTo>
                    <a:lnTo>
                      <a:pt x="1047" y="461"/>
                    </a:lnTo>
                    <a:lnTo>
                      <a:pt x="1005" y="544"/>
                    </a:lnTo>
                    <a:lnTo>
                      <a:pt x="942" y="523"/>
                    </a:lnTo>
                    <a:lnTo>
                      <a:pt x="963" y="419"/>
                    </a:lnTo>
                    <a:lnTo>
                      <a:pt x="901" y="335"/>
                    </a:lnTo>
                    <a:lnTo>
                      <a:pt x="880" y="209"/>
                    </a:lnTo>
                    <a:lnTo>
                      <a:pt x="880" y="105"/>
                    </a:lnTo>
                    <a:lnTo>
                      <a:pt x="880" y="42"/>
                    </a:lnTo>
                    <a:lnTo>
                      <a:pt x="942" y="42"/>
                    </a:lnTo>
                    <a:lnTo>
                      <a:pt x="88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278" name="Google Shape;2278;p45"/>
            <p:cNvSpPr/>
            <p:nvPr/>
          </p:nvSpPr>
          <p:spPr>
            <a:xfrm>
              <a:off x="3608564" y="2619698"/>
              <a:ext cx="60550" cy="35232"/>
            </a:xfrm>
            <a:custGeom>
              <a:avLst/>
              <a:gdLst/>
              <a:ahLst/>
              <a:cxnLst/>
              <a:rect l="l" t="t" r="r" b="b"/>
              <a:pathLst>
                <a:path w="5085" h="3098" extrusionOk="0">
                  <a:moveTo>
                    <a:pt x="900" y="1"/>
                  </a:moveTo>
                  <a:lnTo>
                    <a:pt x="733" y="22"/>
                  </a:lnTo>
                  <a:lnTo>
                    <a:pt x="733" y="64"/>
                  </a:lnTo>
                  <a:lnTo>
                    <a:pt x="775" y="126"/>
                  </a:lnTo>
                  <a:lnTo>
                    <a:pt x="837" y="126"/>
                  </a:lnTo>
                  <a:lnTo>
                    <a:pt x="858" y="64"/>
                  </a:lnTo>
                  <a:lnTo>
                    <a:pt x="942" y="64"/>
                  </a:lnTo>
                  <a:lnTo>
                    <a:pt x="984" y="126"/>
                  </a:lnTo>
                  <a:lnTo>
                    <a:pt x="1088" y="147"/>
                  </a:lnTo>
                  <a:lnTo>
                    <a:pt x="1047" y="210"/>
                  </a:lnTo>
                  <a:lnTo>
                    <a:pt x="942" y="168"/>
                  </a:lnTo>
                  <a:lnTo>
                    <a:pt x="837" y="168"/>
                  </a:lnTo>
                  <a:lnTo>
                    <a:pt x="858" y="231"/>
                  </a:lnTo>
                  <a:lnTo>
                    <a:pt x="1005" y="315"/>
                  </a:lnTo>
                  <a:lnTo>
                    <a:pt x="1109" y="440"/>
                  </a:lnTo>
                  <a:lnTo>
                    <a:pt x="1088" y="524"/>
                  </a:lnTo>
                  <a:lnTo>
                    <a:pt x="1047" y="545"/>
                  </a:lnTo>
                  <a:lnTo>
                    <a:pt x="1047" y="461"/>
                  </a:lnTo>
                  <a:lnTo>
                    <a:pt x="900" y="377"/>
                  </a:lnTo>
                  <a:lnTo>
                    <a:pt x="837" y="461"/>
                  </a:lnTo>
                  <a:lnTo>
                    <a:pt x="775" y="440"/>
                  </a:lnTo>
                  <a:lnTo>
                    <a:pt x="796" y="356"/>
                  </a:lnTo>
                  <a:lnTo>
                    <a:pt x="691" y="252"/>
                  </a:lnTo>
                  <a:lnTo>
                    <a:pt x="586" y="210"/>
                  </a:lnTo>
                  <a:lnTo>
                    <a:pt x="524" y="252"/>
                  </a:lnTo>
                  <a:lnTo>
                    <a:pt x="586" y="356"/>
                  </a:lnTo>
                  <a:lnTo>
                    <a:pt x="565" y="419"/>
                  </a:lnTo>
                  <a:lnTo>
                    <a:pt x="524" y="315"/>
                  </a:lnTo>
                  <a:lnTo>
                    <a:pt x="419" y="273"/>
                  </a:lnTo>
                  <a:lnTo>
                    <a:pt x="377" y="356"/>
                  </a:lnTo>
                  <a:lnTo>
                    <a:pt x="461" y="440"/>
                  </a:lnTo>
                  <a:lnTo>
                    <a:pt x="524" y="482"/>
                  </a:lnTo>
                  <a:lnTo>
                    <a:pt x="565" y="545"/>
                  </a:lnTo>
                  <a:lnTo>
                    <a:pt x="461" y="482"/>
                  </a:lnTo>
                  <a:lnTo>
                    <a:pt x="356" y="545"/>
                  </a:lnTo>
                  <a:lnTo>
                    <a:pt x="419" y="608"/>
                  </a:lnTo>
                  <a:lnTo>
                    <a:pt x="565" y="670"/>
                  </a:lnTo>
                  <a:lnTo>
                    <a:pt x="482" y="670"/>
                  </a:lnTo>
                  <a:lnTo>
                    <a:pt x="461" y="733"/>
                  </a:lnTo>
                  <a:lnTo>
                    <a:pt x="482" y="775"/>
                  </a:lnTo>
                  <a:lnTo>
                    <a:pt x="461" y="775"/>
                  </a:lnTo>
                  <a:lnTo>
                    <a:pt x="272" y="649"/>
                  </a:lnTo>
                  <a:lnTo>
                    <a:pt x="231" y="608"/>
                  </a:lnTo>
                  <a:lnTo>
                    <a:pt x="168" y="670"/>
                  </a:lnTo>
                  <a:lnTo>
                    <a:pt x="252" y="796"/>
                  </a:lnTo>
                  <a:lnTo>
                    <a:pt x="314" y="880"/>
                  </a:lnTo>
                  <a:lnTo>
                    <a:pt x="252" y="900"/>
                  </a:lnTo>
                  <a:lnTo>
                    <a:pt x="147" y="775"/>
                  </a:lnTo>
                  <a:lnTo>
                    <a:pt x="63" y="754"/>
                  </a:lnTo>
                  <a:lnTo>
                    <a:pt x="0" y="859"/>
                  </a:lnTo>
                  <a:lnTo>
                    <a:pt x="126" y="900"/>
                  </a:lnTo>
                  <a:lnTo>
                    <a:pt x="231" y="1005"/>
                  </a:lnTo>
                  <a:lnTo>
                    <a:pt x="356" y="1047"/>
                  </a:lnTo>
                  <a:lnTo>
                    <a:pt x="440" y="942"/>
                  </a:lnTo>
                  <a:lnTo>
                    <a:pt x="565" y="900"/>
                  </a:lnTo>
                  <a:lnTo>
                    <a:pt x="628" y="796"/>
                  </a:lnTo>
                  <a:lnTo>
                    <a:pt x="649" y="859"/>
                  </a:lnTo>
                  <a:lnTo>
                    <a:pt x="649" y="900"/>
                  </a:lnTo>
                  <a:lnTo>
                    <a:pt x="691" y="900"/>
                  </a:lnTo>
                  <a:lnTo>
                    <a:pt x="775" y="880"/>
                  </a:lnTo>
                  <a:lnTo>
                    <a:pt x="796" y="984"/>
                  </a:lnTo>
                  <a:lnTo>
                    <a:pt x="858" y="984"/>
                  </a:lnTo>
                  <a:lnTo>
                    <a:pt x="942" y="900"/>
                  </a:lnTo>
                  <a:lnTo>
                    <a:pt x="963" y="859"/>
                  </a:lnTo>
                  <a:lnTo>
                    <a:pt x="984" y="963"/>
                  </a:lnTo>
                  <a:lnTo>
                    <a:pt x="1005" y="963"/>
                  </a:lnTo>
                  <a:lnTo>
                    <a:pt x="1151" y="859"/>
                  </a:lnTo>
                  <a:lnTo>
                    <a:pt x="1109" y="900"/>
                  </a:lnTo>
                  <a:lnTo>
                    <a:pt x="1088" y="1005"/>
                  </a:lnTo>
                  <a:lnTo>
                    <a:pt x="1151" y="1047"/>
                  </a:lnTo>
                  <a:lnTo>
                    <a:pt x="1214" y="984"/>
                  </a:lnTo>
                  <a:lnTo>
                    <a:pt x="1360" y="1068"/>
                  </a:lnTo>
                  <a:lnTo>
                    <a:pt x="1277" y="1089"/>
                  </a:lnTo>
                  <a:lnTo>
                    <a:pt x="1193" y="1089"/>
                  </a:lnTo>
                  <a:lnTo>
                    <a:pt x="1109" y="1131"/>
                  </a:lnTo>
                  <a:lnTo>
                    <a:pt x="1047" y="1131"/>
                  </a:lnTo>
                  <a:lnTo>
                    <a:pt x="879" y="1214"/>
                  </a:lnTo>
                  <a:lnTo>
                    <a:pt x="879" y="1256"/>
                  </a:lnTo>
                  <a:lnTo>
                    <a:pt x="1068" y="1298"/>
                  </a:lnTo>
                  <a:lnTo>
                    <a:pt x="1172" y="1298"/>
                  </a:lnTo>
                  <a:lnTo>
                    <a:pt x="1214" y="1214"/>
                  </a:lnTo>
                  <a:lnTo>
                    <a:pt x="1277" y="1193"/>
                  </a:lnTo>
                  <a:lnTo>
                    <a:pt x="1277" y="1298"/>
                  </a:lnTo>
                  <a:lnTo>
                    <a:pt x="1193" y="1382"/>
                  </a:lnTo>
                  <a:lnTo>
                    <a:pt x="1005" y="1403"/>
                  </a:lnTo>
                  <a:lnTo>
                    <a:pt x="942" y="1382"/>
                  </a:lnTo>
                  <a:lnTo>
                    <a:pt x="858" y="1486"/>
                  </a:lnTo>
                  <a:lnTo>
                    <a:pt x="796" y="1403"/>
                  </a:lnTo>
                  <a:lnTo>
                    <a:pt x="775" y="1382"/>
                  </a:lnTo>
                  <a:lnTo>
                    <a:pt x="775" y="1319"/>
                  </a:lnTo>
                  <a:lnTo>
                    <a:pt x="691" y="1319"/>
                  </a:lnTo>
                  <a:lnTo>
                    <a:pt x="691" y="1361"/>
                  </a:lnTo>
                  <a:lnTo>
                    <a:pt x="691" y="1382"/>
                  </a:lnTo>
                  <a:lnTo>
                    <a:pt x="628" y="1465"/>
                  </a:lnTo>
                  <a:lnTo>
                    <a:pt x="544" y="1403"/>
                  </a:lnTo>
                  <a:lnTo>
                    <a:pt x="461" y="1424"/>
                  </a:lnTo>
                  <a:lnTo>
                    <a:pt x="356" y="1486"/>
                  </a:lnTo>
                  <a:lnTo>
                    <a:pt x="252" y="1424"/>
                  </a:lnTo>
                  <a:lnTo>
                    <a:pt x="168" y="1465"/>
                  </a:lnTo>
                  <a:lnTo>
                    <a:pt x="126" y="1465"/>
                  </a:lnTo>
                  <a:lnTo>
                    <a:pt x="168" y="1591"/>
                  </a:lnTo>
                  <a:lnTo>
                    <a:pt x="231" y="1654"/>
                  </a:lnTo>
                  <a:lnTo>
                    <a:pt x="377" y="1696"/>
                  </a:lnTo>
                  <a:lnTo>
                    <a:pt x="377" y="1633"/>
                  </a:lnTo>
                  <a:lnTo>
                    <a:pt x="565" y="1696"/>
                  </a:lnTo>
                  <a:lnTo>
                    <a:pt x="900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837" y="1842"/>
                  </a:lnTo>
                  <a:lnTo>
                    <a:pt x="942" y="1926"/>
                  </a:lnTo>
                  <a:lnTo>
                    <a:pt x="963" y="2009"/>
                  </a:lnTo>
                  <a:lnTo>
                    <a:pt x="1005" y="2009"/>
                  </a:lnTo>
                  <a:lnTo>
                    <a:pt x="1172" y="1905"/>
                  </a:lnTo>
                  <a:lnTo>
                    <a:pt x="1151" y="1988"/>
                  </a:lnTo>
                  <a:lnTo>
                    <a:pt x="1047" y="2030"/>
                  </a:lnTo>
                  <a:lnTo>
                    <a:pt x="984" y="2135"/>
                  </a:lnTo>
                  <a:lnTo>
                    <a:pt x="1068" y="2177"/>
                  </a:lnTo>
                  <a:lnTo>
                    <a:pt x="1214" y="2051"/>
                  </a:lnTo>
                  <a:lnTo>
                    <a:pt x="1360" y="2114"/>
                  </a:lnTo>
                  <a:lnTo>
                    <a:pt x="1381" y="2156"/>
                  </a:lnTo>
                  <a:lnTo>
                    <a:pt x="1298" y="2114"/>
                  </a:lnTo>
                  <a:lnTo>
                    <a:pt x="1193" y="2156"/>
                  </a:lnTo>
                  <a:lnTo>
                    <a:pt x="1109" y="2240"/>
                  </a:lnTo>
                  <a:lnTo>
                    <a:pt x="984" y="2240"/>
                  </a:lnTo>
                  <a:lnTo>
                    <a:pt x="984" y="2323"/>
                  </a:lnTo>
                  <a:lnTo>
                    <a:pt x="942" y="2365"/>
                  </a:lnTo>
                  <a:lnTo>
                    <a:pt x="879" y="2365"/>
                  </a:lnTo>
                  <a:lnTo>
                    <a:pt x="796" y="2407"/>
                  </a:lnTo>
                  <a:lnTo>
                    <a:pt x="775" y="2344"/>
                  </a:lnTo>
                  <a:lnTo>
                    <a:pt x="670" y="2261"/>
                  </a:lnTo>
                  <a:lnTo>
                    <a:pt x="670" y="2323"/>
                  </a:lnTo>
                  <a:lnTo>
                    <a:pt x="628" y="2323"/>
                  </a:lnTo>
                  <a:lnTo>
                    <a:pt x="649" y="2449"/>
                  </a:lnTo>
                  <a:lnTo>
                    <a:pt x="691" y="2470"/>
                  </a:lnTo>
                  <a:lnTo>
                    <a:pt x="670" y="2512"/>
                  </a:lnTo>
                  <a:lnTo>
                    <a:pt x="649" y="2700"/>
                  </a:lnTo>
                  <a:lnTo>
                    <a:pt x="775" y="2679"/>
                  </a:lnTo>
                  <a:lnTo>
                    <a:pt x="837" y="2658"/>
                  </a:lnTo>
                  <a:lnTo>
                    <a:pt x="900" y="2700"/>
                  </a:lnTo>
                  <a:lnTo>
                    <a:pt x="1088" y="2742"/>
                  </a:lnTo>
                  <a:lnTo>
                    <a:pt x="1214" y="2637"/>
                  </a:lnTo>
                  <a:lnTo>
                    <a:pt x="1360" y="2679"/>
                  </a:lnTo>
                  <a:lnTo>
                    <a:pt x="1423" y="2637"/>
                  </a:lnTo>
                  <a:lnTo>
                    <a:pt x="1465" y="2679"/>
                  </a:lnTo>
                  <a:lnTo>
                    <a:pt x="1528" y="2700"/>
                  </a:lnTo>
                  <a:lnTo>
                    <a:pt x="1632" y="2679"/>
                  </a:lnTo>
                  <a:lnTo>
                    <a:pt x="1632" y="2784"/>
                  </a:lnTo>
                  <a:lnTo>
                    <a:pt x="1779" y="2930"/>
                  </a:lnTo>
                  <a:lnTo>
                    <a:pt x="1842" y="2972"/>
                  </a:lnTo>
                  <a:lnTo>
                    <a:pt x="1946" y="2888"/>
                  </a:lnTo>
                  <a:lnTo>
                    <a:pt x="2051" y="2888"/>
                  </a:lnTo>
                  <a:lnTo>
                    <a:pt x="2239" y="3077"/>
                  </a:lnTo>
                  <a:lnTo>
                    <a:pt x="2469" y="3077"/>
                  </a:lnTo>
                  <a:lnTo>
                    <a:pt x="2574" y="3097"/>
                  </a:lnTo>
                  <a:lnTo>
                    <a:pt x="2741" y="3056"/>
                  </a:lnTo>
                  <a:lnTo>
                    <a:pt x="2721" y="2951"/>
                  </a:lnTo>
                  <a:lnTo>
                    <a:pt x="2741" y="2867"/>
                  </a:lnTo>
                  <a:lnTo>
                    <a:pt x="2762" y="2951"/>
                  </a:lnTo>
                  <a:lnTo>
                    <a:pt x="2888" y="2972"/>
                  </a:lnTo>
                  <a:lnTo>
                    <a:pt x="3034" y="2867"/>
                  </a:lnTo>
                  <a:lnTo>
                    <a:pt x="3034" y="2700"/>
                  </a:lnTo>
                  <a:lnTo>
                    <a:pt x="3181" y="2700"/>
                  </a:lnTo>
                  <a:lnTo>
                    <a:pt x="3139" y="2763"/>
                  </a:lnTo>
                  <a:lnTo>
                    <a:pt x="3181" y="2846"/>
                  </a:lnTo>
                  <a:lnTo>
                    <a:pt x="3202" y="2763"/>
                  </a:lnTo>
                  <a:lnTo>
                    <a:pt x="3306" y="2763"/>
                  </a:lnTo>
                  <a:lnTo>
                    <a:pt x="3411" y="2637"/>
                  </a:lnTo>
                  <a:lnTo>
                    <a:pt x="3474" y="2658"/>
                  </a:lnTo>
                  <a:lnTo>
                    <a:pt x="3495" y="2637"/>
                  </a:lnTo>
                  <a:lnTo>
                    <a:pt x="3599" y="2658"/>
                  </a:lnTo>
                  <a:lnTo>
                    <a:pt x="3599" y="2679"/>
                  </a:lnTo>
                  <a:lnTo>
                    <a:pt x="3662" y="2658"/>
                  </a:lnTo>
                  <a:lnTo>
                    <a:pt x="3892" y="2449"/>
                  </a:lnTo>
                  <a:lnTo>
                    <a:pt x="3976" y="2323"/>
                  </a:lnTo>
                  <a:lnTo>
                    <a:pt x="4248" y="2261"/>
                  </a:lnTo>
                  <a:lnTo>
                    <a:pt x="4332" y="2177"/>
                  </a:lnTo>
                  <a:lnTo>
                    <a:pt x="4290" y="2135"/>
                  </a:lnTo>
                  <a:lnTo>
                    <a:pt x="4311" y="2051"/>
                  </a:lnTo>
                  <a:lnTo>
                    <a:pt x="4353" y="2051"/>
                  </a:lnTo>
                  <a:lnTo>
                    <a:pt x="4394" y="2156"/>
                  </a:lnTo>
                  <a:lnTo>
                    <a:pt x="4541" y="2177"/>
                  </a:lnTo>
                  <a:lnTo>
                    <a:pt x="4625" y="2114"/>
                  </a:lnTo>
                  <a:lnTo>
                    <a:pt x="4625" y="2030"/>
                  </a:lnTo>
                  <a:lnTo>
                    <a:pt x="4604" y="2009"/>
                  </a:lnTo>
                  <a:lnTo>
                    <a:pt x="4604" y="1926"/>
                  </a:lnTo>
                  <a:lnTo>
                    <a:pt x="4666" y="1905"/>
                  </a:lnTo>
                  <a:lnTo>
                    <a:pt x="4625" y="1779"/>
                  </a:lnTo>
                  <a:lnTo>
                    <a:pt x="4666" y="1716"/>
                  </a:lnTo>
                  <a:lnTo>
                    <a:pt x="4771" y="1779"/>
                  </a:lnTo>
                  <a:lnTo>
                    <a:pt x="4771" y="1884"/>
                  </a:lnTo>
                  <a:lnTo>
                    <a:pt x="4876" y="1842"/>
                  </a:lnTo>
                  <a:lnTo>
                    <a:pt x="4938" y="1716"/>
                  </a:lnTo>
                  <a:lnTo>
                    <a:pt x="4917" y="1612"/>
                  </a:lnTo>
                  <a:lnTo>
                    <a:pt x="4813" y="1507"/>
                  </a:lnTo>
                  <a:lnTo>
                    <a:pt x="4813" y="1403"/>
                  </a:lnTo>
                  <a:lnTo>
                    <a:pt x="4855" y="1361"/>
                  </a:lnTo>
                  <a:lnTo>
                    <a:pt x="4855" y="1256"/>
                  </a:lnTo>
                  <a:lnTo>
                    <a:pt x="4959" y="1193"/>
                  </a:lnTo>
                  <a:lnTo>
                    <a:pt x="5043" y="1193"/>
                  </a:lnTo>
                  <a:lnTo>
                    <a:pt x="5085" y="1110"/>
                  </a:lnTo>
                  <a:lnTo>
                    <a:pt x="5022" y="1005"/>
                  </a:lnTo>
                  <a:lnTo>
                    <a:pt x="4771" y="984"/>
                  </a:lnTo>
                  <a:lnTo>
                    <a:pt x="4708" y="1068"/>
                  </a:lnTo>
                  <a:lnTo>
                    <a:pt x="4750" y="963"/>
                  </a:lnTo>
                  <a:lnTo>
                    <a:pt x="4750" y="859"/>
                  </a:lnTo>
                  <a:lnTo>
                    <a:pt x="4625" y="859"/>
                  </a:lnTo>
                  <a:lnTo>
                    <a:pt x="4604" y="880"/>
                  </a:lnTo>
                  <a:lnTo>
                    <a:pt x="4541" y="775"/>
                  </a:lnTo>
                  <a:lnTo>
                    <a:pt x="4625" y="670"/>
                  </a:lnTo>
                  <a:lnTo>
                    <a:pt x="4708" y="649"/>
                  </a:lnTo>
                  <a:lnTo>
                    <a:pt x="4708" y="482"/>
                  </a:lnTo>
                  <a:lnTo>
                    <a:pt x="4645" y="461"/>
                  </a:lnTo>
                  <a:lnTo>
                    <a:pt x="4562" y="545"/>
                  </a:lnTo>
                  <a:lnTo>
                    <a:pt x="4457" y="482"/>
                  </a:lnTo>
                  <a:lnTo>
                    <a:pt x="4415" y="377"/>
                  </a:lnTo>
                  <a:lnTo>
                    <a:pt x="4520" y="336"/>
                  </a:lnTo>
                  <a:lnTo>
                    <a:pt x="4541" y="252"/>
                  </a:lnTo>
                  <a:lnTo>
                    <a:pt x="4604" y="210"/>
                  </a:lnTo>
                  <a:lnTo>
                    <a:pt x="4708" y="168"/>
                  </a:lnTo>
                  <a:lnTo>
                    <a:pt x="4562" y="126"/>
                  </a:lnTo>
                  <a:lnTo>
                    <a:pt x="4499" y="147"/>
                  </a:lnTo>
                  <a:lnTo>
                    <a:pt x="4311" y="336"/>
                  </a:lnTo>
                  <a:lnTo>
                    <a:pt x="4290" y="419"/>
                  </a:lnTo>
                  <a:lnTo>
                    <a:pt x="4206" y="440"/>
                  </a:lnTo>
                  <a:lnTo>
                    <a:pt x="4122" y="315"/>
                  </a:lnTo>
                  <a:lnTo>
                    <a:pt x="4185" y="252"/>
                  </a:lnTo>
                  <a:lnTo>
                    <a:pt x="4122" y="210"/>
                  </a:lnTo>
                  <a:lnTo>
                    <a:pt x="4101" y="84"/>
                  </a:lnTo>
                  <a:lnTo>
                    <a:pt x="3997" y="64"/>
                  </a:lnTo>
                  <a:lnTo>
                    <a:pt x="3913" y="126"/>
                  </a:lnTo>
                  <a:lnTo>
                    <a:pt x="3829" y="84"/>
                  </a:lnTo>
                  <a:lnTo>
                    <a:pt x="3788" y="168"/>
                  </a:lnTo>
                  <a:lnTo>
                    <a:pt x="3829" y="315"/>
                  </a:lnTo>
                  <a:lnTo>
                    <a:pt x="3788" y="377"/>
                  </a:lnTo>
                  <a:lnTo>
                    <a:pt x="3683" y="377"/>
                  </a:lnTo>
                  <a:lnTo>
                    <a:pt x="3578" y="440"/>
                  </a:lnTo>
                  <a:lnTo>
                    <a:pt x="3557" y="336"/>
                  </a:lnTo>
                  <a:lnTo>
                    <a:pt x="3495" y="315"/>
                  </a:lnTo>
                  <a:lnTo>
                    <a:pt x="3453" y="377"/>
                  </a:lnTo>
                  <a:lnTo>
                    <a:pt x="3369" y="545"/>
                  </a:lnTo>
                  <a:lnTo>
                    <a:pt x="3265" y="545"/>
                  </a:lnTo>
                  <a:lnTo>
                    <a:pt x="3160" y="356"/>
                  </a:lnTo>
                  <a:lnTo>
                    <a:pt x="3076" y="356"/>
                  </a:lnTo>
                  <a:lnTo>
                    <a:pt x="3034" y="336"/>
                  </a:lnTo>
                  <a:lnTo>
                    <a:pt x="2951" y="356"/>
                  </a:lnTo>
                  <a:lnTo>
                    <a:pt x="2888" y="545"/>
                  </a:lnTo>
                  <a:lnTo>
                    <a:pt x="2993" y="754"/>
                  </a:lnTo>
                  <a:lnTo>
                    <a:pt x="2888" y="1047"/>
                  </a:lnTo>
                  <a:lnTo>
                    <a:pt x="2930" y="775"/>
                  </a:lnTo>
                  <a:lnTo>
                    <a:pt x="2825" y="608"/>
                  </a:lnTo>
                  <a:lnTo>
                    <a:pt x="2825" y="524"/>
                  </a:lnTo>
                  <a:lnTo>
                    <a:pt x="2762" y="482"/>
                  </a:lnTo>
                  <a:lnTo>
                    <a:pt x="2783" y="356"/>
                  </a:lnTo>
                  <a:lnTo>
                    <a:pt x="2658" y="273"/>
                  </a:lnTo>
                  <a:lnTo>
                    <a:pt x="2448" y="440"/>
                  </a:lnTo>
                  <a:lnTo>
                    <a:pt x="2428" y="566"/>
                  </a:lnTo>
                  <a:lnTo>
                    <a:pt x="2448" y="649"/>
                  </a:lnTo>
                  <a:lnTo>
                    <a:pt x="2344" y="796"/>
                  </a:lnTo>
                  <a:lnTo>
                    <a:pt x="2260" y="796"/>
                  </a:lnTo>
                  <a:lnTo>
                    <a:pt x="2260" y="649"/>
                  </a:lnTo>
                  <a:lnTo>
                    <a:pt x="2156" y="587"/>
                  </a:lnTo>
                  <a:lnTo>
                    <a:pt x="2156" y="356"/>
                  </a:lnTo>
                  <a:lnTo>
                    <a:pt x="2093" y="315"/>
                  </a:lnTo>
                  <a:lnTo>
                    <a:pt x="1925" y="440"/>
                  </a:lnTo>
                  <a:lnTo>
                    <a:pt x="1946" y="691"/>
                  </a:lnTo>
                  <a:lnTo>
                    <a:pt x="2009" y="775"/>
                  </a:lnTo>
                  <a:lnTo>
                    <a:pt x="2009" y="963"/>
                  </a:lnTo>
                  <a:lnTo>
                    <a:pt x="1925" y="1047"/>
                  </a:lnTo>
                  <a:lnTo>
                    <a:pt x="1842" y="1047"/>
                  </a:lnTo>
                  <a:lnTo>
                    <a:pt x="1821" y="900"/>
                  </a:lnTo>
                  <a:lnTo>
                    <a:pt x="1716" y="963"/>
                  </a:lnTo>
                  <a:lnTo>
                    <a:pt x="1674" y="1110"/>
                  </a:lnTo>
                  <a:lnTo>
                    <a:pt x="1612" y="1131"/>
                  </a:lnTo>
                  <a:lnTo>
                    <a:pt x="1591" y="1319"/>
                  </a:lnTo>
                  <a:lnTo>
                    <a:pt x="1507" y="1131"/>
                  </a:lnTo>
                  <a:lnTo>
                    <a:pt x="1423" y="1131"/>
                  </a:lnTo>
                  <a:lnTo>
                    <a:pt x="1465" y="1068"/>
                  </a:lnTo>
                  <a:lnTo>
                    <a:pt x="1528" y="963"/>
                  </a:lnTo>
                  <a:lnTo>
                    <a:pt x="1528" y="859"/>
                  </a:lnTo>
                  <a:lnTo>
                    <a:pt x="1402" y="859"/>
                  </a:lnTo>
                  <a:lnTo>
                    <a:pt x="1465" y="775"/>
                  </a:lnTo>
                  <a:lnTo>
                    <a:pt x="1402" y="649"/>
                  </a:lnTo>
                  <a:lnTo>
                    <a:pt x="1486" y="691"/>
                  </a:lnTo>
                  <a:lnTo>
                    <a:pt x="1570" y="608"/>
                  </a:lnTo>
                  <a:lnTo>
                    <a:pt x="1528" y="545"/>
                  </a:lnTo>
                  <a:lnTo>
                    <a:pt x="1423" y="482"/>
                  </a:lnTo>
                  <a:lnTo>
                    <a:pt x="1528" y="440"/>
                  </a:lnTo>
                  <a:lnTo>
                    <a:pt x="1465" y="336"/>
                  </a:lnTo>
                  <a:lnTo>
                    <a:pt x="1381" y="377"/>
                  </a:lnTo>
                  <a:lnTo>
                    <a:pt x="1319" y="315"/>
                  </a:lnTo>
                  <a:lnTo>
                    <a:pt x="1193" y="231"/>
                  </a:lnTo>
                  <a:lnTo>
                    <a:pt x="1193" y="126"/>
                  </a:lnTo>
                  <a:lnTo>
                    <a:pt x="1109" y="22"/>
                  </a:lnTo>
                  <a:lnTo>
                    <a:pt x="1005" y="43"/>
                  </a:lnTo>
                  <a:lnTo>
                    <a:pt x="90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9" name="Google Shape;2279;p45"/>
            <p:cNvSpPr/>
            <p:nvPr/>
          </p:nvSpPr>
          <p:spPr>
            <a:xfrm>
              <a:off x="4188328" y="2704412"/>
              <a:ext cx="421823" cy="300791"/>
            </a:xfrm>
            <a:custGeom>
              <a:avLst/>
              <a:gdLst/>
              <a:ahLst/>
              <a:cxnLst/>
              <a:rect l="l" t="t" r="r" b="b"/>
              <a:pathLst>
                <a:path w="35425" h="26449" extrusionOk="0">
                  <a:moveTo>
                    <a:pt x="27390" y="1"/>
                  </a:moveTo>
                  <a:lnTo>
                    <a:pt x="27369" y="21"/>
                  </a:lnTo>
                  <a:lnTo>
                    <a:pt x="27180" y="42"/>
                  </a:lnTo>
                  <a:lnTo>
                    <a:pt x="27139" y="126"/>
                  </a:lnTo>
                  <a:lnTo>
                    <a:pt x="27097" y="126"/>
                  </a:lnTo>
                  <a:lnTo>
                    <a:pt x="27055" y="189"/>
                  </a:lnTo>
                  <a:lnTo>
                    <a:pt x="26867" y="189"/>
                  </a:lnTo>
                  <a:lnTo>
                    <a:pt x="26741" y="147"/>
                  </a:lnTo>
                  <a:lnTo>
                    <a:pt x="26678" y="231"/>
                  </a:lnTo>
                  <a:lnTo>
                    <a:pt x="26574" y="231"/>
                  </a:lnTo>
                  <a:lnTo>
                    <a:pt x="26532" y="335"/>
                  </a:lnTo>
                  <a:lnTo>
                    <a:pt x="26448" y="356"/>
                  </a:lnTo>
                  <a:lnTo>
                    <a:pt x="26344" y="356"/>
                  </a:lnTo>
                  <a:lnTo>
                    <a:pt x="26260" y="398"/>
                  </a:lnTo>
                  <a:lnTo>
                    <a:pt x="26176" y="419"/>
                  </a:lnTo>
                  <a:lnTo>
                    <a:pt x="26051" y="419"/>
                  </a:lnTo>
                  <a:lnTo>
                    <a:pt x="25967" y="461"/>
                  </a:lnTo>
                  <a:lnTo>
                    <a:pt x="25967" y="545"/>
                  </a:lnTo>
                  <a:lnTo>
                    <a:pt x="25904" y="649"/>
                  </a:lnTo>
                  <a:lnTo>
                    <a:pt x="25862" y="754"/>
                  </a:lnTo>
                  <a:lnTo>
                    <a:pt x="25820" y="817"/>
                  </a:lnTo>
                  <a:lnTo>
                    <a:pt x="25820" y="858"/>
                  </a:lnTo>
                  <a:lnTo>
                    <a:pt x="25800" y="921"/>
                  </a:lnTo>
                  <a:lnTo>
                    <a:pt x="25800" y="1068"/>
                  </a:lnTo>
                  <a:lnTo>
                    <a:pt x="25820" y="1089"/>
                  </a:lnTo>
                  <a:lnTo>
                    <a:pt x="25862" y="1130"/>
                  </a:lnTo>
                  <a:lnTo>
                    <a:pt x="26009" y="1047"/>
                  </a:lnTo>
                  <a:lnTo>
                    <a:pt x="26072" y="984"/>
                  </a:lnTo>
                  <a:lnTo>
                    <a:pt x="26155" y="1005"/>
                  </a:lnTo>
                  <a:lnTo>
                    <a:pt x="26239" y="1151"/>
                  </a:lnTo>
                  <a:lnTo>
                    <a:pt x="26281" y="1256"/>
                  </a:lnTo>
                  <a:lnTo>
                    <a:pt x="26364" y="1340"/>
                  </a:lnTo>
                  <a:lnTo>
                    <a:pt x="26364" y="1402"/>
                  </a:lnTo>
                  <a:lnTo>
                    <a:pt x="26385" y="1486"/>
                  </a:lnTo>
                  <a:lnTo>
                    <a:pt x="26385" y="1612"/>
                  </a:lnTo>
                  <a:lnTo>
                    <a:pt x="26323" y="1674"/>
                  </a:lnTo>
                  <a:lnTo>
                    <a:pt x="26239" y="1779"/>
                  </a:lnTo>
                  <a:lnTo>
                    <a:pt x="26218" y="1926"/>
                  </a:lnTo>
                  <a:lnTo>
                    <a:pt x="26134" y="1988"/>
                  </a:lnTo>
                  <a:lnTo>
                    <a:pt x="26072" y="2093"/>
                  </a:lnTo>
                  <a:lnTo>
                    <a:pt x="26051" y="2198"/>
                  </a:lnTo>
                  <a:lnTo>
                    <a:pt x="26134" y="2281"/>
                  </a:lnTo>
                  <a:lnTo>
                    <a:pt x="26092" y="2344"/>
                  </a:lnTo>
                  <a:lnTo>
                    <a:pt x="26134" y="2490"/>
                  </a:lnTo>
                  <a:lnTo>
                    <a:pt x="26176" y="2532"/>
                  </a:lnTo>
                  <a:lnTo>
                    <a:pt x="26176" y="2658"/>
                  </a:lnTo>
                  <a:lnTo>
                    <a:pt x="26092" y="2700"/>
                  </a:lnTo>
                  <a:lnTo>
                    <a:pt x="26072" y="2742"/>
                  </a:lnTo>
                  <a:lnTo>
                    <a:pt x="26134" y="2846"/>
                  </a:lnTo>
                  <a:lnTo>
                    <a:pt x="26134" y="3034"/>
                  </a:lnTo>
                  <a:lnTo>
                    <a:pt x="26092" y="3076"/>
                  </a:lnTo>
                  <a:lnTo>
                    <a:pt x="26092" y="3244"/>
                  </a:lnTo>
                  <a:lnTo>
                    <a:pt x="26155" y="3244"/>
                  </a:lnTo>
                  <a:lnTo>
                    <a:pt x="26218" y="3265"/>
                  </a:lnTo>
                  <a:lnTo>
                    <a:pt x="26260" y="3244"/>
                  </a:lnTo>
                  <a:lnTo>
                    <a:pt x="26281" y="3265"/>
                  </a:lnTo>
                  <a:lnTo>
                    <a:pt x="26323" y="3390"/>
                  </a:lnTo>
                  <a:lnTo>
                    <a:pt x="26281" y="3495"/>
                  </a:lnTo>
                  <a:lnTo>
                    <a:pt x="26218" y="3578"/>
                  </a:lnTo>
                  <a:lnTo>
                    <a:pt x="26009" y="3620"/>
                  </a:lnTo>
                  <a:lnTo>
                    <a:pt x="25862" y="3704"/>
                  </a:lnTo>
                  <a:lnTo>
                    <a:pt x="25569" y="3976"/>
                  </a:lnTo>
                  <a:lnTo>
                    <a:pt x="25527" y="3997"/>
                  </a:lnTo>
                  <a:lnTo>
                    <a:pt x="25444" y="3913"/>
                  </a:lnTo>
                  <a:lnTo>
                    <a:pt x="25276" y="3892"/>
                  </a:lnTo>
                  <a:lnTo>
                    <a:pt x="25172" y="3913"/>
                  </a:lnTo>
                  <a:lnTo>
                    <a:pt x="25130" y="3871"/>
                  </a:lnTo>
                  <a:lnTo>
                    <a:pt x="25004" y="3871"/>
                  </a:lnTo>
                  <a:lnTo>
                    <a:pt x="25004" y="3892"/>
                  </a:lnTo>
                  <a:lnTo>
                    <a:pt x="24879" y="4792"/>
                  </a:lnTo>
                  <a:lnTo>
                    <a:pt x="24900" y="4959"/>
                  </a:lnTo>
                  <a:lnTo>
                    <a:pt x="24858" y="5148"/>
                  </a:lnTo>
                  <a:lnTo>
                    <a:pt x="24879" y="5252"/>
                  </a:lnTo>
                  <a:lnTo>
                    <a:pt x="24795" y="5524"/>
                  </a:lnTo>
                  <a:lnTo>
                    <a:pt x="24900" y="5692"/>
                  </a:lnTo>
                  <a:lnTo>
                    <a:pt x="25172" y="5838"/>
                  </a:lnTo>
                  <a:lnTo>
                    <a:pt x="25339" y="5671"/>
                  </a:lnTo>
                  <a:lnTo>
                    <a:pt x="25569" y="5671"/>
                  </a:lnTo>
                  <a:lnTo>
                    <a:pt x="25841" y="5734"/>
                  </a:lnTo>
                  <a:lnTo>
                    <a:pt x="25946" y="5838"/>
                  </a:lnTo>
                  <a:lnTo>
                    <a:pt x="26072" y="5629"/>
                  </a:lnTo>
                  <a:lnTo>
                    <a:pt x="26072" y="5483"/>
                  </a:lnTo>
                  <a:lnTo>
                    <a:pt x="26072" y="5378"/>
                  </a:lnTo>
                  <a:lnTo>
                    <a:pt x="26239" y="5336"/>
                  </a:lnTo>
                  <a:lnTo>
                    <a:pt x="26281" y="5273"/>
                  </a:lnTo>
                  <a:lnTo>
                    <a:pt x="26553" y="5357"/>
                  </a:lnTo>
                  <a:lnTo>
                    <a:pt x="26699" y="5545"/>
                  </a:lnTo>
                  <a:lnTo>
                    <a:pt x="26908" y="5734"/>
                  </a:lnTo>
                  <a:lnTo>
                    <a:pt x="27076" y="5943"/>
                  </a:lnTo>
                  <a:lnTo>
                    <a:pt x="27285" y="6089"/>
                  </a:lnTo>
                  <a:lnTo>
                    <a:pt x="27306" y="6194"/>
                  </a:lnTo>
                  <a:lnTo>
                    <a:pt x="27327" y="6278"/>
                  </a:lnTo>
                  <a:lnTo>
                    <a:pt x="27327" y="6382"/>
                  </a:lnTo>
                  <a:lnTo>
                    <a:pt x="27285" y="6424"/>
                  </a:lnTo>
                  <a:lnTo>
                    <a:pt x="27285" y="6508"/>
                  </a:lnTo>
                  <a:lnTo>
                    <a:pt x="27264" y="6591"/>
                  </a:lnTo>
                  <a:lnTo>
                    <a:pt x="27139" y="6571"/>
                  </a:lnTo>
                  <a:lnTo>
                    <a:pt x="27097" y="6508"/>
                  </a:lnTo>
                  <a:lnTo>
                    <a:pt x="26992" y="6529"/>
                  </a:lnTo>
                  <a:lnTo>
                    <a:pt x="26908" y="6591"/>
                  </a:lnTo>
                  <a:lnTo>
                    <a:pt x="26762" y="6508"/>
                  </a:lnTo>
                  <a:lnTo>
                    <a:pt x="26657" y="6529"/>
                  </a:lnTo>
                  <a:lnTo>
                    <a:pt x="26553" y="6675"/>
                  </a:lnTo>
                  <a:lnTo>
                    <a:pt x="26385" y="6801"/>
                  </a:lnTo>
                  <a:lnTo>
                    <a:pt x="26323" y="6843"/>
                  </a:lnTo>
                  <a:lnTo>
                    <a:pt x="26218" y="6780"/>
                  </a:lnTo>
                  <a:lnTo>
                    <a:pt x="26155" y="6801"/>
                  </a:lnTo>
                  <a:lnTo>
                    <a:pt x="26155" y="6905"/>
                  </a:lnTo>
                  <a:lnTo>
                    <a:pt x="26092" y="6947"/>
                  </a:lnTo>
                  <a:lnTo>
                    <a:pt x="26030" y="6989"/>
                  </a:lnTo>
                  <a:lnTo>
                    <a:pt x="25967" y="6947"/>
                  </a:lnTo>
                  <a:lnTo>
                    <a:pt x="25925" y="7031"/>
                  </a:lnTo>
                  <a:lnTo>
                    <a:pt x="25820" y="7198"/>
                  </a:lnTo>
                  <a:lnTo>
                    <a:pt x="25800" y="7366"/>
                  </a:lnTo>
                  <a:lnTo>
                    <a:pt x="25800" y="7470"/>
                  </a:lnTo>
                  <a:lnTo>
                    <a:pt x="25737" y="7554"/>
                  </a:lnTo>
                  <a:lnTo>
                    <a:pt x="25611" y="7575"/>
                  </a:lnTo>
                  <a:lnTo>
                    <a:pt x="25381" y="7763"/>
                  </a:lnTo>
                  <a:lnTo>
                    <a:pt x="25214" y="7763"/>
                  </a:lnTo>
                  <a:lnTo>
                    <a:pt x="25088" y="7742"/>
                  </a:lnTo>
                  <a:lnTo>
                    <a:pt x="25004" y="7784"/>
                  </a:lnTo>
                  <a:lnTo>
                    <a:pt x="24900" y="7993"/>
                  </a:lnTo>
                  <a:lnTo>
                    <a:pt x="24795" y="8077"/>
                  </a:lnTo>
                  <a:lnTo>
                    <a:pt x="24670" y="8182"/>
                  </a:lnTo>
                  <a:lnTo>
                    <a:pt x="24586" y="8265"/>
                  </a:lnTo>
                  <a:lnTo>
                    <a:pt x="24565" y="8370"/>
                  </a:lnTo>
                  <a:lnTo>
                    <a:pt x="24502" y="8370"/>
                  </a:lnTo>
                  <a:lnTo>
                    <a:pt x="24377" y="8307"/>
                  </a:lnTo>
                  <a:lnTo>
                    <a:pt x="24251" y="8286"/>
                  </a:lnTo>
                  <a:lnTo>
                    <a:pt x="24063" y="8203"/>
                  </a:lnTo>
                  <a:lnTo>
                    <a:pt x="23937" y="8140"/>
                  </a:lnTo>
                  <a:lnTo>
                    <a:pt x="23770" y="8098"/>
                  </a:lnTo>
                  <a:lnTo>
                    <a:pt x="23561" y="8161"/>
                  </a:lnTo>
                  <a:lnTo>
                    <a:pt x="23435" y="8265"/>
                  </a:lnTo>
                  <a:lnTo>
                    <a:pt x="23331" y="8391"/>
                  </a:lnTo>
                  <a:lnTo>
                    <a:pt x="23331" y="8621"/>
                  </a:lnTo>
                  <a:lnTo>
                    <a:pt x="23351" y="8768"/>
                  </a:lnTo>
                  <a:lnTo>
                    <a:pt x="23331" y="8830"/>
                  </a:lnTo>
                  <a:lnTo>
                    <a:pt x="23603" y="9019"/>
                  </a:lnTo>
                  <a:lnTo>
                    <a:pt x="23833" y="9144"/>
                  </a:lnTo>
                  <a:lnTo>
                    <a:pt x="23833" y="9228"/>
                  </a:lnTo>
                  <a:lnTo>
                    <a:pt x="23770" y="9332"/>
                  </a:lnTo>
                  <a:lnTo>
                    <a:pt x="23707" y="9437"/>
                  </a:lnTo>
                  <a:lnTo>
                    <a:pt x="23435" y="9730"/>
                  </a:lnTo>
                  <a:lnTo>
                    <a:pt x="23310" y="9960"/>
                  </a:lnTo>
                  <a:lnTo>
                    <a:pt x="23226" y="10169"/>
                  </a:lnTo>
                  <a:lnTo>
                    <a:pt x="23121" y="10169"/>
                  </a:lnTo>
                  <a:lnTo>
                    <a:pt x="22933" y="10232"/>
                  </a:lnTo>
                  <a:lnTo>
                    <a:pt x="22807" y="10232"/>
                  </a:lnTo>
                  <a:lnTo>
                    <a:pt x="22661" y="10337"/>
                  </a:lnTo>
                  <a:lnTo>
                    <a:pt x="22494" y="10462"/>
                  </a:lnTo>
                  <a:lnTo>
                    <a:pt x="22347" y="10462"/>
                  </a:lnTo>
                  <a:lnTo>
                    <a:pt x="22096" y="10483"/>
                  </a:lnTo>
                  <a:lnTo>
                    <a:pt x="21908" y="10546"/>
                  </a:lnTo>
                  <a:lnTo>
                    <a:pt x="21740" y="10588"/>
                  </a:lnTo>
                  <a:lnTo>
                    <a:pt x="21322" y="10755"/>
                  </a:lnTo>
                  <a:lnTo>
                    <a:pt x="21008" y="10860"/>
                  </a:lnTo>
                  <a:lnTo>
                    <a:pt x="20841" y="11027"/>
                  </a:lnTo>
                  <a:lnTo>
                    <a:pt x="20590" y="11216"/>
                  </a:lnTo>
                  <a:lnTo>
                    <a:pt x="20485" y="11320"/>
                  </a:lnTo>
                  <a:lnTo>
                    <a:pt x="20338" y="11320"/>
                  </a:lnTo>
                  <a:lnTo>
                    <a:pt x="20192" y="11278"/>
                  </a:lnTo>
                  <a:lnTo>
                    <a:pt x="20192" y="11216"/>
                  </a:lnTo>
                  <a:lnTo>
                    <a:pt x="20171" y="11111"/>
                  </a:lnTo>
                  <a:lnTo>
                    <a:pt x="19899" y="11195"/>
                  </a:lnTo>
                  <a:lnTo>
                    <a:pt x="19732" y="11216"/>
                  </a:lnTo>
                  <a:lnTo>
                    <a:pt x="19522" y="11111"/>
                  </a:lnTo>
                  <a:lnTo>
                    <a:pt x="19355" y="11090"/>
                  </a:lnTo>
                  <a:lnTo>
                    <a:pt x="18999" y="10965"/>
                  </a:lnTo>
                  <a:lnTo>
                    <a:pt x="18623" y="10797"/>
                  </a:lnTo>
                  <a:lnTo>
                    <a:pt x="18413" y="10609"/>
                  </a:lnTo>
                  <a:lnTo>
                    <a:pt x="18288" y="10588"/>
                  </a:lnTo>
                  <a:lnTo>
                    <a:pt x="17869" y="10567"/>
                  </a:lnTo>
                  <a:lnTo>
                    <a:pt x="17493" y="10567"/>
                  </a:lnTo>
                  <a:lnTo>
                    <a:pt x="17430" y="10546"/>
                  </a:lnTo>
                  <a:lnTo>
                    <a:pt x="17367" y="10588"/>
                  </a:lnTo>
                  <a:lnTo>
                    <a:pt x="17325" y="10651"/>
                  </a:lnTo>
                  <a:lnTo>
                    <a:pt x="17137" y="10713"/>
                  </a:lnTo>
                  <a:lnTo>
                    <a:pt x="16865" y="10755"/>
                  </a:lnTo>
                  <a:lnTo>
                    <a:pt x="16384" y="10693"/>
                  </a:lnTo>
                  <a:lnTo>
                    <a:pt x="16028" y="10713"/>
                  </a:lnTo>
                  <a:lnTo>
                    <a:pt x="15777" y="10693"/>
                  </a:lnTo>
                  <a:lnTo>
                    <a:pt x="15547" y="10713"/>
                  </a:lnTo>
                  <a:lnTo>
                    <a:pt x="15442" y="10755"/>
                  </a:lnTo>
                  <a:lnTo>
                    <a:pt x="15338" y="10713"/>
                  </a:lnTo>
                  <a:lnTo>
                    <a:pt x="15191" y="10462"/>
                  </a:lnTo>
                  <a:lnTo>
                    <a:pt x="15149" y="10337"/>
                  </a:lnTo>
                  <a:lnTo>
                    <a:pt x="15024" y="10169"/>
                  </a:lnTo>
                  <a:lnTo>
                    <a:pt x="14919" y="10044"/>
                  </a:lnTo>
                  <a:lnTo>
                    <a:pt x="14856" y="9877"/>
                  </a:lnTo>
                  <a:lnTo>
                    <a:pt x="14856" y="9814"/>
                  </a:lnTo>
                  <a:lnTo>
                    <a:pt x="14752" y="9709"/>
                  </a:lnTo>
                  <a:lnTo>
                    <a:pt x="14668" y="9667"/>
                  </a:lnTo>
                  <a:lnTo>
                    <a:pt x="14626" y="9667"/>
                  </a:lnTo>
                  <a:lnTo>
                    <a:pt x="14584" y="9604"/>
                  </a:lnTo>
                  <a:lnTo>
                    <a:pt x="14564" y="9500"/>
                  </a:lnTo>
                  <a:lnTo>
                    <a:pt x="14333" y="9500"/>
                  </a:lnTo>
                  <a:lnTo>
                    <a:pt x="14187" y="9416"/>
                  </a:lnTo>
                  <a:lnTo>
                    <a:pt x="13978" y="9249"/>
                  </a:lnTo>
                  <a:lnTo>
                    <a:pt x="13873" y="9249"/>
                  </a:lnTo>
                  <a:lnTo>
                    <a:pt x="13768" y="9228"/>
                  </a:lnTo>
                  <a:lnTo>
                    <a:pt x="13706" y="9186"/>
                  </a:lnTo>
                  <a:lnTo>
                    <a:pt x="13517" y="9040"/>
                  </a:lnTo>
                  <a:lnTo>
                    <a:pt x="13141" y="8977"/>
                  </a:lnTo>
                  <a:lnTo>
                    <a:pt x="13099" y="8977"/>
                  </a:lnTo>
                  <a:lnTo>
                    <a:pt x="13057" y="9019"/>
                  </a:lnTo>
                  <a:lnTo>
                    <a:pt x="12890" y="9019"/>
                  </a:lnTo>
                  <a:lnTo>
                    <a:pt x="12639" y="9040"/>
                  </a:lnTo>
                  <a:lnTo>
                    <a:pt x="12053" y="8914"/>
                  </a:lnTo>
                  <a:lnTo>
                    <a:pt x="11948" y="8830"/>
                  </a:lnTo>
                  <a:lnTo>
                    <a:pt x="11823" y="8663"/>
                  </a:lnTo>
                  <a:lnTo>
                    <a:pt x="11802" y="8558"/>
                  </a:lnTo>
                  <a:lnTo>
                    <a:pt x="11802" y="8475"/>
                  </a:lnTo>
                  <a:lnTo>
                    <a:pt x="11823" y="8412"/>
                  </a:lnTo>
                  <a:lnTo>
                    <a:pt x="11906" y="8349"/>
                  </a:lnTo>
                  <a:lnTo>
                    <a:pt x="11948" y="8244"/>
                  </a:lnTo>
                  <a:lnTo>
                    <a:pt x="11885" y="8161"/>
                  </a:lnTo>
                  <a:lnTo>
                    <a:pt x="11843" y="8035"/>
                  </a:lnTo>
                  <a:lnTo>
                    <a:pt x="11885" y="7952"/>
                  </a:lnTo>
                  <a:lnTo>
                    <a:pt x="11885" y="7826"/>
                  </a:lnTo>
                  <a:lnTo>
                    <a:pt x="11823" y="7763"/>
                  </a:lnTo>
                  <a:lnTo>
                    <a:pt x="11739" y="7638"/>
                  </a:lnTo>
                  <a:lnTo>
                    <a:pt x="11676" y="7575"/>
                  </a:lnTo>
                  <a:lnTo>
                    <a:pt x="11592" y="7533"/>
                  </a:lnTo>
                  <a:lnTo>
                    <a:pt x="11530" y="7428"/>
                  </a:lnTo>
                  <a:lnTo>
                    <a:pt x="11488" y="7345"/>
                  </a:lnTo>
                  <a:lnTo>
                    <a:pt x="11446" y="7240"/>
                  </a:lnTo>
                  <a:lnTo>
                    <a:pt x="11425" y="7136"/>
                  </a:lnTo>
                  <a:lnTo>
                    <a:pt x="11383" y="7052"/>
                  </a:lnTo>
                  <a:lnTo>
                    <a:pt x="11279" y="6989"/>
                  </a:lnTo>
                  <a:lnTo>
                    <a:pt x="11195" y="6947"/>
                  </a:lnTo>
                  <a:lnTo>
                    <a:pt x="11153" y="6884"/>
                  </a:lnTo>
                  <a:lnTo>
                    <a:pt x="11069" y="6843"/>
                  </a:lnTo>
                  <a:lnTo>
                    <a:pt x="10965" y="6843"/>
                  </a:lnTo>
                  <a:lnTo>
                    <a:pt x="10902" y="6905"/>
                  </a:lnTo>
                  <a:lnTo>
                    <a:pt x="10860" y="6926"/>
                  </a:lnTo>
                  <a:lnTo>
                    <a:pt x="10776" y="6905"/>
                  </a:lnTo>
                  <a:lnTo>
                    <a:pt x="10693" y="6801"/>
                  </a:lnTo>
                  <a:lnTo>
                    <a:pt x="10672" y="6738"/>
                  </a:lnTo>
                  <a:lnTo>
                    <a:pt x="10567" y="6738"/>
                  </a:lnTo>
                  <a:lnTo>
                    <a:pt x="10442" y="6801"/>
                  </a:lnTo>
                  <a:lnTo>
                    <a:pt x="10400" y="6843"/>
                  </a:lnTo>
                  <a:lnTo>
                    <a:pt x="10379" y="6926"/>
                  </a:lnTo>
                  <a:lnTo>
                    <a:pt x="10337" y="6926"/>
                  </a:lnTo>
                  <a:lnTo>
                    <a:pt x="10211" y="6843"/>
                  </a:lnTo>
                  <a:lnTo>
                    <a:pt x="10170" y="6780"/>
                  </a:lnTo>
                  <a:lnTo>
                    <a:pt x="10170" y="6717"/>
                  </a:lnTo>
                  <a:lnTo>
                    <a:pt x="10107" y="6633"/>
                  </a:lnTo>
                  <a:lnTo>
                    <a:pt x="10002" y="6571"/>
                  </a:lnTo>
                  <a:lnTo>
                    <a:pt x="9877" y="6466"/>
                  </a:lnTo>
                  <a:lnTo>
                    <a:pt x="9835" y="6424"/>
                  </a:lnTo>
                  <a:lnTo>
                    <a:pt x="9751" y="6382"/>
                  </a:lnTo>
                  <a:lnTo>
                    <a:pt x="9730" y="6299"/>
                  </a:lnTo>
                  <a:lnTo>
                    <a:pt x="9730" y="6215"/>
                  </a:lnTo>
                  <a:lnTo>
                    <a:pt x="9709" y="6173"/>
                  </a:lnTo>
                  <a:lnTo>
                    <a:pt x="9688" y="6173"/>
                  </a:lnTo>
                  <a:lnTo>
                    <a:pt x="9688" y="6215"/>
                  </a:lnTo>
                  <a:lnTo>
                    <a:pt x="9646" y="6215"/>
                  </a:lnTo>
                  <a:lnTo>
                    <a:pt x="9605" y="6152"/>
                  </a:lnTo>
                  <a:lnTo>
                    <a:pt x="9584" y="6110"/>
                  </a:lnTo>
                  <a:lnTo>
                    <a:pt x="9584" y="5985"/>
                  </a:lnTo>
                  <a:lnTo>
                    <a:pt x="9542" y="5943"/>
                  </a:lnTo>
                  <a:lnTo>
                    <a:pt x="9521" y="5943"/>
                  </a:lnTo>
                  <a:lnTo>
                    <a:pt x="9395" y="5880"/>
                  </a:lnTo>
                  <a:lnTo>
                    <a:pt x="9312" y="5880"/>
                  </a:lnTo>
                  <a:lnTo>
                    <a:pt x="9333" y="5901"/>
                  </a:lnTo>
                  <a:lnTo>
                    <a:pt x="9228" y="6006"/>
                  </a:lnTo>
                  <a:lnTo>
                    <a:pt x="9123" y="6068"/>
                  </a:lnTo>
                  <a:lnTo>
                    <a:pt x="8998" y="6215"/>
                  </a:lnTo>
                  <a:lnTo>
                    <a:pt x="8977" y="6319"/>
                  </a:lnTo>
                  <a:lnTo>
                    <a:pt x="9019" y="6382"/>
                  </a:lnTo>
                  <a:lnTo>
                    <a:pt x="8956" y="6508"/>
                  </a:lnTo>
                  <a:lnTo>
                    <a:pt x="8768" y="6571"/>
                  </a:lnTo>
                  <a:lnTo>
                    <a:pt x="8684" y="6633"/>
                  </a:lnTo>
                  <a:lnTo>
                    <a:pt x="8663" y="6780"/>
                  </a:lnTo>
                  <a:lnTo>
                    <a:pt x="8663" y="7010"/>
                  </a:lnTo>
                  <a:lnTo>
                    <a:pt x="8768" y="7240"/>
                  </a:lnTo>
                  <a:lnTo>
                    <a:pt x="8872" y="7408"/>
                  </a:lnTo>
                  <a:lnTo>
                    <a:pt x="8872" y="7470"/>
                  </a:lnTo>
                  <a:lnTo>
                    <a:pt x="8705" y="7638"/>
                  </a:lnTo>
                  <a:lnTo>
                    <a:pt x="8579" y="7680"/>
                  </a:lnTo>
                  <a:lnTo>
                    <a:pt x="8496" y="7784"/>
                  </a:lnTo>
                  <a:lnTo>
                    <a:pt x="8433" y="7826"/>
                  </a:lnTo>
                  <a:lnTo>
                    <a:pt x="8349" y="7826"/>
                  </a:lnTo>
                  <a:lnTo>
                    <a:pt x="8307" y="7742"/>
                  </a:lnTo>
                  <a:lnTo>
                    <a:pt x="8245" y="7742"/>
                  </a:lnTo>
                  <a:lnTo>
                    <a:pt x="8014" y="7784"/>
                  </a:lnTo>
                  <a:lnTo>
                    <a:pt x="7847" y="7763"/>
                  </a:lnTo>
                  <a:lnTo>
                    <a:pt x="7638" y="7680"/>
                  </a:lnTo>
                  <a:lnTo>
                    <a:pt x="7429" y="7680"/>
                  </a:lnTo>
                  <a:lnTo>
                    <a:pt x="7387" y="7952"/>
                  </a:lnTo>
                  <a:lnTo>
                    <a:pt x="7324" y="8098"/>
                  </a:lnTo>
                  <a:lnTo>
                    <a:pt x="7324" y="8244"/>
                  </a:lnTo>
                  <a:lnTo>
                    <a:pt x="7261" y="8579"/>
                  </a:lnTo>
                  <a:lnTo>
                    <a:pt x="7261" y="8830"/>
                  </a:lnTo>
                  <a:lnTo>
                    <a:pt x="7240" y="8914"/>
                  </a:lnTo>
                  <a:lnTo>
                    <a:pt x="7303" y="8977"/>
                  </a:lnTo>
                  <a:lnTo>
                    <a:pt x="7429" y="9019"/>
                  </a:lnTo>
                  <a:lnTo>
                    <a:pt x="7387" y="9144"/>
                  </a:lnTo>
                  <a:lnTo>
                    <a:pt x="7387" y="9228"/>
                  </a:lnTo>
                  <a:lnTo>
                    <a:pt x="7303" y="9228"/>
                  </a:lnTo>
                  <a:lnTo>
                    <a:pt x="7219" y="9291"/>
                  </a:lnTo>
                  <a:lnTo>
                    <a:pt x="7136" y="9291"/>
                  </a:lnTo>
                  <a:lnTo>
                    <a:pt x="7073" y="9228"/>
                  </a:lnTo>
                  <a:lnTo>
                    <a:pt x="6989" y="9249"/>
                  </a:lnTo>
                  <a:lnTo>
                    <a:pt x="6864" y="9291"/>
                  </a:lnTo>
                  <a:lnTo>
                    <a:pt x="6592" y="9332"/>
                  </a:lnTo>
                  <a:lnTo>
                    <a:pt x="6445" y="9416"/>
                  </a:lnTo>
                  <a:lnTo>
                    <a:pt x="6341" y="9416"/>
                  </a:lnTo>
                  <a:lnTo>
                    <a:pt x="6278" y="9353"/>
                  </a:lnTo>
                  <a:lnTo>
                    <a:pt x="6173" y="9416"/>
                  </a:lnTo>
                  <a:lnTo>
                    <a:pt x="6069" y="9521"/>
                  </a:lnTo>
                  <a:lnTo>
                    <a:pt x="6069" y="9604"/>
                  </a:lnTo>
                  <a:lnTo>
                    <a:pt x="6173" y="9667"/>
                  </a:lnTo>
                  <a:lnTo>
                    <a:pt x="6341" y="9646"/>
                  </a:lnTo>
                  <a:lnTo>
                    <a:pt x="6466" y="9667"/>
                  </a:lnTo>
                  <a:lnTo>
                    <a:pt x="6466" y="9730"/>
                  </a:lnTo>
                  <a:lnTo>
                    <a:pt x="6382" y="9814"/>
                  </a:lnTo>
                  <a:lnTo>
                    <a:pt x="6445" y="9981"/>
                  </a:lnTo>
                  <a:lnTo>
                    <a:pt x="6445" y="10065"/>
                  </a:lnTo>
                  <a:lnTo>
                    <a:pt x="6487" y="10149"/>
                  </a:lnTo>
                  <a:lnTo>
                    <a:pt x="6508" y="10253"/>
                  </a:lnTo>
                  <a:lnTo>
                    <a:pt x="6613" y="10441"/>
                  </a:lnTo>
                  <a:lnTo>
                    <a:pt x="6654" y="10546"/>
                  </a:lnTo>
                  <a:lnTo>
                    <a:pt x="6780" y="10609"/>
                  </a:lnTo>
                  <a:lnTo>
                    <a:pt x="6822" y="10860"/>
                  </a:lnTo>
                  <a:lnTo>
                    <a:pt x="6738" y="10923"/>
                  </a:lnTo>
                  <a:lnTo>
                    <a:pt x="6696" y="11027"/>
                  </a:lnTo>
                  <a:lnTo>
                    <a:pt x="6801" y="11132"/>
                  </a:lnTo>
                  <a:lnTo>
                    <a:pt x="6738" y="11174"/>
                  </a:lnTo>
                  <a:lnTo>
                    <a:pt x="6738" y="11216"/>
                  </a:lnTo>
                  <a:lnTo>
                    <a:pt x="6613" y="11299"/>
                  </a:lnTo>
                  <a:lnTo>
                    <a:pt x="6654" y="11446"/>
                  </a:lnTo>
                  <a:lnTo>
                    <a:pt x="6508" y="11509"/>
                  </a:lnTo>
                  <a:lnTo>
                    <a:pt x="6278" y="11446"/>
                  </a:lnTo>
                  <a:lnTo>
                    <a:pt x="6027" y="11174"/>
                  </a:lnTo>
                  <a:lnTo>
                    <a:pt x="5922" y="11195"/>
                  </a:lnTo>
                  <a:lnTo>
                    <a:pt x="5671" y="11090"/>
                  </a:lnTo>
                  <a:lnTo>
                    <a:pt x="5336" y="11090"/>
                  </a:lnTo>
                  <a:lnTo>
                    <a:pt x="5148" y="11132"/>
                  </a:lnTo>
                  <a:lnTo>
                    <a:pt x="4876" y="11069"/>
                  </a:lnTo>
                  <a:lnTo>
                    <a:pt x="4583" y="11132"/>
                  </a:lnTo>
                  <a:lnTo>
                    <a:pt x="4457" y="11132"/>
                  </a:lnTo>
                  <a:lnTo>
                    <a:pt x="4311" y="11111"/>
                  </a:lnTo>
                  <a:lnTo>
                    <a:pt x="4206" y="11195"/>
                  </a:lnTo>
                  <a:lnTo>
                    <a:pt x="4102" y="11237"/>
                  </a:lnTo>
                  <a:lnTo>
                    <a:pt x="3767" y="11195"/>
                  </a:lnTo>
                  <a:lnTo>
                    <a:pt x="3558" y="11132"/>
                  </a:lnTo>
                  <a:lnTo>
                    <a:pt x="3432" y="11069"/>
                  </a:lnTo>
                  <a:lnTo>
                    <a:pt x="3244" y="11069"/>
                  </a:lnTo>
                  <a:lnTo>
                    <a:pt x="3202" y="11111"/>
                  </a:lnTo>
                  <a:lnTo>
                    <a:pt x="3035" y="11090"/>
                  </a:lnTo>
                  <a:lnTo>
                    <a:pt x="2930" y="11069"/>
                  </a:lnTo>
                  <a:lnTo>
                    <a:pt x="2888" y="11111"/>
                  </a:lnTo>
                  <a:lnTo>
                    <a:pt x="2888" y="11237"/>
                  </a:lnTo>
                  <a:lnTo>
                    <a:pt x="2909" y="11383"/>
                  </a:lnTo>
                  <a:lnTo>
                    <a:pt x="2930" y="11509"/>
                  </a:lnTo>
                  <a:lnTo>
                    <a:pt x="2742" y="11550"/>
                  </a:lnTo>
                  <a:lnTo>
                    <a:pt x="2386" y="11550"/>
                  </a:lnTo>
                  <a:lnTo>
                    <a:pt x="1968" y="11509"/>
                  </a:lnTo>
                  <a:lnTo>
                    <a:pt x="1863" y="11446"/>
                  </a:lnTo>
                  <a:lnTo>
                    <a:pt x="1675" y="11425"/>
                  </a:lnTo>
                  <a:lnTo>
                    <a:pt x="1570" y="11550"/>
                  </a:lnTo>
                  <a:lnTo>
                    <a:pt x="1591" y="11613"/>
                  </a:lnTo>
                  <a:lnTo>
                    <a:pt x="1465" y="11697"/>
                  </a:lnTo>
                  <a:lnTo>
                    <a:pt x="1465" y="11739"/>
                  </a:lnTo>
                  <a:lnTo>
                    <a:pt x="1507" y="11739"/>
                  </a:lnTo>
                  <a:lnTo>
                    <a:pt x="1507" y="11864"/>
                  </a:lnTo>
                  <a:lnTo>
                    <a:pt x="1340" y="12157"/>
                  </a:lnTo>
                  <a:lnTo>
                    <a:pt x="1256" y="12283"/>
                  </a:lnTo>
                  <a:lnTo>
                    <a:pt x="1361" y="12366"/>
                  </a:lnTo>
                  <a:lnTo>
                    <a:pt x="1633" y="12450"/>
                  </a:lnTo>
                  <a:lnTo>
                    <a:pt x="1737" y="12555"/>
                  </a:lnTo>
                  <a:lnTo>
                    <a:pt x="1842" y="12576"/>
                  </a:lnTo>
                  <a:lnTo>
                    <a:pt x="1947" y="12471"/>
                  </a:lnTo>
                  <a:lnTo>
                    <a:pt x="1947" y="12325"/>
                  </a:lnTo>
                  <a:lnTo>
                    <a:pt x="2009" y="12325"/>
                  </a:lnTo>
                  <a:lnTo>
                    <a:pt x="2302" y="12555"/>
                  </a:lnTo>
                  <a:lnTo>
                    <a:pt x="2323" y="12659"/>
                  </a:lnTo>
                  <a:lnTo>
                    <a:pt x="2177" y="12848"/>
                  </a:lnTo>
                  <a:lnTo>
                    <a:pt x="1968" y="12848"/>
                  </a:lnTo>
                  <a:lnTo>
                    <a:pt x="1675" y="12890"/>
                  </a:lnTo>
                  <a:lnTo>
                    <a:pt x="1654" y="12785"/>
                  </a:lnTo>
                  <a:lnTo>
                    <a:pt x="1507" y="12659"/>
                  </a:lnTo>
                  <a:lnTo>
                    <a:pt x="1340" y="12869"/>
                  </a:lnTo>
                  <a:lnTo>
                    <a:pt x="1235" y="12848"/>
                  </a:lnTo>
                  <a:lnTo>
                    <a:pt x="1068" y="12973"/>
                  </a:lnTo>
                  <a:lnTo>
                    <a:pt x="921" y="13015"/>
                  </a:lnTo>
                  <a:lnTo>
                    <a:pt x="921" y="13162"/>
                  </a:lnTo>
                  <a:lnTo>
                    <a:pt x="1110" y="13224"/>
                  </a:lnTo>
                  <a:lnTo>
                    <a:pt x="1068" y="13371"/>
                  </a:lnTo>
                  <a:lnTo>
                    <a:pt x="900" y="13434"/>
                  </a:lnTo>
                  <a:lnTo>
                    <a:pt x="628" y="13496"/>
                  </a:lnTo>
                  <a:lnTo>
                    <a:pt x="691" y="13538"/>
                  </a:lnTo>
                  <a:lnTo>
                    <a:pt x="733" y="13622"/>
                  </a:lnTo>
                  <a:lnTo>
                    <a:pt x="503" y="13706"/>
                  </a:lnTo>
                  <a:lnTo>
                    <a:pt x="503" y="13831"/>
                  </a:lnTo>
                  <a:lnTo>
                    <a:pt x="398" y="13852"/>
                  </a:lnTo>
                  <a:lnTo>
                    <a:pt x="126" y="13831"/>
                  </a:lnTo>
                  <a:lnTo>
                    <a:pt x="1" y="13936"/>
                  </a:lnTo>
                  <a:lnTo>
                    <a:pt x="1" y="14103"/>
                  </a:lnTo>
                  <a:lnTo>
                    <a:pt x="168" y="14333"/>
                  </a:lnTo>
                  <a:lnTo>
                    <a:pt x="273" y="14270"/>
                  </a:lnTo>
                  <a:lnTo>
                    <a:pt x="419" y="14250"/>
                  </a:lnTo>
                  <a:lnTo>
                    <a:pt x="440" y="14375"/>
                  </a:lnTo>
                  <a:lnTo>
                    <a:pt x="398" y="14522"/>
                  </a:lnTo>
                  <a:lnTo>
                    <a:pt x="461" y="14668"/>
                  </a:lnTo>
                  <a:lnTo>
                    <a:pt x="587" y="14731"/>
                  </a:lnTo>
                  <a:lnTo>
                    <a:pt x="607" y="14877"/>
                  </a:lnTo>
                  <a:lnTo>
                    <a:pt x="545" y="14940"/>
                  </a:lnTo>
                  <a:lnTo>
                    <a:pt x="419" y="15212"/>
                  </a:lnTo>
                  <a:lnTo>
                    <a:pt x="377" y="15589"/>
                  </a:lnTo>
                  <a:lnTo>
                    <a:pt x="335" y="15526"/>
                  </a:lnTo>
                  <a:lnTo>
                    <a:pt x="440" y="15693"/>
                  </a:lnTo>
                  <a:lnTo>
                    <a:pt x="545" y="15714"/>
                  </a:lnTo>
                  <a:lnTo>
                    <a:pt x="733" y="15693"/>
                  </a:lnTo>
                  <a:lnTo>
                    <a:pt x="859" y="15610"/>
                  </a:lnTo>
                  <a:lnTo>
                    <a:pt x="921" y="15526"/>
                  </a:lnTo>
                  <a:lnTo>
                    <a:pt x="984" y="15505"/>
                  </a:lnTo>
                  <a:lnTo>
                    <a:pt x="1047" y="15463"/>
                  </a:lnTo>
                  <a:lnTo>
                    <a:pt x="1110" y="15484"/>
                  </a:lnTo>
                  <a:lnTo>
                    <a:pt x="1172" y="15568"/>
                  </a:lnTo>
                  <a:lnTo>
                    <a:pt x="1361" y="15589"/>
                  </a:lnTo>
                  <a:lnTo>
                    <a:pt x="1361" y="15505"/>
                  </a:lnTo>
                  <a:lnTo>
                    <a:pt x="1319" y="15463"/>
                  </a:lnTo>
                  <a:lnTo>
                    <a:pt x="1319" y="15358"/>
                  </a:lnTo>
                  <a:lnTo>
                    <a:pt x="1444" y="15317"/>
                  </a:lnTo>
                  <a:lnTo>
                    <a:pt x="1486" y="15275"/>
                  </a:lnTo>
                  <a:lnTo>
                    <a:pt x="1549" y="15275"/>
                  </a:lnTo>
                  <a:lnTo>
                    <a:pt x="1570" y="15317"/>
                  </a:lnTo>
                  <a:lnTo>
                    <a:pt x="1695" y="15317"/>
                  </a:lnTo>
                  <a:lnTo>
                    <a:pt x="1779" y="15191"/>
                  </a:lnTo>
                  <a:lnTo>
                    <a:pt x="1758" y="15045"/>
                  </a:lnTo>
                  <a:lnTo>
                    <a:pt x="1779" y="14961"/>
                  </a:lnTo>
                  <a:lnTo>
                    <a:pt x="1863" y="14898"/>
                  </a:lnTo>
                  <a:lnTo>
                    <a:pt x="1884" y="14731"/>
                  </a:lnTo>
                  <a:lnTo>
                    <a:pt x="1947" y="14626"/>
                  </a:lnTo>
                  <a:lnTo>
                    <a:pt x="2072" y="14626"/>
                  </a:lnTo>
                  <a:lnTo>
                    <a:pt x="2177" y="14689"/>
                  </a:lnTo>
                  <a:lnTo>
                    <a:pt x="2281" y="14752"/>
                  </a:lnTo>
                  <a:lnTo>
                    <a:pt x="2281" y="14835"/>
                  </a:lnTo>
                  <a:lnTo>
                    <a:pt x="2260" y="14982"/>
                  </a:lnTo>
                  <a:lnTo>
                    <a:pt x="2281" y="15086"/>
                  </a:lnTo>
                  <a:lnTo>
                    <a:pt x="2386" y="15086"/>
                  </a:lnTo>
                  <a:lnTo>
                    <a:pt x="2428" y="15191"/>
                  </a:lnTo>
                  <a:lnTo>
                    <a:pt x="2407" y="15317"/>
                  </a:lnTo>
                  <a:lnTo>
                    <a:pt x="2428" y="15463"/>
                  </a:lnTo>
                  <a:lnTo>
                    <a:pt x="2428" y="15672"/>
                  </a:lnTo>
                  <a:lnTo>
                    <a:pt x="2532" y="15798"/>
                  </a:lnTo>
                  <a:lnTo>
                    <a:pt x="2532" y="15882"/>
                  </a:lnTo>
                  <a:lnTo>
                    <a:pt x="2637" y="15903"/>
                  </a:lnTo>
                  <a:lnTo>
                    <a:pt x="2784" y="15903"/>
                  </a:lnTo>
                  <a:lnTo>
                    <a:pt x="2888" y="15819"/>
                  </a:lnTo>
                  <a:lnTo>
                    <a:pt x="2909" y="15777"/>
                  </a:lnTo>
                  <a:lnTo>
                    <a:pt x="3076" y="15693"/>
                  </a:lnTo>
                  <a:lnTo>
                    <a:pt x="3202" y="15610"/>
                  </a:lnTo>
                  <a:lnTo>
                    <a:pt x="3223" y="15484"/>
                  </a:lnTo>
                  <a:lnTo>
                    <a:pt x="3307" y="15421"/>
                  </a:lnTo>
                  <a:lnTo>
                    <a:pt x="3558" y="15275"/>
                  </a:lnTo>
                  <a:lnTo>
                    <a:pt x="3725" y="15212"/>
                  </a:lnTo>
                  <a:lnTo>
                    <a:pt x="3746" y="15358"/>
                  </a:lnTo>
                  <a:lnTo>
                    <a:pt x="3976" y="15317"/>
                  </a:lnTo>
                  <a:lnTo>
                    <a:pt x="4039" y="15212"/>
                  </a:lnTo>
                  <a:lnTo>
                    <a:pt x="4290" y="15212"/>
                  </a:lnTo>
                  <a:lnTo>
                    <a:pt x="4311" y="15317"/>
                  </a:lnTo>
                  <a:lnTo>
                    <a:pt x="4123" y="15484"/>
                  </a:lnTo>
                  <a:lnTo>
                    <a:pt x="4248" y="15505"/>
                  </a:lnTo>
                  <a:lnTo>
                    <a:pt x="4290" y="15463"/>
                  </a:lnTo>
                  <a:lnTo>
                    <a:pt x="4374" y="15463"/>
                  </a:lnTo>
                  <a:lnTo>
                    <a:pt x="4478" y="15526"/>
                  </a:lnTo>
                  <a:lnTo>
                    <a:pt x="4520" y="15505"/>
                  </a:lnTo>
                  <a:lnTo>
                    <a:pt x="4625" y="15505"/>
                  </a:lnTo>
                  <a:lnTo>
                    <a:pt x="4688" y="15463"/>
                  </a:lnTo>
                  <a:lnTo>
                    <a:pt x="4729" y="15400"/>
                  </a:lnTo>
                  <a:lnTo>
                    <a:pt x="4813" y="15400"/>
                  </a:lnTo>
                  <a:lnTo>
                    <a:pt x="4897" y="15484"/>
                  </a:lnTo>
                  <a:lnTo>
                    <a:pt x="4981" y="15672"/>
                  </a:lnTo>
                  <a:lnTo>
                    <a:pt x="5232" y="16049"/>
                  </a:lnTo>
                  <a:lnTo>
                    <a:pt x="5357" y="16133"/>
                  </a:lnTo>
                  <a:lnTo>
                    <a:pt x="5399" y="16300"/>
                  </a:lnTo>
                  <a:lnTo>
                    <a:pt x="5462" y="16363"/>
                  </a:lnTo>
                  <a:lnTo>
                    <a:pt x="5545" y="16447"/>
                  </a:lnTo>
                  <a:lnTo>
                    <a:pt x="5776" y="16467"/>
                  </a:lnTo>
                  <a:lnTo>
                    <a:pt x="5985" y="16467"/>
                  </a:lnTo>
                  <a:lnTo>
                    <a:pt x="6089" y="16509"/>
                  </a:lnTo>
                  <a:lnTo>
                    <a:pt x="6131" y="16635"/>
                  </a:lnTo>
                  <a:lnTo>
                    <a:pt x="6361" y="16719"/>
                  </a:lnTo>
                  <a:lnTo>
                    <a:pt x="6550" y="16823"/>
                  </a:lnTo>
                  <a:lnTo>
                    <a:pt x="6654" y="17095"/>
                  </a:lnTo>
                  <a:lnTo>
                    <a:pt x="6801" y="17263"/>
                  </a:lnTo>
                  <a:lnTo>
                    <a:pt x="6989" y="17367"/>
                  </a:lnTo>
                  <a:lnTo>
                    <a:pt x="7073" y="17514"/>
                  </a:lnTo>
                  <a:lnTo>
                    <a:pt x="7073" y="17786"/>
                  </a:lnTo>
                  <a:lnTo>
                    <a:pt x="7177" y="18037"/>
                  </a:lnTo>
                  <a:lnTo>
                    <a:pt x="7324" y="18079"/>
                  </a:lnTo>
                  <a:lnTo>
                    <a:pt x="7387" y="18330"/>
                  </a:lnTo>
                  <a:lnTo>
                    <a:pt x="7429" y="18539"/>
                  </a:lnTo>
                  <a:lnTo>
                    <a:pt x="7345" y="18664"/>
                  </a:lnTo>
                  <a:lnTo>
                    <a:pt x="7324" y="18602"/>
                  </a:lnTo>
                  <a:lnTo>
                    <a:pt x="7219" y="18539"/>
                  </a:lnTo>
                  <a:lnTo>
                    <a:pt x="7073" y="18727"/>
                  </a:lnTo>
                  <a:lnTo>
                    <a:pt x="7094" y="18811"/>
                  </a:lnTo>
                  <a:lnTo>
                    <a:pt x="7115" y="18874"/>
                  </a:lnTo>
                  <a:lnTo>
                    <a:pt x="7261" y="18957"/>
                  </a:lnTo>
                  <a:lnTo>
                    <a:pt x="7240" y="19188"/>
                  </a:lnTo>
                  <a:lnTo>
                    <a:pt x="7303" y="19292"/>
                  </a:lnTo>
                  <a:lnTo>
                    <a:pt x="7261" y="19376"/>
                  </a:lnTo>
                  <a:lnTo>
                    <a:pt x="7324" y="19397"/>
                  </a:lnTo>
                  <a:lnTo>
                    <a:pt x="7408" y="19501"/>
                  </a:lnTo>
                  <a:lnTo>
                    <a:pt x="7408" y="19606"/>
                  </a:lnTo>
                  <a:lnTo>
                    <a:pt x="7449" y="19606"/>
                  </a:lnTo>
                  <a:lnTo>
                    <a:pt x="7491" y="19752"/>
                  </a:lnTo>
                  <a:lnTo>
                    <a:pt x="7617" y="19794"/>
                  </a:lnTo>
                  <a:lnTo>
                    <a:pt x="7701" y="19690"/>
                  </a:lnTo>
                  <a:lnTo>
                    <a:pt x="7826" y="19690"/>
                  </a:lnTo>
                  <a:lnTo>
                    <a:pt x="7868" y="19773"/>
                  </a:lnTo>
                  <a:lnTo>
                    <a:pt x="8014" y="19794"/>
                  </a:lnTo>
                  <a:lnTo>
                    <a:pt x="8119" y="19899"/>
                  </a:lnTo>
                  <a:lnTo>
                    <a:pt x="8182" y="19920"/>
                  </a:lnTo>
                  <a:lnTo>
                    <a:pt x="8266" y="20087"/>
                  </a:lnTo>
                  <a:lnTo>
                    <a:pt x="8370" y="20087"/>
                  </a:lnTo>
                  <a:lnTo>
                    <a:pt x="8391" y="20192"/>
                  </a:lnTo>
                  <a:lnTo>
                    <a:pt x="8433" y="20171"/>
                  </a:lnTo>
                  <a:lnTo>
                    <a:pt x="8454" y="20129"/>
                  </a:lnTo>
                  <a:lnTo>
                    <a:pt x="8600" y="20213"/>
                  </a:lnTo>
                  <a:lnTo>
                    <a:pt x="8663" y="20296"/>
                  </a:lnTo>
                  <a:lnTo>
                    <a:pt x="8768" y="20296"/>
                  </a:lnTo>
                  <a:lnTo>
                    <a:pt x="8830" y="20317"/>
                  </a:lnTo>
                  <a:lnTo>
                    <a:pt x="8893" y="20213"/>
                  </a:lnTo>
                  <a:lnTo>
                    <a:pt x="9061" y="20192"/>
                  </a:lnTo>
                  <a:lnTo>
                    <a:pt x="9270" y="20276"/>
                  </a:lnTo>
                  <a:lnTo>
                    <a:pt x="9312" y="20338"/>
                  </a:lnTo>
                  <a:lnTo>
                    <a:pt x="9437" y="20338"/>
                  </a:lnTo>
                  <a:lnTo>
                    <a:pt x="9542" y="20401"/>
                  </a:lnTo>
                  <a:lnTo>
                    <a:pt x="9709" y="20589"/>
                  </a:lnTo>
                  <a:lnTo>
                    <a:pt x="9835" y="20589"/>
                  </a:lnTo>
                  <a:lnTo>
                    <a:pt x="9960" y="20652"/>
                  </a:lnTo>
                  <a:lnTo>
                    <a:pt x="10023" y="20715"/>
                  </a:lnTo>
                  <a:lnTo>
                    <a:pt x="10128" y="20840"/>
                  </a:lnTo>
                  <a:lnTo>
                    <a:pt x="10170" y="20966"/>
                  </a:lnTo>
                  <a:lnTo>
                    <a:pt x="10232" y="20945"/>
                  </a:lnTo>
                  <a:lnTo>
                    <a:pt x="10232" y="20757"/>
                  </a:lnTo>
                  <a:lnTo>
                    <a:pt x="10316" y="20715"/>
                  </a:lnTo>
                  <a:lnTo>
                    <a:pt x="10337" y="20757"/>
                  </a:lnTo>
                  <a:lnTo>
                    <a:pt x="10462" y="20757"/>
                  </a:lnTo>
                  <a:lnTo>
                    <a:pt x="10588" y="20840"/>
                  </a:lnTo>
                  <a:lnTo>
                    <a:pt x="10588" y="21008"/>
                  </a:lnTo>
                  <a:lnTo>
                    <a:pt x="10755" y="21133"/>
                  </a:lnTo>
                  <a:lnTo>
                    <a:pt x="10923" y="21071"/>
                  </a:lnTo>
                  <a:lnTo>
                    <a:pt x="11069" y="21071"/>
                  </a:lnTo>
                  <a:lnTo>
                    <a:pt x="11048" y="21322"/>
                  </a:lnTo>
                  <a:lnTo>
                    <a:pt x="11090" y="21468"/>
                  </a:lnTo>
                  <a:lnTo>
                    <a:pt x="11195" y="21447"/>
                  </a:lnTo>
                  <a:lnTo>
                    <a:pt x="11362" y="21531"/>
                  </a:lnTo>
                  <a:lnTo>
                    <a:pt x="11425" y="21447"/>
                  </a:lnTo>
                  <a:lnTo>
                    <a:pt x="11571" y="21426"/>
                  </a:lnTo>
                  <a:lnTo>
                    <a:pt x="11676" y="21322"/>
                  </a:lnTo>
                  <a:lnTo>
                    <a:pt x="11885" y="21322"/>
                  </a:lnTo>
                  <a:lnTo>
                    <a:pt x="12011" y="21384"/>
                  </a:lnTo>
                  <a:lnTo>
                    <a:pt x="12053" y="21531"/>
                  </a:lnTo>
                  <a:lnTo>
                    <a:pt x="12220" y="21594"/>
                  </a:lnTo>
                  <a:lnTo>
                    <a:pt x="12346" y="21761"/>
                  </a:lnTo>
                  <a:lnTo>
                    <a:pt x="12429" y="21782"/>
                  </a:lnTo>
                  <a:lnTo>
                    <a:pt x="12576" y="21740"/>
                  </a:lnTo>
                  <a:lnTo>
                    <a:pt x="12639" y="21761"/>
                  </a:lnTo>
                  <a:lnTo>
                    <a:pt x="12785" y="21698"/>
                  </a:lnTo>
                  <a:lnTo>
                    <a:pt x="12931" y="21698"/>
                  </a:lnTo>
                  <a:lnTo>
                    <a:pt x="13015" y="21594"/>
                  </a:lnTo>
                  <a:lnTo>
                    <a:pt x="13162" y="21594"/>
                  </a:lnTo>
                  <a:lnTo>
                    <a:pt x="13203" y="21698"/>
                  </a:lnTo>
                  <a:lnTo>
                    <a:pt x="13245" y="21866"/>
                  </a:lnTo>
                  <a:lnTo>
                    <a:pt x="13350" y="21949"/>
                  </a:lnTo>
                  <a:lnTo>
                    <a:pt x="13475" y="21887"/>
                  </a:lnTo>
                  <a:lnTo>
                    <a:pt x="13601" y="21636"/>
                  </a:lnTo>
                  <a:lnTo>
                    <a:pt x="13873" y="21468"/>
                  </a:lnTo>
                  <a:lnTo>
                    <a:pt x="14040" y="21447"/>
                  </a:lnTo>
                  <a:lnTo>
                    <a:pt x="14124" y="21552"/>
                  </a:lnTo>
                  <a:lnTo>
                    <a:pt x="14396" y="21573"/>
                  </a:lnTo>
                  <a:lnTo>
                    <a:pt x="14501" y="21636"/>
                  </a:lnTo>
                  <a:lnTo>
                    <a:pt x="14647" y="21552"/>
                  </a:lnTo>
                  <a:lnTo>
                    <a:pt x="14815" y="21573"/>
                  </a:lnTo>
                  <a:lnTo>
                    <a:pt x="14877" y="21677"/>
                  </a:lnTo>
                  <a:lnTo>
                    <a:pt x="14982" y="21677"/>
                  </a:lnTo>
                  <a:lnTo>
                    <a:pt x="15191" y="21636"/>
                  </a:lnTo>
                  <a:lnTo>
                    <a:pt x="15296" y="21636"/>
                  </a:lnTo>
                  <a:lnTo>
                    <a:pt x="15359" y="21468"/>
                  </a:lnTo>
                  <a:lnTo>
                    <a:pt x="15442" y="21426"/>
                  </a:lnTo>
                  <a:lnTo>
                    <a:pt x="15547" y="21447"/>
                  </a:lnTo>
                  <a:lnTo>
                    <a:pt x="15547" y="21364"/>
                  </a:lnTo>
                  <a:lnTo>
                    <a:pt x="15631" y="21343"/>
                  </a:lnTo>
                  <a:lnTo>
                    <a:pt x="15693" y="21217"/>
                  </a:lnTo>
                  <a:lnTo>
                    <a:pt x="15798" y="21112"/>
                  </a:lnTo>
                  <a:lnTo>
                    <a:pt x="15903" y="21071"/>
                  </a:lnTo>
                  <a:lnTo>
                    <a:pt x="16133" y="21029"/>
                  </a:lnTo>
                  <a:lnTo>
                    <a:pt x="16237" y="20861"/>
                  </a:lnTo>
                  <a:lnTo>
                    <a:pt x="16237" y="20736"/>
                  </a:lnTo>
                  <a:lnTo>
                    <a:pt x="16321" y="20736"/>
                  </a:lnTo>
                  <a:lnTo>
                    <a:pt x="16447" y="20631"/>
                  </a:lnTo>
                  <a:lnTo>
                    <a:pt x="16551" y="20799"/>
                  </a:lnTo>
                  <a:lnTo>
                    <a:pt x="16719" y="20736"/>
                  </a:lnTo>
                  <a:lnTo>
                    <a:pt x="16928" y="20820"/>
                  </a:lnTo>
                  <a:lnTo>
                    <a:pt x="17012" y="20757"/>
                  </a:lnTo>
                  <a:lnTo>
                    <a:pt x="16970" y="20652"/>
                  </a:lnTo>
                  <a:lnTo>
                    <a:pt x="17242" y="20506"/>
                  </a:lnTo>
                  <a:lnTo>
                    <a:pt x="17325" y="20527"/>
                  </a:lnTo>
                  <a:lnTo>
                    <a:pt x="17367" y="20610"/>
                  </a:lnTo>
                  <a:lnTo>
                    <a:pt x="17451" y="20610"/>
                  </a:lnTo>
                  <a:lnTo>
                    <a:pt x="17472" y="20652"/>
                  </a:lnTo>
                  <a:lnTo>
                    <a:pt x="17388" y="20820"/>
                  </a:lnTo>
                  <a:lnTo>
                    <a:pt x="17451" y="20903"/>
                  </a:lnTo>
                  <a:lnTo>
                    <a:pt x="17535" y="20903"/>
                  </a:lnTo>
                  <a:lnTo>
                    <a:pt x="17597" y="20861"/>
                  </a:lnTo>
                  <a:lnTo>
                    <a:pt x="17639" y="20945"/>
                  </a:lnTo>
                  <a:lnTo>
                    <a:pt x="17702" y="21050"/>
                  </a:lnTo>
                  <a:lnTo>
                    <a:pt x="17702" y="21133"/>
                  </a:lnTo>
                  <a:lnTo>
                    <a:pt x="17597" y="21238"/>
                  </a:lnTo>
                  <a:lnTo>
                    <a:pt x="17639" y="21343"/>
                  </a:lnTo>
                  <a:lnTo>
                    <a:pt x="17765" y="21364"/>
                  </a:lnTo>
                  <a:lnTo>
                    <a:pt x="17849" y="21322"/>
                  </a:lnTo>
                  <a:lnTo>
                    <a:pt x="17953" y="21364"/>
                  </a:lnTo>
                  <a:lnTo>
                    <a:pt x="18016" y="21468"/>
                  </a:lnTo>
                  <a:lnTo>
                    <a:pt x="18121" y="21426"/>
                  </a:lnTo>
                  <a:lnTo>
                    <a:pt x="18246" y="21468"/>
                  </a:lnTo>
                  <a:lnTo>
                    <a:pt x="18330" y="21426"/>
                  </a:lnTo>
                  <a:lnTo>
                    <a:pt x="18497" y="21426"/>
                  </a:lnTo>
                  <a:lnTo>
                    <a:pt x="18539" y="21573"/>
                  </a:lnTo>
                  <a:lnTo>
                    <a:pt x="18685" y="21677"/>
                  </a:lnTo>
                  <a:lnTo>
                    <a:pt x="18706" y="21845"/>
                  </a:lnTo>
                  <a:lnTo>
                    <a:pt x="18811" y="21845"/>
                  </a:lnTo>
                  <a:lnTo>
                    <a:pt x="18916" y="21970"/>
                  </a:lnTo>
                  <a:lnTo>
                    <a:pt x="18916" y="22117"/>
                  </a:lnTo>
                  <a:lnTo>
                    <a:pt x="18999" y="22326"/>
                  </a:lnTo>
                  <a:lnTo>
                    <a:pt x="19020" y="22493"/>
                  </a:lnTo>
                  <a:lnTo>
                    <a:pt x="18999" y="22745"/>
                  </a:lnTo>
                  <a:lnTo>
                    <a:pt x="18999" y="22849"/>
                  </a:lnTo>
                  <a:lnTo>
                    <a:pt x="18957" y="22933"/>
                  </a:lnTo>
                  <a:lnTo>
                    <a:pt x="18853" y="22996"/>
                  </a:lnTo>
                  <a:lnTo>
                    <a:pt x="18832" y="23100"/>
                  </a:lnTo>
                  <a:lnTo>
                    <a:pt x="18769" y="23121"/>
                  </a:lnTo>
                  <a:lnTo>
                    <a:pt x="18748" y="23205"/>
                  </a:lnTo>
                  <a:lnTo>
                    <a:pt x="18811" y="23309"/>
                  </a:lnTo>
                  <a:lnTo>
                    <a:pt x="18748" y="23351"/>
                  </a:lnTo>
                  <a:lnTo>
                    <a:pt x="18685" y="23330"/>
                  </a:lnTo>
                  <a:lnTo>
                    <a:pt x="18602" y="23435"/>
                  </a:lnTo>
                  <a:lnTo>
                    <a:pt x="18539" y="23519"/>
                  </a:lnTo>
                  <a:lnTo>
                    <a:pt x="18602" y="23581"/>
                  </a:lnTo>
                  <a:lnTo>
                    <a:pt x="18539" y="23665"/>
                  </a:lnTo>
                  <a:lnTo>
                    <a:pt x="18539" y="23770"/>
                  </a:lnTo>
                  <a:lnTo>
                    <a:pt x="18644" y="23833"/>
                  </a:lnTo>
                  <a:lnTo>
                    <a:pt x="18706" y="23895"/>
                  </a:lnTo>
                  <a:lnTo>
                    <a:pt x="18769" y="23958"/>
                  </a:lnTo>
                  <a:lnTo>
                    <a:pt x="18748" y="24105"/>
                  </a:lnTo>
                  <a:lnTo>
                    <a:pt x="18811" y="24251"/>
                  </a:lnTo>
                  <a:lnTo>
                    <a:pt x="18937" y="24146"/>
                  </a:lnTo>
                  <a:lnTo>
                    <a:pt x="19209" y="24084"/>
                  </a:lnTo>
                  <a:lnTo>
                    <a:pt x="19229" y="24167"/>
                  </a:lnTo>
                  <a:lnTo>
                    <a:pt x="19209" y="24251"/>
                  </a:lnTo>
                  <a:lnTo>
                    <a:pt x="19271" y="24293"/>
                  </a:lnTo>
                  <a:lnTo>
                    <a:pt x="19418" y="24272"/>
                  </a:lnTo>
                  <a:lnTo>
                    <a:pt x="19439" y="24377"/>
                  </a:lnTo>
                  <a:lnTo>
                    <a:pt x="19418" y="24481"/>
                  </a:lnTo>
                  <a:lnTo>
                    <a:pt x="19481" y="24565"/>
                  </a:lnTo>
                  <a:lnTo>
                    <a:pt x="19627" y="24586"/>
                  </a:lnTo>
                  <a:lnTo>
                    <a:pt x="19585" y="24628"/>
                  </a:lnTo>
                  <a:lnTo>
                    <a:pt x="19648" y="24711"/>
                  </a:lnTo>
                  <a:lnTo>
                    <a:pt x="19669" y="24670"/>
                  </a:lnTo>
                  <a:lnTo>
                    <a:pt x="19815" y="24670"/>
                  </a:lnTo>
                  <a:lnTo>
                    <a:pt x="19941" y="24732"/>
                  </a:lnTo>
                  <a:lnTo>
                    <a:pt x="19941" y="24816"/>
                  </a:lnTo>
                  <a:lnTo>
                    <a:pt x="19878" y="24921"/>
                  </a:lnTo>
                  <a:lnTo>
                    <a:pt x="19899" y="25004"/>
                  </a:lnTo>
                  <a:lnTo>
                    <a:pt x="19753" y="25193"/>
                  </a:lnTo>
                  <a:lnTo>
                    <a:pt x="19648" y="25297"/>
                  </a:lnTo>
                  <a:lnTo>
                    <a:pt x="19669" y="25360"/>
                  </a:lnTo>
                  <a:lnTo>
                    <a:pt x="19753" y="25339"/>
                  </a:lnTo>
                  <a:lnTo>
                    <a:pt x="19941" y="25339"/>
                  </a:lnTo>
                  <a:lnTo>
                    <a:pt x="19983" y="25402"/>
                  </a:lnTo>
                  <a:lnTo>
                    <a:pt x="20066" y="25318"/>
                  </a:lnTo>
                  <a:lnTo>
                    <a:pt x="20150" y="25423"/>
                  </a:lnTo>
                  <a:lnTo>
                    <a:pt x="20108" y="25548"/>
                  </a:lnTo>
                  <a:lnTo>
                    <a:pt x="20150" y="25674"/>
                  </a:lnTo>
                  <a:lnTo>
                    <a:pt x="20276" y="25737"/>
                  </a:lnTo>
                  <a:lnTo>
                    <a:pt x="20338" y="25653"/>
                  </a:lnTo>
                  <a:lnTo>
                    <a:pt x="20485" y="25653"/>
                  </a:lnTo>
                  <a:lnTo>
                    <a:pt x="20736" y="25548"/>
                  </a:lnTo>
                  <a:lnTo>
                    <a:pt x="20841" y="25569"/>
                  </a:lnTo>
                  <a:lnTo>
                    <a:pt x="20841" y="25716"/>
                  </a:lnTo>
                  <a:lnTo>
                    <a:pt x="20799" y="25737"/>
                  </a:lnTo>
                  <a:lnTo>
                    <a:pt x="20862" y="25778"/>
                  </a:lnTo>
                  <a:lnTo>
                    <a:pt x="20924" y="25883"/>
                  </a:lnTo>
                  <a:lnTo>
                    <a:pt x="21050" y="25841"/>
                  </a:lnTo>
                  <a:lnTo>
                    <a:pt x="21154" y="25862"/>
                  </a:lnTo>
                  <a:lnTo>
                    <a:pt x="21134" y="25716"/>
                  </a:lnTo>
                  <a:lnTo>
                    <a:pt x="21134" y="25569"/>
                  </a:lnTo>
                  <a:lnTo>
                    <a:pt x="21092" y="25465"/>
                  </a:lnTo>
                  <a:lnTo>
                    <a:pt x="21092" y="25255"/>
                  </a:lnTo>
                  <a:lnTo>
                    <a:pt x="21154" y="25214"/>
                  </a:lnTo>
                  <a:lnTo>
                    <a:pt x="21154" y="25130"/>
                  </a:lnTo>
                  <a:lnTo>
                    <a:pt x="21364" y="25130"/>
                  </a:lnTo>
                  <a:lnTo>
                    <a:pt x="21426" y="25109"/>
                  </a:lnTo>
                  <a:lnTo>
                    <a:pt x="21468" y="25088"/>
                  </a:lnTo>
                  <a:lnTo>
                    <a:pt x="21510" y="25025"/>
                  </a:lnTo>
                  <a:lnTo>
                    <a:pt x="21552" y="24983"/>
                  </a:lnTo>
                  <a:lnTo>
                    <a:pt x="21678" y="24921"/>
                  </a:lnTo>
                  <a:lnTo>
                    <a:pt x="21761" y="24942"/>
                  </a:lnTo>
                  <a:lnTo>
                    <a:pt x="21740" y="25025"/>
                  </a:lnTo>
                  <a:lnTo>
                    <a:pt x="21782" y="25046"/>
                  </a:lnTo>
                  <a:lnTo>
                    <a:pt x="21866" y="25046"/>
                  </a:lnTo>
                  <a:lnTo>
                    <a:pt x="21887" y="24942"/>
                  </a:lnTo>
                  <a:lnTo>
                    <a:pt x="21970" y="24900"/>
                  </a:lnTo>
                  <a:lnTo>
                    <a:pt x="22096" y="25004"/>
                  </a:lnTo>
                  <a:lnTo>
                    <a:pt x="22159" y="24921"/>
                  </a:lnTo>
                  <a:lnTo>
                    <a:pt x="22242" y="24921"/>
                  </a:lnTo>
                  <a:lnTo>
                    <a:pt x="22263" y="25004"/>
                  </a:lnTo>
                  <a:lnTo>
                    <a:pt x="22389" y="24942"/>
                  </a:lnTo>
                  <a:lnTo>
                    <a:pt x="22389" y="24879"/>
                  </a:lnTo>
                  <a:lnTo>
                    <a:pt x="22556" y="24816"/>
                  </a:lnTo>
                  <a:lnTo>
                    <a:pt x="22661" y="24900"/>
                  </a:lnTo>
                  <a:lnTo>
                    <a:pt x="22870" y="24816"/>
                  </a:lnTo>
                  <a:lnTo>
                    <a:pt x="22828" y="24628"/>
                  </a:lnTo>
                  <a:lnTo>
                    <a:pt x="22954" y="24586"/>
                  </a:lnTo>
                  <a:lnTo>
                    <a:pt x="23100" y="24586"/>
                  </a:lnTo>
                  <a:lnTo>
                    <a:pt x="23184" y="24502"/>
                  </a:lnTo>
                  <a:lnTo>
                    <a:pt x="23310" y="24586"/>
                  </a:lnTo>
                  <a:lnTo>
                    <a:pt x="23310" y="24670"/>
                  </a:lnTo>
                  <a:lnTo>
                    <a:pt x="23435" y="24690"/>
                  </a:lnTo>
                  <a:lnTo>
                    <a:pt x="23477" y="24774"/>
                  </a:lnTo>
                  <a:lnTo>
                    <a:pt x="23749" y="24774"/>
                  </a:lnTo>
                  <a:lnTo>
                    <a:pt x="23812" y="24816"/>
                  </a:lnTo>
                  <a:lnTo>
                    <a:pt x="23958" y="24774"/>
                  </a:lnTo>
                  <a:lnTo>
                    <a:pt x="24042" y="24837"/>
                  </a:lnTo>
                  <a:lnTo>
                    <a:pt x="24042" y="24942"/>
                  </a:lnTo>
                  <a:lnTo>
                    <a:pt x="23937" y="24983"/>
                  </a:lnTo>
                  <a:lnTo>
                    <a:pt x="23875" y="25193"/>
                  </a:lnTo>
                  <a:lnTo>
                    <a:pt x="23958" y="25214"/>
                  </a:lnTo>
                  <a:lnTo>
                    <a:pt x="23979" y="25318"/>
                  </a:lnTo>
                  <a:lnTo>
                    <a:pt x="24230" y="25402"/>
                  </a:lnTo>
                  <a:lnTo>
                    <a:pt x="24251" y="25506"/>
                  </a:lnTo>
                  <a:lnTo>
                    <a:pt x="24377" y="25527"/>
                  </a:lnTo>
                  <a:lnTo>
                    <a:pt x="24481" y="25611"/>
                  </a:lnTo>
                  <a:lnTo>
                    <a:pt x="24586" y="25548"/>
                  </a:lnTo>
                  <a:lnTo>
                    <a:pt x="24649" y="25611"/>
                  </a:lnTo>
                  <a:lnTo>
                    <a:pt x="24711" y="25569"/>
                  </a:lnTo>
                  <a:lnTo>
                    <a:pt x="24816" y="25632"/>
                  </a:lnTo>
                  <a:lnTo>
                    <a:pt x="24858" y="25632"/>
                  </a:lnTo>
                  <a:lnTo>
                    <a:pt x="24900" y="25611"/>
                  </a:lnTo>
                  <a:lnTo>
                    <a:pt x="24963" y="25653"/>
                  </a:lnTo>
                  <a:lnTo>
                    <a:pt x="25046" y="25611"/>
                  </a:lnTo>
                  <a:lnTo>
                    <a:pt x="25046" y="25548"/>
                  </a:lnTo>
                  <a:lnTo>
                    <a:pt x="25088" y="25423"/>
                  </a:lnTo>
                  <a:lnTo>
                    <a:pt x="25130" y="25527"/>
                  </a:lnTo>
                  <a:lnTo>
                    <a:pt x="25235" y="25653"/>
                  </a:lnTo>
                  <a:lnTo>
                    <a:pt x="25297" y="25632"/>
                  </a:lnTo>
                  <a:lnTo>
                    <a:pt x="25444" y="25737"/>
                  </a:lnTo>
                  <a:lnTo>
                    <a:pt x="25569" y="25737"/>
                  </a:lnTo>
                  <a:lnTo>
                    <a:pt x="25632" y="25632"/>
                  </a:lnTo>
                  <a:lnTo>
                    <a:pt x="25716" y="25716"/>
                  </a:lnTo>
                  <a:lnTo>
                    <a:pt x="25820" y="25674"/>
                  </a:lnTo>
                  <a:lnTo>
                    <a:pt x="25862" y="25716"/>
                  </a:lnTo>
                  <a:lnTo>
                    <a:pt x="25862" y="25737"/>
                  </a:lnTo>
                  <a:lnTo>
                    <a:pt x="25800" y="25758"/>
                  </a:lnTo>
                  <a:lnTo>
                    <a:pt x="25758" y="25862"/>
                  </a:lnTo>
                  <a:lnTo>
                    <a:pt x="25695" y="25967"/>
                  </a:lnTo>
                  <a:lnTo>
                    <a:pt x="25695" y="26030"/>
                  </a:lnTo>
                  <a:lnTo>
                    <a:pt x="25820" y="26197"/>
                  </a:lnTo>
                  <a:lnTo>
                    <a:pt x="25904" y="26260"/>
                  </a:lnTo>
                  <a:lnTo>
                    <a:pt x="25904" y="26302"/>
                  </a:lnTo>
                  <a:lnTo>
                    <a:pt x="25925" y="26448"/>
                  </a:lnTo>
                  <a:lnTo>
                    <a:pt x="25946" y="26406"/>
                  </a:lnTo>
                  <a:lnTo>
                    <a:pt x="26009" y="26343"/>
                  </a:lnTo>
                  <a:lnTo>
                    <a:pt x="26092" y="26364"/>
                  </a:lnTo>
                  <a:lnTo>
                    <a:pt x="26134" y="26385"/>
                  </a:lnTo>
                  <a:lnTo>
                    <a:pt x="26176" y="26385"/>
                  </a:lnTo>
                  <a:lnTo>
                    <a:pt x="26281" y="26281"/>
                  </a:lnTo>
                  <a:lnTo>
                    <a:pt x="26260" y="26239"/>
                  </a:lnTo>
                  <a:lnTo>
                    <a:pt x="26218" y="26197"/>
                  </a:lnTo>
                  <a:lnTo>
                    <a:pt x="26218" y="26176"/>
                  </a:lnTo>
                  <a:lnTo>
                    <a:pt x="26155" y="26071"/>
                  </a:lnTo>
                  <a:lnTo>
                    <a:pt x="26072" y="26071"/>
                  </a:lnTo>
                  <a:lnTo>
                    <a:pt x="26030" y="25967"/>
                  </a:lnTo>
                  <a:lnTo>
                    <a:pt x="26051" y="25925"/>
                  </a:lnTo>
                  <a:lnTo>
                    <a:pt x="26155" y="25841"/>
                  </a:lnTo>
                  <a:lnTo>
                    <a:pt x="26155" y="25758"/>
                  </a:lnTo>
                  <a:lnTo>
                    <a:pt x="26155" y="25716"/>
                  </a:lnTo>
                  <a:lnTo>
                    <a:pt x="26176" y="25716"/>
                  </a:lnTo>
                  <a:lnTo>
                    <a:pt x="26218" y="25653"/>
                  </a:lnTo>
                  <a:lnTo>
                    <a:pt x="26239" y="25716"/>
                  </a:lnTo>
                  <a:lnTo>
                    <a:pt x="26260" y="25737"/>
                  </a:lnTo>
                  <a:lnTo>
                    <a:pt x="26281" y="25737"/>
                  </a:lnTo>
                  <a:lnTo>
                    <a:pt x="26260" y="25758"/>
                  </a:lnTo>
                  <a:lnTo>
                    <a:pt x="26260" y="25778"/>
                  </a:lnTo>
                  <a:lnTo>
                    <a:pt x="26323" y="25778"/>
                  </a:lnTo>
                  <a:lnTo>
                    <a:pt x="26281" y="25820"/>
                  </a:lnTo>
                  <a:lnTo>
                    <a:pt x="26344" y="25841"/>
                  </a:lnTo>
                  <a:lnTo>
                    <a:pt x="26385" y="25758"/>
                  </a:lnTo>
                  <a:lnTo>
                    <a:pt x="26490" y="25737"/>
                  </a:lnTo>
                  <a:lnTo>
                    <a:pt x="26553" y="25653"/>
                  </a:lnTo>
                  <a:lnTo>
                    <a:pt x="26616" y="25716"/>
                  </a:lnTo>
                  <a:lnTo>
                    <a:pt x="26741" y="25653"/>
                  </a:lnTo>
                  <a:lnTo>
                    <a:pt x="26867" y="25611"/>
                  </a:lnTo>
                  <a:lnTo>
                    <a:pt x="26804" y="25527"/>
                  </a:lnTo>
                  <a:lnTo>
                    <a:pt x="26908" y="25527"/>
                  </a:lnTo>
                  <a:lnTo>
                    <a:pt x="27013" y="25465"/>
                  </a:lnTo>
                  <a:lnTo>
                    <a:pt x="27139" y="25527"/>
                  </a:lnTo>
                  <a:lnTo>
                    <a:pt x="27201" y="25506"/>
                  </a:lnTo>
                  <a:lnTo>
                    <a:pt x="27327" y="25444"/>
                  </a:lnTo>
                  <a:lnTo>
                    <a:pt x="27432" y="25339"/>
                  </a:lnTo>
                  <a:lnTo>
                    <a:pt x="27515" y="25234"/>
                  </a:lnTo>
                  <a:lnTo>
                    <a:pt x="27536" y="25193"/>
                  </a:lnTo>
                  <a:lnTo>
                    <a:pt x="27578" y="25214"/>
                  </a:lnTo>
                  <a:lnTo>
                    <a:pt x="27620" y="25255"/>
                  </a:lnTo>
                  <a:lnTo>
                    <a:pt x="27662" y="25214"/>
                  </a:lnTo>
                  <a:lnTo>
                    <a:pt x="27724" y="25130"/>
                  </a:lnTo>
                  <a:lnTo>
                    <a:pt x="27808" y="25088"/>
                  </a:lnTo>
                  <a:lnTo>
                    <a:pt x="27787" y="24942"/>
                  </a:lnTo>
                  <a:lnTo>
                    <a:pt x="27745" y="24837"/>
                  </a:lnTo>
                  <a:lnTo>
                    <a:pt x="27787" y="24774"/>
                  </a:lnTo>
                  <a:lnTo>
                    <a:pt x="27745" y="24690"/>
                  </a:lnTo>
                  <a:lnTo>
                    <a:pt x="27808" y="24732"/>
                  </a:lnTo>
                  <a:lnTo>
                    <a:pt x="27934" y="24816"/>
                  </a:lnTo>
                  <a:lnTo>
                    <a:pt x="27955" y="24900"/>
                  </a:lnTo>
                  <a:lnTo>
                    <a:pt x="28059" y="25004"/>
                  </a:lnTo>
                  <a:lnTo>
                    <a:pt x="28143" y="24983"/>
                  </a:lnTo>
                  <a:lnTo>
                    <a:pt x="28143" y="24983"/>
                  </a:lnTo>
                  <a:lnTo>
                    <a:pt x="28101" y="25046"/>
                  </a:lnTo>
                  <a:lnTo>
                    <a:pt x="28017" y="25109"/>
                  </a:lnTo>
                  <a:lnTo>
                    <a:pt x="28038" y="25151"/>
                  </a:lnTo>
                  <a:lnTo>
                    <a:pt x="28248" y="25046"/>
                  </a:lnTo>
                  <a:lnTo>
                    <a:pt x="28248" y="24921"/>
                  </a:lnTo>
                  <a:lnTo>
                    <a:pt x="28352" y="24900"/>
                  </a:lnTo>
                  <a:lnTo>
                    <a:pt x="28415" y="24837"/>
                  </a:lnTo>
                  <a:lnTo>
                    <a:pt x="28520" y="24900"/>
                  </a:lnTo>
                  <a:lnTo>
                    <a:pt x="28582" y="24879"/>
                  </a:lnTo>
                  <a:lnTo>
                    <a:pt x="28624" y="24795"/>
                  </a:lnTo>
                  <a:lnTo>
                    <a:pt x="28687" y="24795"/>
                  </a:lnTo>
                  <a:lnTo>
                    <a:pt x="28708" y="24711"/>
                  </a:lnTo>
                  <a:lnTo>
                    <a:pt x="28771" y="24795"/>
                  </a:lnTo>
                  <a:lnTo>
                    <a:pt x="28854" y="24900"/>
                  </a:lnTo>
                  <a:lnTo>
                    <a:pt x="28896" y="24837"/>
                  </a:lnTo>
                  <a:lnTo>
                    <a:pt x="28938" y="24732"/>
                  </a:lnTo>
                  <a:lnTo>
                    <a:pt x="28980" y="24732"/>
                  </a:lnTo>
                  <a:lnTo>
                    <a:pt x="29001" y="24774"/>
                  </a:lnTo>
                  <a:lnTo>
                    <a:pt x="29085" y="24774"/>
                  </a:lnTo>
                  <a:lnTo>
                    <a:pt x="29105" y="24711"/>
                  </a:lnTo>
                  <a:lnTo>
                    <a:pt x="29231" y="24711"/>
                  </a:lnTo>
                  <a:lnTo>
                    <a:pt x="29294" y="24628"/>
                  </a:lnTo>
                  <a:lnTo>
                    <a:pt x="29357" y="24586"/>
                  </a:lnTo>
                  <a:lnTo>
                    <a:pt x="29377" y="24670"/>
                  </a:lnTo>
                  <a:lnTo>
                    <a:pt x="29398" y="24607"/>
                  </a:lnTo>
                  <a:lnTo>
                    <a:pt x="29482" y="24607"/>
                  </a:lnTo>
                  <a:lnTo>
                    <a:pt x="29566" y="24586"/>
                  </a:lnTo>
                  <a:lnTo>
                    <a:pt x="29524" y="24502"/>
                  </a:lnTo>
                  <a:lnTo>
                    <a:pt x="29587" y="24418"/>
                  </a:lnTo>
                  <a:lnTo>
                    <a:pt x="29608" y="24293"/>
                  </a:lnTo>
                  <a:lnTo>
                    <a:pt x="29566" y="24188"/>
                  </a:lnTo>
                  <a:lnTo>
                    <a:pt x="29566" y="24188"/>
                  </a:lnTo>
                  <a:lnTo>
                    <a:pt x="29608" y="24209"/>
                  </a:lnTo>
                  <a:lnTo>
                    <a:pt x="29670" y="24146"/>
                  </a:lnTo>
                  <a:lnTo>
                    <a:pt x="29796" y="24105"/>
                  </a:lnTo>
                  <a:lnTo>
                    <a:pt x="29817" y="24167"/>
                  </a:lnTo>
                  <a:lnTo>
                    <a:pt x="29921" y="24167"/>
                  </a:lnTo>
                  <a:lnTo>
                    <a:pt x="29942" y="24042"/>
                  </a:lnTo>
                  <a:lnTo>
                    <a:pt x="30005" y="24042"/>
                  </a:lnTo>
                  <a:lnTo>
                    <a:pt x="30026" y="23958"/>
                  </a:lnTo>
                  <a:lnTo>
                    <a:pt x="30089" y="23958"/>
                  </a:lnTo>
                  <a:lnTo>
                    <a:pt x="30089" y="23979"/>
                  </a:lnTo>
                  <a:lnTo>
                    <a:pt x="30110" y="23979"/>
                  </a:lnTo>
                  <a:lnTo>
                    <a:pt x="30193" y="23874"/>
                  </a:lnTo>
                  <a:lnTo>
                    <a:pt x="30256" y="23958"/>
                  </a:lnTo>
                  <a:lnTo>
                    <a:pt x="30256" y="23833"/>
                  </a:lnTo>
                  <a:lnTo>
                    <a:pt x="30340" y="23833"/>
                  </a:lnTo>
                  <a:lnTo>
                    <a:pt x="30361" y="23728"/>
                  </a:lnTo>
                  <a:lnTo>
                    <a:pt x="30277" y="23686"/>
                  </a:lnTo>
                  <a:lnTo>
                    <a:pt x="30193" y="23749"/>
                  </a:lnTo>
                  <a:lnTo>
                    <a:pt x="30047" y="23623"/>
                  </a:lnTo>
                  <a:lnTo>
                    <a:pt x="30235" y="23623"/>
                  </a:lnTo>
                  <a:lnTo>
                    <a:pt x="30340" y="23477"/>
                  </a:lnTo>
                  <a:lnTo>
                    <a:pt x="30361" y="23540"/>
                  </a:lnTo>
                  <a:lnTo>
                    <a:pt x="30445" y="23477"/>
                  </a:lnTo>
                  <a:lnTo>
                    <a:pt x="30612" y="23581"/>
                  </a:lnTo>
                  <a:lnTo>
                    <a:pt x="30633" y="23456"/>
                  </a:lnTo>
                  <a:lnTo>
                    <a:pt x="30549" y="23435"/>
                  </a:lnTo>
                  <a:lnTo>
                    <a:pt x="30507" y="23372"/>
                  </a:lnTo>
                  <a:lnTo>
                    <a:pt x="30528" y="23309"/>
                  </a:lnTo>
                  <a:lnTo>
                    <a:pt x="30633" y="23372"/>
                  </a:lnTo>
                  <a:lnTo>
                    <a:pt x="30717" y="23309"/>
                  </a:lnTo>
                  <a:lnTo>
                    <a:pt x="30675" y="23268"/>
                  </a:lnTo>
                  <a:lnTo>
                    <a:pt x="30612" y="23268"/>
                  </a:lnTo>
                  <a:lnTo>
                    <a:pt x="30612" y="23163"/>
                  </a:lnTo>
                  <a:lnTo>
                    <a:pt x="30528" y="23121"/>
                  </a:lnTo>
                  <a:lnTo>
                    <a:pt x="30612" y="23100"/>
                  </a:lnTo>
                  <a:lnTo>
                    <a:pt x="30654" y="23142"/>
                  </a:lnTo>
                  <a:lnTo>
                    <a:pt x="30717" y="23142"/>
                  </a:lnTo>
                  <a:lnTo>
                    <a:pt x="30758" y="23205"/>
                  </a:lnTo>
                  <a:lnTo>
                    <a:pt x="30758" y="23121"/>
                  </a:lnTo>
                  <a:lnTo>
                    <a:pt x="30654" y="23037"/>
                  </a:lnTo>
                  <a:lnTo>
                    <a:pt x="30654" y="22933"/>
                  </a:lnTo>
                  <a:lnTo>
                    <a:pt x="30737" y="22933"/>
                  </a:lnTo>
                  <a:lnTo>
                    <a:pt x="30758" y="22891"/>
                  </a:lnTo>
                  <a:lnTo>
                    <a:pt x="30863" y="22954"/>
                  </a:lnTo>
                  <a:lnTo>
                    <a:pt x="30863" y="23037"/>
                  </a:lnTo>
                  <a:lnTo>
                    <a:pt x="30926" y="23037"/>
                  </a:lnTo>
                  <a:lnTo>
                    <a:pt x="30968" y="23121"/>
                  </a:lnTo>
                  <a:lnTo>
                    <a:pt x="30989" y="22996"/>
                  </a:lnTo>
                  <a:lnTo>
                    <a:pt x="30947" y="22912"/>
                  </a:lnTo>
                  <a:lnTo>
                    <a:pt x="30884" y="22912"/>
                  </a:lnTo>
                  <a:lnTo>
                    <a:pt x="30863" y="22828"/>
                  </a:lnTo>
                  <a:lnTo>
                    <a:pt x="30947" y="22828"/>
                  </a:lnTo>
                  <a:lnTo>
                    <a:pt x="30947" y="22745"/>
                  </a:lnTo>
                  <a:lnTo>
                    <a:pt x="30863" y="22724"/>
                  </a:lnTo>
                  <a:lnTo>
                    <a:pt x="30989" y="22598"/>
                  </a:lnTo>
                  <a:lnTo>
                    <a:pt x="30926" y="22535"/>
                  </a:lnTo>
                  <a:lnTo>
                    <a:pt x="30842" y="22535"/>
                  </a:lnTo>
                  <a:lnTo>
                    <a:pt x="30779" y="22598"/>
                  </a:lnTo>
                  <a:lnTo>
                    <a:pt x="30800" y="22493"/>
                  </a:lnTo>
                  <a:lnTo>
                    <a:pt x="30947" y="22410"/>
                  </a:lnTo>
                  <a:lnTo>
                    <a:pt x="31135" y="22326"/>
                  </a:lnTo>
                  <a:lnTo>
                    <a:pt x="31072" y="22263"/>
                  </a:lnTo>
                  <a:lnTo>
                    <a:pt x="30989" y="22326"/>
                  </a:lnTo>
                  <a:lnTo>
                    <a:pt x="30863" y="22201"/>
                  </a:lnTo>
                  <a:lnTo>
                    <a:pt x="30968" y="22201"/>
                  </a:lnTo>
                  <a:lnTo>
                    <a:pt x="30884" y="22096"/>
                  </a:lnTo>
                  <a:lnTo>
                    <a:pt x="30800" y="22096"/>
                  </a:lnTo>
                  <a:lnTo>
                    <a:pt x="30863" y="22054"/>
                  </a:lnTo>
                  <a:lnTo>
                    <a:pt x="30800" y="21991"/>
                  </a:lnTo>
                  <a:lnTo>
                    <a:pt x="30884" y="21991"/>
                  </a:lnTo>
                  <a:lnTo>
                    <a:pt x="30926" y="21908"/>
                  </a:lnTo>
                  <a:lnTo>
                    <a:pt x="31030" y="21908"/>
                  </a:lnTo>
                  <a:lnTo>
                    <a:pt x="30989" y="22012"/>
                  </a:lnTo>
                  <a:lnTo>
                    <a:pt x="31072" y="22012"/>
                  </a:lnTo>
                  <a:lnTo>
                    <a:pt x="31240" y="21866"/>
                  </a:lnTo>
                  <a:lnTo>
                    <a:pt x="31240" y="21782"/>
                  </a:lnTo>
                  <a:lnTo>
                    <a:pt x="31365" y="21803"/>
                  </a:lnTo>
                  <a:lnTo>
                    <a:pt x="31281" y="21698"/>
                  </a:lnTo>
                  <a:lnTo>
                    <a:pt x="31198" y="21698"/>
                  </a:lnTo>
                  <a:lnTo>
                    <a:pt x="31240" y="21594"/>
                  </a:lnTo>
                  <a:lnTo>
                    <a:pt x="31302" y="21677"/>
                  </a:lnTo>
                  <a:lnTo>
                    <a:pt x="31386" y="21636"/>
                  </a:lnTo>
                  <a:lnTo>
                    <a:pt x="31386" y="21531"/>
                  </a:lnTo>
                  <a:lnTo>
                    <a:pt x="31449" y="21489"/>
                  </a:lnTo>
                  <a:lnTo>
                    <a:pt x="31386" y="21426"/>
                  </a:lnTo>
                  <a:lnTo>
                    <a:pt x="31386" y="21343"/>
                  </a:lnTo>
                  <a:lnTo>
                    <a:pt x="31470" y="21322"/>
                  </a:lnTo>
                  <a:lnTo>
                    <a:pt x="31407" y="21238"/>
                  </a:lnTo>
                  <a:lnTo>
                    <a:pt x="31407" y="21175"/>
                  </a:lnTo>
                  <a:lnTo>
                    <a:pt x="31302" y="21112"/>
                  </a:lnTo>
                  <a:lnTo>
                    <a:pt x="31470" y="21154"/>
                  </a:lnTo>
                  <a:lnTo>
                    <a:pt x="31512" y="21112"/>
                  </a:lnTo>
                  <a:lnTo>
                    <a:pt x="31616" y="20903"/>
                  </a:lnTo>
                  <a:lnTo>
                    <a:pt x="31700" y="20903"/>
                  </a:lnTo>
                  <a:lnTo>
                    <a:pt x="31721" y="20966"/>
                  </a:lnTo>
                  <a:lnTo>
                    <a:pt x="31763" y="21029"/>
                  </a:lnTo>
                  <a:lnTo>
                    <a:pt x="31784" y="20924"/>
                  </a:lnTo>
                  <a:lnTo>
                    <a:pt x="31846" y="20861"/>
                  </a:lnTo>
                  <a:lnTo>
                    <a:pt x="31805" y="20736"/>
                  </a:lnTo>
                  <a:lnTo>
                    <a:pt x="31679" y="20736"/>
                  </a:lnTo>
                  <a:lnTo>
                    <a:pt x="31616" y="20694"/>
                  </a:lnTo>
                  <a:lnTo>
                    <a:pt x="31679" y="20652"/>
                  </a:lnTo>
                  <a:lnTo>
                    <a:pt x="31763" y="20652"/>
                  </a:lnTo>
                  <a:lnTo>
                    <a:pt x="31826" y="20610"/>
                  </a:lnTo>
                  <a:lnTo>
                    <a:pt x="31784" y="20548"/>
                  </a:lnTo>
                  <a:lnTo>
                    <a:pt x="31700" y="20506"/>
                  </a:lnTo>
                  <a:lnTo>
                    <a:pt x="31784" y="20443"/>
                  </a:lnTo>
                  <a:lnTo>
                    <a:pt x="31826" y="20443"/>
                  </a:lnTo>
                  <a:lnTo>
                    <a:pt x="31826" y="20401"/>
                  </a:lnTo>
                  <a:lnTo>
                    <a:pt x="31784" y="20338"/>
                  </a:lnTo>
                  <a:lnTo>
                    <a:pt x="31574" y="20338"/>
                  </a:lnTo>
                  <a:lnTo>
                    <a:pt x="31595" y="20296"/>
                  </a:lnTo>
                  <a:lnTo>
                    <a:pt x="31721" y="20192"/>
                  </a:lnTo>
                  <a:lnTo>
                    <a:pt x="31826" y="20213"/>
                  </a:lnTo>
                  <a:lnTo>
                    <a:pt x="31846" y="20192"/>
                  </a:lnTo>
                  <a:lnTo>
                    <a:pt x="31888" y="20129"/>
                  </a:lnTo>
                  <a:lnTo>
                    <a:pt x="31930" y="20192"/>
                  </a:lnTo>
                  <a:lnTo>
                    <a:pt x="31972" y="20213"/>
                  </a:lnTo>
                  <a:lnTo>
                    <a:pt x="32014" y="20171"/>
                  </a:lnTo>
                  <a:lnTo>
                    <a:pt x="31993" y="20087"/>
                  </a:lnTo>
                  <a:lnTo>
                    <a:pt x="31972" y="19920"/>
                  </a:lnTo>
                  <a:lnTo>
                    <a:pt x="31909" y="19878"/>
                  </a:lnTo>
                  <a:lnTo>
                    <a:pt x="31826" y="19962"/>
                  </a:lnTo>
                  <a:lnTo>
                    <a:pt x="31846" y="19983"/>
                  </a:lnTo>
                  <a:lnTo>
                    <a:pt x="31846" y="20024"/>
                  </a:lnTo>
                  <a:lnTo>
                    <a:pt x="31763" y="20004"/>
                  </a:lnTo>
                  <a:lnTo>
                    <a:pt x="31595" y="20129"/>
                  </a:lnTo>
                  <a:lnTo>
                    <a:pt x="31512" y="20108"/>
                  </a:lnTo>
                  <a:lnTo>
                    <a:pt x="31512" y="20004"/>
                  </a:lnTo>
                  <a:lnTo>
                    <a:pt x="31679" y="19983"/>
                  </a:lnTo>
                  <a:lnTo>
                    <a:pt x="31930" y="19752"/>
                  </a:lnTo>
                  <a:lnTo>
                    <a:pt x="31909" y="19711"/>
                  </a:lnTo>
                  <a:lnTo>
                    <a:pt x="31805" y="19711"/>
                  </a:lnTo>
                  <a:lnTo>
                    <a:pt x="31763" y="19648"/>
                  </a:lnTo>
                  <a:lnTo>
                    <a:pt x="31721" y="19690"/>
                  </a:lnTo>
                  <a:lnTo>
                    <a:pt x="31553" y="19460"/>
                  </a:lnTo>
                  <a:lnTo>
                    <a:pt x="31386" y="19439"/>
                  </a:lnTo>
                  <a:lnTo>
                    <a:pt x="31240" y="19585"/>
                  </a:lnTo>
                  <a:lnTo>
                    <a:pt x="31135" y="19564"/>
                  </a:lnTo>
                  <a:lnTo>
                    <a:pt x="31030" y="19397"/>
                  </a:lnTo>
                  <a:lnTo>
                    <a:pt x="30884" y="19439"/>
                  </a:lnTo>
                  <a:lnTo>
                    <a:pt x="30779" y="19501"/>
                  </a:lnTo>
                  <a:lnTo>
                    <a:pt x="30737" y="19606"/>
                  </a:lnTo>
                  <a:lnTo>
                    <a:pt x="30758" y="19480"/>
                  </a:lnTo>
                  <a:lnTo>
                    <a:pt x="30884" y="19376"/>
                  </a:lnTo>
                  <a:lnTo>
                    <a:pt x="30968" y="19376"/>
                  </a:lnTo>
                  <a:lnTo>
                    <a:pt x="31051" y="19334"/>
                  </a:lnTo>
                  <a:lnTo>
                    <a:pt x="31177" y="19376"/>
                  </a:lnTo>
                  <a:lnTo>
                    <a:pt x="31281" y="19355"/>
                  </a:lnTo>
                  <a:lnTo>
                    <a:pt x="31281" y="19250"/>
                  </a:lnTo>
                  <a:lnTo>
                    <a:pt x="31323" y="19188"/>
                  </a:lnTo>
                  <a:lnTo>
                    <a:pt x="31407" y="19188"/>
                  </a:lnTo>
                  <a:lnTo>
                    <a:pt x="31553" y="19041"/>
                  </a:lnTo>
                  <a:lnTo>
                    <a:pt x="31700" y="19020"/>
                  </a:lnTo>
                  <a:lnTo>
                    <a:pt x="31700" y="18936"/>
                  </a:lnTo>
                  <a:lnTo>
                    <a:pt x="31574" y="18727"/>
                  </a:lnTo>
                  <a:lnTo>
                    <a:pt x="31281" y="18539"/>
                  </a:lnTo>
                  <a:lnTo>
                    <a:pt x="31072" y="18413"/>
                  </a:lnTo>
                  <a:lnTo>
                    <a:pt x="30842" y="18204"/>
                  </a:lnTo>
                  <a:lnTo>
                    <a:pt x="30737" y="18204"/>
                  </a:lnTo>
                  <a:lnTo>
                    <a:pt x="30549" y="18330"/>
                  </a:lnTo>
                  <a:lnTo>
                    <a:pt x="30445" y="18309"/>
                  </a:lnTo>
                  <a:lnTo>
                    <a:pt x="30319" y="18183"/>
                  </a:lnTo>
                  <a:lnTo>
                    <a:pt x="30319" y="18099"/>
                  </a:lnTo>
                  <a:lnTo>
                    <a:pt x="30235" y="18079"/>
                  </a:lnTo>
                  <a:lnTo>
                    <a:pt x="30110" y="18120"/>
                  </a:lnTo>
                  <a:lnTo>
                    <a:pt x="29984" y="18120"/>
                  </a:lnTo>
                  <a:lnTo>
                    <a:pt x="29838" y="18141"/>
                  </a:lnTo>
                  <a:lnTo>
                    <a:pt x="29691" y="18351"/>
                  </a:lnTo>
                  <a:lnTo>
                    <a:pt x="29817" y="18099"/>
                  </a:lnTo>
                  <a:lnTo>
                    <a:pt x="29921" y="18037"/>
                  </a:lnTo>
                  <a:lnTo>
                    <a:pt x="29984" y="18079"/>
                  </a:lnTo>
                  <a:lnTo>
                    <a:pt x="30047" y="18079"/>
                  </a:lnTo>
                  <a:lnTo>
                    <a:pt x="30089" y="18016"/>
                  </a:lnTo>
                  <a:lnTo>
                    <a:pt x="30193" y="18079"/>
                  </a:lnTo>
                  <a:lnTo>
                    <a:pt x="30340" y="17995"/>
                  </a:lnTo>
                  <a:lnTo>
                    <a:pt x="30403" y="18183"/>
                  </a:lnTo>
                  <a:lnTo>
                    <a:pt x="30465" y="18225"/>
                  </a:lnTo>
                  <a:lnTo>
                    <a:pt x="30570" y="18225"/>
                  </a:lnTo>
                  <a:lnTo>
                    <a:pt x="30654" y="18120"/>
                  </a:lnTo>
                  <a:lnTo>
                    <a:pt x="30842" y="18141"/>
                  </a:lnTo>
                  <a:lnTo>
                    <a:pt x="30968" y="18246"/>
                  </a:lnTo>
                  <a:lnTo>
                    <a:pt x="31051" y="18246"/>
                  </a:lnTo>
                  <a:lnTo>
                    <a:pt x="31177" y="18351"/>
                  </a:lnTo>
                  <a:lnTo>
                    <a:pt x="31323" y="18288"/>
                  </a:lnTo>
                  <a:lnTo>
                    <a:pt x="31574" y="18351"/>
                  </a:lnTo>
                  <a:lnTo>
                    <a:pt x="31658" y="18330"/>
                  </a:lnTo>
                  <a:lnTo>
                    <a:pt x="31553" y="18141"/>
                  </a:lnTo>
                  <a:lnTo>
                    <a:pt x="31491" y="18120"/>
                  </a:lnTo>
                  <a:lnTo>
                    <a:pt x="31323" y="17974"/>
                  </a:lnTo>
                  <a:lnTo>
                    <a:pt x="31323" y="17911"/>
                  </a:lnTo>
                  <a:lnTo>
                    <a:pt x="31281" y="17869"/>
                  </a:lnTo>
                  <a:lnTo>
                    <a:pt x="31177" y="17890"/>
                  </a:lnTo>
                  <a:lnTo>
                    <a:pt x="31051" y="17827"/>
                  </a:lnTo>
                  <a:lnTo>
                    <a:pt x="30884" y="17597"/>
                  </a:lnTo>
                  <a:lnTo>
                    <a:pt x="30884" y="17451"/>
                  </a:lnTo>
                  <a:lnTo>
                    <a:pt x="30675" y="17283"/>
                  </a:lnTo>
                  <a:lnTo>
                    <a:pt x="30675" y="17095"/>
                  </a:lnTo>
                  <a:lnTo>
                    <a:pt x="30549" y="17074"/>
                  </a:lnTo>
                  <a:lnTo>
                    <a:pt x="30612" y="16949"/>
                  </a:lnTo>
                  <a:lnTo>
                    <a:pt x="30570" y="16928"/>
                  </a:lnTo>
                  <a:lnTo>
                    <a:pt x="30403" y="16572"/>
                  </a:lnTo>
                  <a:lnTo>
                    <a:pt x="30089" y="16405"/>
                  </a:lnTo>
                  <a:lnTo>
                    <a:pt x="30005" y="16447"/>
                  </a:lnTo>
                  <a:lnTo>
                    <a:pt x="30005" y="16363"/>
                  </a:lnTo>
                  <a:lnTo>
                    <a:pt x="29712" y="16237"/>
                  </a:lnTo>
                  <a:lnTo>
                    <a:pt x="29670" y="16237"/>
                  </a:lnTo>
                  <a:lnTo>
                    <a:pt x="29670" y="15944"/>
                  </a:lnTo>
                  <a:lnTo>
                    <a:pt x="29712" y="15735"/>
                  </a:lnTo>
                  <a:lnTo>
                    <a:pt x="29670" y="15610"/>
                  </a:lnTo>
                  <a:lnTo>
                    <a:pt x="29691" y="15463"/>
                  </a:lnTo>
                  <a:lnTo>
                    <a:pt x="29712" y="15484"/>
                  </a:lnTo>
                  <a:lnTo>
                    <a:pt x="29817" y="15463"/>
                  </a:lnTo>
                  <a:lnTo>
                    <a:pt x="29921" y="15296"/>
                  </a:lnTo>
                  <a:lnTo>
                    <a:pt x="29984" y="15317"/>
                  </a:lnTo>
                  <a:lnTo>
                    <a:pt x="30089" y="15191"/>
                  </a:lnTo>
                  <a:lnTo>
                    <a:pt x="29984" y="15149"/>
                  </a:lnTo>
                  <a:lnTo>
                    <a:pt x="29921" y="15066"/>
                  </a:lnTo>
                  <a:lnTo>
                    <a:pt x="30005" y="14961"/>
                  </a:lnTo>
                  <a:lnTo>
                    <a:pt x="30193" y="14982"/>
                  </a:lnTo>
                  <a:lnTo>
                    <a:pt x="30193" y="14856"/>
                  </a:lnTo>
                  <a:lnTo>
                    <a:pt x="30319" y="14835"/>
                  </a:lnTo>
                  <a:lnTo>
                    <a:pt x="30319" y="14731"/>
                  </a:lnTo>
                  <a:lnTo>
                    <a:pt x="30193" y="14647"/>
                  </a:lnTo>
                  <a:lnTo>
                    <a:pt x="30319" y="14647"/>
                  </a:lnTo>
                  <a:lnTo>
                    <a:pt x="30424" y="14689"/>
                  </a:lnTo>
                  <a:lnTo>
                    <a:pt x="30445" y="14647"/>
                  </a:lnTo>
                  <a:lnTo>
                    <a:pt x="30549" y="14647"/>
                  </a:lnTo>
                  <a:lnTo>
                    <a:pt x="30654" y="14563"/>
                  </a:lnTo>
                  <a:lnTo>
                    <a:pt x="30717" y="14563"/>
                  </a:lnTo>
                  <a:lnTo>
                    <a:pt x="30842" y="14375"/>
                  </a:lnTo>
                  <a:lnTo>
                    <a:pt x="30884" y="14459"/>
                  </a:lnTo>
                  <a:lnTo>
                    <a:pt x="30947" y="14417"/>
                  </a:lnTo>
                  <a:lnTo>
                    <a:pt x="30947" y="14459"/>
                  </a:lnTo>
                  <a:lnTo>
                    <a:pt x="31093" y="14563"/>
                  </a:lnTo>
                  <a:lnTo>
                    <a:pt x="31240" y="14438"/>
                  </a:lnTo>
                  <a:lnTo>
                    <a:pt x="31240" y="14375"/>
                  </a:lnTo>
                  <a:lnTo>
                    <a:pt x="31156" y="14354"/>
                  </a:lnTo>
                  <a:lnTo>
                    <a:pt x="31135" y="14250"/>
                  </a:lnTo>
                  <a:lnTo>
                    <a:pt x="31198" y="14208"/>
                  </a:lnTo>
                  <a:lnTo>
                    <a:pt x="31261" y="14208"/>
                  </a:lnTo>
                  <a:lnTo>
                    <a:pt x="31177" y="14061"/>
                  </a:lnTo>
                  <a:lnTo>
                    <a:pt x="31177" y="13998"/>
                  </a:lnTo>
                  <a:lnTo>
                    <a:pt x="31302" y="13957"/>
                  </a:lnTo>
                  <a:lnTo>
                    <a:pt x="31240" y="13936"/>
                  </a:lnTo>
                  <a:lnTo>
                    <a:pt x="31093" y="13957"/>
                  </a:lnTo>
                  <a:lnTo>
                    <a:pt x="30947" y="13957"/>
                  </a:lnTo>
                  <a:lnTo>
                    <a:pt x="30947" y="13915"/>
                  </a:lnTo>
                  <a:lnTo>
                    <a:pt x="30800" y="13915"/>
                  </a:lnTo>
                  <a:lnTo>
                    <a:pt x="30758" y="13957"/>
                  </a:lnTo>
                  <a:lnTo>
                    <a:pt x="30403" y="13998"/>
                  </a:lnTo>
                  <a:lnTo>
                    <a:pt x="30319" y="13915"/>
                  </a:lnTo>
                  <a:lnTo>
                    <a:pt x="30256" y="13894"/>
                  </a:lnTo>
                  <a:lnTo>
                    <a:pt x="30193" y="13789"/>
                  </a:lnTo>
                  <a:lnTo>
                    <a:pt x="30131" y="13747"/>
                  </a:lnTo>
                  <a:lnTo>
                    <a:pt x="30089" y="13706"/>
                  </a:lnTo>
                  <a:lnTo>
                    <a:pt x="29817" y="13831"/>
                  </a:lnTo>
                  <a:lnTo>
                    <a:pt x="29691" y="13831"/>
                  </a:lnTo>
                  <a:lnTo>
                    <a:pt x="29733" y="13894"/>
                  </a:lnTo>
                  <a:lnTo>
                    <a:pt x="29733" y="13998"/>
                  </a:lnTo>
                  <a:lnTo>
                    <a:pt x="29670" y="14040"/>
                  </a:lnTo>
                  <a:lnTo>
                    <a:pt x="29503" y="14103"/>
                  </a:lnTo>
                  <a:lnTo>
                    <a:pt x="29524" y="14124"/>
                  </a:lnTo>
                  <a:lnTo>
                    <a:pt x="29587" y="14208"/>
                  </a:lnTo>
                  <a:lnTo>
                    <a:pt x="29524" y="14312"/>
                  </a:lnTo>
                  <a:lnTo>
                    <a:pt x="29482" y="14354"/>
                  </a:lnTo>
                  <a:lnTo>
                    <a:pt x="29357" y="14312"/>
                  </a:lnTo>
                  <a:lnTo>
                    <a:pt x="29231" y="14375"/>
                  </a:lnTo>
                  <a:lnTo>
                    <a:pt x="29085" y="14354"/>
                  </a:lnTo>
                  <a:lnTo>
                    <a:pt x="28938" y="14061"/>
                  </a:lnTo>
                  <a:lnTo>
                    <a:pt x="28938" y="13915"/>
                  </a:lnTo>
                  <a:lnTo>
                    <a:pt x="28896" y="13810"/>
                  </a:lnTo>
                  <a:lnTo>
                    <a:pt x="28750" y="13810"/>
                  </a:lnTo>
                  <a:lnTo>
                    <a:pt x="28687" y="13831"/>
                  </a:lnTo>
                  <a:lnTo>
                    <a:pt x="28687" y="13789"/>
                  </a:lnTo>
                  <a:lnTo>
                    <a:pt x="28624" y="13789"/>
                  </a:lnTo>
                  <a:lnTo>
                    <a:pt x="28561" y="13852"/>
                  </a:lnTo>
                  <a:lnTo>
                    <a:pt x="28540" y="13789"/>
                  </a:lnTo>
                  <a:lnTo>
                    <a:pt x="28540" y="13831"/>
                  </a:lnTo>
                  <a:lnTo>
                    <a:pt x="28436" y="13706"/>
                  </a:lnTo>
                  <a:lnTo>
                    <a:pt x="28436" y="13622"/>
                  </a:lnTo>
                  <a:lnTo>
                    <a:pt x="28227" y="13496"/>
                  </a:lnTo>
                  <a:lnTo>
                    <a:pt x="28122" y="13413"/>
                  </a:lnTo>
                  <a:lnTo>
                    <a:pt x="28101" y="13287"/>
                  </a:lnTo>
                  <a:lnTo>
                    <a:pt x="28038" y="13162"/>
                  </a:lnTo>
                  <a:lnTo>
                    <a:pt x="28101" y="13099"/>
                  </a:lnTo>
                  <a:lnTo>
                    <a:pt x="28101" y="13057"/>
                  </a:lnTo>
                  <a:lnTo>
                    <a:pt x="28101" y="12994"/>
                  </a:lnTo>
                  <a:lnTo>
                    <a:pt x="28122" y="12869"/>
                  </a:lnTo>
                  <a:lnTo>
                    <a:pt x="28164" y="12806"/>
                  </a:lnTo>
                  <a:lnTo>
                    <a:pt x="28185" y="12764"/>
                  </a:lnTo>
                  <a:lnTo>
                    <a:pt x="28415" y="12848"/>
                  </a:lnTo>
                  <a:lnTo>
                    <a:pt x="28750" y="12848"/>
                  </a:lnTo>
                  <a:lnTo>
                    <a:pt x="28792" y="12701"/>
                  </a:lnTo>
                  <a:lnTo>
                    <a:pt x="28771" y="12659"/>
                  </a:lnTo>
                  <a:lnTo>
                    <a:pt x="28854" y="12659"/>
                  </a:lnTo>
                  <a:lnTo>
                    <a:pt x="28833" y="12492"/>
                  </a:lnTo>
                  <a:lnTo>
                    <a:pt x="28792" y="12471"/>
                  </a:lnTo>
                  <a:lnTo>
                    <a:pt x="28854" y="12429"/>
                  </a:lnTo>
                  <a:lnTo>
                    <a:pt x="28896" y="12136"/>
                  </a:lnTo>
                  <a:lnTo>
                    <a:pt x="29105" y="12011"/>
                  </a:lnTo>
                  <a:lnTo>
                    <a:pt x="29210" y="12011"/>
                  </a:lnTo>
                  <a:lnTo>
                    <a:pt x="29315" y="11843"/>
                  </a:lnTo>
                  <a:lnTo>
                    <a:pt x="29377" y="11843"/>
                  </a:lnTo>
                  <a:lnTo>
                    <a:pt x="29398" y="11613"/>
                  </a:lnTo>
                  <a:lnTo>
                    <a:pt x="29503" y="11488"/>
                  </a:lnTo>
                  <a:lnTo>
                    <a:pt x="29524" y="11341"/>
                  </a:lnTo>
                  <a:lnTo>
                    <a:pt x="29587" y="11320"/>
                  </a:lnTo>
                  <a:lnTo>
                    <a:pt x="29670" y="11195"/>
                  </a:lnTo>
                  <a:lnTo>
                    <a:pt x="29796" y="11195"/>
                  </a:lnTo>
                  <a:lnTo>
                    <a:pt x="29838" y="11216"/>
                  </a:lnTo>
                  <a:lnTo>
                    <a:pt x="29942" y="11216"/>
                  </a:lnTo>
                  <a:lnTo>
                    <a:pt x="29984" y="11111"/>
                  </a:lnTo>
                  <a:lnTo>
                    <a:pt x="30152" y="11320"/>
                  </a:lnTo>
                  <a:lnTo>
                    <a:pt x="30424" y="11488"/>
                  </a:lnTo>
                  <a:lnTo>
                    <a:pt x="30424" y="11592"/>
                  </a:lnTo>
                  <a:lnTo>
                    <a:pt x="30361" y="11613"/>
                  </a:lnTo>
                  <a:lnTo>
                    <a:pt x="30340" y="11697"/>
                  </a:lnTo>
                  <a:lnTo>
                    <a:pt x="30214" y="11843"/>
                  </a:lnTo>
                  <a:lnTo>
                    <a:pt x="30193" y="12011"/>
                  </a:lnTo>
                  <a:lnTo>
                    <a:pt x="30089" y="12011"/>
                  </a:lnTo>
                  <a:lnTo>
                    <a:pt x="30110" y="12032"/>
                  </a:lnTo>
                  <a:lnTo>
                    <a:pt x="30089" y="12178"/>
                  </a:lnTo>
                  <a:lnTo>
                    <a:pt x="30214" y="12325"/>
                  </a:lnTo>
                  <a:lnTo>
                    <a:pt x="30193" y="12387"/>
                  </a:lnTo>
                  <a:lnTo>
                    <a:pt x="30131" y="12429"/>
                  </a:lnTo>
                  <a:lnTo>
                    <a:pt x="30131" y="12471"/>
                  </a:lnTo>
                  <a:lnTo>
                    <a:pt x="30193" y="12555"/>
                  </a:lnTo>
                  <a:lnTo>
                    <a:pt x="30319" y="12492"/>
                  </a:lnTo>
                  <a:lnTo>
                    <a:pt x="30445" y="12387"/>
                  </a:lnTo>
                  <a:lnTo>
                    <a:pt x="30403" y="12492"/>
                  </a:lnTo>
                  <a:lnTo>
                    <a:pt x="30277" y="12576"/>
                  </a:lnTo>
                  <a:lnTo>
                    <a:pt x="30319" y="12638"/>
                  </a:lnTo>
                  <a:lnTo>
                    <a:pt x="30361" y="12659"/>
                  </a:lnTo>
                  <a:lnTo>
                    <a:pt x="30361" y="12701"/>
                  </a:lnTo>
                  <a:lnTo>
                    <a:pt x="30319" y="12743"/>
                  </a:lnTo>
                  <a:lnTo>
                    <a:pt x="30193" y="12743"/>
                  </a:lnTo>
                  <a:lnTo>
                    <a:pt x="30131" y="12806"/>
                  </a:lnTo>
                  <a:lnTo>
                    <a:pt x="30026" y="12806"/>
                  </a:lnTo>
                  <a:lnTo>
                    <a:pt x="29984" y="12890"/>
                  </a:lnTo>
                  <a:lnTo>
                    <a:pt x="30089" y="12973"/>
                  </a:lnTo>
                  <a:lnTo>
                    <a:pt x="30089" y="13057"/>
                  </a:lnTo>
                  <a:lnTo>
                    <a:pt x="30152" y="13057"/>
                  </a:lnTo>
                  <a:lnTo>
                    <a:pt x="30235" y="12952"/>
                  </a:lnTo>
                  <a:lnTo>
                    <a:pt x="30277" y="12952"/>
                  </a:lnTo>
                  <a:lnTo>
                    <a:pt x="30403" y="12806"/>
                  </a:lnTo>
                  <a:lnTo>
                    <a:pt x="30549" y="12743"/>
                  </a:lnTo>
                  <a:lnTo>
                    <a:pt x="30570" y="12701"/>
                  </a:lnTo>
                  <a:lnTo>
                    <a:pt x="30528" y="12576"/>
                  </a:lnTo>
                  <a:lnTo>
                    <a:pt x="30654" y="12471"/>
                  </a:lnTo>
                  <a:lnTo>
                    <a:pt x="30926" y="12283"/>
                  </a:lnTo>
                  <a:lnTo>
                    <a:pt x="30989" y="12283"/>
                  </a:lnTo>
                  <a:lnTo>
                    <a:pt x="31030" y="12178"/>
                  </a:lnTo>
                  <a:lnTo>
                    <a:pt x="31156" y="12178"/>
                  </a:lnTo>
                  <a:lnTo>
                    <a:pt x="31302" y="12053"/>
                  </a:lnTo>
                  <a:lnTo>
                    <a:pt x="31365" y="12115"/>
                  </a:lnTo>
                  <a:lnTo>
                    <a:pt x="31407" y="12115"/>
                  </a:lnTo>
                  <a:lnTo>
                    <a:pt x="31553" y="12073"/>
                  </a:lnTo>
                  <a:lnTo>
                    <a:pt x="31721" y="11906"/>
                  </a:lnTo>
                  <a:lnTo>
                    <a:pt x="31763" y="12011"/>
                  </a:lnTo>
                  <a:lnTo>
                    <a:pt x="31763" y="11655"/>
                  </a:lnTo>
                  <a:lnTo>
                    <a:pt x="31909" y="11550"/>
                  </a:lnTo>
                  <a:lnTo>
                    <a:pt x="31972" y="11404"/>
                  </a:lnTo>
                  <a:lnTo>
                    <a:pt x="31972" y="11299"/>
                  </a:lnTo>
                  <a:lnTo>
                    <a:pt x="32118" y="11195"/>
                  </a:lnTo>
                  <a:lnTo>
                    <a:pt x="32223" y="11006"/>
                  </a:lnTo>
                  <a:lnTo>
                    <a:pt x="32328" y="10965"/>
                  </a:lnTo>
                  <a:lnTo>
                    <a:pt x="32411" y="10672"/>
                  </a:lnTo>
                  <a:lnTo>
                    <a:pt x="32453" y="10567"/>
                  </a:lnTo>
                  <a:lnTo>
                    <a:pt x="32453" y="10504"/>
                  </a:lnTo>
                  <a:lnTo>
                    <a:pt x="32453" y="10337"/>
                  </a:lnTo>
                  <a:lnTo>
                    <a:pt x="32600" y="10190"/>
                  </a:lnTo>
                  <a:lnTo>
                    <a:pt x="32704" y="10358"/>
                  </a:lnTo>
                  <a:lnTo>
                    <a:pt x="32767" y="10400"/>
                  </a:lnTo>
                  <a:lnTo>
                    <a:pt x="32851" y="10483"/>
                  </a:lnTo>
                  <a:lnTo>
                    <a:pt x="32955" y="10441"/>
                  </a:lnTo>
                  <a:lnTo>
                    <a:pt x="33081" y="10483"/>
                  </a:lnTo>
                  <a:lnTo>
                    <a:pt x="33332" y="10462"/>
                  </a:lnTo>
                  <a:lnTo>
                    <a:pt x="33478" y="10483"/>
                  </a:lnTo>
                  <a:lnTo>
                    <a:pt x="33541" y="10337"/>
                  </a:lnTo>
                  <a:lnTo>
                    <a:pt x="33541" y="10253"/>
                  </a:lnTo>
                  <a:lnTo>
                    <a:pt x="33395" y="10128"/>
                  </a:lnTo>
                  <a:lnTo>
                    <a:pt x="33290" y="10044"/>
                  </a:lnTo>
                  <a:lnTo>
                    <a:pt x="33374" y="9960"/>
                  </a:lnTo>
                  <a:lnTo>
                    <a:pt x="33499" y="9960"/>
                  </a:lnTo>
                  <a:lnTo>
                    <a:pt x="33750" y="9772"/>
                  </a:lnTo>
                  <a:lnTo>
                    <a:pt x="33750" y="9646"/>
                  </a:lnTo>
                  <a:lnTo>
                    <a:pt x="33855" y="9521"/>
                  </a:lnTo>
                  <a:lnTo>
                    <a:pt x="33939" y="9521"/>
                  </a:lnTo>
                  <a:lnTo>
                    <a:pt x="34002" y="9416"/>
                  </a:lnTo>
                  <a:lnTo>
                    <a:pt x="33939" y="9312"/>
                  </a:lnTo>
                  <a:lnTo>
                    <a:pt x="33939" y="9207"/>
                  </a:lnTo>
                  <a:lnTo>
                    <a:pt x="33939" y="9081"/>
                  </a:lnTo>
                  <a:lnTo>
                    <a:pt x="34022" y="9040"/>
                  </a:lnTo>
                  <a:lnTo>
                    <a:pt x="34127" y="9123"/>
                  </a:lnTo>
                  <a:lnTo>
                    <a:pt x="34127" y="9228"/>
                  </a:lnTo>
                  <a:lnTo>
                    <a:pt x="34190" y="9312"/>
                  </a:lnTo>
                  <a:lnTo>
                    <a:pt x="34378" y="9332"/>
                  </a:lnTo>
                  <a:lnTo>
                    <a:pt x="34399" y="9395"/>
                  </a:lnTo>
                  <a:lnTo>
                    <a:pt x="34399" y="9353"/>
                  </a:lnTo>
                  <a:lnTo>
                    <a:pt x="34399" y="9291"/>
                  </a:lnTo>
                  <a:lnTo>
                    <a:pt x="34378" y="9249"/>
                  </a:lnTo>
                  <a:lnTo>
                    <a:pt x="34336" y="9144"/>
                  </a:lnTo>
                  <a:lnTo>
                    <a:pt x="34336" y="9123"/>
                  </a:lnTo>
                  <a:lnTo>
                    <a:pt x="34420" y="9081"/>
                  </a:lnTo>
                  <a:lnTo>
                    <a:pt x="34546" y="9102"/>
                  </a:lnTo>
                  <a:lnTo>
                    <a:pt x="34608" y="9081"/>
                  </a:lnTo>
                  <a:lnTo>
                    <a:pt x="34608" y="8977"/>
                  </a:lnTo>
                  <a:lnTo>
                    <a:pt x="34587" y="8914"/>
                  </a:lnTo>
                  <a:lnTo>
                    <a:pt x="34587" y="8830"/>
                  </a:lnTo>
                  <a:lnTo>
                    <a:pt x="34608" y="8788"/>
                  </a:lnTo>
                  <a:lnTo>
                    <a:pt x="34608" y="8684"/>
                  </a:lnTo>
                  <a:lnTo>
                    <a:pt x="34608" y="8579"/>
                  </a:lnTo>
                  <a:lnTo>
                    <a:pt x="34525" y="8516"/>
                  </a:lnTo>
                  <a:lnTo>
                    <a:pt x="34525" y="8349"/>
                  </a:lnTo>
                  <a:lnTo>
                    <a:pt x="34525" y="8244"/>
                  </a:lnTo>
                  <a:lnTo>
                    <a:pt x="34504" y="8098"/>
                  </a:lnTo>
                  <a:lnTo>
                    <a:pt x="34504" y="7993"/>
                  </a:lnTo>
                  <a:lnTo>
                    <a:pt x="34441" y="7889"/>
                  </a:lnTo>
                  <a:lnTo>
                    <a:pt x="34399" y="7826"/>
                  </a:lnTo>
                  <a:lnTo>
                    <a:pt x="34378" y="7742"/>
                  </a:lnTo>
                  <a:lnTo>
                    <a:pt x="34232" y="7533"/>
                  </a:lnTo>
                  <a:lnTo>
                    <a:pt x="34190" y="7428"/>
                  </a:lnTo>
                  <a:lnTo>
                    <a:pt x="34211" y="7366"/>
                  </a:lnTo>
                  <a:lnTo>
                    <a:pt x="34294" y="7345"/>
                  </a:lnTo>
                  <a:lnTo>
                    <a:pt x="34378" y="7324"/>
                  </a:lnTo>
                  <a:lnTo>
                    <a:pt x="34420" y="7261"/>
                  </a:lnTo>
                  <a:lnTo>
                    <a:pt x="34441" y="7198"/>
                  </a:lnTo>
                  <a:lnTo>
                    <a:pt x="34546" y="7010"/>
                  </a:lnTo>
                  <a:lnTo>
                    <a:pt x="34587" y="7010"/>
                  </a:lnTo>
                  <a:lnTo>
                    <a:pt x="34692" y="7031"/>
                  </a:lnTo>
                  <a:lnTo>
                    <a:pt x="34755" y="7052"/>
                  </a:lnTo>
                  <a:lnTo>
                    <a:pt x="35131" y="7115"/>
                  </a:lnTo>
                  <a:lnTo>
                    <a:pt x="35173" y="7136"/>
                  </a:lnTo>
                  <a:lnTo>
                    <a:pt x="35236" y="7136"/>
                  </a:lnTo>
                  <a:lnTo>
                    <a:pt x="35278" y="7094"/>
                  </a:lnTo>
                  <a:lnTo>
                    <a:pt x="35257" y="7010"/>
                  </a:lnTo>
                  <a:lnTo>
                    <a:pt x="35236" y="6926"/>
                  </a:lnTo>
                  <a:lnTo>
                    <a:pt x="35236" y="6884"/>
                  </a:lnTo>
                  <a:lnTo>
                    <a:pt x="35257" y="6822"/>
                  </a:lnTo>
                  <a:lnTo>
                    <a:pt x="35236" y="6780"/>
                  </a:lnTo>
                  <a:lnTo>
                    <a:pt x="35215" y="6696"/>
                  </a:lnTo>
                  <a:lnTo>
                    <a:pt x="35257" y="6591"/>
                  </a:lnTo>
                  <a:lnTo>
                    <a:pt x="35320" y="6571"/>
                  </a:lnTo>
                  <a:lnTo>
                    <a:pt x="35278" y="6466"/>
                  </a:lnTo>
                  <a:lnTo>
                    <a:pt x="35257" y="6403"/>
                  </a:lnTo>
                  <a:lnTo>
                    <a:pt x="35257" y="6382"/>
                  </a:lnTo>
                  <a:lnTo>
                    <a:pt x="35341" y="6319"/>
                  </a:lnTo>
                  <a:lnTo>
                    <a:pt x="35320" y="6278"/>
                  </a:lnTo>
                  <a:lnTo>
                    <a:pt x="35320" y="6215"/>
                  </a:lnTo>
                  <a:lnTo>
                    <a:pt x="35278" y="6152"/>
                  </a:lnTo>
                  <a:lnTo>
                    <a:pt x="35320" y="6068"/>
                  </a:lnTo>
                  <a:lnTo>
                    <a:pt x="35362" y="6047"/>
                  </a:lnTo>
                  <a:lnTo>
                    <a:pt x="35362" y="5985"/>
                  </a:lnTo>
                  <a:lnTo>
                    <a:pt x="35341" y="5943"/>
                  </a:lnTo>
                  <a:lnTo>
                    <a:pt x="35278" y="5796"/>
                  </a:lnTo>
                  <a:lnTo>
                    <a:pt x="35278" y="5671"/>
                  </a:lnTo>
                  <a:lnTo>
                    <a:pt x="35320" y="5650"/>
                  </a:lnTo>
                  <a:lnTo>
                    <a:pt x="35341" y="5629"/>
                  </a:lnTo>
                  <a:lnTo>
                    <a:pt x="35341" y="5587"/>
                  </a:lnTo>
                  <a:lnTo>
                    <a:pt x="35320" y="5545"/>
                  </a:lnTo>
                  <a:lnTo>
                    <a:pt x="35320" y="5483"/>
                  </a:lnTo>
                  <a:lnTo>
                    <a:pt x="35257" y="5441"/>
                  </a:lnTo>
                  <a:lnTo>
                    <a:pt x="35236" y="5378"/>
                  </a:lnTo>
                  <a:lnTo>
                    <a:pt x="35257" y="5315"/>
                  </a:lnTo>
                  <a:lnTo>
                    <a:pt x="35257" y="5231"/>
                  </a:lnTo>
                  <a:lnTo>
                    <a:pt x="35236" y="5169"/>
                  </a:lnTo>
                  <a:lnTo>
                    <a:pt x="35173" y="5127"/>
                  </a:lnTo>
                  <a:lnTo>
                    <a:pt x="35173" y="5064"/>
                  </a:lnTo>
                  <a:lnTo>
                    <a:pt x="35257" y="4959"/>
                  </a:lnTo>
                  <a:lnTo>
                    <a:pt x="35362" y="4939"/>
                  </a:lnTo>
                  <a:lnTo>
                    <a:pt x="35383" y="4918"/>
                  </a:lnTo>
                  <a:lnTo>
                    <a:pt x="35383" y="4813"/>
                  </a:lnTo>
                  <a:lnTo>
                    <a:pt x="35424" y="4687"/>
                  </a:lnTo>
                  <a:lnTo>
                    <a:pt x="35341" y="4646"/>
                  </a:lnTo>
                  <a:lnTo>
                    <a:pt x="35278" y="4583"/>
                  </a:lnTo>
                  <a:lnTo>
                    <a:pt x="35257" y="4499"/>
                  </a:lnTo>
                  <a:lnTo>
                    <a:pt x="35173" y="4395"/>
                  </a:lnTo>
                  <a:lnTo>
                    <a:pt x="35152" y="4332"/>
                  </a:lnTo>
                  <a:lnTo>
                    <a:pt x="35215" y="4290"/>
                  </a:lnTo>
                  <a:lnTo>
                    <a:pt x="35152" y="4185"/>
                  </a:lnTo>
                  <a:lnTo>
                    <a:pt x="35131" y="4123"/>
                  </a:lnTo>
                  <a:lnTo>
                    <a:pt x="35027" y="4102"/>
                  </a:lnTo>
                  <a:lnTo>
                    <a:pt x="34964" y="4081"/>
                  </a:lnTo>
                  <a:lnTo>
                    <a:pt x="34859" y="4018"/>
                  </a:lnTo>
                  <a:lnTo>
                    <a:pt x="34797" y="4081"/>
                  </a:lnTo>
                  <a:lnTo>
                    <a:pt x="34713" y="4102"/>
                  </a:lnTo>
                  <a:lnTo>
                    <a:pt x="34629" y="4143"/>
                  </a:lnTo>
                  <a:lnTo>
                    <a:pt x="34629" y="4227"/>
                  </a:lnTo>
                  <a:lnTo>
                    <a:pt x="34587" y="4269"/>
                  </a:lnTo>
                  <a:lnTo>
                    <a:pt x="34504" y="4269"/>
                  </a:lnTo>
                  <a:lnTo>
                    <a:pt x="34483" y="4395"/>
                  </a:lnTo>
                  <a:lnTo>
                    <a:pt x="34294" y="4395"/>
                  </a:lnTo>
                  <a:lnTo>
                    <a:pt x="34232" y="4478"/>
                  </a:lnTo>
                  <a:lnTo>
                    <a:pt x="34232" y="4583"/>
                  </a:lnTo>
                  <a:lnTo>
                    <a:pt x="34190" y="4604"/>
                  </a:lnTo>
                  <a:lnTo>
                    <a:pt x="34169" y="4729"/>
                  </a:lnTo>
                  <a:lnTo>
                    <a:pt x="34169" y="4792"/>
                  </a:lnTo>
                  <a:lnTo>
                    <a:pt x="34106" y="4813"/>
                  </a:lnTo>
                  <a:lnTo>
                    <a:pt x="34022" y="4897"/>
                  </a:lnTo>
                  <a:lnTo>
                    <a:pt x="33876" y="4918"/>
                  </a:lnTo>
                  <a:lnTo>
                    <a:pt x="33709" y="4918"/>
                  </a:lnTo>
                  <a:lnTo>
                    <a:pt x="33667" y="4939"/>
                  </a:lnTo>
                  <a:lnTo>
                    <a:pt x="33604" y="5001"/>
                  </a:lnTo>
                  <a:lnTo>
                    <a:pt x="33583" y="4918"/>
                  </a:lnTo>
                  <a:lnTo>
                    <a:pt x="33541" y="4834"/>
                  </a:lnTo>
                  <a:lnTo>
                    <a:pt x="33458" y="4834"/>
                  </a:lnTo>
                  <a:lnTo>
                    <a:pt x="33374" y="4897"/>
                  </a:lnTo>
                  <a:lnTo>
                    <a:pt x="33269" y="4918"/>
                  </a:lnTo>
                  <a:lnTo>
                    <a:pt x="33248" y="4834"/>
                  </a:lnTo>
                  <a:lnTo>
                    <a:pt x="33165" y="4729"/>
                  </a:lnTo>
                  <a:lnTo>
                    <a:pt x="33123" y="4708"/>
                  </a:lnTo>
                  <a:lnTo>
                    <a:pt x="32976" y="4583"/>
                  </a:lnTo>
                  <a:lnTo>
                    <a:pt x="32976" y="4478"/>
                  </a:lnTo>
                  <a:lnTo>
                    <a:pt x="33018" y="4436"/>
                  </a:lnTo>
                  <a:lnTo>
                    <a:pt x="33039" y="4332"/>
                  </a:lnTo>
                  <a:lnTo>
                    <a:pt x="33018" y="4227"/>
                  </a:lnTo>
                  <a:lnTo>
                    <a:pt x="32976" y="4123"/>
                  </a:lnTo>
                  <a:lnTo>
                    <a:pt x="32872" y="4143"/>
                  </a:lnTo>
                  <a:lnTo>
                    <a:pt x="32872" y="4081"/>
                  </a:lnTo>
                  <a:lnTo>
                    <a:pt x="32872" y="3997"/>
                  </a:lnTo>
                  <a:lnTo>
                    <a:pt x="32934" y="3913"/>
                  </a:lnTo>
                  <a:lnTo>
                    <a:pt x="32934" y="3871"/>
                  </a:lnTo>
                  <a:lnTo>
                    <a:pt x="32872" y="3851"/>
                  </a:lnTo>
                  <a:lnTo>
                    <a:pt x="32851" y="3851"/>
                  </a:lnTo>
                  <a:lnTo>
                    <a:pt x="32767" y="3892"/>
                  </a:lnTo>
                  <a:lnTo>
                    <a:pt x="32725" y="3892"/>
                  </a:lnTo>
                  <a:lnTo>
                    <a:pt x="32642" y="3913"/>
                  </a:lnTo>
                  <a:lnTo>
                    <a:pt x="32558" y="3892"/>
                  </a:lnTo>
                  <a:lnTo>
                    <a:pt x="32516" y="3871"/>
                  </a:lnTo>
                  <a:lnTo>
                    <a:pt x="32453" y="3851"/>
                  </a:lnTo>
                  <a:lnTo>
                    <a:pt x="32432" y="3809"/>
                  </a:lnTo>
                  <a:lnTo>
                    <a:pt x="32307" y="3767"/>
                  </a:lnTo>
                  <a:lnTo>
                    <a:pt x="32307" y="3704"/>
                  </a:lnTo>
                  <a:lnTo>
                    <a:pt x="32244" y="3662"/>
                  </a:lnTo>
                  <a:lnTo>
                    <a:pt x="32202" y="3662"/>
                  </a:lnTo>
                  <a:lnTo>
                    <a:pt x="32139" y="3599"/>
                  </a:lnTo>
                  <a:lnTo>
                    <a:pt x="32139" y="3558"/>
                  </a:lnTo>
                  <a:lnTo>
                    <a:pt x="32077" y="3558"/>
                  </a:lnTo>
                  <a:lnTo>
                    <a:pt x="32014" y="3474"/>
                  </a:lnTo>
                  <a:lnTo>
                    <a:pt x="31993" y="3432"/>
                  </a:lnTo>
                  <a:lnTo>
                    <a:pt x="31930" y="3369"/>
                  </a:lnTo>
                  <a:lnTo>
                    <a:pt x="31888" y="3369"/>
                  </a:lnTo>
                  <a:lnTo>
                    <a:pt x="31846" y="3453"/>
                  </a:lnTo>
                  <a:lnTo>
                    <a:pt x="31805" y="3432"/>
                  </a:lnTo>
                  <a:lnTo>
                    <a:pt x="31763" y="3453"/>
                  </a:lnTo>
                  <a:lnTo>
                    <a:pt x="31721" y="3495"/>
                  </a:lnTo>
                  <a:lnTo>
                    <a:pt x="31658" y="3453"/>
                  </a:lnTo>
                  <a:lnTo>
                    <a:pt x="31616" y="3390"/>
                  </a:lnTo>
                  <a:lnTo>
                    <a:pt x="31574" y="3369"/>
                  </a:lnTo>
                  <a:lnTo>
                    <a:pt x="31449" y="3369"/>
                  </a:lnTo>
                  <a:lnTo>
                    <a:pt x="31386" y="3348"/>
                  </a:lnTo>
                  <a:lnTo>
                    <a:pt x="31449" y="3286"/>
                  </a:lnTo>
                  <a:lnTo>
                    <a:pt x="31449" y="3244"/>
                  </a:lnTo>
                  <a:lnTo>
                    <a:pt x="31365" y="3244"/>
                  </a:lnTo>
                  <a:lnTo>
                    <a:pt x="31302" y="3286"/>
                  </a:lnTo>
                  <a:lnTo>
                    <a:pt x="31177" y="3286"/>
                  </a:lnTo>
                  <a:lnTo>
                    <a:pt x="31135" y="3327"/>
                  </a:lnTo>
                  <a:lnTo>
                    <a:pt x="31072" y="3265"/>
                  </a:lnTo>
                  <a:lnTo>
                    <a:pt x="31030" y="3286"/>
                  </a:lnTo>
                  <a:lnTo>
                    <a:pt x="30947" y="3286"/>
                  </a:lnTo>
                  <a:lnTo>
                    <a:pt x="30884" y="3223"/>
                  </a:lnTo>
                  <a:lnTo>
                    <a:pt x="30800" y="3181"/>
                  </a:lnTo>
                  <a:lnTo>
                    <a:pt x="30675" y="3055"/>
                  </a:lnTo>
                  <a:lnTo>
                    <a:pt x="30633" y="2930"/>
                  </a:lnTo>
                  <a:lnTo>
                    <a:pt x="30633" y="2846"/>
                  </a:lnTo>
                  <a:lnTo>
                    <a:pt x="30612" y="2742"/>
                  </a:lnTo>
                  <a:lnTo>
                    <a:pt x="30549" y="2742"/>
                  </a:lnTo>
                  <a:lnTo>
                    <a:pt x="30465" y="2721"/>
                  </a:lnTo>
                  <a:lnTo>
                    <a:pt x="30465" y="2574"/>
                  </a:lnTo>
                  <a:lnTo>
                    <a:pt x="30424" y="2553"/>
                  </a:lnTo>
                  <a:lnTo>
                    <a:pt x="30403" y="2428"/>
                  </a:lnTo>
                  <a:lnTo>
                    <a:pt x="30361" y="2323"/>
                  </a:lnTo>
                  <a:lnTo>
                    <a:pt x="30152" y="2198"/>
                  </a:lnTo>
                  <a:lnTo>
                    <a:pt x="30047" y="2030"/>
                  </a:lnTo>
                  <a:lnTo>
                    <a:pt x="30026" y="1988"/>
                  </a:lnTo>
                  <a:lnTo>
                    <a:pt x="29984" y="1884"/>
                  </a:lnTo>
                  <a:lnTo>
                    <a:pt x="29921" y="1905"/>
                  </a:lnTo>
                  <a:lnTo>
                    <a:pt x="29901" y="1905"/>
                  </a:lnTo>
                  <a:lnTo>
                    <a:pt x="29901" y="1821"/>
                  </a:lnTo>
                  <a:lnTo>
                    <a:pt x="29921" y="1779"/>
                  </a:lnTo>
                  <a:lnTo>
                    <a:pt x="29838" y="1716"/>
                  </a:lnTo>
                  <a:lnTo>
                    <a:pt x="29796" y="1612"/>
                  </a:lnTo>
                  <a:lnTo>
                    <a:pt x="29733" y="1591"/>
                  </a:lnTo>
                  <a:lnTo>
                    <a:pt x="29712" y="1507"/>
                  </a:lnTo>
                  <a:lnTo>
                    <a:pt x="29670" y="1444"/>
                  </a:lnTo>
                  <a:lnTo>
                    <a:pt x="29608" y="1340"/>
                  </a:lnTo>
                  <a:lnTo>
                    <a:pt x="29482" y="1256"/>
                  </a:lnTo>
                  <a:lnTo>
                    <a:pt x="29461" y="1193"/>
                  </a:lnTo>
                  <a:lnTo>
                    <a:pt x="29503" y="1130"/>
                  </a:lnTo>
                  <a:lnTo>
                    <a:pt x="29482" y="1047"/>
                  </a:lnTo>
                  <a:lnTo>
                    <a:pt x="29315" y="1047"/>
                  </a:lnTo>
                  <a:lnTo>
                    <a:pt x="29294" y="984"/>
                  </a:lnTo>
                  <a:lnTo>
                    <a:pt x="29294" y="942"/>
                  </a:lnTo>
                  <a:lnTo>
                    <a:pt x="29273" y="879"/>
                  </a:lnTo>
                  <a:lnTo>
                    <a:pt x="29273" y="817"/>
                  </a:lnTo>
                  <a:lnTo>
                    <a:pt x="29231" y="733"/>
                  </a:lnTo>
                  <a:lnTo>
                    <a:pt x="29168" y="712"/>
                  </a:lnTo>
                  <a:lnTo>
                    <a:pt x="29168" y="649"/>
                  </a:lnTo>
                  <a:lnTo>
                    <a:pt x="29147" y="607"/>
                  </a:lnTo>
                  <a:lnTo>
                    <a:pt x="29085" y="628"/>
                  </a:lnTo>
                  <a:lnTo>
                    <a:pt x="28980" y="607"/>
                  </a:lnTo>
                  <a:lnTo>
                    <a:pt x="28959" y="545"/>
                  </a:lnTo>
                  <a:lnTo>
                    <a:pt x="28980" y="482"/>
                  </a:lnTo>
                  <a:lnTo>
                    <a:pt x="28959" y="440"/>
                  </a:lnTo>
                  <a:lnTo>
                    <a:pt x="28875" y="419"/>
                  </a:lnTo>
                  <a:lnTo>
                    <a:pt x="28833" y="461"/>
                  </a:lnTo>
                  <a:lnTo>
                    <a:pt x="28792" y="419"/>
                  </a:lnTo>
                  <a:lnTo>
                    <a:pt x="28750" y="419"/>
                  </a:lnTo>
                  <a:lnTo>
                    <a:pt x="28708" y="356"/>
                  </a:lnTo>
                  <a:lnTo>
                    <a:pt x="28750" y="293"/>
                  </a:lnTo>
                  <a:lnTo>
                    <a:pt x="28687" y="231"/>
                  </a:lnTo>
                  <a:lnTo>
                    <a:pt x="28624" y="210"/>
                  </a:lnTo>
                  <a:lnTo>
                    <a:pt x="28561" y="231"/>
                  </a:lnTo>
                  <a:lnTo>
                    <a:pt x="28520" y="147"/>
                  </a:lnTo>
                  <a:lnTo>
                    <a:pt x="28457" y="189"/>
                  </a:lnTo>
                  <a:lnTo>
                    <a:pt x="28373" y="189"/>
                  </a:lnTo>
                  <a:lnTo>
                    <a:pt x="28331" y="147"/>
                  </a:lnTo>
                  <a:lnTo>
                    <a:pt x="28268" y="189"/>
                  </a:lnTo>
                  <a:lnTo>
                    <a:pt x="28268" y="252"/>
                  </a:lnTo>
                  <a:lnTo>
                    <a:pt x="28248" y="293"/>
                  </a:lnTo>
                  <a:lnTo>
                    <a:pt x="28143" y="231"/>
                  </a:lnTo>
                  <a:lnTo>
                    <a:pt x="28101" y="189"/>
                  </a:lnTo>
                  <a:lnTo>
                    <a:pt x="28017" y="210"/>
                  </a:lnTo>
                  <a:lnTo>
                    <a:pt x="27892" y="210"/>
                  </a:lnTo>
                  <a:lnTo>
                    <a:pt x="27892" y="189"/>
                  </a:lnTo>
                  <a:lnTo>
                    <a:pt x="27808" y="105"/>
                  </a:lnTo>
                  <a:lnTo>
                    <a:pt x="27620" y="84"/>
                  </a:lnTo>
                  <a:lnTo>
                    <a:pt x="27536" y="21"/>
                  </a:lnTo>
                  <a:lnTo>
                    <a:pt x="27432" y="21"/>
                  </a:lnTo>
                  <a:lnTo>
                    <a:pt x="2739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0" name="Google Shape;2280;p45"/>
            <p:cNvSpPr/>
            <p:nvPr/>
          </p:nvSpPr>
          <p:spPr>
            <a:xfrm>
              <a:off x="4442708" y="2990191"/>
              <a:ext cx="762" cy="967"/>
            </a:xfrm>
            <a:custGeom>
              <a:avLst/>
              <a:gdLst/>
              <a:ahLst/>
              <a:cxnLst/>
              <a:rect l="l" t="t" r="r" b="b"/>
              <a:pathLst>
                <a:path w="64" h="85" extrusionOk="0">
                  <a:moveTo>
                    <a:pt x="63" y="85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1" name="Google Shape;2281;p45"/>
            <p:cNvSpPr/>
            <p:nvPr/>
          </p:nvSpPr>
          <p:spPr>
            <a:xfrm>
              <a:off x="4434742" y="2997094"/>
              <a:ext cx="1250" cy="1205"/>
            </a:xfrm>
            <a:custGeom>
              <a:avLst/>
              <a:gdLst/>
              <a:ahLst/>
              <a:cxnLst/>
              <a:rect l="l" t="t" r="r" b="b"/>
              <a:pathLst>
                <a:path w="105" h="106" extrusionOk="0">
                  <a:moveTo>
                    <a:pt x="0" y="105"/>
                  </a:moveTo>
                  <a:lnTo>
                    <a:pt x="105" y="1"/>
                  </a:lnTo>
                  <a:lnTo>
                    <a:pt x="10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2" name="Google Shape;2282;p45"/>
            <p:cNvSpPr/>
            <p:nvPr/>
          </p:nvSpPr>
          <p:spPr>
            <a:xfrm>
              <a:off x="4184339" y="2879787"/>
              <a:ext cx="2512" cy="728"/>
            </a:xfrm>
            <a:custGeom>
              <a:avLst/>
              <a:gdLst/>
              <a:ahLst/>
              <a:cxnLst/>
              <a:rect l="l" t="t" r="r" b="b"/>
              <a:pathLst>
                <a:path w="211" h="64" extrusionOk="0">
                  <a:moveTo>
                    <a:pt x="210" y="0"/>
                  </a:moveTo>
                  <a:lnTo>
                    <a:pt x="1" y="63"/>
                  </a:lnTo>
                  <a:lnTo>
                    <a:pt x="22" y="63"/>
                  </a:lnTo>
                  <a:lnTo>
                    <a:pt x="2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3" name="Google Shape;2283;p45"/>
            <p:cNvSpPr/>
            <p:nvPr/>
          </p:nvSpPr>
          <p:spPr>
            <a:xfrm>
              <a:off x="4038591" y="2720356"/>
              <a:ext cx="260870" cy="130886"/>
            </a:xfrm>
            <a:custGeom>
              <a:avLst/>
              <a:gdLst/>
              <a:ahLst/>
              <a:cxnLst/>
              <a:rect l="l" t="t" r="r" b="b"/>
              <a:pathLst>
                <a:path w="21908" h="11509" extrusionOk="0">
                  <a:moveTo>
                    <a:pt x="10860" y="0"/>
                  </a:moveTo>
                  <a:lnTo>
                    <a:pt x="10755" y="84"/>
                  </a:lnTo>
                  <a:lnTo>
                    <a:pt x="10713" y="189"/>
                  </a:lnTo>
                  <a:lnTo>
                    <a:pt x="10567" y="189"/>
                  </a:lnTo>
                  <a:lnTo>
                    <a:pt x="10483" y="252"/>
                  </a:lnTo>
                  <a:lnTo>
                    <a:pt x="10546" y="314"/>
                  </a:lnTo>
                  <a:lnTo>
                    <a:pt x="10546" y="398"/>
                  </a:lnTo>
                  <a:lnTo>
                    <a:pt x="10400" y="419"/>
                  </a:lnTo>
                  <a:lnTo>
                    <a:pt x="10337" y="419"/>
                  </a:lnTo>
                  <a:lnTo>
                    <a:pt x="10253" y="524"/>
                  </a:lnTo>
                  <a:lnTo>
                    <a:pt x="10128" y="524"/>
                  </a:lnTo>
                  <a:lnTo>
                    <a:pt x="10044" y="586"/>
                  </a:lnTo>
                  <a:lnTo>
                    <a:pt x="9981" y="586"/>
                  </a:lnTo>
                  <a:lnTo>
                    <a:pt x="9751" y="733"/>
                  </a:lnTo>
                  <a:lnTo>
                    <a:pt x="9625" y="796"/>
                  </a:lnTo>
                  <a:lnTo>
                    <a:pt x="9521" y="837"/>
                  </a:lnTo>
                  <a:lnTo>
                    <a:pt x="9437" y="837"/>
                  </a:lnTo>
                  <a:lnTo>
                    <a:pt x="9353" y="775"/>
                  </a:lnTo>
                  <a:lnTo>
                    <a:pt x="9312" y="837"/>
                  </a:lnTo>
                  <a:lnTo>
                    <a:pt x="9291" y="921"/>
                  </a:lnTo>
                  <a:lnTo>
                    <a:pt x="9144" y="921"/>
                  </a:lnTo>
                  <a:lnTo>
                    <a:pt x="9102" y="984"/>
                  </a:lnTo>
                  <a:lnTo>
                    <a:pt x="9102" y="1088"/>
                  </a:lnTo>
                  <a:lnTo>
                    <a:pt x="9040" y="1130"/>
                  </a:lnTo>
                  <a:lnTo>
                    <a:pt x="8977" y="1109"/>
                  </a:lnTo>
                  <a:lnTo>
                    <a:pt x="8893" y="1109"/>
                  </a:lnTo>
                  <a:lnTo>
                    <a:pt x="8789" y="1151"/>
                  </a:lnTo>
                  <a:lnTo>
                    <a:pt x="8663" y="1172"/>
                  </a:lnTo>
                  <a:lnTo>
                    <a:pt x="8496" y="1256"/>
                  </a:lnTo>
                  <a:lnTo>
                    <a:pt x="8475" y="1319"/>
                  </a:lnTo>
                  <a:lnTo>
                    <a:pt x="8307" y="1340"/>
                  </a:lnTo>
                  <a:lnTo>
                    <a:pt x="8182" y="1402"/>
                  </a:lnTo>
                  <a:lnTo>
                    <a:pt x="8035" y="1423"/>
                  </a:lnTo>
                  <a:lnTo>
                    <a:pt x="7847" y="1465"/>
                  </a:lnTo>
                  <a:lnTo>
                    <a:pt x="7826" y="1549"/>
                  </a:lnTo>
                  <a:lnTo>
                    <a:pt x="7763" y="1632"/>
                  </a:lnTo>
                  <a:lnTo>
                    <a:pt x="7721" y="1528"/>
                  </a:lnTo>
                  <a:lnTo>
                    <a:pt x="7617" y="1528"/>
                  </a:lnTo>
                  <a:lnTo>
                    <a:pt x="7512" y="1570"/>
                  </a:lnTo>
                  <a:lnTo>
                    <a:pt x="7512" y="1653"/>
                  </a:lnTo>
                  <a:lnTo>
                    <a:pt x="7449" y="1695"/>
                  </a:lnTo>
                  <a:lnTo>
                    <a:pt x="7345" y="1653"/>
                  </a:lnTo>
                  <a:lnTo>
                    <a:pt x="7219" y="1653"/>
                  </a:lnTo>
                  <a:lnTo>
                    <a:pt x="7198" y="1612"/>
                  </a:lnTo>
                  <a:lnTo>
                    <a:pt x="7115" y="1612"/>
                  </a:lnTo>
                  <a:lnTo>
                    <a:pt x="7031" y="1653"/>
                  </a:lnTo>
                  <a:lnTo>
                    <a:pt x="6926" y="1674"/>
                  </a:lnTo>
                  <a:lnTo>
                    <a:pt x="6884" y="1695"/>
                  </a:lnTo>
                  <a:lnTo>
                    <a:pt x="6926" y="1842"/>
                  </a:lnTo>
                  <a:lnTo>
                    <a:pt x="6884" y="1925"/>
                  </a:lnTo>
                  <a:lnTo>
                    <a:pt x="6989" y="1946"/>
                  </a:lnTo>
                  <a:lnTo>
                    <a:pt x="7136" y="1925"/>
                  </a:lnTo>
                  <a:lnTo>
                    <a:pt x="7198" y="2051"/>
                  </a:lnTo>
                  <a:lnTo>
                    <a:pt x="7031" y="2051"/>
                  </a:lnTo>
                  <a:lnTo>
                    <a:pt x="6989" y="2093"/>
                  </a:lnTo>
                  <a:lnTo>
                    <a:pt x="6989" y="2156"/>
                  </a:lnTo>
                  <a:lnTo>
                    <a:pt x="7136" y="2176"/>
                  </a:lnTo>
                  <a:lnTo>
                    <a:pt x="7240" y="2197"/>
                  </a:lnTo>
                  <a:lnTo>
                    <a:pt x="7324" y="2156"/>
                  </a:lnTo>
                  <a:lnTo>
                    <a:pt x="7408" y="2156"/>
                  </a:lnTo>
                  <a:lnTo>
                    <a:pt x="7512" y="2260"/>
                  </a:lnTo>
                  <a:lnTo>
                    <a:pt x="7617" y="2281"/>
                  </a:lnTo>
                  <a:lnTo>
                    <a:pt x="7617" y="2386"/>
                  </a:lnTo>
                  <a:lnTo>
                    <a:pt x="7554" y="2449"/>
                  </a:lnTo>
                  <a:lnTo>
                    <a:pt x="7449" y="2407"/>
                  </a:lnTo>
                  <a:lnTo>
                    <a:pt x="7219" y="2449"/>
                  </a:lnTo>
                  <a:lnTo>
                    <a:pt x="7094" y="2553"/>
                  </a:lnTo>
                  <a:lnTo>
                    <a:pt x="6947" y="2741"/>
                  </a:lnTo>
                  <a:lnTo>
                    <a:pt x="6947" y="2867"/>
                  </a:lnTo>
                  <a:lnTo>
                    <a:pt x="7031" y="2888"/>
                  </a:lnTo>
                  <a:lnTo>
                    <a:pt x="7052" y="3013"/>
                  </a:lnTo>
                  <a:lnTo>
                    <a:pt x="6989" y="3118"/>
                  </a:lnTo>
                  <a:lnTo>
                    <a:pt x="6947" y="3244"/>
                  </a:lnTo>
                  <a:lnTo>
                    <a:pt x="6843" y="3244"/>
                  </a:lnTo>
                  <a:lnTo>
                    <a:pt x="6843" y="3306"/>
                  </a:lnTo>
                  <a:lnTo>
                    <a:pt x="6884" y="3390"/>
                  </a:lnTo>
                  <a:lnTo>
                    <a:pt x="6884" y="3453"/>
                  </a:lnTo>
                  <a:lnTo>
                    <a:pt x="7031" y="3453"/>
                  </a:lnTo>
                  <a:lnTo>
                    <a:pt x="7115" y="3537"/>
                  </a:lnTo>
                  <a:lnTo>
                    <a:pt x="7240" y="3557"/>
                  </a:lnTo>
                  <a:lnTo>
                    <a:pt x="7240" y="3620"/>
                  </a:lnTo>
                  <a:lnTo>
                    <a:pt x="7366" y="3704"/>
                  </a:lnTo>
                  <a:lnTo>
                    <a:pt x="7533" y="3725"/>
                  </a:lnTo>
                  <a:lnTo>
                    <a:pt x="7575" y="3746"/>
                  </a:lnTo>
                  <a:lnTo>
                    <a:pt x="7617" y="4227"/>
                  </a:lnTo>
                  <a:lnTo>
                    <a:pt x="7554" y="4290"/>
                  </a:lnTo>
                  <a:lnTo>
                    <a:pt x="7366" y="4373"/>
                  </a:lnTo>
                  <a:lnTo>
                    <a:pt x="7219" y="4353"/>
                  </a:lnTo>
                  <a:lnTo>
                    <a:pt x="7031" y="4248"/>
                  </a:lnTo>
                  <a:lnTo>
                    <a:pt x="6947" y="4290"/>
                  </a:lnTo>
                  <a:lnTo>
                    <a:pt x="6947" y="4394"/>
                  </a:lnTo>
                  <a:lnTo>
                    <a:pt x="6905" y="4541"/>
                  </a:lnTo>
                  <a:lnTo>
                    <a:pt x="6780" y="4562"/>
                  </a:lnTo>
                  <a:lnTo>
                    <a:pt x="6571" y="4457"/>
                  </a:lnTo>
                  <a:lnTo>
                    <a:pt x="6403" y="4457"/>
                  </a:lnTo>
                  <a:lnTo>
                    <a:pt x="6320" y="4394"/>
                  </a:lnTo>
                  <a:lnTo>
                    <a:pt x="6278" y="4436"/>
                  </a:lnTo>
                  <a:lnTo>
                    <a:pt x="6173" y="4394"/>
                  </a:lnTo>
                  <a:lnTo>
                    <a:pt x="6048" y="4269"/>
                  </a:lnTo>
                  <a:lnTo>
                    <a:pt x="6152" y="4227"/>
                  </a:lnTo>
                  <a:lnTo>
                    <a:pt x="6173" y="4143"/>
                  </a:lnTo>
                  <a:lnTo>
                    <a:pt x="6089" y="4122"/>
                  </a:lnTo>
                  <a:lnTo>
                    <a:pt x="5964" y="4039"/>
                  </a:lnTo>
                  <a:lnTo>
                    <a:pt x="5880" y="4122"/>
                  </a:lnTo>
                  <a:lnTo>
                    <a:pt x="5755" y="4081"/>
                  </a:lnTo>
                  <a:lnTo>
                    <a:pt x="5671" y="4122"/>
                  </a:lnTo>
                  <a:lnTo>
                    <a:pt x="5692" y="4269"/>
                  </a:lnTo>
                  <a:lnTo>
                    <a:pt x="5545" y="4290"/>
                  </a:lnTo>
                  <a:lnTo>
                    <a:pt x="5483" y="4227"/>
                  </a:lnTo>
                  <a:lnTo>
                    <a:pt x="5336" y="4060"/>
                  </a:lnTo>
                  <a:lnTo>
                    <a:pt x="5211" y="4081"/>
                  </a:lnTo>
                  <a:lnTo>
                    <a:pt x="5148" y="4185"/>
                  </a:lnTo>
                  <a:lnTo>
                    <a:pt x="5064" y="4081"/>
                  </a:lnTo>
                  <a:lnTo>
                    <a:pt x="5001" y="4122"/>
                  </a:lnTo>
                  <a:lnTo>
                    <a:pt x="5001" y="4248"/>
                  </a:lnTo>
                  <a:lnTo>
                    <a:pt x="4855" y="4248"/>
                  </a:lnTo>
                  <a:lnTo>
                    <a:pt x="4834" y="4457"/>
                  </a:lnTo>
                  <a:lnTo>
                    <a:pt x="4708" y="4562"/>
                  </a:lnTo>
                  <a:lnTo>
                    <a:pt x="4625" y="4541"/>
                  </a:lnTo>
                  <a:lnTo>
                    <a:pt x="4541" y="4436"/>
                  </a:lnTo>
                  <a:lnTo>
                    <a:pt x="4332" y="4394"/>
                  </a:lnTo>
                  <a:lnTo>
                    <a:pt x="4269" y="4269"/>
                  </a:lnTo>
                  <a:lnTo>
                    <a:pt x="4123" y="4353"/>
                  </a:lnTo>
                  <a:lnTo>
                    <a:pt x="4164" y="4478"/>
                  </a:lnTo>
                  <a:lnTo>
                    <a:pt x="4081" y="4604"/>
                  </a:lnTo>
                  <a:lnTo>
                    <a:pt x="3997" y="4583"/>
                  </a:lnTo>
                  <a:lnTo>
                    <a:pt x="3997" y="4457"/>
                  </a:lnTo>
                  <a:lnTo>
                    <a:pt x="3955" y="4373"/>
                  </a:lnTo>
                  <a:lnTo>
                    <a:pt x="3871" y="4373"/>
                  </a:lnTo>
                  <a:lnTo>
                    <a:pt x="3704" y="4248"/>
                  </a:lnTo>
                  <a:lnTo>
                    <a:pt x="3599" y="4122"/>
                  </a:lnTo>
                  <a:lnTo>
                    <a:pt x="3474" y="4122"/>
                  </a:lnTo>
                  <a:lnTo>
                    <a:pt x="3369" y="3976"/>
                  </a:lnTo>
                  <a:lnTo>
                    <a:pt x="3286" y="3955"/>
                  </a:lnTo>
                  <a:lnTo>
                    <a:pt x="3244" y="3871"/>
                  </a:lnTo>
                  <a:lnTo>
                    <a:pt x="3160" y="3871"/>
                  </a:lnTo>
                  <a:lnTo>
                    <a:pt x="2951" y="3955"/>
                  </a:lnTo>
                  <a:lnTo>
                    <a:pt x="2825" y="3850"/>
                  </a:lnTo>
                  <a:lnTo>
                    <a:pt x="2742" y="3704"/>
                  </a:lnTo>
                  <a:lnTo>
                    <a:pt x="2637" y="3704"/>
                  </a:lnTo>
                  <a:lnTo>
                    <a:pt x="2532" y="3809"/>
                  </a:lnTo>
                  <a:lnTo>
                    <a:pt x="2407" y="3809"/>
                  </a:lnTo>
                  <a:lnTo>
                    <a:pt x="2407" y="3871"/>
                  </a:lnTo>
                  <a:lnTo>
                    <a:pt x="2323" y="3955"/>
                  </a:lnTo>
                  <a:lnTo>
                    <a:pt x="2323" y="3850"/>
                  </a:lnTo>
                  <a:lnTo>
                    <a:pt x="2239" y="3913"/>
                  </a:lnTo>
                  <a:lnTo>
                    <a:pt x="2218" y="3976"/>
                  </a:lnTo>
                  <a:lnTo>
                    <a:pt x="2114" y="4060"/>
                  </a:lnTo>
                  <a:lnTo>
                    <a:pt x="2030" y="3976"/>
                  </a:lnTo>
                  <a:lnTo>
                    <a:pt x="2114" y="3913"/>
                  </a:lnTo>
                  <a:lnTo>
                    <a:pt x="2135" y="3829"/>
                  </a:lnTo>
                  <a:lnTo>
                    <a:pt x="2009" y="3767"/>
                  </a:lnTo>
                  <a:lnTo>
                    <a:pt x="1821" y="3662"/>
                  </a:lnTo>
                  <a:lnTo>
                    <a:pt x="1800" y="3746"/>
                  </a:lnTo>
                  <a:lnTo>
                    <a:pt x="1821" y="3850"/>
                  </a:lnTo>
                  <a:lnTo>
                    <a:pt x="1821" y="3955"/>
                  </a:lnTo>
                  <a:lnTo>
                    <a:pt x="1695" y="3913"/>
                  </a:lnTo>
                  <a:lnTo>
                    <a:pt x="1612" y="3976"/>
                  </a:lnTo>
                  <a:lnTo>
                    <a:pt x="1570" y="4143"/>
                  </a:lnTo>
                  <a:lnTo>
                    <a:pt x="1486" y="4143"/>
                  </a:lnTo>
                  <a:lnTo>
                    <a:pt x="1298" y="4248"/>
                  </a:lnTo>
                  <a:lnTo>
                    <a:pt x="1277" y="4373"/>
                  </a:lnTo>
                  <a:lnTo>
                    <a:pt x="1361" y="4478"/>
                  </a:lnTo>
                  <a:lnTo>
                    <a:pt x="1361" y="4604"/>
                  </a:lnTo>
                  <a:lnTo>
                    <a:pt x="1172" y="4604"/>
                  </a:lnTo>
                  <a:lnTo>
                    <a:pt x="984" y="4645"/>
                  </a:lnTo>
                  <a:lnTo>
                    <a:pt x="1130" y="5106"/>
                  </a:lnTo>
                  <a:lnTo>
                    <a:pt x="1047" y="5169"/>
                  </a:lnTo>
                  <a:lnTo>
                    <a:pt x="1068" y="5336"/>
                  </a:lnTo>
                  <a:lnTo>
                    <a:pt x="879" y="5336"/>
                  </a:lnTo>
                  <a:lnTo>
                    <a:pt x="733" y="5231"/>
                  </a:lnTo>
                  <a:lnTo>
                    <a:pt x="670" y="5127"/>
                  </a:lnTo>
                  <a:lnTo>
                    <a:pt x="356" y="4876"/>
                  </a:lnTo>
                  <a:lnTo>
                    <a:pt x="294" y="4980"/>
                  </a:lnTo>
                  <a:lnTo>
                    <a:pt x="294" y="5106"/>
                  </a:lnTo>
                  <a:lnTo>
                    <a:pt x="126" y="5315"/>
                  </a:lnTo>
                  <a:lnTo>
                    <a:pt x="22" y="5378"/>
                  </a:lnTo>
                  <a:lnTo>
                    <a:pt x="42" y="5629"/>
                  </a:lnTo>
                  <a:lnTo>
                    <a:pt x="126" y="5734"/>
                  </a:lnTo>
                  <a:lnTo>
                    <a:pt x="105" y="6068"/>
                  </a:lnTo>
                  <a:lnTo>
                    <a:pt x="1" y="6278"/>
                  </a:lnTo>
                  <a:lnTo>
                    <a:pt x="231" y="6382"/>
                  </a:lnTo>
                  <a:lnTo>
                    <a:pt x="335" y="6550"/>
                  </a:lnTo>
                  <a:lnTo>
                    <a:pt x="314" y="6633"/>
                  </a:lnTo>
                  <a:lnTo>
                    <a:pt x="503" y="6780"/>
                  </a:lnTo>
                  <a:lnTo>
                    <a:pt x="545" y="6696"/>
                  </a:lnTo>
                  <a:lnTo>
                    <a:pt x="921" y="6801"/>
                  </a:lnTo>
                  <a:lnTo>
                    <a:pt x="1172" y="7052"/>
                  </a:lnTo>
                  <a:lnTo>
                    <a:pt x="1402" y="7428"/>
                  </a:lnTo>
                  <a:lnTo>
                    <a:pt x="1172" y="7428"/>
                  </a:lnTo>
                  <a:lnTo>
                    <a:pt x="1172" y="7533"/>
                  </a:lnTo>
                  <a:lnTo>
                    <a:pt x="1382" y="7679"/>
                  </a:lnTo>
                  <a:lnTo>
                    <a:pt x="1549" y="7617"/>
                  </a:lnTo>
                  <a:lnTo>
                    <a:pt x="1674" y="7721"/>
                  </a:lnTo>
                  <a:lnTo>
                    <a:pt x="1716" y="7721"/>
                  </a:lnTo>
                  <a:lnTo>
                    <a:pt x="1758" y="7784"/>
                  </a:lnTo>
                  <a:lnTo>
                    <a:pt x="1821" y="7784"/>
                  </a:lnTo>
                  <a:lnTo>
                    <a:pt x="1863" y="7721"/>
                  </a:lnTo>
                  <a:lnTo>
                    <a:pt x="1905" y="7721"/>
                  </a:lnTo>
                  <a:lnTo>
                    <a:pt x="1967" y="7784"/>
                  </a:lnTo>
                  <a:lnTo>
                    <a:pt x="2009" y="7721"/>
                  </a:lnTo>
                  <a:lnTo>
                    <a:pt x="2009" y="7638"/>
                  </a:lnTo>
                  <a:lnTo>
                    <a:pt x="2072" y="7679"/>
                  </a:lnTo>
                  <a:lnTo>
                    <a:pt x="2177" y="7596"/>
                  </a:lnTo>
                  <a:lnTo>
                    <a:pt x="2218" y="7512"/>
                  </a:lnTo>
                  <a:lnTo>
                    <a:pt x="2281" y="7512"/>
                  </a:lnTo>
                  <a:lnTo>
                    <a:pt x="2344" y="7428"/>
                  </a:lnTo>
                  <a:lnTo>
                    <a:pt x="2407" y="7428"/>
                  </a:lnTo>
                  <a:lnTo>
                    <a:pt x="2428" y="7470"/>
                  </a:lnTo>
                  <a:lnTo>
                    <a:pt x="2491" y="7428"/>
                  </a:lnTo>
                  <a:lnTo>
                    <a:pt x="2511" y="7366"/>
                  </a:lnTo>
                  <a:lnTo>
                    <a:pt x="2595" y="7282"/>
                  </a:lnTo>
                  <a:lnTo>
                    <a:pt x="2721" y="7282"/>
                  </a:lnTo>
                  <a:lnTo>
                    <a:pt x="2763" y="7303"/>
                  </a:lnTo>
                  <a:lnTo>
                    <a:pt x="2846" y="7303"/>
                  </a:lnTo>
                  <a:lnTo>
                    <a:pt x="2909" y="7282"/>
                  </a:lnTo>
                  <a:lnTo>
                    <a:pt x="2930" y="7303"/>
                  </a:lnTo>
                  <a:lnTo>
                    <a:pt x="2930" y="7386"/>
                  </a:lnTo>
                  <a:lnTo>
                    <a:pt x="2972" y="7470"/>
                  </a:lnTo>
                  <a:lnTo>
                    <a:pt x="3014" y="7407"/>
                  </a:lnTo>
                  <a:lnTo>
                    <a:pt x="3076" y="7407"/>
                  </a:lnTo>
                  <a:lnTo>
                    <a:pt x="3076" y="7470"/>
                  </a:lnTo>
                  <a:lnTo>
                    <a:pt x="3160" y="7491"/>
                  </a:lnTo>
                  <a:lnTo>
                    <a:pt x="3223" y="7470"/>
                  </a:lnTo>
                  <a:lnTo>
                    <a:pt x="3244" y="7407"/>
                  </a:lnTo>
                  <a:lnTo>
                    <a:pt x="3286" y="7386"/>
                  </a:lnTo>
                  <a:lnTo>
                    <a:pt x="3286" y="7324"/>
                  </a:lnTo>
                  <a:lnTo>
                    <a:pt x="3369" y="7303"/>
                  </a:lnTo>
                  <a:lnTo>
                    <a:pt x="3453" y="7324"/>
                  </a:lnTo>
                  <a:lnTo>
                    <a:pt x="3662" y="7324"/>
                  </a:lnTo>
                  <a:lnTo>
                    <a:pt x="3662" y="7386"/>
                  </a:lnTo>
                  <a:lnTo>
                    <a:pt x="3704" y="7470"/>
                  </a:lnTo>
                  <a:lnTo>
                    <a:pt x="3788" y="7491"/>
                  </a:lnTo>
                  <a:lnTo>
                    <a:pt x="3788" y="7512"/>
                  </a:lnTo>
                  <a:lnTo>
                    <a:pt x="3746" y="7596"/>
                  </a:lnTo>
                  <a:lnTo>
                    <a:pt x="3767" y="7638"/>
                  </a:lnTo>
                  <a:lnTo>
                    <a:pt x="3871" y="7742"/>
                  </a:lnTo>
                  <a:lnTo>
                    <a:pt x="3851" y="7826"/>
                  </a:lnTo>
                  <a:lnTo>
                    <a:pt x="3788" y="7951"/>
                  </a:lnTo>
                  <a:lnTo>
                    <a:pt x="3809" y="8014"/>
                  </a:lnTo>
                  <a:lnTo>
                    <a:pt x="3851" y="8056"/>
                  </a:lnTo>
                  <a:lnTo>
                    <a:pt x="3871" y="8098"/>
                  </a:lnTo>
                  <a:lnTo>
                    <a:pt x="3851" y="8140"/>
                  </a:lnTo>
                  <a:lnTo>
                    <a:pt x="3767" y="8161"/>
                  </a:lnTo>
                  <a:lnTo>
                    <a:pt x="3746" y="8307"/>
                  </a:lnTo>
                  <a:lnTo>
                    <a:pt x="3809" y="8454"/>
                  </a:lnTo>
                  <a:lnTo>
                    <a:pt x="3913" y="8475"/>
                  </a:lnTo>
                  <a:lnTo>
                    <a:pt x="3997" y="8516"/>
                  </a:lnTo>
                  <a:lnTo>
                    <a:pt x="3997" y="8558"/>
                  </a:lnTo>
                  <a:lnTo>
                    <a:pt x="3871" y="8621"/>
                  </a:lnTo>
                  <a:lnTo>
                    <a:pt x="3788" y="8621"/>
                  </a:lnTo>
                  <a:lnTo>
                    <a:pt x="3683" y="8516"/>
                  </a:lnTo>
                  <a:lnTo>
                    <a:pt x="3599" y="8516"/>
                  </a:lnTo>
                  <a:lnTo>
                    <a:pt x="3558" y="8558"/>
                  </a:lnTo>
                  <a:lnTo>
                    <a:pt x="3495" y="8516"/>
                  </a:lnTo>
                  <a:lnTo>
                    <a:pt x="3432" y="8516"/>
                  </a:lnTo>
                  <a:lnTo>
                    <a:pt x="3286" y="8558"/>
                  </a:lnTo>
                  <a:lnTo>
                    <a:pt x="3223" y="8516"/>
                  </a:lnTo>
                  <a:lnTo>
                    <a:pt x="3118" y="8537"/>
                  </a:lnTo>
                  <a:lnTo>
                    <a:pt x="2972" y="8579"/>
                  </a:lnTo>
                  <a:lnTo>
                    <a:pt x="2930" y="8663"/>
                  </a:lnTo>
                  <a:lnTo>
                    <a:pt x="2930" y="8726"/>
                  </a:lnTo>
                  <a:lnTo>
                    <a:pt x="2930" y="8788"/>
                  </a:lnTo>
                  <a:lnTo>
                    <a:pt x="2867" y="8830"/>
                  </a:lnTo>
                  <a:lnTo>
                    <a:pt x="2867" y="8893"/>
                  </a:lnTo>
                  <a:lnTo>
                    <a:pt x="3014" y="9039"/>
                  </a:lnTo>
                  <a:lnTo>
                    <a:pt x="3014" y="9102"/>
                  </a:lnTo>
                  <a:lnTo>
                    <a:pt x="3035" y="9144"/>
                  </a:lnTo>
                  <a:lnTo>
                    <a:pt x="3139" y="9102"/>
                  </a:lnTo>
                  <a:lnTo>
                    <a:pt x="3160" y="9186"/>
                  </a:lnTo>
                  <a:lnTo>
                    <a:pt x="3139" y="9207"/>
                  </a:lnTo>
                  <a:lnTo>
                    <a:pt x="3055" y="9165"/>
                  </a:lnTo>
                  <a:lnTo>
                    <a:pt x="3014" y="9186"/>
                  </a:lnTo>
                  <a:lnTo>
                    <a:pt x="2930" y="9249"/>
                  </a:lnTo>
                  <a:lnTo>
                    <a:pt x="2867" y="9207"/>
                  </a:lnTo>
                  <a:lnTo>
                    <a:pt x="2825" y="9207"/>
                  </a:lnTo>
                  <a:lnTo>
                    <a:pt x="2763" y="9186"/>
                  </a:lnTo>
                  <a:lnTo>
                    <a:pt x="2616" y="9207"/>
                  </a:lnTo>
                  <a:lnTo>
                    <a:pt x="2532" y="9186"/>
                  </a:lnTo>
                  <a:lnTo>
                    <a:pt x="2491" y="9249"/>
                  </a:lnTo>
                  <a:lnTo>
                    <a:pt x="2491" y="9291"/>
                  </a:lnTo>
                  <a:lnTo>
                    <a:pt x="2553" y="9395"/>
                  </a:lnTo>
                  <a:lnTo>
                    <a:pt x="2637" y="9395"/>
                  </a:lnTo>
                  <a:lnTo>
                    <a:pt x="2742" y="9416"/>
                  </a:lnTo>
                  <a:lnTo>
                    <a:pt x="2804" y="9521"/>
                  </a:lnTo>
                  <a:lnTo>
                    <a:pt x="2846" y="9563"/>
                  </a:lnTo>
                  <a:lnTo>
                    <a:pt x="2909" y="9688"/>
                  </a:lnTo>
                  <a:lnTo>
                    <a:pt x="2951" y="9709"/>
                  </a:lnTo>
                  <a:lnTo>
                    <a:pt x="2972" y="9772"/>
                  </a:lnTo>
                  <a:lnTo>
                    <a:pt x="3139" y="9939"/>
                  </a:lnTo>
                  <a:lnTo>
                    <a:pt x="3139" y="10086"/>
                  </a:lnTo>
                  <a:lnTo>
                    <a:pt x="3139" y="10211"/>
                  </a:lnTo>
                  <a:lnTo>
                    <a:pt x="3181" y="10211"/>
                  </a:lnTo>
                  <a:lnTo>
                    <a:pt x="3286" y="10190"/>
                  </a:lnTo>
                  <a:lnTo>
                    <a:pt x="3327" y="10190"/>
                  </a:lnTo>
                  <a:lnTo>
                    <a:pt x="3369" y="10211"/>
                  </a:lnTo>
                  <a:lnTo>
                    <a:pt x="3432" y="10295"/>
                  </a:lnTo>
                  <a:lnTo>
                    <a:pt x="3474" y="10337"/>
                  </a:lnTo>
                  <a:lnTo>
                    <a:pt x="3537" y="10441"/>
                  </a:lnTo>
                  <a:lnTo>
                    <a:pt x="3579" y="10441"/>
                  </a:lnTo>
                  <a:lnTo>
                    <a:pt x="3662" y="10420"/>
                  </a:lnTo>
                  <a:lnTo>
                    <a:pt x="3767" y="10441"/>
                  </a:lnTo>
                  <a:lnTo>
                    <a:pt x="3871" y="10462"/>
                  </a:lnTo>
                  <a:lnTo>
                    <a:pt x="3976" y="10462"/>
                  </a:lnTo>
                  <a:lnTo>
                    <a:pt x="4018" y="10504"/>
                  </a:lnTo>
                  <a:lnTo>
                    <a:pt x="3997" y="10546"/>
                  </a:lnTo>
                  <a:lnTo>
                    <a:pt x="3997" y="10609"/>
                  </a:lnTo>
                  <a:lnTo>
                    <a:pt x="3997" y="10755"/>
                  </a:lnTo>
                  <a:lnTo>
                    <a:pt x="3913" y="10923"/>
                  </a:lnTo>
                  <a:lnTo>
                    <a:pt x="3955" y="11048"/>
                  </a:lnTo>
                  <a:lnTo>
                    <a:pt x="3976" y="11195"/>
                  </a:lnTo>
                  <a:lnTo>
                    <a:pt x="4311" y="10881"/>
                  </a:lnTo>
                  <a:lnTo>
                    <a:pt x="4604" y="10776"/>
                  </a:lnTo>
                  <a:lnTo>
                    <a:pt x="4959" y="10839"/>
                  </a:lnTo>
                  <a:lnTo>
                    <a:pt x="5378" y="11069"/>
                  </a:lnTo>
                  <a:lnTo>
                    <a:pt x="5755" y="11508"/>
                  </a:lnTo>
                  <a:lnTo>
                    <a:pt x="5985" y="11467"/>
                  </a:lnTo>
                  <a:lnTo>
                    <a:pt x="6068" y="11446"/>
                  </a:lnTo>
                  <a:lnTo>
                    <a:pt x="5629" y="8726"/>
                  </a:lnTo>
                  <a:lnTo>
                    <a:pt x="7136" y="8433"/>
                  </a:lnTo>
                  <a:lnTo>
                    <a:pt x="8056" y="9060"/>
                  </a:lnTo>
                  <a:lnTo>
                    <a:pt x="8391" y="9186"/>
                  </a:lnTo>
                  <a:lnTo>
                    <a:pt x="8893" y="9479"/>
                  </a:lnTo>
                  <a:lnTo>
                    <a:pt x="9751" y="9395"/>
                  </a:lnTo>
                  <a:lnTo>
                    <a:pt x="10693" y="9395"/>
                  </a:lnTo>
                  <a:lnTo>
                    <a:pt x="10985" y="9604"/>
                  </a:lnTo>
                  <a:lnTo>
                    <a:pt x="11132" y="9981"/>
                  </a:lnTo>
                  <a:lnTo>
                    <a:pt x="11320" y="9897"/>
                  </a:lnTo>
                  <a:lnTo>
                    <a:pt x="11341" y="10713"/>
                  </a:lnTo>
                  <a:lnTo>
                    <a:pt x="11760" y="10755"/>
                  </a:lnTo>
                  <a:lnTo>
                    <a:pt x="11990" y="11446"/>
                  </a:lnTo>
                  <a:lnTo>
                    <a:pt x="12115" y="11446"/>
                  </a:lnTo>
                  <a:lnTo>
                    <a:pt x="12366" y="11299"/>
                  </a:lnTo>
                  <a:lnTo>
                    <a:pt x="12555" y="11278"/>
                  </a:lnTo>
                  <a:lnTo>
                    <a:pt x="12743" y="11299"/>
                  </a:lnTo>
                  <a:lnTo>
                    <a:pt x="12994" y="11446"/>
                  </a:lnTo>
                  <a:lnTo>
                    <a:pt x="13078" y="11467"/>
                  </a:lnTo>
                  <a:lnTo>
                    <a:pt x="13287" y="11257"/>
                  </a:lnTo>
                  <a:lnTo>
                    <a:pt x="13413" y="11048"/>
                  </a:lnTo>
                  <a:lnTo>
                    <a:pt x="13475" y="10964"/>
                  </a:lnTo>
                  <a:lnTo>
                    <a:pt x="13538" y="10818"/>
                  </a:lnTo>
                  <a:lnTo>
                    <a:pt x="13789" y="10525"/>
                  </a:lnTo>
                  <a:lnTo>
                    <a:pt x="13894" y="10504"/>
                  </a:lnTo>
                  <a:lnTo>
                    <a:pt x="13998" y="10337"/>
                  </a:lnTo>
                  <a:lnTo>
                    <a:pt x="14040" y="10337"/>
                  </a:lnTo>
                  <a:lnTo>
                    <a:pt x="14040" y="10295"/>
                  </a:lnTo>
                  <a:lnTo>
                    <a:pt x="14166" y="10211"/>
                  </a:lnTo>
                  <a:lnTo>
                    <a:pt x="14145" y="10148"/>
                  </a:lnTo>
                  <a:lnTo>
                    <a:pt x="14250" y="10023"/>
                  </a:lnTo>
                  <a:lnTo>
                    <a:pt x="14438" y="10044"/>
                  </a:lnTo>
                  <a:lnTo>
                    <a:pt x="14543" y="10107"/>
                  </a:lnTo>
                  <a:lnTo>
                    <a:pt x="14961" y="10148"/>
                  </a:lnTo>
                  <a:lnTo>
                    <a:pt x="15317" y="10148"/>
                  </a:lnTo>
                  <a:lnTo>
                    <a:pt x="15505" y="10107"/>
                  </a:lnTo>
                  <a:lnTo>
                    <a:pt x="15484" y="9981"/>
                  </a:lnTo>
                  <a:lnTo>
                    <a:pt x="15463" y="9835"/>
                  </a:lnTo>
                  <a:lnTo>
                    <a:pt x="15463" y="9709"/>
                  </a:lnTo>
                  <a:lnTo>
                    <a:pt x="15505" y="9667"/>
                  </a:lnTo>
                  <a:lnTo>
                    <a:pt x="15610" y="9688"/>
                  </a:lnTo>
                  <a:lnTo>
                    <a:pt x="15777" y="9709"/>
                  </a:lnTo>
                  <a:lnTo>
                    <a:pt x="15819" y="9667"/>
                  </a:lnTo>
                  <a:lnTo>
                    <a:pt x="16007" y="9667"/>
                  </a:lnTo>
                  <a:lnTo>
                    <a:pt x="16133" y="9730"/>
                  </a:lnTo>
                  <a:lnTo>
                    <a:pt x="16342" y="9793"/>
                  </a:lnTo>
                  <a:lnTo>
                    <a:pt x="16677" y="9835"/>
                  </a:lnTo>
                  <a:lnTo>
                    <a:pt x="16781" y="9793"/>
                  </a:lnTo>
                  <a:lnTo>
                    <a:pt x="16886" y="9709"/>
                  </a:lnTo>
                  <a:lnTo>
                    <a:pt x="17032" y="9730"/>
                  </a:lnTo>
                  <a:lnTo>
                    <a:pt x="17158" y="9730"/>
                  </a:lnTo>
                  <a:lnTo>
                    <a:pt x="17451" y="9667"/>
                  </a:lnTo>
                  <a:lnTo>
                    <a:pt x="17723" y="9730"/>
                  </a:lnTo>
                  <a:lnTo>
                    <a:pt x="17911" y="9688"/>
                  </a:lnTo>
                  <a:lnTo>
                    <a:pt x="18246" y="9688"/>
                  </a:lnTo>
                  <a:lnTo>
                    <a:pt x="18497" y="9793"/>
                  </a:lnTo>
                  <a:lnTo>
                    <a:pt x="18602" y="9772"/>
                  </a:lnTo>
                  <a:lnTo>
                    <a:pt x="18853" y="10044"/>
                  </a:lnTo>
                  <a:lnTo>
                    <a:pt x="19083" y="10107"/>
                  </a:lnTo>
                  <a:lnTo>
                    <a:pt x="19229" y="10044"/>
                  </a:lnTo>
                  <a:lnTo>
                    <a:pt x="19188" y="9897"/>
                  </a:lnTo>
                  <a:lnTo>
                    <a:pt x="19313" y="9814"/>
                  </a:lnTo>
                  <a:lnTo>
                    <a:pt x="19313" y="9772"/>
                  </a:lnTo>
                  <a:lnTo>
                    <a:pt x="19376" y="9730"/>
                  </a:lnTo>
                  <a:lnTo>
                    <a:pt x="19271" y="9625"/>
                  </a:lnTo>
                  <a:lnTo>
                    <a:pt x="19313" y="9521"/>
                  </a:lnTo>
                  <a:lnTo>
                    <a:pt x="19397" y="9458"/>
                  </a:lnTo>
                  <a:lnTo>
                    <a:pt x="19355" y="9207"/>
                  </a:lnTo>
                  <a:lnTo>
                    <a:pt x="19229" y="9144"/>
                  </a:lnTo>
                  <a:lnTo>
                    <a:pt x="19188" y="9039"/>
                  </a:lnTo>
                  <a:lnTo>
                    <a:pt x="19083" y="8851"/>
                  </a:lnTo>
                  <a:lnTo>
                    <a:pt x="19062" y="8747"/>
                  </a:lnTo>
                  <a:lnTo>
                    <a:pt x="19020" y="8663"/>
                  </a:lnTo>
                  <a:lnTo>
                    <a:pt x="19020" y="8579"/>
                  </a:lnTo>
                  <a:lnTo>
                    <a:pt x="18957" y="8412"/>
                  </a:lnTo>
                  <a:lnTo>
                    <a:pt x="19041" y="8328"/>
                  </a:lnTo>
                  <a:lnTo>
                    <a:pt x="19041" y="8265"/>
                  </a:lnTo>
                  <a:lnTo>
                    <a:pt x="18916" y="8244"/>
                  </a:lnTo>
                  <a:lnTo>
                    <a:pt x="18748" y="8265"/>
                  </a:lnTo>
                  <a:lnTo>
                    <a:pt x="18644" y="8202"/>
                  </a:lnTo>
                  <a:lnTo>
                    <a:pt x="18644" y="8119"/>
                  </a:lnTo>
                  <a:lnTo>
                    <a:pt x="18748" y="8014"/>
                  </a:lnTo>
                  <a:lnTo>
                    <a:pt x="18853" y="7951"/>
                  </a:lnTo>
                  <a:lnTo>
                    <a:pt x="18916" y="8014"/>
                  </a:lnTo>
                  <a:lnTo>
                    <a:pt x="19020" y="8014"/>
                  </a:lnTo>
                  <a:lnTo>
                    <a:pt x="19167" y="7930"/>
                  </a:lnTo>
                  <a:lnTo>
                    <a:pt x="19439" y="7889"/>
                  </a:lnTo>
                  <a:lnTo>
                    <a:pt x="19564" y="7847"/>
                  </a:lnTo>
                  <a:lnTo>
                    <a:pt x="19648" y="7826"/>
                  </a:lnTo>
                  <a:lnTo>
                    <a:pt x="19711" y="7889"/>
                  </a:lnTo>
                  <a:lnTo>
                    <a:pt x="19794" y="7889"/>
                  </a:lnTo>
                  <a:lnTo>
                    <a:pt x="19878" y="7826"/>
                  </a:lnTo>
                  <a:lnTo>
                    <a:pt x="19962" y="7826"/>
                  </a:lnTo>
                  <a:lnTo>
                    <a:pt x="19962" y="7742"/>
                  </a:lnTo>
                  <a:lnTo>
                    <a:pt x="20004" y="7617"/>
                  </a:lnTo>
                  <a:lnTo>
                    <a:pt x="19878" y="7575"/>
                  </a:lnTo>
                  <a:lnTo>
                    <a:pt x="19815" y="7512"/>
                  </a:lnTo>
                  <a:lnTo>
                    <a:pt x="19836" y="7428"/>
                  </a:lnTo>
                  <a:lnTo>
                    <a:pt x="19836" y="7177"/>
                  </a:lnTo>
                  <a:lnTo>
                    <a:pt x="19899" y="6842"/>
                  </a:lnTo>
                  <a:lnTo>
                    <a:pt x="19899" y="6696"/>
                  </a:lnTo>
                  <a:lnTo>
                    <a:pt x="19962" y="6550"/>
                  </a:lnTo>
                  <a:lnTo>
                    <a:pt x="20004" y="6278"/>
                  </a:lnTo>
                  <a:lnTo>
                    <a:pt x="20213" y="6278"/>
                  </a:lnTo>
                  <a:lnTo>
                    <a:pt x="20422" y="6361"/>
                  </a:lnTo>
                  <a:lnTo>
                    <a:pt x="20589" y="6382"/>
                  </a:lnTo>
                  <a:lnTo>
                    <a:pt x="20820" y="6340"/>
                  </a:lnTo>
                  <a:lnTo>
                    <a:pt x="20882" y="6340"/>
                  </a:lnTo>
                  <a:lnTo>
                    <a:pt x="20924" y="6424"/>
                  </a:lnTo>
                  <a:lnTo>
                    <a:pt x="21008" y="6424"/>
                  </a:lnTo>
                  <a:lnTo>
                    <a:pt x="21071" y="6382"/>
                  </a:lnTo>
                  <a:lnTo>
                    <a:pt x="21154" y="6278"/>
                  </a:lnTo>
                  <a:lnTo>
                    <a:pt x="21280" y="6236"/>
                  </a:lnTo>
                  <a:lnTo>
                    <a:pt x="21447" y="6068"/>
                  </a:lnTo>
                  <a:lnTo>
                    <a:pt x="21447" y="6006"/>
                  </a:lnTo>
                  <a:lnTo>
                    <a:pt x="21343" y="5838"/>
                  </a:lnTo>
                  <a:lnTo>
                    <a:pt x="21238" y="5608"/>
                  </a:lnTo>
                  <a:lnTo>
                    <a:pt x="21238" y="5378"/>
                  </a:lnTo>
                  <a:lnTo>
                    <a:pt x="21259" y="5231"/>
                  </a:lnTo>
                  <a:lnTo>
                    <a:pt x="21343" y="5169"/>
                  </a:lnTo>
                  <a:lnTo>
                    <a:pt x="21531" y="5106"/>
                  </a:lnTo>
                  <a:lnTo>
                    <a:pt x="21594" y="4980"/>
                  </a:lnTo>
                  <a:lnTo>
                    <a:pt x="21552" y="4917"/>
                  </a:lnTo>
                  <a:lnTo>
                    <a:pt x="21573" y="4813"/>
                  </a:lnTo>
                  <a:lnTo>
                    <a:pt x="21698" y="4666"/>
                  </a:lnTo>
                  <a:lnTo>
                    <a:pt x="21803" y="4604"/>
                  </a:lnTo>
                  <a:lnTo>
                    <a:pt x="21908" y="4499"/>
                  </a:lnTo>
                  <a:lnTo>
                    <a:pt x="21887" y="4478"/>
                  </a:lnTo>
                  <a:lnTo>
                    <a:pt x="21866" y="4457"/>
                  </a:lnTo>
                  <a:lnTo>
                    <a:pt x="21698" y="4394"/>
                  </a:lnTo>
                  <a:lnTo>
                    <a:pt x="21573" y="4269"/>
                  </a:lnTo>
                  <a:lnTo>
                    <a:pt x="21489" y="4269"/>
                  </a:lnTo>
                  <a:lnTo>
                    <a:pt x="21447" y="4164"/>
                  </a:lnTo>
                  <a:lnTo>
                    <a:pt x="21489" y="4039"/>
                  </a:lnTo>
                  <a:lnTo>
                    <a:pt x="21447" y="3976"/>
                  </a:lnTo>
                  <a:lnTo>
                    <a:pt x="21343" y="4060"/>
                  </a:lnTo>
                  <a:lnTo>
                    <a:pt x="21259" y="4164"/>
                  </a:lnTo>
                  <a:lnTo>
                    <a:pt x="21154" y="4185"/>
                  </a:lnTo>
                  <a:lnTo>
                    <a:pt x="20861" y="4227"/>
                  </a:lnTo>
                  <a:lnTo>
                    <a:pt x="20799" y="4269"/>
                  </a:lnTo>
                  <a:lnTo>
                    <a:pt x="20757" y="4332"/>
                  </a:lnTo>
                  <a:lnTo>
                    <a:pt x="20652" y="4269"/>
                  </a:lnTo>
                  <a:lnTo>
                    <a:pt x="20548" y="4227"/>
                  </a:lnTo>
                  <a:lnTo>
                    <a:pt x="20506" y="4227"/>
                  </a:lnTo>
                  <a:lnTo>
                    <a:pt x="20485" y="4185"/>
                  </a:lnTo>
                  <a:lnTo>
                    <a:pt x="20422" y="4143"/>
                  </a:lnTo>
                  <a:lnTo>
                    <a:pt x="20401" y="4060"/>
                  </a:lnTo>
                  <a:lnTo>
                    <a:pt x="20359" y="3976"/>
                  </a:lnTo>
                  <a:lnTo>
                    <a:pt x="20401" y="3934"/>
                  </a:lnTo>
                  <a:lnTo>
                    <a:pt x="20401" y="3850"/>
                  </a:lnTo>
                  <a:lnTo>
                    <a:pt x="20317" y="3809"/>
                  </a:lnTo>
                  <a:lnTo>
                    <a:pt x="20276" y="3809"/>
                  </a:lnTo>
                  <a:lnTo>
                    <a:pt x="20129" y="3725"/>
                  </a:lnTo>
                  <a:lnTo>
                    <a:pt x="20004" y="3704"/>
                  </a:lnTo>
                  <a:lnTo>
                    <a:pt x="19962" y="3704"/>
                  </a:lnTo>
                  <a:lnTo>
                    <a:pt x="19899" y="3557"/>
                  </a:lnTo>
                  <a:lnTo>
                    <a:pt x="19794" y="3390"/>
                  </a:lnTo>
                  <a:lnTo>
                    <a:pt x="19648" y="3244"/>
                  </a:lnTo>
                  <a:lnTo>
                    <a:pt x="19460" y="3223"/>
                  </a:lnTo>
                  <a:lnTo>
                    <a:pt x="19250" y="3223"/>
                  </a:lnTo>
                  <a:lnTo>
                    <a:pt x="19062" y="3244"/>
                  </a:lnTo>
                  <a:lnTo>
                    <a:pt x="19041" y="3306"/>
                  </a:lnTo>
                  <a:lnTo>
                    <a:pt x="19083" y="3348"/>
                  </a:lnTo>
                  <a:lnTo>
                    <a:pt x="19062" y="3411"/>
                  </a:lnTo>
                  <a:lnTo>
                    <a:pt x="18936" y="3453"/>
                  </a:lnTo>
                  <a:lnTo>
                    <a:pt x="18853" y="3432"/>
                  </a:lnTo>
                  <a:lnTo>
                    <a:pt x="18727" y="3495"/>
                  </a:lnTo>
                  <a:lnTo>
                    <a:pt x="18560" y="3411"/>
                  </a:lnTo>
                  <a:lnTo>
                    <a:pt x="18497" y="3432"/>
                  </a:lnTo>
                  <a:lnTo>
                    <a:pt x="18413" y="3495"/>
                  </a:lnTo>
                  <a:lnTo>
                    <a:pt x="18309" y="3495"/>
                  </a:lnTo>
                  <a:lnTo>
                    <a:pt x="18204" y="3411"/>
                  </a:lnTo>
                  <a:lnTo>
                    <a:pt x="18079" y="3348"/>
                  </a:lnTo>
                  <a:lnTo>
                    <a:pt x="18079" y="3285"/>
                  </a:lnTo>
                  <a:lnTo>
                    <a:pt x="18100" y="3202"/>
                  </a:lnTo>
                  <a:lnTo>
                    <a:pt x="17911" y="3118"/>
                  </a:lnTo>
                  <a:lnTo>
                    <a:pt x="17828" y="3181"/>
                  </a:lnTo>
                  <a:lnTo>
                    <a:pt x="17828" y="3306"/>
                  </a:lnTo>
                  <a:lnTo>
                    <a:pt x="17869" y="3327"/>
                  </a:lnTo>
                  <a:lnTo>
                    <a:pt x="17828" y="3390"/>
                  </a:lnTo>
                  <a:lnTo>
                    <a:pt x="17744" y="3453"/>
                  </a:lnTo>
                  <a:lnTo>
                    <a:pt x="17597" y="3453"/>
                  </a:lnTo>
                  <a:lnTo>
                    <a:pt x="16175" y="1695"/>
                  </a:lnTo>
                  <a:lnTo>
                    <a:pt x="15170" y="921"/>
                  </a:lnTo>
                  <a:lnTo>
                    <a:pt x="15107" y="837"/>
                  </a:lnTo>
                  <a:lnTo>
                    <a:pt x="15191" y="816"/>
                  </a:lnTo>
                  <a:lnTo>
                    <a:pt x="15296" y="712"/>
                  </a:lnTo>
                  <a:lnTo>
                    <a:pt x="15296" y="607"/>
                  </a:lnTo>
                  <a:lnTo>
                    <a:pt x="15254" y="565"/>
                  </a:lnTo>
                  <a:lnTo>
                    <a:pt x="15087" y="607"/>
                  </a:lnTo>
                  <a:lnTo>
                    <a:pt x="14961" y="628"/>
                  </a:lnTo>
                  <a:lnTo>
                    <a:pt x="14877" y="733"/>
                  </a:lnTo>
                  <a:lnTo>
                    <a:pt x="14773" y="775"/>
                  </a:lnTo>
                  <a:lnTo>
                    <a:pt x="14647" y="900"/>
                  </a:lnTo>
                  <a:lnTo>
                    <a:pt x="14647" y="984"/>
                  </a:lnTo>
                  <a:lnTo>
                    <a:pt x="14563" y="1047"/>
                  </a:lnTo>
                  <a:lnTo>
                    <a:pt x="14522" y="1151"/>
                  </a:lnTo>
                  <a:lnTo>
                    <a:pt x="14417" y="1235"/>
                  </a:lnTo>
                  <a:lnTo>
                    <a:pt x="14229" y="1235"/>
                  </a:lnTo>
                  <a:lnTo>
                    <a:pt x="14124" y="1298"/>
                  </a:lnTo>
                  <a:lnTo>
                    <a:pt x="14145" y="1423"/>
                  </a:lnTo>
                  <a:lnTo>
                    <a:pt x="14061" y="1465"/>
                  </a:lnTo>
                  <a:lnTo>
                    <a:pt x="14019" y="1423"/>
                  </a:lnTo>
                  <a:lnTo>
                    <a:pt x="13789" y="1360"/>
                  </a:lnTo>
                  <a:lnTo>
                    <a:pt x="13643" y="1423"/>
                  </a:lnTo>
                  <a:lnTo>
                    <a:pt x="13601" y="1507"/>
                  </a:lnTo>
                  <a:lnTo>
                    <a:pt x="13517" y="1507"/>
                  </a:lnTo>
                  <a:lnTo>
                    <a:pt x="13434" y="1402"/>
                  </a:lnTo>
                  <a:lnTo>
                    <a:pt x="13434" y="1235"/>
                  </a:lnTo>
                  <a:lnTo>
                    <a:pt x="13517" y="1172"/>
                  </a:lnTo>
                  <a:lnTo>
                    <a:pt x="13538" y="1088"/>
                  </a:lnTo>
                  <a:lnTo>
                    <a:pt x="13496" y="1026"/>
                  </a:lnTo>
                  <a:lnTo>
                    <a:pt x="13413" y="1109"/>
                  </a:lnTo>
                  <a:lnTo>
                    <a:pt x="13329" y="1109"/>
                  </a:lnTo>
                  <a:lnTo>
                    <a:pt x="13120" y="1005"/>
                  </a:lnTo>
                  <a:lnTo>
                    <a:pt x="12994" y="1026"/>
                  </a:lnTo>
                  <a:lnTo>
                    <a:pt x="13015" y="1109"/>
                  </a:lnTo>
                  <a:lnTo>
                    <a:pt x="13078" y="1130"/>
                  </a:lnTo>
                  <a:lnTo>
                    <a:pt x="12994" y="1214"/>
                  </a:lnTo>
                  <a:lnTo>
                    <a:pt x="12952" y="1214"/>
                  </a:lnTo>
                  <a:lnTo>
                    <a:pt x="12869" y="1088"/>
                  </a:lnTo>
                  <a:lnTo>
                    <a:pt x="12848" y="900"/>
                  </a:lnTo>
                  <a:lnTo>
                    <a:pt x="12638" y="733"/>
                  </a:lnTo>
                  <a:lnTo>
                    <a:pt x="12597" y="775"/>
                  </a:lnTo>
                  <a:lnTo>
                    <a:pt x="12638" y="900"/>
                  </a:lnTo>
                  <a:lnTo>
                    <a:pt x="12638" y="984"/>
                  </a:lnTo>
                  <a:lnTo>
                    <a:pt x="12555" y="984"/>
                  </a:lnTo>
                  <a:lnTo>
                    <a:pt x="12513" y="879"/>
                  </a:lnTo>
                  <a:lnTo>
                    <a:pt x="12450" y="900"/>
                  </a:lnTo>
                  <a:lnTo>
                    <a:pt x="12429" y="1005"/>
                  </a:lnTo>
                  <a:lnTo>
                    <a:pt x="12366" y="1026"/>
                  </a:lnTo>
                  <a:lnTo>
                    <a:pt x="12262" y="942"/>
                  </a:lnTo>
                  <a:lnTo>
                    <a:pt x="12136" y="1026"/>
                  </a:lnTo>
                  <a:lnTo>
                    <a:pt x="12074" y="984"/>
                  </a:lnTo>
                  <a:lnTo>
                    <a:pt x="12032" y="879"/>
                  </a:lnTo>
                  <a:lnTo>
                    <a:pt x="12115" y="837"/>
                  </a:lnTo>
                  <a:lnTo>
                    <a:pt x="12136" y="796"/>
                  </a:lnTo>
                  <a:lnTo>
                    <a:pt x="12115" y="691"/>
                  </a:lnTo>
                  <a:lnTo>
                    <a:pt x="12136" y="586"/>
                  </a:lnTo>
                  <a:lnTo>
                    <a:pt x="12115" y="524"/>
                  </a:lnTo>
                  <a:lnTo>
                    <a:pt x="12032" y="482"/>
                  </a:lnTo>
                  <a:lnTo>
                    <a:pt x="11948" y="398"/>
                  </a:lnTo>
                  <a:lnTo>
                    <a:pt x="11927" y="272"/>
                  </a:lnTo>
                  <a:lnTo>
                    <a:pt x="11864" y="252"/>
                  </a:lnTo>
                  <a:lnTo>
                    <a:pt x="11822" y="84"/>
                  </a:lnTo>
                  <a:lnTo>
                    <a:pt x="11718" y="84"/>
                  </a:lnTo>
                  <a:lnTo>
                    <a:pt x="11592" y="126"/>
                  </a:lnTo>
                  <a:lnTo>
                    <a:pt x="11446" y="126"/>
                  </a:lnTo>
                  <a:lnTo>
                    <a:pt x="11299" y="42"/>
                  </a:lnTo>
                  <a:lnTo>
                    <a:pt x="11132" y="63"/>
                  </a:lnTo>
                  <a:lnTo>
                    <a:pt x="11006" y="0"/>
                  </a:lnTo>
                  <a:lnTo>
                    <a:pt x="10902" y="42"/>
                  </a:lnTo>
                  <a:lnTo>
                    <a:pt x="1086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4" name="Google Shape;2284;p45"/>
            <p:cNvSpPr/>
            <p:nvPr/>
          </p:nvSpPr>
          <p:spPr>
            <a:xfrm>
              <a:off x="4105619" y="2816249"/>
              <a:ext cx="110383" cy="65688"/>
            </a:xfrm>
            <a:custGeom>
              <a:avLst/>
              <a:gdLst/>
              <a:ahLst/>
              <a:cxnLst/>
              <a:rect l="l" t="t" r="r" b="b"/>
              <a:pathLst>
                <a:path w="9270" h="5776" extrusionOk="0">
                  <a:moveTo>
                    <a:pt x="1507" y="1"/>
                  </a:moveTo>
                  <a:lnTo>
                    <a:pt x="0" y="294"/>
                  </a:lnTo>
                  <a:lnTo>
                    <a:pt x="439" y="3014"/>
                  </a:lnTo>
                  <a:lnTo>
                    <a:pt x="732" y="3014"/>
                  </a:lnTo>
                  <a:lnTo>
                    <a:pt x="963" y="3035"/>
                  </a:lnTo>
                  <a:lnTo>
                    <a:pt x="1004" y="2909"/>
                  </a:lnTo>
                  <a:lnTo>
                    <a:pt x="900" y="2804"/>
                  </a:lnTo>
                  <a:lnTo>
                    <a:pt x="879" y="2595"/>
                  </a:lnTo>
                  <a:lnTo>
                    <a:pt x="983" y="2344"/>
                  </a:lnTo>
                  <a:lnTo>
                    <a:pt x="1172" y="2323"/>
                  </a:lnTo>
                  <a:lnTo>
                    <a:pt x="1276" y="2198"/>
                  </a:lnTo>
                  <a:lnTo>
                    <a:pt x="1402" y="2114"/>
                  </a:lnTo>
                  <a:lnTo>
                    <a:pt x="1527" y="2198"/>
                  </a:lnTo>
                  <a:lnTo>
                    <a:pt x="1611" y="2135"/>
                  </a:lnTo>
                  <a:lnTo>
                    <a:pt x="1507" y="2009"/>
                  </a:lnTo>
                  <a:lnTo>
                    <a:pt x="1779" y="2030"/>
                  </a:lnTo>
                  <a:lnTo>
                    <a:pt x="2155" y="2219"/>
                  </a:lnTo>
                  <a:lnTo>
                    <a:pt x="2511" y="2428"/>
                  </a:lnTo>
                  <a:lnTo>
                    <a:pt x="2532" y="2553"/>
                  </a:lnTo>
                  <a:lnTo>
                    <a:pt x="2971" y="2804"/>
                  </a:lnTo>
                  <a:lnTo>
                    <a:pt x="3306" y="2951"/>
                  </a:lnTo>
                  <a:lnTo>
                    <a:pt x="3390" y="2909"/>
                  </a:lnTo>
                  <a:lnTo>
                    <a:pt x="3515" y="2930"/>
                  </a:lnTo>
                  <a:lnTo>
                    <a:pt x="3766" y="3076"/>
                  </a:lnTo>
                  <a:lnTo>
                    <a:pt x="3871" y="3432"/>
                  </a:lnTo>
                  <a:lnTo>
                    <a:pt x="3976" y="3537"/>
                  </a:lnTo>
                  <a:lnTo>
                    <a:pt x="4017" y="3662"/>
                  </a:lnTo>
                  <a:lnTo>
                    <a:pt x="4143" y="3913"/>
                  </a:lnTo>
                  <a:lnTo>
                    <a:pt x="4352" y="3997"/>
                  </a:lnTo>
                  <a:lnTo>
                    <a:pt x="4729" y="4227"/>
                  </a:lnTo>
                  <a:lnTo>
                    <a:pt x="5126" y="4520"/>
                  </a:lnTo>
                  <a:lnTo>
                    <a:pt x="5545" y="4708"/>
                  </a:lnTo>
                  <a:lnTo>
                    <a:pt x="5921" y="5001"/>
                  </a:lnTo>
                  <a:lnTo>
                    <a:pt x="6235" y="5022"/>
                  </a:lnTo>
                  <a:lnTo>
                    <a:pt x="6319" y="5106"/>
                  </a:lnTo>
                  <a:lnTo>
                    <a:pt x="6403" y="5106"/>
                  </a:lnTo>
                  <a:lnTo>
                    <a:pt x="6612" y="5232"/>
                  </a:lnTo>
                  <a:lnTo>
                    <a:pt x="6612" y="5378"/>
                  </a:lnTo>
                  <a:lnTo>
                    <a:pt x="6633" y="5650"/>
                  </a:lnTo>
                  <a:lnTo>
                    <a:pt x="6821" y="5587"/>
                  </a:lnTo>
                  <a:lnTo>
                    <a:pt x="6926" y="5671"/>
                  </a:lnTo>
                  <a:lnTo>
                    <a:pt x="7009" y="5776"/>
                  </a:lnTo>
                  <a:lnTo>
                    <a:pt x="7072" y="5776"/>
                  </a:lnTo>
                  <a:lnTo>
                    <a:pt x="7177" y="5671"/>
                  </a:lnTo>
                  <a:lnTo>
                    <a:pt x="7281" y="5692"/>
                  </a:lnTo>
                  <a:lnTo>
                    <a:pt x="7323" y="5755"/>
                  </a:lnTo>
                  <a:lnTo>
                    <a:pt x="7365" y="5378"/>
                  </a:lnTo>
                  <a:lnTo>
                    <a:pt x="7491" y="5106"/>
                  </a:lnTo>
                  <a:lnTo>
                    <a:pt x="7553" y="5043"/>
                  </a:lnTo>
                  <a:lnTo>
                    <a:pt x="7533" y="4897"/>
                  </a:lnTo>
                  <a:lnTo>
                    <a:pt x="7407" y="4834"/>
                  </a:lnTo>
                  <a:lnTo>
                    <a:pt x="7344" y="4688"/>
                  </a:lnTo>
                  <a:lnTo>
                    <a:pt x="7386" y="4541"/>
                  </a:lnTo>
                  <a:lnTo>
                    <a:pt x="7365" y="4416"/>
                  </a:lnTo>
                  <a:lnTo>
                    <a:pt x="7219" y="4436"/>
                  </a:lnTo>
                  <a:lnTo>
                    <a:pt x="7114" y="4499"/>
                  </a:lnTo>
                  <a:lnTo>
                    <a:pt x="6947" y="4269"/>
                  </a:lnTo>
                  <a:lnTo>
                    <a:pt x="6947" y="4102"/>
                  </a:lnTo>
                  <a:lnTo>
                    <a:pt x="7072" y="3997"/>
                  </a:lnTo>
                  <a:lnTo>
                    <a:pt x="7344" y="4018"/>
                  </a:lnTo>
                  <a:lnTo>
                    <a:pt x="7449" y="3997"/>
                  </a:lnTo>
                  <a:lnTo>
                    <a:pt x="7449" y="3872"/>
                  </a:lnTo>
                  <a:lnTo>
                    <a:pt x="7679" y="3788"/>
                  </a:lnTo>
                  <a:lnTo>
                    <a:pt x="7637" y="3704"/>
                  </a:lnTo>
                  <a:lnTo>
                    <a:pt x="7574" y="3662"/>
                  </a:lnTo>
                  <a:lnTo>
                    <a:pt x="7846" y="3600"/>
                  </a:lnTo>
                  <a:lnTo>
                    <a:pt x="8014" y="3537"/>
                  </a:lnTo>
                  <a:lnTo>
                    <a:pt x="8056" y="3390"/>
                  </a:lnTo>
                  <a:lnTo>
                    <a:pt x="7867" y="3328"/>
                  </a:lnTo>
                  <a:lnTo>
                    <a:pt x="7867" y="3181"/>
                  </a:lnTo>
                  <a:lnTo>
                    <a:pt x="8014" y="3139"/>
                  </a:lnTo>
                  <a:lnTo>
                    <a:pt x="8181" y="3014"/>
                  </a:lnTo>
                  <a:lnTo>
                    <a:pt x="8286" y="3035"/>
                  </a:lnTo>
                  <a:lnTo>
                    <a:pt x="8453" y="2825"/>
                  </a:lnTo>
                  <a:lnTo>
                    <a:pt x="8600" y="2951"/>
                  </a:lnTo>
                  <a:lnTo>
                    <a:pt x="8621" y="3056"/>
                  </a:lnTo>
                  <a:lnTo>
                    <a:pt x="8914" y="3014"/>
                  </a:lnTo>
                  <a:lnTo>
                    <a:pt x="9123" y="3014"/>
                  </a:lnTo>
                  <a:lnTo>
                    <a:pt x="9269" y="2825"/>
                  </a:lnTo>
                  <a:lnTo>
                    <a:pt x="9248" y="2721"/>
                  </a:lnTo>
                  <a:lnTo>
                    <a:pt x="8955" y="2491"/>
                  </a:lnTo>
                  <a:lnTo>
                    <a:pt x="8893" y="2491"/>
                  </a:lnTo>
                  <a:lnTo>
                    <a:pt x="8893" y="2637"/>
                  </a:lnTo>
                  <a:lnTo>
                    <a:pt x="8788" y="2742"/>
                  </a:lnTo>
                  <a:lnTo>
                    <a:pt x="8683" y="2721"/>
                  </a:lnTo>
                  <a:lnTo>
                    <a:pt x="8579" y="2616"/>
                  </a:lnTo>
                  <a:lnTo>
                    <a:pt x="8307" y="2532"/>
                  </a:lnTo>
                  <a:lnTo>
                    <a:pt x="8202" y="2449"/>
                  </a:lnTo>
                  <a:lnTo>
                    <a:pt x="8286" y="2323"/>
                  </a:lnTo>
                  <a:lnTo>
                    <a:pt x="8453" y="2030"/>
                  </a:lnTo>
                  <a:lnTo>
                    <a:pt x="8453" y="1905"/>
                  </a:lnTo>
                  <a:lnTo>
                    <a:pt x="8369" y="1905"/>
                  </a:lnTo>
                  <a:lnTo>
                    <a:pt x="8265" y="2072"/>
                  </a:lnTo>
                  <a:lnTo>
                    <a:pt x="8160" y="2093"/>
                  </a:lnTo>
                  <a:lnTo>
                    <a:pt x="7909" y="2386"/>
                  </a:lnTo>
                  <a:lnTo>
                    <a:pt x="7846" y="2532"/>
                  </a:lnTo>
                  <a:lnTo>
                    <a:pt x="7784" y="2616"/>
                  </a:lnTo>
                  <a:lnTo>
                    <a:pt x="7658" y="2825"/>
                  </a:lnTo>
                  <a:lnTo>
                    <a:pt x="7449" y="3035"/>
                  </a:lnTo>
                  <a:lnTo>
                    <a:pt x="7365" y="3014"/>
                  </a:lnTo>
                  <a:lnTo>
                    <a:pt x="7114" y="2867"/>
                  </a:lnTo>
                  <a:lnTo>
                    <a:pt x="6926" y="2846"/>
                  </a:lnTo>
                  <a:lnTo>
                    <a:pt x="6737" y="2867"/>
                  </a:lnTo>
                  <a:lnTo>
                    <a:pt x="6486" y="3014"/>
                  </a:lnTo>
                  <a:lnTo>
                    <a:pt x="6361" y="3014"/>
                  </a:lnTo>
                  <a:lnTo>
                    <a:pt x="6131" y="2323"/>
                  </a:lnTo>
                  <a:lnTo>
                    <a:pt x="5712" y="2281"/>
                  </a:lnTo>
                  <a:lnTo>
                    <a:pt x="5691" y="1465"/>
                  </a:lnTo>
                  <a:lnTo>
                    <a:pt x="5503" y="1549"/>
                  </a:lnTo>
                  <a:lnTo>
                    <a:pt x="5356" y="1172"/>
                  </a:lnTo>
                  <a:lnTo>
                    <a:pt x="5064" y="963"/>
                  </a:lnTo>
                  <a:lnTo>
                    <a:pt x="4122" y="963"/>
                  </a:lnTo>
                  <a:lnTo>
                    <a:pt x="3264" y="1047"/>
                  </a:lnTo>
                  <a:lnTo>
                    <a:pt x="2762" y="754"/>
                  </a:lnTo>
                  <a:lnTo>
                    <a:pt x="2427" y="628"/>
                  </a:lnTo>
                  <a:lnTo>
                    <a:pt x="15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5" name="Google Shape;2285;p45"/>
            <p:cNvSpPr/>
            <p:nvPr/>
          </p:nvSpPr>
          <p:spPr>
            <a:xfrm>
              <a:off x="4085936" y="2839096"/>
              <a:ext cx="98666" cy="59262"/>
            </a:xfrm>
            <a:custGeom>
              <a:avLst/>
              <a:gdLst/>
              <a:ahLst/>
              <a:cxnLst/>
              <a:rect l="l" t="t" r="r" b="b"/>
              <a:pathLst>
                <a:path w="8286" h="5211" extrusionOk="0">
                  <a:moveTo>
                    <a:pt x="3160" y="0"/>
                  </a:moveTo>
                  <a:lnTo>
                    <a:pt x="3264" y="126"/>
                  </a:lnTo>
                  <a:lnTo>
                    <a:pt x="3180" y="189"/>
                  </a:lnTo>
                  <a:lnTo>
                    <a:pt x="3055" y="105"/>
                  </a:lnTo>
                  <a:lnTo>
                    <a:pt x="2929" y="189"/>
                  </a:lnTo>
                  <a:lnTo>
                    <a:pt x="2825" y="314"/>
                  </a:lnTo>
                  <a:lnTo>
                    <a:pt x="2636" y="335"/>
                  </a:lnTo>
                  <a:lnTo>
                    <a:pt x="2532" y="586"/>
                  </a:lnTo>
                  <a:lnTo>
                    <a:pt x="2553" y="795"/>
                  </a:lnTo>
                  <a:lnTo>
                    <a:pt x="2657" y="900"/>
                  </a:lnTo>
                  <a:lnTo>
                    <a:pt x="2616" y="1026"/>
                  </a:lnTo>
                  <a:lnTo>
                    <a:pt x="2385" y="1005"/>
                  </a:lnTo>
                  <a:lnTo>
                    <a:pt x="2092" y="1005"/>
                  </a:lnTo>
                  <a:lnTo>
                    <a:pt x="2009" y="1026"/>
                  </a:lnTo>
                  <a:lnTo>
                    <a:pt x="1779" y="1067"/>
                  </a:lnTo>
                  <a:lnTo>
                    <a:pt x="1402" y="628"/>
                  </a:lnTo>
                  <a:lnTo>
                    <a:pt x="983" y="398"/>
                  </a:lnTo>
                  <a:lnTo>
                    <a:pt x="628" y="335"/>
                  </a:lnTo>
                  <a:lnTo>
                    <a:pt x="335" y="440"/>
                  </a:lnTo>
                  <a:lnTo>
                    <a:pt x="0" y="754"/>
                  </a:lnTo>
                  <a:lnTo>
                    <a:pt x="0" y="816"/>
                  </a:lnTo>
                  <a:lnTo>
                    <a:pt x="84" y="900"/>
                  </a:lnTo>
                  <a:lnTo>
                    <a:pt x="126" y="963"/>
                  </a:lnTo>
                  <a:lnTo>
                    <a:pt x="209" y="1047"/>
                  </a:lnTo>
                  <a:lnTo>
                    <a:pt x="251" y="1151"/>
                  </a:lnTo>
                  <a:lnTo>
                    <a:pt x="356" y="1360"/>
                  </a:lnTo>
                  <a:lnTo>
                    <a:pt x="335" y="1528"/>
                  </a:lnTo>
                  <a:lnTo>
                    <a:pt x="293" y="1653"/>
                  </a:lnTo>
                  <a:lnTo>
                    <a:pt x="314" y="1946"/>
                  </a:lnTo>
                  <a:lnTo>
                    <a:pt x="356" y="2009"/>
                  </a:lnTo>
                  <a:lnTo>
                    <a:pt x="398" y="2093"/>
                  </a:lnTo>
                  <a:lnTo>
                    <a:pt x="607" y="2302"/>
                  </a:lnTo>
                  <a:lnTo>
                    <a:pt x="565" y="2218"/>
                  </a:lnTo>
                  <a:lnTo>
                    <a:pt x="523" y="2155"/>
                  </a:lnTo>
                  <a:lnTo>
                    <a:pt x="544" y="2114"/>
                  </a:lnTo>
                  <a:lnTo>
                    <a:pt x="732" y="2155"/>
                  </a:lnTo>
                  <a:lnTo>
                    <a:pt x="816" y="2093"/>
                  </a:lnTo>
                  <a:lnTo>
                    <a:pt x="858" y="2114"/>
                  </a:lnTo>
                  <a:lnTo>
                    <a:pt x="837" y="2260"/>
                  </a:lnTo>
                  <a:lnTo>
                    <a:pt x="858" y="2365"/>
                  </a:lnTo>
                  <a:lnTo>
                    <a:pt x="942" y="2323"/>
                  </a:lnTo>
                  <a:lnTo>
                    <a:pt x="983" y="2427"/>
                  </a:lnTo>
                  <a:lnTo>
                    <a:pt x="963" y="2490"/>
                  </a:lnTo>
                  <a:lnTo>
                    <a:pt x="858" y="2469"/>
                  </a:lnTo>
                  <a:lnTo>
                    <a:pt x="816" y="2469"/>
                  </a:lnTo>
                  <a:lnTo>
                    <a:pt x="753" y="2427"/>
                  </a:lnTo>
                  <a:lnTo>
                    <a:pt x="649" y="2511"/>
                  </a:lnTo>
                  <a:lnTo>
                    <a:pt x="649" y="2616"/>
                  </a:lnTo>
                  <a:lnTo>
                    <a:pt x="732" y="2699"/>
                  </a:lnTo>
                  <a:lnTo>
                    <a:pt x="711" y="2574"/>
                  </a:lnTo>
                  <a:lnTo>
                    <a:pt x="774" y="2574"/>
                  </a:lnTo>
                  <a:lnTo>
                    <a:pt x="837" y="2595"/>
                  </a:lnTo>
                  <a:lnTo>
                    <a:pt x="921" y="2616"/>
                  </a:lnTo>
                  <a:lnTo>
                    <a:pt x="963" y="2720"/>
                  </a:lnTo>
                  <a:lnTo>
                    <a:pt x="1130" y="2804"/>
                  </a:lnTo>
                  <a:lnTo>
                    <a:pt x="1172" y="2909"/>
                  </a:lnTo>
                  <a:lnTo>
                    <a:pt x="1151" y="3097"/>
                  </a:lnTo>
                  <a:lnTo>
                    <a:pt x="1172" y="3160"/>
                  </a:lnTo>
                  <a:lnTo>
                    <a:pt x="1172" y="3453"/>
                  </a:lnTo>
                  <a:lnTo>
                    <a:pt x="1235" y="3662"/>
                  </a:lnTo>
                  <a:lnTo>
                    <a:pt x="1339" y="3955"/>
                  </a:lnTo>
                  <a:lnTo>
                    <a:pt x="1444" y="3871"/>
                  </a:lnTo>
                  <a:lnTo>
                    <a:pt x="1716" y="3871"/>
                  </a:lnTo>
                  <a:lnTo>
                    <a:pt x="1779" y="3725"/>
                  </a:lnTo>
                  <a:lnTo>
                    <a:pt x="1862" y="3620"/>
                  </a:lnTo>
                  <a:lnTo>
                    <a:pt x="1967" y="3620"/>
                  </a:lnTo>
                  <a:lnTo>
                    <a:pt x="2197" y="3411"/>
                  </a:lnTo>
                  <a:lnTo>
                    <a:pt x="2427" y="3348"/>
                  </a:lnTo>
                  <a:lnTo>
                    <a:pt x="2636" y="3411"/>
                  </a:lnTo>
                  <a:lnTo>
                    <a:pt x="2699" y="3264"/>
                  </a:lnTo>
                  <a:lnTo>
                    <a:pt x="2804" y="3243"/>
                  </a:lnTo>
                  <a:lnTo>
                    <a:pt x="2929" y="3306"/>
                  </a:lnTo>
                  <a:lnTo>
                    <a:pt x="3055" y="3264"/>
                  </a:lnTo>
                  <a:lnTo>
                    <a:pt x="3264" y="3453"/>
                  </a:lnTo>
                  <a:lnTo>
                    <a:pt x="3432" y="3515"/>
                  </a:lnTo>
                  <a:lnTo>
                    <a:pt x="3766" y="3725"/>
                  </a:lnTo>
                  <a:lnTo>
                    <a:pt x="3871" y="3725"/>
                  </a:lnTo>
                  <a:lnTo>
                    <a:pt x="3955" y="3641"/>
                  </a:lnTo>
                  <a:lnTo>
                    <a:pt x="4185" y="3746"/>
                  </a:lnTo>
                  <a:lnTo>
                    <a:pt x="4310" y="3767"/>
                  </a:lnTo>
                  <a:lnTo>
                    <a:pt x="4331" y="3934"/>
                  </a:lnTo>
                  <a:lnTo>
                    <a:pt x="4394" y="3976"/>
                  </a:lnTo>
                  <a:lnTo>
                    <a:pt x="4520" y="3955"/>
                  </a:lnTo>
                  <a:lnTo>
                    <a:pt x="4729" y="3997"/>
                  </a:lnTo>
                  <a:lnTo>
                    <a:pt x="4959" y="4311"/>
                  </a:lnTo>
                  <a:lnTo>
                    <a:pt x="5231" y="4352"/>
                  </a:lnTo>
                  <a:lnTo>
                    <a:pt x="5357" y="4394"/>
                  </a:lnTo>
                  <a:lnTo>
                    <a:pt x="5461" y="4562"/>
                  </a:lnTo>
                  <a:lnTo>
                    <a:pt x="5419" y="4666"/>
                  </a:lnTo>
                  <a:lnTo>
                    <a:pt x="5461" y="4792"/>
                  </a:lnTo>
                  <a:lnTo>
                    <a:pt x="5461" y="4876"/>
                  </a:lnTo>
                  <a:lnTo>
                    <a:pt x="5524" y="4980"/>
                  </a:lnTo>
                  <a:lnTo>
                    <a:pt x="5566" y="4938"/>
                  </a:lnTo>
                  <a:lnTo>
                    <a:pt x="5691" y="4980"/>
                  </a:lnTo>
                  <a:lnTo>
                    <a:pt x="5775" y="5043"/>
                  </a:lnTo>
                  <a:lnTo>
                    <a:pt x="5880" y="5043"/>
                  </a:lnTo>
                  <a:lnTo>
                    <a:pt x="5963" y="4980"/>
                  </a:lnTo>
                  <a:lnTo>
                    <a:pt x="6047" y="4980"/>
                  </a:lnTo>
                  <a:lnTo>
                    <a:pt x="6173" y="5085"/>
                  </a:lnTo>
                  <a:lnTo>
                    <a:pt x="6214" y="5148"/>
                  </a:lnTo>
                  <a:lnTo>
                    <a:pt x="6277" y="5210"/>
                  </a:lnTo>
                  <a:lnTo>
                    <a:pt x="6319" y="5148"/>
                  </a:lnTo>
                  <a:lnTo>
                    <a:pt x="6486" y="5127"/>
                  </a:lnTo>
                  <a:lnTo>
                    <a:pt x="6570" y="5022"/>
                  </a:lnTo>
                  <a:lnTo>
                    <a:pt x="6591" y="4938"/>
                  </a:lnTo>
                  <a:lnTo>
                    <a:pt x="6675" y="4896"/>
                  </a:lnTo>
                  <a:lnTo>
                    <a:pt x="6633" y="4813"/>
                  </a:lnTo>
                  <a:lnTo>
                    <a:pt x="6821" y="4708"/>
                  </a:lnTo>
                  <a:lnTo>
                    <a:pt x="7030" y="4666"/>
                  </a:lnTo>
                  <a:lnTo>
                    <a:pt x="7051" y="4604"/>
                  </a:lnTo>
                  <a:lnTo>
                    <a:pt x="7135" y="4520"/>
                  </a:lnTo>
                  <a:lnTo>
                    <a:pt x="7240" y="4499"/>
                  </a:lnTo>
                  <a:lnTo>
                    <a:pt x="7261" y="4373"/>
                  </a:lnTo>
                  <a:lnTo>
                    <a:pt x="7261" y="4206"/>
                  </a:lnTo>
                  <a:lnTo>
                    <a:pt x="7407" y="4080"/>
                  </a:lnTo>
                  <a:lnTo>
                    <a:pt x="7407" y="3955"/>
                  </a:lnTo>
                  <a:lnTo>
                    <a:pt x="7344" y="3892"/>
                  </a:lnTo>
                  <a:lnTo>
                    <a:pt x="7365" y="3850"/>
                  </a:lnTo>
                  <a:lnTo>
                    <a:pt x="7428" y="3829"/>
                  </a:lnTo>
                  <a:lnTo>
                    <a:pt x="7470" y="3767"/>
                  </a:lnTo>
                  <a:lnTo>
                    <a:pt x="7637" y="3725"/>
                  </a:lnTo>
                  <a:lnTo>
                    <a:pt x="7679" y="3725"/>
                  </a:lnTo>
                  <a:lnTo>
                    <a:pt x="7846" y="3620"/>
                  </a:lnTo>
                  <a:lnTo>
                    <a:pt x="7993" y="3557"/>
                  </a:lnTo>
                  <a:lnTo>
                    <a:pt x="8098" y="3641"/>
                  </a:lnTo>
                  <a:lnTo>
                    <a:pt x="8244" y="3620"/>
                  </a:lnTo>
                  <a:lnTo>
                    <a:pt x="8265" y="3641"/>
                  </a:lnTo>
                  <a:lnTo>
                    <a:pt x="8286" y="3641"/>
                  </a:lnTo>
                  <a:lnTo>
                    <a:pt x="8265" y="3369"/>
                  </a:lnTo>
                  <a:lnTo>
                    <a:pt x="8265" y="3223"/>
                  </a:lnTo>
                  <a:lnTo>
                    <a:pt x="8056" y="3097"/>
                  </a:lnTo>
                  <a:lnTo>
                    <a:pt x="7972" y="3097"/>
                  </a:lnTo>
                  <a:lnTo>
                    <a:pt x="7888" y="3013"/>
                  </a:lnTo>
                  <a:lnTo>
                    <a:pt x="7574" y="2992"/>
                  </a:lnTo>
                  <a:lnTo>
                    <a:pt x="7198" y="2699"/>
                  </a:lnTo>
                  <a:lnTo>
                    <a:pt x="6779" y="2511"/>
                  </a:lnTo>
                  <a:lnTo>
                    <a:pt x="6382" y="2218"/>
                  </a:lnTo>
                  <a:lnTo>
                    <a:pt x="6005" y="1988"/>
                  </a:lnTo>
                  <a:lnTo>
                    <a:pt x="5796" y="1904"/>
                  </a:lnTo>
                  <a:lnTo>
                    <a:pt x="5670" y="1653"/>
                  </a:lnTo>
                  <a:lnTo>
                    <a:pt x="5629" y="1528"/>
                  </a:lnTo>
                  <a:lnTo>
                    <a:pt x="5524" y="1423"/>
                  </a:lnTo>
                  <a:lnTo>
                    <a:pt x="5419" y="1067"/>
                  </a:lnTo>
                  <a:lnTo>
                    <a:pt x="5168" y="921"/>
                  </a:lnTo>
                  <a:lnTo>
                    <a:pt x="5043" y="900"/>
                  </a:lnTo>
                  <a:lnTo>
                    <a:pt x="4959" y="942"/>
                  </a:lnTo>
                  <a:lnTo>
                    <a:pt x="4624" y="795"/>
                  </a:lnTo>
                  <a:lnTo>
                    <a:pt x="4185" y="544"/>
                  </a:lnTo>
                  <a:lnTo>
                    <a:pt x="4164" y="419"/>
                  </a:lnTo>
                  <a:lnTo>
                    <a:pt x="3808" y="210"/>
                  </a:lnTo>
                  <a:lnTo>
                    <a:pt x="3432" y="21"/>
                  </a:lnTo>
                  <a:lnTo>
                    <a:pt x="316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86" name="Google Shape;2286;p45"/>
            <p:cNvGrpSpPr/>
            <p:nvPr/>
          </p:nvGrpSpPr>
          <p:grpSpPr>
            <a:xfrm>
              <a:off x="4295710" y="3079670"/>
              <a:ext cx="14968" cy="27135"/>
              <a:chOff x="4842300" y="3099950"/>
              <a:chExt cx="31425" cy="59650"/>
            </a:xfrm>
          </p:grpSpPr>
          <p:sp>
            <p:nvSpPr>
              <p:cNvPr id="2287" name="Google Shape;2287;p45"/>
              <p:cNvSpPr/>
              <p:nvPr/>
            </p:nvSpPr>
            <p:spPr>
              <a:xfrm>
                <a:off x="4842300" y="3122950"/>
                <a:ext cx="2125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273" extrusionOk="0">
                    <a:moveTo>
                      <a:pt x="84" y="1"/>
                    </a:moveTo>
                    <a:lnTo>
                      <a:pt x="1" y="22"/>
                    </a:lnTo>
                    <a:lnTo>
                      <a:pt x="43" y="126"/>
                    </a:lnTo>
                    <a:lnTo>
                      <a:pt x="1" y="273"/>
                    </a:lnTo>
                    <a:lnTo>
                      <a:pt x="64" y="126"/>
                    </a:lnTo>
                    <a:lnTo>
                      <a:pt x="43" y="22"/>
                    </a:lnTo>
                    <a:lnTo>
                      <a:pt x="84" y="22"/>
                    </a:lnTo>
                    <a:lnTo>
                      <a:pt x="8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Google Shape;2288;p45"/>
              <p:cNvSpPr/>
              <p:nvPr/>
            </p:nvSpPr>
            <p:spPr>
              <a:xfrm>
                <a:off x="4842300" y="3106225"/>
                <a:ext cx="31425" cy="533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2135" extrusionOk="0">
                    <a:moveTo>
                      <a:pt x="273" y="0"/>
                    </a:moveTo>
                    <a:lnTo>
                      <a:pt x="273" y="21"/>
                    </a:lnTo>
                    <a:lnTo>
                      <a:pt x="294" y="42"/>
                    </a:lnTo>
                    <a:lnTo>
                      <a:pt x="273" y="63"/>
                    </a:lnTo>
                    <a:lnTo>
                      <a:pt x="252" y="105"/>
                    </a:lnTo>
                    <a:lnTo>
                      <a:pt x="252" y="126"/>
                    </a:lnTo>
                    <a:lnTo>
                      <a:pt x="252" y="209"/>
                    </a:lnTo>
                    <a:lnTo>
                      <a:pt x="189" y="314"/>
                    </a:lnTo>
                    <a:lnTo>
                      <a:pt x="147" y="272"/>
                    </a:lnTo>
                    <a:lnTo>
                      <a:pt x="84" y="230"/>
                    </a:lnTo>
                    <a:lnTo>
                      <a:pt x="1" y="230"/>
                    </a:lnTo>
                    <a:lnTo>
                      <a:pt x="1" y="251"/>
                    </a:lnTo>
                    <a:lnTo>
                      <a:pt x="84" y="272"/>
                    </a:lnTo>
                    <a:lnTo>
                      <a:pt x="105" y="335"/>
                    </a:lnTo>
                    <a:lnTo>
                      <a:pt x="84" y="356"/>
                    </a:lnTo>
                    <a:lnTo>
                      <a:pt x="147" y="461"/>
                    </a:lnTo>
                    <a:lnTo>
                      <a:pt x="147" y="628"/>
                    </a:lnTo>
                    <a:lnTo>
                      <a:pt x="84" y="691"/>
                    </a:lnTo>
                    <a:lnTo>
                      <a:pt x="64" y="942"/>
                    </a:lnTo>
                    <a:lnTo>
                      <a:pt x="84" y="1005"/>
                    </a:lnTo>
                    <a:lnTo>
                      <a:pt x="43" y="1046"/>
                    </a:lnTo>
                    <a:lnTo>
                      <a:pt x="84" y="1277"/>
                    </a:lnTo>
                    <a:lnTo>
                      <a:pt x="84" y="1360"/>
                    </a:lnTo>
                    <a:lnTo>
                      <a:pt x="168" y="1611"/>
                    </a:lnTo>
                    <a:lnTo>
                      <a:pt x="252" y="1925"/>
                    </a:lnTo>
                    <a:lnTo>
                      <a:pt x="315" y="2051"/>
                    </a:lnTo>
                    <a:lnTo>
                      <a:pt x="461" y="2134"/>
                    </a:lnTo>
                    <a:lnTo>
                      <a:pt x="587" y="2113"/>
                    </a:lnTo>
                    <a:lnTo>
                      <a:pt x="775" y="2093"/>
                    </a:lnTo>
                    <a:lnTo>
                      <a:pt x="942" y="2030"/>
                    </a:lnTo>
                    <a:lnTo>
                      <a:pt x="1131" y="1821"/>
                    </a:lnTo>
                    <a:lnTo>
                      <a:pt x="1214" y="1674"/>
                    </a:lnTo>
                    <a:lnTo>
                      <a:pt x="1256" y="1569"/>
                    </a:lnTo>
                    <a:lnTo>
                      <a:pt x="1235" y="1486"/>
                    </a:lnTo>
                    <a:lnTo>
                      <a:pt x="1256" y="1423"/>
                    </a:lnTo>
                    <a:lnTo>
                      <a:pt x="1256" y="1277"/>
                    </a:lnTo>
                    <a:lnTo>
                      <a:pt x="1235" y="1214"/>
                    </a:lnTo>
                    <a:lnTo>
                      <a:pt x="1256" y="1109"/>
                    </a:lnTo>
                    <a:lnTo>
                      <a:pt x="1152" y="1046"/>
                    </a:lnTo>
                    <a:lnTo>
                      <a:pt x="1089" y="795"/>
                    </a:lnTo>
                    <a:lnTo>
                      <a:pt x="1005" y="628"/>
                    </a:lnTo>
                    <a:lnTo>
                      <a:pt x="900" y="628"/>
                    </a:lnTo>
                    <a:lnTo>
                      <a:pt x="900" y="586"/>
                    </a:lnTo>
                    <a:lnTo>
                      <a:pt x="796" y="586"/>
                    </a:lnTo>
                    <a:lnTo>
                      <a:pt x="921" y="544"/>
                    </a:lnTo>
                    <a:lnTo>
                      <a:pt x="900" y="481"/>
                    </a:lnTo>
                    <a:lnTo>
                      <a:pt x="838" y="461"/>
                    </a:lnTo>
                    <a:lnTo>
                      <a:pt x="775" y="335"/>
                    </a:lnTo>
                    <a:lnTo>
                      <a:pt x="712" y="335"/>
                    </a:lnTo>
                    <a:lnTo>
                      <a:pt x="691" y="230"/>
                    </a:lnTo>
                    <a:lnTo>
                      <a:pt x="670" y="168"/>
                    </a:lnTo>
                    <a:lnTo>
                      <a:pt x="670" y="126"/>
                    </a:lnTo>
                    <a:lnTo>
                      <a:pt x="482" y="42"/>
                    </a:lnTo>
                    <a:lnTo>
                      <a:pt x="461" y="105"/>
                    </a:lnTo>
                    <a:lnTo>
                      <a:pt x="377" y="63"/>
                    </a:lnTo>
                    <a:lnTo>
                      <a:pt x="398" y="21"/>
                    </a:lnTo>
                    <a:lnTo>
                      <a:pt x="27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Google Shape;2289;p45"/>
              <p:cNvSpPr/>
              <p:nvPr/>
            </p:nvSpPr>
            <p:spPr>
              <a:xfrm>
                <a:off x="4844400" y="3099950"/>
                <a:ext cx="5250" cy="472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89" extrusionOk="0">
                    <a:moveTo>
                      <a:pt x="189" y="0"/>
                    </a:moveTo>
                    <a:lnTo>
                      <a:pt x="0" y="42"/>
                    </a:lnTo>
                    <a:lnTo>
                      <a:pt x="0" y="105"/>
                    </a:lnTo>
                    <a:lnTo>
                      <a:pt x="126" y="188"/>
                    </a:lnTo>
                    <a:lnTo>
                      <a:pt x="126" y="147"/>
                    </a:lnTo>
                    <a:lnTo>
                      <a:pt x="168" y="147"/>
                    </a:lnTo>
                    <a:lnTo>
                      <a:pt x="210" y="42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Google Shape;2290;p45"/>
              <p:cNvSpPr/>
              <p:nvPr/>
            </p:nvSpPr>
            <p:spPr>
              <a:xfrm>
                <a:off x="4849625" y="3101500"/>
                <a:ext cx="787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252" extrusionOk="0">
                    <a:moveTo>
                      <a:pt x="43" y="1"/>
                    </a:moveTo>
                    <a:lnTo>
                      <a:pt x="43" y="43"/>
                    </a:lnTo>
                    <a:lnTo>
                      <a:pt x="84" y="85"/>
                    </a:lnTo>
                    <a:lnTo>
                      <a:pt x="1" y="85"/>
                    </a:lnTo>
                    <a:lnTo>
                      <a:pt x="1" y="105"/>
                    </a:lnTo>
                    <a:lnTo>
                      <a:pt x="126" y="147"/>
                    </a:lnTo>
                    <a:lnTo>
                      <a:pt x="189" y="210"/>
                    </a:lnTo>
                    <a:lnTo>
                      <a:pt x="273" y="210"/>
                    </a:lnTo>
                    <a:lnTo>
                      <a:pt x="315" y="252"/>
                    </a:lnTo>
                    <a:lnTo>
                      <a:pt x="294" y="210"/>
                    </a:lnTo>
                    <a:lnTo>
                      <a:pt x="168" y="105"/>
                    </a:lnTo>
                    <a:lnTo>
                      <a:pt x="168" y="22"/>
                    </a:lnTo>
                    <a:lnTo>
                      <a:pt x="4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291" name="Google Shape;2291;p45"/>
            <p:cNvSpPr/>
            <p:nvPr/>
          </p:nvSpPr>
          <p:spPr>
            <a:xfrm>
              <a:off x="4210500" y="2911903"/>
              <a:ext cx="193104" cy="180152"/>
            </a:xfrm>
            <a:custGeom>
              <a:avLst/>
              <a:gdLst/>
              <a:ahLst/>
              <a:cxnLst/>
              <a:rect l="l" t="t" r="r" b="b"/>
              <a:pathLst>
                <a:path w="16217" h="15841" extrusionOk="0">
                  <a:moveTo>
                    <a:pt x="6906" y="15150"/>
                  </a:moveTo>
                  <a:lnTo>
                    <a:pt x="6927" y="15212"/>
                  </a:lnTo>
                  <a:lnTo>
                    <a:pt x="6927" y="15171"/>
                  </a:lnTo>
                  <a:lnTo>
                    <a:pt x="6906" y="15150"/>
                  </a:lnTo>
                  <a:close/>
                  <a:moveTo>
                    <a:pt x="3997" y="1"/>
                  </a:moveTo>
                  <a:lnTo>
                    <a:pt x="3914" y="147"/>
                  </a:lnTo>
                  <a:lnTo>
                    <a:pt x="3788" y="147"/>
                  </a:lnTo>
                  <a:lnTo>
                    <a:pt x="3600" y="294"/>
                  </a:lnTo>
                  <a:lnTo>
                    <a:pt x="3453" y="587"/>
                  </a:lnTo>
                  <a:lnTo>
                    <a:pt x="3391" y="629"/>
                  </a:lnTo>
                  <a:lnTo>
                    <a:pt x="3286" y="733"/>
                  </a:lnTo>
                  <a:lnTo>
                    <a:pt x="3223" y="733"/>
                  </a:lnTo>
                  <a:lnTo>
                    <a:pt x="3119" y="817"/>
                  </a:lnTo>
                  <a:lnTo>
                    <a:pt x="3014" y="838"/>
                  </a:lnTo>
                  <a:lnTo>
                    <a:pt x="2826" y="1026"/>
                  </a:lnTo>
                  <a:lnTo>
                    <a:pt x="2846" y="1089"/>
                  </a:lnTo>
                  <a:lnTo>
                    <a:pt x="2930" y="1298"/>
                  </a:lnTo>
                  <a:lnTo>
                    <a:pt x="2867" y="1570"/>
                  </a:lnTo>
                  <a:lnTo>
                    <a:pt x="2867" y="1717"/>
                  </a:lnTo>
                  <a:lnTo>
                    <a:pt x="2763" y="1779"/>
                  </a:lnTo>
                  <a:lnTo>
                    <a:pt x="2616" y="1968"/>
                  </a:lnTo>
                  <a:lnTo>
                    <a:pt x="2700" y="2031"/>
                  </a:lnTo>
                  <a:lnTo>
                    <a:pt x="2700" y="2135"/>
                  </a:lnTo>
                  <a:lnTo>
                    <a:pt x="2637" y="2261"/>
                  </a:lnTo>
                  <a:lnTo>
                    <a:pt x="2428" y="2365"/>
                  </a:lnTo>
                  <a:lnTo>
                    <a:pt x="2323" y="2554"/>
                  </a:lnTo>
                  <a:lnTo>
                    <a:pt x="2302" y="2721"/>
                  </a:lnTo>
                  <a:lnTo>
                    <a:pt x="2219" y="2867"/>
                  </a:lnTo>
                  <a:lnTo>
                    <a:pt x="1968" y="3035"/>
                  </a:lnTo>
                  <a:lnTo>
                    <a:pt x="1863" y="3391"/>
                  </a:lnTo>
                  <a:lnTo>
                    <a:pt x="1675" y="3600"/>
                  </a:lnTo>
                  <a:lnTo>
                    <a:pt x="1361" y="3600"/>
                  </a:lnTo>
                  <a:lnTo>
                    <a:pt x="1152" y="3725"/>
                  </a:lnTo>
                  <a:lnTo>
                    <a:pt x="1068" y="3704"/>
                  </a:lnTo>
                  <a:lnTo>
                    <a:pt x="1047" y="3600"/>
                  </a:lnTo>
                  <a:lnTo>
                    <a:pt x="922" y="3537"/>
                  </a:lnTo>
                  <a:lnTo>
                    <a:pt x="838" y="3600"/>
                  </a:lnTo>
                  <a:lnTo>
                    <a:pt x="733" y="3642"/>
                  </a:lnTo>
                  <a:lnTo>
                    <a:pt x="691" y="3746"/>
                  </a:lnTo>
                  <a:lnTo>
                    <a:pt x="545" y="3956"/>
                  </a:lnTo>
                  <a:lnTo>
                    <a:pt x="461" y="3976"/>
                  </a:lnTo>
                  <a:lnTo>
                    <a:pt x="357" y="4228"/>
                  </a:lnTo>
                  <a:lnTo>
                    <a:pt x="357" y="4374"/>
                  </a:lnTo>
                  <a:lnTo>
                    <a:pt x="461" y="4353"/>
                  </a:lnTo>
                  <a:lnTo>
                    <a:pt x="608" y="4395"/>
                  </a:lnTo>
                  <a:lnTo>
                    <a:pt x="670" y="4374"/>
                  </a:lnTo>
                  <a:lnTo>
                    <a:pt x="775" y="4374"/>
                  </a:lnTo>
                  <a:lnTo>
                    <a:pt x="859" y="4562"/>
                  </a:lnTo>
                  <a:lnTo>
                    <a:pt x="838" y="4688"/>
                  </a:lnTo>
                  <a:lnTo>
                    <a:pt x="859" y="4897"/>
                  </a:lnTo>
                  <a:lnTo>
                    <a:pt x="1068" y="5023"/>
                  </a:lnTo>
                  <a:lnTo>
                    <a:pt x="1173" y="5023"/>
                  </a:lnTo>
                  <a:lnTo>
                    <a:pt x="1256" y="5085"/>
                  </a:lnTo>
                  <a:lnTo>
                    <a:pt x="1214" y="5169"/>
                  </a:lnTo>
                  <a:lnTo>
                    <a:pt x="1340" y="5316"/>
                  </a:lnTo>
                  <a:lnTo>
                    <a:pt x="1466" y="5692"/>
                  </a:lnTo>
                  <a:lnTo>
                    <a:pt x="1445" y="5755"/>
                  </a:lnTo>
                  <a:lnTo>
                    <a:pt x="1486" y="5818"/>
                  </a:lnTo>
                  <a:lnTo>
                    <a:pt x="1382" y="5860"/>
                  </a:lnTo>
                  <a:lnTo>
                    <a:pt x="1256" y="5943"/>
                  </a:lnTo>
                  <a:lnTo>
                    <a:pt x="1194" y="5860"/>
                  </a:lnTo>
                  <a:lnTo>
                    <a:pt x="1256" y="5797"/>
                  </a:lnTo>
                  <a:lnTo>
                    <a:pt x="1256" y="5797"/>
                  </a:lnTo>
                  <a:lnTo>
                    <a:pt x="1131" y="5818"/>
                  </a:lnTo>
                  <a:lnTo>
                    <a:pt x="1068" y="5860"/>
                  </a:lnTo>
                  <a:lnTo>
                    <a:pt x="838" y="5964"/>
                  </a:lnTo>
                  <a:lnTo>
                    <a:pt x="440" y="5943"/>
                  </a:lnTo>
                  <a:lnTo>
                    <a:pt x="336" y="6006"/>
                  </a:lnTo>
                  <a:lnTo>
                    <a:pt x="252" y="5964"/>
                  </a:lnTo>
                  <a:lnTo>
                    <a:pt x="210" y="6111"/>
                  </a:lnTo>
                  <a:lnTo>
                    <a:pt x="126" y="6132"/>
                  </a:lnTo>
                  <a:lnTo>
                    <a:pt x="22" y="6215"/>
                  </a:lnTo>
                  <a:lnTo>
                    <a:pt x="1" y="6362"/>
                  </a:lnTo>
                  <a:lnTo>
                    <a:pt x="168" y="6257"/>
                  </a:lnTo>
                  <a:lnTo>
                    <a:pt x="336" y="6236"/>
                  </a:lnTo>
                  <a:lnTo>
                    <a:pt x="210" y="6320"/>
                  </a:lnTo>
                  <a:lnTo>
                    <a:pt x="106" y="6445"/>
                  </a:lnTo>
                  <a:lnTo>
                    <a:pt x="85" y="6571"/>
                  </a:lnTo>
                  <a:lnTo>
                    <a:pt x="147" y="6592"/>
                  </a:lnTo>
                  <a:lnTo>
                    <a:pt x="336" y="6780"/>
                  </a:lnTo>
                  <a:lnTo>
                    <a:pt x="691" y="6906"/>
                  </a:lnTo>
                  <a:lnTo>
                    <a:pt x="817" y="6885"/>
                  </a:lnTo>
                  <a:lnTo>
                    <a:pt x="963" y="6885"/>
                  </a:lnTo>
                  <a:lnTo>
                    <a:pt x="1194" y="6780"/>
                  </a:lnTo>
                  <a:lnTo>
                    <a:pt x="1194" y="6738"/>
                  </a:lnTo>
                  <a:lnTo>
                    <a:pt x="1194" y="6697"/>
                  </a:lnTo>
                  <a:lnTo>
                    <a:pt x="1214" y="6697"/>
                  </a:lnTo>
                  <a:lnTo>
                    <a:pt x="1340" y="6738"/>
                  </a:lnTo>
                  <a:lnTo>
                    <a:pt x="1298" y="6843"/>
                  </a:lnTo>
                  <a:lnTo>
                    <a:pt x="1256" y="6843"/>
                  </a:lnTo>
                  <a:lnTo>
                    <a:pt x="1152" y="6989"/>
                  </a:lnTo>
                  <a:lnTo>
                    <a:pt x="1068" y="6989"/>
                  </a:lnTo>
                  <a:lnTo>
                    <a:pt x="838" y="7178"/>
                  </a:lnTo>
                  <a:lnTo>
                    <a:pt x="838" y="7220"/>
                  </a:lnTo>
                  <a:lnTo>
                    <a:pt x="754" y="7199"/>
                  </a:lnTo>
                  <a:lnTo>
                    <a:pt x="733" y="7199"/>
                  </a:lnTo>
                  <a:lnTo>
                    <a:pt x="650" y="7261"/>
                  </a:lnTo>
                  <a:lnTo>
                    <a:pt x="566" y="7220"/>
                  </a:lnTo>
                  <a:lnTo>
                    <a:pt x="566" y="7115"/>
                  </a:lnTo>
                  <a:lnTo>
                    <a:pt x="503" y="7115"/>
                  </a:lnTo>
                  <a:lnTo>
                    <a:pt x="461" y="7094"/>
                  </a:lnTo>
                  <a:lnTo>
                    <a:pt x="419" y="7094"/>
                  </a:lnTo>
                  <a:lnTo>
                    <a:pt x="398" y="7178"/>
                  </a:lnTo>
                  <a:lnTo>
                    <a:pt x="419" y="7261"/>
                  </a:lnTo>
                  <a:lnTo>
                    <a:pt x="650" y="7492"/>
                  </a:lnTo>
                  <a:lnTo>
                    <a:pt x="733" y="7533"/>
                  </a:lnTo>
                  <a:lnTo>
                    <a:pt x="775" y="7533"/>
                  </a:lnTo>
                  <a:lnTo>
                    <a:pt x="817" y="7575"/>
                  </a:lnTo>
                  <a:lnTo>
                    <a:pt x="984" y="7826"/>
                  </a:lnTo>
                  <a:lnTo>
                    <a:pt x="1403" y="8161"/>
                  </a:lnTo>
                  <a:lnTo>
                    <a:pt x="1612" y="8224"/>
                  </a:lnTo>
                  <a:lnTo>
                    <a:pt x="1779" y="8161"/>
                  </a:lnTo>
                  <a:lnTo>
                    <a:pt x="2072" y="7994"/>
                  </a:lnTo>
                  <a:lnTo>
                    <a:pt x="2261" y="7889"/>
                  </a:lnTo>
                  <a:lnTo>
                    <a:pt x="2261" y="7826"/>
                  </a:lnTo>
                  <a:lnTo>
                    <a:pt x="2344" y="7722"/>
                  </a:lnTo>
                  <a:lnTo>
                    <a:pt x="2386" y="7513"/>
                  </a:lnTo>
                  <a:lnTo>
                    <a:pt x="2302" y="7408"/>
                  </a:lnTo>
                  <a:lnTo>
                    <a:pt x="2386" y="7199"/>
                  </a:lnTo>
                  <a:lnTo>
                    <a:pt x="2386" y="7094"/>
                  </a:lnTo>
                  <a:lnTo>
                    <a:pt x="2407" y="7010"/>
                  </a:lnTo>
                  <a:lnTo>
                    <a:pt x="2428" y="7094"/>
                  </a:lnTo>
                  <a:lnTo>
                    <a:pt x="2595" y="7094"/>
                  </a:lnTo>
                  <a:lnTo>
                    <a:pt x="2637" y="7115"/>
                  </a:lnTo>
                  <a:lnTo>
                    <a:pt x="2742" y="7073"/>
                  </a:lnTo>
                  <a:lnTo>
                    <a:pt x="2721" y="7115"/>
                  </a:lnTo>
                  <a:lnTo>
                    <a:pt x="2616" y="7220"/>
                  </a:lnTo>
                  <a:lnTo>
                    <a:pt x="2533" y="7199"/>
                  </a:lnTo>
                  <a:lnTo>
                    <a:pt x="2512" y="7220"/>
                  </a:lnTo>
                  <a:lnTo>
                    <a:pt x="2491" y="7366"/>
                  </a:lnTo>
                  <a:lnTo>
                    <a:pt x="2533" y="7429"/>
                  </a:lnTo>
                  <a:lnTo>
                    <a:pt x="2533" y="7533"/>
                  </a:lnTo>
                  <a:lnTo>
                    <a:pt x="2595" y="7575"/>
                  </a:lnTo>
                  <a:lnTo>
                    <a:pt x="2742" y="7533"/>
                  </a:lnTo>
                  <a:lnTo>
                    <a:pt x="2826" y="7575"/>
                  </a:lnTo>
                  <a:lnTo>
                    <a:pt x="2742" y="7575"/>
                  </a:lnTo>
                  <a:lnTo>
                    <a:pt x="2700" y="7617"/>
                  </a:lnTo>
                  <a:lnTo>
                    <a:pt x="2554" y="7701"/>
                  </a:lnTo>
                  <a:lnTo>
                    <a:pt x="2616" y="7952"/>
                  </a:lnTo>
                  <a:lnTo>
                    <a:pt x="2700" y="8015"/>
                  </a:lnTo>
                  <a:lnTo>
                    <a:pt x="2742" y="8203"/>
                  </a:lnTo>
                  <a:lnTo>
                    <a:pt x="2742" y="8349"/>
                  </a:lnTo>
                  <a:lnTo>
                    <a:pt x="2700" y="8475"/>
                  </a:lnTo>
                  <a:lnTo>
                    <a:pt x="2700" y="8580"/>
                  </a:lnTo>
                  <a:lnTo>
                    <a:pt x="2784" y="8642"/>
                  </a:lnTo>
                  <a:lnTo>
                    <a:pt x="2700" y="8684"/>
                  </a:lnTo>
                  <a:lnTo>
                    <a:pt x="2721" y="8873"/>
                  </a:lnTo>
                  <a:lnTo>
                    <a:pt x="2867" y="9186"/>
                  </a:lnTo>
                  <a:lnTo>
                    <a:pt x="2909" y="9291"/>
                  </a:lnTo>
                  <a:lnTo>
                    <a:pt x="2951" y="9375"/>
                  </a:lnTo>
                  <a:lnTo>
                    <a:pt x="2867" y="9396"/>
                  </a:lnTo>
                  <a:lnTo>
                    <a:pt x="2867" y="9521"/>
                  </a:lnTo>
                  <a:lnTo>
                    <a:pt x="3035" y="9730"/>
                  </a:lnTo>
                  <a:lnTo>
                    <a:pt x="2909" y="9730"/>
                  </a:lnTo>
                  <a:lnTo>
                    <a:pt x="3035" y="9919"/>
                  </a:lnTo>
                  <a:lnTo>
                    <a:pt x="3035" y="10086"/>
                  </a:lnTo>
                  <a:lnTo>
                    <a:pt x="3265" y="10546"/>
                  </a:lnTo>
                  <a:lnTo>
                    <a:pt x="3265" y="10860"/>
                  </a:lnTo>
                  <a:lnTo>
                    <a:pt x="3370" y="11132"/>
                  </a:lnTo>
                  <a:lnTo>
                    <a:pt x="3453" y="11174"/>
                  </a:lnTo>
                  <a:lnTo>
                    <a:pt x="3495" y="11342"/>
                  </a:lnTo>
                  <a:lnTo>
                    <a:pt x="3579" y="11383"/>
                  </a:lnTo>
                  <a:lnTo>
                    <a:pt x="3579" y="11467"/>
                  </a:lnTo>
                  <a:lnTo>
                    <a:pt x="3704" y="11697"/>
                  </a:lnTo>
                  <a:lnTo>
                    <a:pt x="3767" y="11718"/>
                  </a:lnTo>
                  <a:lnTo>
                    <a:pt x="3767" y="11781"/>
                  </a:lnTo>
                  <a:lnTo>
                    <a:pt x="3893" y="11969"/>
                  </a:lnTo>
                  <a:lnTo>
                    <a:pt x="3955" y="11969"/>
                  </a:lnTo>
                  <a:lnTo>
                    <a:pt x="3955" y="12178"/>
                  </a:lnTo>
                  <a:lnTo>
                    <a:pt x="3997" y="12241"/>
                  </a:lnTo>
                  <a:lnTo>
                    <a:pt x="4081" y="12388"/>
                  </a:lnTo>
                  <a:lnTo>
                    <a:pt x="4102" y="12555"/>
                  </a:lnTo>
                  <a:lnTo>
                    <a:pt x="4207" y="12827"/>
                  </a:lnTo>
                  <a:lnTo>
                    <a:pt x="4269" y="12932"/>
                  </a:lnTo>
                  <a:lnTo>
                    <a:pt x="4290" y="13162"/>
                  </a:lnTo>
                  <a:lnTo>
                    <a:pt x="4332" y="13225"/>
                  </a:lnTo>
                  <a:lnTo>
                    <a:pt x="4416" y="13371"/>
                  </a:lnTo>
                  <a:lnTo>
                    <a:pt x="4583" y="13539"/>
                  </a:lnTo>
                  <a:lnTo>
                    <a:pt x="4604" y="13539"/>
                  </a:lnTo>
                  <a:lnTo>
                    <a:pt x="4709" y="13685"/>
                  </a:lnTo>
                  <a:lnTo>
                    <a:pt x="4876" y="13894"/>
                  </a:lnTo>
                  <a:lnTo>
                    <a:pt x="4939" y="14083"/>
                  </a:lnTo>
                  <a:lnTo>
                    <a:pt x="5002" y="14229"/>
                  </a:lnTo>
                  <a:lnTo>
                    <a:pt x="5043" y="14271"/>
                  </a:lnTo>
                  <a:lnTo>
                    <a:pt x="5043" y="14375"/>
                  </a:lnTo>
                  <a:lnTo>
                    <a:pt x="5169" y="14606"/>
                  </a:lnTo>
                  <a:lnTo>
                    <a:pt x="5232" y="14815"/>
                  </a:lnTo>
                  <a:lnTo>
                    <a:pt x="5232" y="15045"/>
                  </a:lnTo>
                  <a:lnTo>
                    <a:pt x="5441" y="15484"/>
                  </a:lnTo>
                  <a:lnTo>
                    <a:pt x="5629" y="15673"/>
                  </a:lnTo>
                  <a:lnTo>
                    <a:pt x="5776" y="15798"/>
                  </a:lnTo>
                  <a:lnTo>
                    <a:pt x="5985" y="15840"/>
                  </a:lnTo>
                  <a:lnTo>
                    <a:pt x="6194" y="15673"/>
                  </a:lnTo>
                  <a:lnTo>
                    <a:pt x="6257" y="15547"/>
                  </a:lnTo>
                  <a:lnTo>
                    <a:pt x="6215" y="15484"/>
                  </a:lnTo>
                  <a:lnTo>
                    <a:pt x="6257" y="15464"/>
                  </a:lnTo>
                  <a:lnTo>
                    <a:pt x="6278" y="15422"/>
                  </a:lnTo>
                  <a:lnTo>
                    <a:pt x="6320" y="15317"/>
                  </a:lnTo>
                  <a:lnTo>
                    <a:pt x="6529" y="15212"/>
                  </a:lnTo>
                  <a:lnTo>
                    <a:pt x="6571" y="15212"/>
                  </a:lnTo>
                  <a:lnTo>
                    <a:pt x="6822" y="15129"/>
                  </a:lnTo>
                  <a:lnTo>
                    <a:pt x="6906" y="15150"/>
                  </a:lnTo>
                  <a:lnTo>
                    <a:pt x="6717" y="15045"/>
                  </a:lnTo>
                  <a:lnTo>
                    <a:pt x="6696" y="14961"/>
                  </a:lnTo>
                  <a:lnTo>
                    <a:pt x="6738" y="14919"/>
                  </a:lnTo>
                  <a:lnTo>
                    <a:pt x="6906" y="14710"/>
                  </a:lnTo>
                  <a:lnTo>
                    <a:pt x="6885" y="14647"/>
                  </a:lnTo>
                  <a:lnTo>
                    <a:pt x="6927" y="14543"/>
                  </a:lnTo>
                  <a:lnTo>
                    <a:pt x="7094" y="14522"/>
                  </a:lnTo>
                  <a:lnTo>
                    <a:pt x="7136" y="14543"/>
                  </a:lnTo>
                  <a:lnTo>
                    <a:pt x="7261" y="14522"/>
                  </a:lnTo>
                  <a:lnTo>
                    <a:pt x="7261" y="14375"/>
                  </a:lnTo>
                  <a:lnTo>
                    <a:pt x="7220" y="13894"/>
                  </a:lnTo>
                  <a:lnTo>
                    <a:pt x="7157" y="13811"/>
                  </a:lnTo>
                  <a:lnTo>
                    <a:pt x="7157" y="13580"/>
                  </a:lnTo>
                  <a:lnTo>
                    <a:pt x="7303" y="13329"/>
                  </a:lnTo>
                  <a:lnTo>
                    <a:pt x="7429" y="12953"/>
                  </a:lnTo>
                  <a:lnTo>
                    <a:pt x="7429" y="12660"/>
                  </a:lnTo>
                  <a:lnTo>
                    <a:pt x="7261" y="12618"/>
                  </a:lnTo>
                  <a:lnTo>
                    <a:pt x="7261" y="12178"/>
                  </a:lnTo>
                  <a:lnTo>
                    <a:pt x="7240" y="12011"/>
                  </a:lnTo>
                  <a:lnTo>
                    <a:pt x="7345" y="11906"/>
                  </a:lnTo>
                  <a:lnTo>
                    <a:pt x="7240" y="11614"/>
                  </a:lnTo>
                  <a:lnTo>
                    <a:pt x="7240" y="11404"/>
                  </a:lnTo>
                  <a:lnTo>
                    <a:pt x="7303" y="11300"/>
                  </a:lnTo>
                  <a:lnTo>
                    <a:pt x="7492" y="11132"/>
                  </a:lnTo>
                  <a:lnTo>
                    <a:pt x="7533" y="11132"/>
                  </a:lnTo>
                  <a:lnTo>
                    <a:pt x="7617" y="11195"/>
                  </a:lnTo>
                  <a:lnTo>
                    <a:pt x="7680" y="11237"/>
                  </a:lnTo>
                  <a:lnTo>
                    <a:pt x="7847" y="11028"/>
                  </a:lnTo>
                  <a:lnTo>
                    <a:pt x="7847" y="10881"/>
                  </a:lnTo>
                  <a:lnTo>
                    <a:pt x="7952" y="10818"/>
                  </a:lnTo>
                  <a:lnTo>
                    <a:pt x="8203" y="10839"/>
                  </a:lnTo>
                  <a:lnTo>
                    <a:pt x="8349" y="10756"/>
                  </a:lnTo>
                  <a:lnTo>
                    <a:pt x="8454" y="10609"/>
                  </a:lnTo>
                  <a:lnTo>
                    <a:pt x="8412" y="10463"/>
                  </a:lnTo>
                  <a:lnTo>
                    <a:pt x="8454" y="10358"/>
                  </a:lnTo>
                  <a:lnTo>
                    <a:pt x="8600" y="10212"/>
                  </a:lnTo>
                  <a:lnTo>
                    <a:pt x="8810" y="10149"/>
                  </a:lnTo>
                  <a:lnTo>
                    <a:pt x="8935" y="10023"/>
                  </a:lnTo>
                  <a:lnTo>
                    <a:pt x="9019" y="9877"/>
                  </a:lnTo>
                  <a:lnTo>
                    <a:pt x="9542" y="9479"/>
                  </a:lnTo>
                  <a:lnTo>
                    <a:pt x="9626" y="9186"/>
                  </a:lnTo>
                  <a:lnTo>
                    <a:pt x="10023" y="8852"/>
                  </a:lnTo>
                  <a:lnTo>
                    <a:pt x="9961" y="8831"/>
                  </a:lnTo>
                  <a:lnTo>
                    <a:pt x="9940" y="8852"/>
                  </a:lnTo>
                  <a:lnTo>
                    <a:pt x="9856" y="8893"/>
                  </a:lnTo>
                  <a:lnTo>
                    <a:pt x="9877" y="8747"/>
                  </a:lnTo>
                  <a:lnTo>
                    <a:pt x="9940" y="8747"/>
                  </a:lnTo>
                  <a:lnTo>
                    <a:pt x="10044" y="8663"/>
                  </a:lnTo>
                  <a:lnTo>
                    <a:pt x="10065" y="8663"/>
                  </a:lnTo>
                  <a:lnTo>
                    <a:pt x="10086" y="8684"/>
                  </a:lnTo>
                  <a:lnTo>
                    <a:pt x="10086" y="8747"/>
                  </a:lnTo>
                  <a:lnTo>
                    <a:pt x="10149" y="8789"/>
                  </a:lnTo>
                  <a:lnTo>
                    <a:pt x="10463" y="8621"/>
                  </a:lnTo>
                  <a:lnTo>
                    <a:pt x="10463" y="8559"/>
                  </a:lnTo>
                  <a:lnTo>
                    <a:pt x="10672" y="8412"/>
                  </a:lnTo>
                  <a:lnTo>
                    <a:pt x="10630" y="8329"/>
                  </a:lnTo>
                  <a:lnTo>
                    <a:pt x="10714" y="8329"/>
                  </a:lnTo>
                  <a:lnTo>
                    <a:pt x="10756" y="8224"/>
                  </a:lnTo>
                  <a:lnTo>
                    <a:pt x="10881" y="8119"/>
                  </a:lnTo>
                  <a:lnTo>
                    <a:pt x="10818" y="8098"/>
                  </a:lnTo>
                  <a:lnTo>
                    <a:pt x="10860" y="8057"/>
                  </a:lnTo>
                  <a:lnTo>
                    <a:pt x="10777" y="7931"/>
                  </a:lnTo>
                  <a:lnTo>
                    <a:pt x="10777" y="7847"/>
                  </a:lnTo>
                  <a:lnTo>
                    <a:pt x="10818" y="7743"/>
                  </a:lnTo>
                  <a:lnTo>
                    <a:pt x="10860" y="7680"/>
                  </a:lnTo>
                  <a:lnTo>
                    <a:pt x="10902" y="7617"/>
                  </a:lnTo>
                  <a:lnTo>
                    <a:pt x="11279" y="7492"/>
                  </a:lnTo>
                  <a:lnTo>
                    <a:pt x="11341" y="7387"/>
                  </a:lnTo>
                  <a:lnTo>
                    <a:pt x="11341" y="7303"/>
                  </a:lnTo>
                  <a:lnTo>
                    <a:pt x="11404" y="7220"/>
                  </a:lnTo>
                  <a:lnTo>
                    <a:pt x="11425" y="7178"/>
                  </a:lnTo>
                  <a:lnTo>
                    <a:pt x="11383" y="7115"/>
                  </a:lnTo>
                  <a:lnTo>
                    <a:pt x="11321" y="7115"/>
                  </a:lnTo>
                  <a:lnTo>
                    <a:pt x="11300" y="7073"/>
                  </a:lnTo>
                  <a:lnTo>
                    <a:pt x="11404" y="7073"/>
                  </a:lnTo>
                  <a:lnTo>
                    <a:pt x="11488" y="7157"/>
                  </a:lnTo>
                  <a:lnTo>
                    <a:pt x="11488" y="7261"/>
                  </a:lnTo>
                  <a:lnTo>
                    <a:pt x="11509" y="7387"/>
                  </a:lnTo>
                  <a:lnTo>
                    <a:pt x="11593" y="7408"/>
                  </a:lnTo>
                  <a:lnTo>
                    <a:pt x="11676" y="7408"/>
                  </a:lnTo>
                  <a:lnTo>
                    <a:pt x="11718" y="7366"/>
                  </a:lnTo>
                  <a:lnTo>
                    <a:pt x="11739" y="7387"/>
                  </a:lnTo>
                  <a:lnTo>
                    <a:pt x="11739" y="7324"/>
                  </a:lnTo>
                  <a:lnTo>
                    <a:pt x="11760" y="7282"/>
                  </a:lnTo>
                  <a:lnTo>
                    <a:pt x="11802" y="7324"/>
                  </a:lnTo>
                  <a:lnTo>
                    <a:pt x="11823" y="7492"/>
                  </a:lnTo>
                  <a:lnTo>
                    <a:pt x="11906" y="7513"/>
                  </a:lnTo>
                  <a:lnTo>
                    <a:pt x="11906" y="7429"/>
                  </a:lnTo>
                  <a:lnTo>
                    <a:pt x="11969" y="7533"/>
                  </a:lnTo>
                  <a:lnTo>
                    <a:pt x="12032" y="7429"/>
                  </a:lnTo>
                  <a:lnTo>
                    <a:pt x="11969" y="7303"/>
                  </a:lnTo>
                  <a:lnTo>
                    <a:pt x="12011" y="7303"/>
                  </a:lnTo>
                  <a:lnTo>
                    <a:pt x="11969" y="7115"/>
                  </a:lnTo>
                  <a:lnTo>
                    <a:pt x="11948" y="7010"/>
                  </a:lnTo>
                  <a:lnTo>
                    <a:pt x="11948" y="6864"/>
                  </a:lnTo>
                  <a:lnTo>
                    <a:pt x="11760" y="6634"/>
                  </a:lnTo>
                  <a:lnTo>
                    <a:pt x="11739" y="6445"/>
                  </a:lnTo>
                  <a:lnTo>
                    <a:pt x="11760" y="6341"/>
                  </a:lnTo>
                  <a:lnTo>
                    <a:pt x="11718" y="6215"/>
                  </a:lnTo>
                  <a:lnTo>
                    <a:pt x="11718" y="6027"/>
                  </a:lnTo>
                  <a:lnTo>
                    <a:pt x="11551" y="5839"/>
                  </a:lnTo>
                  <a:lnTo>
                    <a:pt x="11425" y="5797"/>
                  </a:lnTo>
                  <a:lnTo>
                    <a:pt x="11300" y="5629"/>
                  </a:lnTo>
                  <a:lnTo>
                    <a:pt x="11300" y="5399"/>
                  </a:lnTo>
                  <a:lnTo>
                    <a:pt x="11404" y="5378"/>
                  </a:lnTo>
                  <a:lnTo>
                    <a:pt x="11446" y="5211"/>
                  </a:lnTo>
                  <a:lnTo>
                    <a:pt x="11530" y="5169"/>
                  </a:lnTo>
                  <a:lnTo>
                    <a:pt x="11613" y="5190"/>
                  </a:lnTo>
                  <a:lnTo>
                    <a:pt x="11676" y="5127"/>
                  </a:lnTo>
                  <a:lnTo>
                    <a:pt x="11634" y="4981"/>
                  </a:lnTo>
                  <a:lnTo>
                    <a:pt x="11655" y="4918"/>
                  </a:lnTo>
                  <a:lnTo>
                    <a:pt x="11530" y="4897"/>
                  </a:lnTo>
                  <a:lnTo>
                    <a:pt x="11425" y="4960"/>
                  </a:lnTo>
                  <a:lnTo>
                    <a:pt x="11132" y="4855"/>
                  </a:lnTo>
                  <a:lnTo>
                    <a:pt x="11153" y="4709"/>
                  </a:lnTo>
                  <a:lnTo>
                    <a:pt x="11279" y="4583"/>
                  </a:lnTo>
                  <a:lnTo>
                    <a:pt x="11321" y="4437"/>
                  </a:lnTo>
                  <a:lnTo>
                    <a:pt x="11279" y="4374"/>
                  </a:lnTo>
                  <a:lnTo>
                    <a:pt x="11279" y="4290"/>
                  </a:lnTo>
                  <a:lnTo>
                    <a:pt x="11321" y="4290"/>
                  </a:lnTo>
                  <a:lnTo>
                    <a:pt x="11341" y="4228"/>
                  </a:lnTo>
                  <a:lnTo>
                    <a:pt x="11404" y="4269"/>
                  </a:lnTo>
                  <a:lnTo>
                    <a:pt x="11488" y="4374"/>
                  </a:lnTo>
                  <a:lnTo>
                    <a:pt x="11488" y="4437"/>
                  </a:lnTo>
                  <a:lnTo>
                    <a:pt x="11551" y="4541"/>
                  </a:lnTo>
                  <a:lnTo>
                    <a:pt x="11676" y="4562"/>
                  </a:lnTo>
                  <a:lnTo>
                    <a:pt x="11739" y="4541"/>
                  </a:lnTo>
                  <a:lnTo>
                    <a:pt x="11655" y="4479"/>
                  </a:lnTo>
                  <a:lnTo>
                    <a:pt x="11676" y="4395"/>
                  </a:lnTo>
                  <a:lnTo>
                    <a:pt x="11739" y="4395"/>
                  </a:lnTo>
                  <a:lnTo>
                    <a:pt x="11823" y="4479"/>
                  </a:lnTo>
                  <a:lnTo>
                    <a:pt x="11865" y="4541"/>
                  </a:lnTo>
                  <a:lnTo>
                    <a:pt x="11969" y="4583"/>
                  </a:lnTo>
                  <a:lnTo>
                    <a:pt x="12011" y="4541"/>
                  </a:lnTo>
                  <a:lnTo>
                    <a:pt x="12053" y="4541"/>
                  </a:lnTo>
                  <a:lnTo>
                    <a:pt x="12137" y="4667"/>
                  </a:lnTo>
                  <a:lnTo>
                    <a:pt x="12158" y="4792"/>
                  </a:lnTo>
                  <a:lnTo>
                    <a:pt x="12158" y="4876"/>
                  </a:lnTo>
                  <a:lnTo>
                    <a:pt x="12199" y="5002"/>
                  </a:lnTo>
                  <a:lnTo>
                    <a:pt x="12199" y="5085"/>
                  </a:lnTo>
                  <a:lnTo>
                    <a:pt x="12325" y="5127"/>
                  </a:lnTo>
                  <a:lnTo>
                    <a:pt x="12430" y="5106"/>
                  </a:lnTo>
                  <a:lnTo>
                    <a:pt x="12555" y="5169"/>
                  </a:lnTo>
                  <a:lnTo>
                    <a:pt x="12911" y="5169"/>
                  </a:lnTo>
                  <a:lnTo>
                    <a:pt x="13099" y="5190"/>
                  </a:lnTo>
                  <a:lnTo>
                    <a:pt x="13308" y="5169"/>
                  </a:lnTo>
                  <a:lnTo>
                    <a:pt x="13392" y="5169"/>
                  </a:lnTo>
                  <a:lnTo>
                    <a:pt x="13434" y="5190"/>
                  </a:lnTo>
                  <a:lnTo>
                    <a:pt x="13497" y="5169"/>
                  </a:lnTo>
                  <a:lnTo>
                    <a:pt x="13601" y="5274"/>
                  </a:lnTo>
                  <a:lnTo>
                    <a:pt x="13643" y="5295"/>
                  </a:lnTo>
                  <a:lnTo>
                    <a:pt x="13601" y="5420"/>
                  </a:lnTo>
                  <a:lnTo>
                    <a:pt x="13580" y="5546"/>
                  </a:lnTo>
                  <a:lnTo>
                    <a:pt x="13497" y="5755"/>
                  </a:lnTo>
                  <a:lnTo>
                    <a:pt x="13434" y="5797"/>
                  </a:lnTo>
                  <a:lnTo>
                    <a:pt x="13434" y="5860"/>
                  </a:lnTo>
                  <a:lnTo>
                    <a:pt x="13392" y="5922"/>
                  </a:lnTo>
                  <a:lnTo>
                    <a:pt x="13308" y="5922"/>
                  </a:lnTo>
                  <a:lnTo>
                    <a:pt x="13287" y="5860"/>
                  </a:lnTo>
                  <a:lnTo>
                    <a:pt x="13183" y="5943"/>
                  </a:lnTo>
                  <a:lnTo>
                    <a:pt x="13162" y="6027"/>
                  </a:lnTo>
                  <a:lnTo>
                    <a:pt x="13099" y="6048"/>
                  </a:lnTo>
                  <a:lnTo>
                    <a:pt x="13099" y="6132"/>
                  </a:lnTo>
                  <a:lnTo>
                    <a:pt x="13162" y="6278"/>
                  </a:lnTo>
                  <a:lnTo>
                    <a:pt x="13225" y="6341"/>
                  </a:lnTo>
                  <a:lnTo>
                    <a:pt x="13225" y="6383"/>
                  </a:lnTo>
                  <a:lnTo>
                    <a:pt x="13329" y="6487"/>
                  </a:lnTo>
                  <a:lnTo>
                    <a:pt x="13413" y="6592"/>
                  </a:lnTo>
                  <a:lnTo>
                    <a:pt x="13497" y="6592"/>
                  </a:lnTo>
                  <a:lnTo>
                    <a:pt x="13497" y="6529"/>
                  </a:lnTo>
                  <a:lnTo>
                    <a:pt x="13476" y="6466"/>
                  </a:lnTo>
                  <a:lnTo>
                    <a:pt x="13518" y="6383"/>
                  </a:lnTo>
                  <a:lnTo>
                    <a:pt x="13518" y="6341"/>
                  </a:lnTo>
                  <a:lnTo>
                    <a:pt x="13538" y="6278"/>
                  </a:lnTo>
                  <a:lnTo>
                    <a:pt x="13518" y="6236"/>
                  </a:lnTo>
                  <a:lnTo>
                    <a:pt x="13580" y="6173"/>
                  </a:lnTo>
                  <a:lnTo>
                    <a:pt x="13643" y="6236"/>
                  </a:lnTo>
                  <a:lnTo>
                    <a:pt x="13727" y="6236"/>
                  </a:lnTo>
                  <a:lnTo>
                    <a:pt x="13769" y="6278"/>
                  </a:lnTo>
                  <a:lnTo>
                    <a:pt x="13831" y="6362"/>
                  </a:lnTo>
                  <a:lnTo>
                    <a:pt x="13852" y="6529"/>
                  </a:lnTo>
                  <a:lnTo>
                    <a:pt x="13852" y="6655"/>
                  </a:lnTo>
                  <a:lnTo>
                    <a:pt x="13915" y="6738"/>
                  </a:lnTo>
                  <a:lnTo>
                    <a:pt x="13936" y="6969"/>
                  </a:lnTo>
                  <a:lnTo>
                    <a:pt x="13999" y="7115"/>
                  </a:lnTo>
                  <a:lnTo>
                    <a:pt x="14020" y="7199"/>
                  </a:lnTo>
                  <a:lnTo>
                    <a:pt x="14041" y="7261"/>
                  </a:lnTo>
                  <a:lnTo>
                    <a:pt x="14041" y="7303"/>
                  </a:lnTo>
                  <a:lnTo>
                    <a:pt x="14062" y="7366"/>
                  </a:lnTo>
                  <a:lnTo>
                    <a:pt x="14103" y="7387"/>
                  </a:lnTo>
                  <a:lnTo>
                    <a:pt x="14103" y="7303"/>
                  </a:lnTo>
                  <a:lnTo>
                    <a:pt x="14124" y="7199"/>
                  </a:lnTo>
                  <a:lnTo>
                    <a:pt x="14166" y="7220"/>
                  </a:lnTo>
                  <a:lnTo>
                    <a:pt x="14250" y="7199"/>
                  </a:lnTo>
                  <a:lnTo>
                    <a:pt x="14292" y="6989"/>
                  </a:lnTo>
                  <a:lnTo>
                    <a:pt x="14271" y="6885"/>
                  </a:lnTo>
                  <a:lnTo>
                    <a:pt x="14292" y="6759"/>
                  </a:lnTo>
                  <a:lnTo>
                    <a:pt x="14271" y="6592"/>
                  </a:lnTo>
                  <a:lnTo>
                    <a:pt x="14417" y="6592"/>
                  </a:lnTo>
                  <a:lnTo>
                    <a:pt x="14417" y="6383"/>
                  </a:lnTo>
                  <a:lnTo>
                    <a:pt x="14417" y="6257"/>
                  </a:lnTo>
                  <a:lnTo>
                    <a:pt x="14354" y="5964"/>
                  </a:lnTo>
                  <a:lnTo>
                    <a:pt x="14459" y="5964"/>
                  </a:lnTo>
                  <a:lnTo>
                    <a:pt x="14564" y="6006"/>
                  </a:lnTo>
                  <a:lnTo>
                    <a:pt x="14731" y="6006"/>
                  </a:lnTo>
                  <a:lnTo>
                    <a:pt x="14794" y="5797"/>
                  </a:lnTo>
                  <a:lnTo>
                    <a:pt x="14857" y="5546"/>
                  </a:lnTo>
                  <a:lnTo>
                    <a:pt x="14982" y="5232"/>
                  </a:lnTo>
                  <a:lnTo>
                    <a:pt x="14857" y="5190"/>
                  </a:lnTo>
                  <a:lnTo>
                    <a:pt x="14857" y="5085"/>
                  </a:lnTo>
                  <a:lnTo>
                    <a:pt x="15003" y="4813"/>
                  </a:lnTo>
                  <a:lnTo>
                    <a:pt x="15087" y="4583"/>
                  </a:lnTo>
                  <a:lnTo>
                    <a:pt x="15045" y="4541"/>
                  </a:lnTo>
                  <a:lnTo>
                    <a:pt x="15066" y="4374"/>
                  </a:lnTo>
                  <a:lnTo>
                    <a:pt x="15254" y="4081"/>
                  </a:lnTo>
                  <a:lnTo>
                    <a:pt x="15380" y="4039"/>
                  </a:lnTo>
                  <a:lnTo>
                    <a:pt x="15505" y="3872"/>
                  </a:lnTo>
                  <a:lnTo>
                    <a:pt x="15568" y="3725"/>
                  </a:lnTo>
                  <a:lnTo>
                    <a:pt x="15777" y="3663"/>
                  </a:lnTo>
                  <a:lnTo>
                    <a:pt x="15924" y="3558"/>
                  </a:lnTo>
                  <a:lnTo>
                    <a:pt x="16007" y="3642"/>
                  </a:lnTo>
                  <a:lnTo>
                    <a:pt x="16133" y="3704"/>
                  </a:lnTo>
                  <a:lnTo>
                    <a:pt x="16112" y="3600"/>
                  </a:lnTo>
                  <a:lnTo>
                    <a:pt x="16112" y="3432"/>
                  </a:lnTo>
                  <a:lnTo>
                    <a:pt x="16217" y="3328"/>
                  </a:lnTo>
                  <a:lnTo>
                    <a:pt x="16196" y="3244"/>
                  </a:lnTo>
                  <a:lnTo>
                    <a:pt x="16154" y="3223"/>
                  </a:lnTo>
                  <a:lnTo>
                    <a:pt x="16091" y="3119"/>
                  </a:lnTo>
                  <a:lnTo>
                    <a:pt x="15987" y="3077"/>
                  </a:lnTo>
                  <a:lnTo>
                    <a:pt x="15903" y="3119"/>
                  </a:lnTo>
                  <a:lnTo>
                    <a:pt x="15777" y="3098"/>
                  </a:lnTo>
                  <a:lnTo>
                    <a:pt x="15735" y="2993"/>
                  </a:lnTo>
                  <a:lnTo>
                    <a:pt x="15840" y="2888"/>
                  </a:lnTo>
                  <a:lnTo>
                    <a:pt x="15840" y="2805"/>
                  </a:lnTo>
                  <a:lnTo>
                    <a:pt x="15777" y="2700"/>
                  </a:lnTo>
                  <a:lnTo>
                    <a:pt x="15735" y="2616"/>
                  </a:lnTo>
                  <a:lnTo>
                    <a:pt x="15673" y="2658"/>
                  </a:lnTo>
                  <a:lnTo>
                    <a:pt x="15589" y="2658"/>
                  </a:lnTo>
                  <a:lnTo>
                    <a:pt x="15526" y="2575"/>
                  </a:lnTo>
                  <a:lnTo>
                    <a:pt x="15610" y="2407"/>
                  </a:lnTo>
                  <a:lnTo>
                    <a:pt x="15589" y="2365"/>
                  </a:lnTo>
                  <a:lnTo>
                    <a:pt x="15505" y="2365"/>
                  </a:lnTo>
                  <a:lnTo>
                    <a:pt x="15463" y="2282"/>
                  </a:lnTo>
                  <a:lnTo>
                    <a:pt x="15380" y="2261"/>
                  </a:lnTo>
                  <a:lnTo>
                    <a:pt x="15108" y="2407"/>
                  </a:lnTo>
                  <a:lnTo>
                    <a:pt x="15150" y="2512"/>
                  </a:lnTo>
                  <a:lnTo>
                    <a:pt x="15066" y="2575"/>
                  </a:lnTo>
                  <a:lnTo>
                    <a:pt x="14857" y="2491"/>
                  </a:lnTo>
                  <a:lnTo>
                    <a:pt x="14689" y="2554"/>
                  </a:lnTo>
                  <a:lnTo>
                    <a:pt x="14585" y="2386"/>
                  </a:lnTo>
                  <a:lnTo>
                    <a:pt x="14459" y="2491"/>
                  </a:lnTo>
                  <a:lnTo>
                    <a:pt x="14375" y="2491"/>
                  </a:lnTo>
                  <a:lnTo>
                    <a:pt x="14375" y="2616"/>
                  </a:lnTo>
                  <a:lnTo>
                    <a:pt x="14271" y="2784"/>
                  </a:lnTo>
                  <a:lnTo>
                    <a:pt x="14041" y="2826"/>
                  </a:lnTo>
                  <a:lnTo>
                    <a:pt x="13936" y="2867"/>
                  </a:lnTo>
                  <a:lnTo>
                    <a:pt x="13831" y="2972"/>
                  </a:lnTo>
                  <a:lnTo>
                    <a:pt x="13769" y="3098"/>
                  </a:lnTo>
                  <a:lnTo>
                    <a:pt x="13685" y="3119"/>
                  </a:lnTo>
                  <a:lnTo>
                    <a:pt x="13685" y="3202"/>
                  </a:lnTo>
                  <a:lnTo>
                    <a:pt x="13580" y="3181"/>
                  </a:lnTo>
                  <a:lnTo>
                    <a:pt x="13497" y="3223"/>
                  </a:lnTo>
                  <a:lnTo>
                    <a:pt x="13434" y="3391"/>
                  </a:lnTo>
                  <a:lnTo>
                    <a:pt x="13329" y="3391"/>
                  </a:lnTo>
                  <a:lnTo>
                    <a:pt x="13120" y="3432"/>
                  </a:lnTo>
                  <a:lnTo>
                    <a:pt x="13057" y="3432"/>
                  </a:lnTo>
                  <a:lnTo>
                    <a:pt x="13015" y="3600"/>
                  </a:lnTo>
                  <a:lnTo>
                    <a:pt x="13015" y="3704"/>
                  </a:lnTo>
                  <a:lnTo>
                    <a:pt x="13204" y="3767"/>
                  </a:lnTo>
                  <a:lnTo>
                    <a:pt x="13204" y="3935"/>
                  </a:lnTo>
                  <a:lnTo>
                    <a:pt x="13204" y="4039"/>
                  </a:lnTo>
                  <a:lnTo>
                    <a:pt x="12974" y="4123"/>
                  </a:lnTo>
                  <a:lnTo>
                    <a:pt x="12806" y="4081"/>
                  </a:lnTo>
                  <a:lnTo>
                    <a:pt x="12597" y="4144"/>
                  </a:lnTo>
                  <a:lnTo>
                    <a:pt x="12492" y="4081"/>
                  </a:lnTo>
                  <a:lnTo>
                    <a:pt x="12367" y="4123"/>
                  </a:lnTo>
                  <a:lnTo>
                    <a:pt x="12262" y="4248"/>
                  </a:lnTo>
                  <a:lnTo>
                    <a:pt x="12116" y="4248"/>
                  </a:lnTo>
                  <a:lnTo>
                    <a:pt x="11823" y="4081"/>
                  </a:lnTo>
                  <a:lnTo>
                    <a:pt x="11739" y="4144"/>
                  </a:lnTo>
                  <a:lnTo>
                    <a:pt x="11530" y="4123"/>
                  </a:lnTo>
                  <a:lnTo>
                    <a:pt x="11425" y="3935"/>
                  </a:lnTo>
                  <a:lnTo>
                    <a:pt x="11488" y="3830"/>
                  </a:lnTo>
                  <a:lnTo>
                    <a:pt x="11488" y="3704"/>
                  </a:lnTo>
                  <a:lnTo>
                    <a:pt x="11383" y="3621"/>
                  </a:lnTo>
                  <a:lnTo>
                    <a:pt x="11341" y="3453"/>
                  </a:lnTo>
                  <a:lnTo>
                    <a:pt x="11300" y="3349"/>
                  </a:lnTo>
                  <a:lnTo>
                    <a:pt x="11153" y="3349"/>
                  </a:lnTo>
                  <a:lnTo>
                    <a:pt x="11069" y="3453"/>
                  </a:lnTo>
                  <a:lnTo>
                    <a:pt x="11028" y="3453"/>
                  </a:lnTo>
                  <a:lnTo>
                    <a:pt x="11090" y="3600"/>
                  </a:lnTo>
                  <a:lnTo>
                    <a:pt x="11028" y="3851"/>
                  </a:lnTo>
                  <a:lnTo>
                    <a:pt x="11132" y="4081"/>
                  </a:lnTo>
                  <a:lnTo>
                    <a:pt x="11090" y="4353"/>
                  </a:lnTo>
                  <a:lnTo>
                    <a:pt x="10756" y="4437"/>
                  </a:lnTo>
                  <a:lnTo>
                    <a:pt x="10505" y="4290"/>
                  </a:lnTo>
                  <a:lnTo>
                    <a:pt x="10400" y="4374"/>
                  </a:lnTo>
                  <a:lnTo>
                    <a:pt x="9919" y="4186"/>
                  </a:lnTo>
                  <a:lnTo>
                    <a:pt x="9709" y="4186"/>
                  </a:lnTo>
                  <a:lnTo>
                    <a:pt x="9584" y="4248"/>
                  </a:lnTo>
                  <a:lnTo>
                    <a:pt x="9291" y="4165"/>
                  </a:lnTo>
                  <a:lnTo>
                    <a:pt x="9124" y="4039"/>
                  </a:lnTo>
                  <a:lnTo>
                    <a:pt x="9103" y="3872"/>
                  </a:lnTo>
                  <a:lnTo>
                    <a:pt x="8810" y="3830"/>
                  </a:lnTo>
                  <a:lnTo>
                    <a:pt x="8517" y="3914"/>
                  </a:lnTo>
                  <a:lnTo>
                    <a:pt x="8412" y="3830"/>
                  </a:lnTo>
                  <a:lnTo>
                    <a:pt x="8140" y="3830"/>
                  </a:lnTo>
                  <a:lnTo>
                    <a:pt x="7952" y="3725"/>
                  </a:lnTo>
                  <a:lnTo>
                    <a:pt x="7784" y="3725"/>
                  </a:lnTo>
                  <a:lnTo>
                    <a:pt x="7680" y="3642"/>
                  </a:lnTo>
                  <a:lnTo>
                    <a:pt x="7450" y="3600"/>
                  </a:lnTo>
                  <a:lnTo>
                    <a:pt x="7261" y="3391"/>
                  </a:lnTo>
                  <a:lnTo>
                    <a:pt x="7010" y="3202"/>
                  </a:lnTo>
                  <a:lnTo>
                    <a:pt x="6801" y="3139"/>
                  </a:lnTo>
                  <a:lnTo>
                    <a:pt x="6717" y="3077"/>
                  </a:lnTo>
                  <a:lnTo>
                    <a:pt x="6613" y="3077"/>
                  </a:lnTo>
                  <a:lnTo>
                    <a:pt x="6508" y="2993"/>
                  </a:lnTo>
                  <a:lnTo>
                    <a:pt x="6383" y="2972"/>
                  </a:lnTo>
                  <a:lnTo>
                    <a:pt x="6362" y="2826"/>
                  </a:lnTo>
                  <a:lnTo>
                    <a:pt x="6487" y="2616"/>
                  </a:lnTo>
                  <a:lnTo>
                    <a:pt x="6487" y="2449"/>
                  </a:lnTo>
                  <a:lnTo>
                    <a:pt x="6571" y="2135"/>
                  </a:lnTo>
                  <a:lnTo>
                    <a:pt x="6571" y="1926"/>
                  </a:lnTo>
                  <a:lnTo>
                    <a:pt x="6529" y="1947"/>
                  </a:lnTo>
                  <a:lnTo>
                    <a:pt x="6508" y="1842"/>
                  </a:lnTo>
                  <a:lnTo>
                    <a:pt x="6404" y="1842"/>
                  </a:lnTo>
                  <a:lnTo>
                    <a:pt x="6320" y="1675"/>
                  </a:lnTo>
                  <a:lnTo>
                    <a:pt x="6257" y="1654"/>
                  </a:lnTo>
                  <a:lnTo>
                    <a:pt x="6152" y="1549"/>
                  </a:lnTo>
                  <a:lnTo>
                    <a:pt x="6006" y="1528"/>
                  </a:lnTo>
                  <a:lnTo>
                    <a:pt x="5964" y="1445"/>
                  </a:lnTo>
                  <a:lnTo>
                    <a:pt x="5839" y="1445"/>
                  </a:lnTo>
                  <a:lnTo>
                    <a:pt x="5755" y="1549"/>
                  </a:lnTo>
                  <a:lnTo>
                    <a:pt x="5629" y="1507"/>
                  </a:lnTo>
                  <a:lnTo>
                    <a:pt x="5587" y="1361"/>
                  </a:lnTo>
                  <a:lnTo>
                    <a:pt x="5546" y="1361"/>
                  </a:lnTo>
                  <a:lnTo>
                    <a:pt x="5546" y="1256"/>
                  </a:lnTo>
                  <a:lnTo>
                    <a:pt x="5462" y="1152"/>
                  </a:lnTo>
                  <a:lnTo>
                    <a:pt x="5399" y="1131"/>
                  </a:lnTo>
                  <a:lnTo>
                    <a:pt x="5441" y="1047"/>
                  </a:lnTo>
                  <a:lnTo>
                    <a:pt x="5378" y="943"/>
                  </a:lnTo>
                  <a:lnTo>
                    <a:pt x="5399" y="712"/>
                  </a:lnTo>
                  <a:lnTo>
                    <a:pt x="5253" y="629"/>
                  </a:lnTo>
                  <a:lnTo>
                    <a:pt x="5232" y="566"/>
                  </a:lnTo>
                  <a:lnTo>
                    <a:pt x="5211" y="482"/>
                  </a:lnTo>
                  <a:lnTo>
                    <a:pt x="4960" y="357"/>
                  </a:lnTo>
                  <a:lnTo>
                    <a:pt x="4813" y="357"/>
                  </a:lnTo>
                  <a:lnTo>
                    <a:pt x="4751" y="189"/>
                  </a:lnTo>
                  <a:lnTo>
                    <a:pt x="4604" y="106"/>
                  </a:lnTo>
                  <a:lnTo>
                    <a:pt x="4437" y="210"/>
                  </a:lnTo>
                  <a:lnTo>
                    <a:pt x="41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92;p45"/>
            <p:cNvSpPr/>
            <p:nvPr/>
          </p:nvSpPr>
          <p:spPr>
            <a:xfrm>
              <a:off x="4286244" y="2933329"/>
              <a:ext cx="56823" cy="29034"/>
            </a:xfrm>
            <a:custGeom>
              <a:avLst/>
              <a:gdLst/>
              <a:ahLst/>
              <a:cxnLst/>
              <a:rect l="l" t="t" r="r" b="b"/>
              <a:pathLst>
                <a:path w="4772" h="2553" extrusionOk="0">
                  <a:moveTo>
                    <a:pt x="231" y="0"/>
                  </a:moveTo>
                  <a:lnTo>
                    <a:pt x="210" y="42"/>
                  </a:lnTo>
                  <a:lnTo>
                    <a:pt x="210" y="251"/>
                  </a:lnTo>
                  <a:lnTo>
                    <a:pt x="126" y="565"/>
                  </a:lnTo>
                  <a:lnTo>
                    <a:pt x="126" y="732"/>
                  </a:lnTo>
                  <a:lnTo>
                    <a:pt x="1" y="942"/>
                  </a:lnTo>
                  <a:lnTo>
                    <a:pt x="22" y="1088"/>
                  </a:lnTo>
                  <a:lnTo>
                    <a:pt x="147" y="1109"/>
                  </a:lnTo>
                  <a:lnTo>
                    <a:pt x="252" y="1193"/>
                  </a:lnTo>
                  <a:lnTo>
                    <a:pt x="356" y="1193"/>
                  </a:lnTo>
                  <a:lnTo>
                    <a:pt x="440" y="1255"/>
                  </a:lnTo>
                  <a:lnTo>
                    <a:pt x="649" y="1318"/>
                  </a:lnTo>
                  <a:lnTo>
                    <a:pt x="900" y="1507"/>
                  </a:lnTo>
                  <a:lnTo>
                    <a:pt x="1089" y="1716"/>
                  </a:lnTo>
                  <a:lnTo>
                    <a:pt x="1319" y="1758"/>
                  </a:lnTo>
                  <a:lnTo>
                    <a:pt x="1423" y="1841"/>
                  </a:lnTo>
                  <a:lnTo>
                    <a:pt x="1591" y="1841"/>
                  </a:lnTo>
                  <a:lnTo>
                    <a:pt x="1779" y="1946"/>
                  </a:lnTo>
                  <a:lnTo>
                    <a:pt x="2051" y="1946"/>
                  </a:lnTo>
                  <a:lnTo>
                    <a:pt x="2156" y="2030"/>
                  </a:lnTo>
                  <a:lnTo>
                    <a:pt x="2449" y="1946"/>
                  </a:lnTo>
                  <a:lnTo>
                    <a:pt x="2742" y="1988"/>
                  </a:lnTo>
                  <a:lnTo>
                    <a:pt x="2763" y="2155"/>
                  </a:lnTo>
                  <a:lnTo>
                    <a:pt x="2930" y="2281"/>
                  </a:lnTo>
                  <a:lnTo>
                    <a:pt x="3223" y="2364"/>
                  </a:lnTo>
                  <a:lnTo>
                    <a:pt x="3348" y="2302"/>
                  </a:lnTo>
                  <a:lnTo>
                    <a:pt x="3558" y="2302"/>
                  </a:lnTo>
                  <a:lnTo>
                    <a:pt x="4039" y="2490"/>
                  </a:lnTo>
                  <a:lnTo>
                    <a:pt x="4144" y="2406"/>
                  </a:lnTo>
                  <a:lnTo>
                    <a:pt x="4395" y="2553"/>
                  </a:lnTo>
                  <a:lnTo>
                    <a:pt x="4729" y="2469"/>
                  </a:lnTo>
                  <a:lnTo>
                    <a:pt x="4771" y="2197"/>
                  </a:lnTo>
                  <a:lnTo>
                    <a:pt x="4667" y="1967"/>
                  </a:lnTo>
                  <a:lnTo>
                    <a:pt x="4729" y="1716"/>
                  </a:lnTo>
                  <a:lnTo>
                    <a:pt x="4667" y="1569"/>
                  </a:lnTo>
                  <a:lnTo>
                    <a:pt x="4562" y="1569"/>
                  </a:lnTo>
                  <a:lnTo>
                    <a:pt x="4416" y="1632"/>
                  </a:lnTo>
                  <a:lnTo>
                    <a:pt x="4353" y="1611"/>
                  </a:lnTo>
                  <a:lnTo>
                    <a:pt x="4206" y="1653"/>
                  </a:lnTo>
                  <a:lnTo>
                    <a:pt x="4123" y="1632"/>
                  </a:lnTo>
                  <a:lnTo>
                    <a:pt x="3997" y="1465"/>
                  </a:lnTo>
                  <a:lnTo>
                    <a:pt x="3830" y="1402"/>
                  </a:lnTo>
                  <a:lnTo>
                    <a:pt x="3788" y="1255"/>
                  </a:lnTo>
                  <a:lnTo>
                    <a:pt x="3662" y="1193"/>
                  </a:lnTo>
                  <a:lnTo>
                    <a:pt x="3453" y="1193"/>
                  </a:lnTo>
                  <a:lnTo>
                    <a:pt x="3348" y="1297"/>
                  </a:lnTo>
                  <a:lnTo>
                    <a:pt x="3202" y="1318"/>
                  </a:lnTo>
                  <a:lnTo>
                    <a:pt x="3139" y="1402"/>
                  </a:lnTo>
                  <a:lnTo>
                    <a:pt x="2972" y="1318"/>
                  </a:lnTo>
                  <a:lnTo>
                    <a:pt x="2867" y="1339"/>
                  </a:lnTo>
                  <a:lnTo>
                    <a:pt x="2825" y="1193"/>
                  </a:lnTo>
                  <a:lnTo>
                    <a:pt x="2846" y="942"/>
                  </a:lnTo>
                  <a:lnTo>
                    <a:pt x="2700" y="942"/>
                  </a:lnTo>
                  <a:lnTo>
                    <a:pt x="2532" y="1004"/>
                  </a:lnTo>
                  <a:lnTo>
                    <a:pt x="2365" y="879"/>
                  </a:lnTo>
                  <a:lnTo>
                    <a:pt x="2365" y="711"/>
                  </a:lnTo>
                  <a:lnTo>
                    <a:pt x="2239" y="628"/>
                  </a:lnTo>
                  <a:lnTo>
                    <a:pt x="2114" y="628"/>
                  </a:lnTo>
                  <a:lnTo>
                    <a:pt x="2093" y="586"/>
                  </a:lnTo>
                  <a:lnTo>
                    <a:pt x="2009" y="628"/>
                  </a:lnTo>
                  <a:lnTo>
                    <a:pt x="2009" y="816"/>
                  </a:lnTo>
                  <a:lnTo>
                    <a:pt x="1947" y="837"/>
                  </a:lnTo>
                  <a:lnTo>
                    <a:pt x="1905" y="711"/>
                  </a:lnTo>
                  <a:lnTo>
                    <a:pt x="1800" y="586"/>
                  </a:lnTo>
                  <a:lnTo>
                    <a:pt x="1737" y="523"/>
                  </a:lnTo>
                  <a:lnTo>
                    <a:pt x="1612" y="460"/>
                  </a:lnTo>
                  <a:lnTo>
                    <a:pt x="1486" y="460"/>
                  </a:lnTo>
                  <a:lnTo>
                    <a:pt x="1319" y="272"/>
                  </a:lnTo>
                  <a:lnTo>
                    <a:pt x="1214" y="209"/>
                  </a:lnTo>
                  <a:lnTo>
                    <a:pt x="1089" y="209"/>
                  </a:lnTo>
                  <a:lnTo>
                    <a:pt x="1047" y="147"/>
                  </a:lnTo>
                  <a:lnTo>
                    <a:pt x="838" y="63"/>
                  </a:lnTo>
                  <a:lnTo>
                    <a:pt x="670" y="84"/>
                  </a:lnTo>
                  <a:lnTo>
                    <a:pt x="607" y="188"/>
                  </a:lnTo>
                  <a:lnTo>
                    <a:pt x="545" y="167"/>
                  </a:lnTo>
                  <a:lnTo>
                    <a:pt x="440" y="167"/>
                  </a:lnTo>
                  <a:lnTo>
                    <a:pt x="377" y="84"/>
                  </a:lnTo>
                  <a:lnTo>
                    <a:pt x="2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3" name="Google Shape;2293;p45"/>
            <p:cNvSpPr/>
            <p:nvPr/>
          </p:nvSpPr>
          <p:spPr>
            <a:xfrm>
              <a:off x="4155440" y="2884541"/>
              <a:ext cx="95439" cy="100431"/>
            </a:xfrm>
            <a:custGeom>
              <a:avLst/>
              <a:gdLst/>
              <a:ahLst/>
              <a:cxnLst/>
              <a:rect l="l" t="t" r="r" b="b"/>
              <a:pathLst>
                <a:path w="8015" h="8831" extrusionOk="0">
                  <a:moveTo>
                    <a:pt x="5901" y="1"/>
                  </a:moveTo>
                  <a:lnTo>
                    <a:pt x="5713" y="105"/>
                  </a:lnTo>
                  <a:lnTo>
                    <a:pt x="5587" y="252"/>
                  </a:lnTo>
                  <a:lnTo>
                    <a:pt x="5441" y="252"/>
                  </a:lnTo>
                  <a:lnTo>
                    <a:pt x="5315" y="377"/>
                  </a:lnTo>
                  <a:lnTo>
                    <a:pt x="5232" y="482"/>
                  </a:lnTo>
                  <a:lnTo>
                    <a:pt x="5462" y="838"/>
                  </a:lnTo>
                  <a:lnTo>
                    <a:pt x="5483" y="1110"/>
                  </a:lnTo>
                  <a:lnTo>
                    <a:pt x="5232" y="1444"/>
                  </a:lnTo>
                  <a:lnTo>
                    <a:pt x="5357" y="1570"/>
                  </a:lnTo>
                  <a:lnTo>
                    <a:pt x="5357" y="1737"/>
                  </a:lnTo>
                  <a:lnTo>
                    <a:pt x="5190" y="1968"/>
                  </a:lnTo>
                  <a:lnTo>
                    <a:pt x="4981" y="1968"/>
                  </a:lnTo>
                  <a:lnTo>
                    <a:pt x="4771" y="1884"/>
                  </a:lnTo>
                  <a:lnTo>
                    <a:pt x="4646" y="1968"/>
                  </a:lnTo>
                  <a:lnTo>
                    <a:pt x="4709" y="2135"/>
                  </a:lnTo>
                  <a:lnTo>
                    <a:pt x="4834" y="2198"/>
                  </a:lnTo>
                  <a:lnTo>
                    <a:pt x="4876" y="2365"/>
                  </a:lnTo>
                  <a:lnTo>
                    <a:pt x="4855" y="2449"/>
                  </a:lnTo>
                  <a:lnTo>
                    <a:pt x="4730" y="2512"/>
                  </a:lnTo>
                  <a:lnTo>
                    <a:pt x="4604" y="2553"/>
                  </a:lnTo>
                  <a:lnTo>
                    <a:pt x="4562" y="2616"/>
                  </a:lnTo>
                  <a:lnTo>
                    <a:pt x="4541" y="2825"/>
                  </a:lnTo>
                  <a:lnTo>
                    <a:pt x="4499" y="2972"/>
                  </a:lnTo>
                  <a:lnTo>
                    <a:pt x="4499" y="3035"/>
                  </a:lnTo>
                  <a:lnTo>
                    <a:pt x="4457" y="3097"/>
                  </a:lnTo>
                  <a:lnTo>
                    <a:pt x="4499" y="3328"/>
                  </a:lnTo>
                  <a:lnTo>
                    <a:pt x="4395" y="3537"/>
                  </a:lnTo>
                  <a:lnTo>
                    <a:pt x="4248" y="3390"/>
                  </a:lnTo>
                  <a:lnTo>
                    <a:pt x="4206" y="3390"/>
                  </a:lnTo>
                  <a:lnTo>
                    <a:pt x="4185" y="3453"/>
                  </a:lnTo>
                  <a:lnTo>
                    <a:pt x="4039" y="3453"/>
                  </a:lnTo>
                  <a:lnTo>
                    <a:pt x="3997" y="3411"/>
                  </a:lnTo>
                  <a:lnTo>
                    <a:pt x="3830" y="3432"/>
                  </a:lnTo>
                  <a:lnTo>
                    <a:pt x="3809" y="3495"/>
                  </a:lnTo>
                  <a:lnTo>
                    <a:pt x="3600" y="3662"/>
                  </a:lnTo>
                  <a:lnTo>
                    <a:pt x="3683" y="3704"/>
                  </a:lnTo>
                  <a:lnTo>
                    <a:pt x="3621" y="3767"/>
                  </a:lnTo>
                  <a:lnTo>
                    <a:pt x="3411" y="3872"/>
                  </a:lnTo>
                  <a:lnTo>
                    <a:pt x="3349" y="3830"/>
                  </a:lnTo>
                  <a:lnTo>
                    <a:pt x="3202" y="3851"/>
                  </a:lnTo>
                  <a:lnTo>
                    <a:pt x="3160" y="3934"/>
                  </a:lnTo>
                  <a:lnTo>
                    <a:pt x="3139" y="4039"/>
                  </a:lnTo>
                  <a:lnTo>
                    <a:pt x="3035" y="4060"/>
                  </a:lnTo>
                  <a:lnTo>
                    <a:pt x="2951" y="4165"/>
                  </a:lnTo>
                  <a:lnTo>
                    <a:pt x="2951" y="4332"/>
                  </a:lnTo>
                  <a:lnTo>
                    <a:pt x="2993" y="4499"/>
                  </a:lnTo>
                  <a:lnTo>
                    <a:pt x="2993" y="4646"/>
                  </a:lnTo>
                  <a:lnTo>
                    <a:pt x="3035" y="4750"/>
                  </a:lnTo>
                  <a:lnTo>
                    <a:pt x="3035" y="4855"/>
                  </a:lnTo>
                  <a:lnTo>
                    <a:pt x="2784" y="4960"/>
                  </a:lnTo>
                  <a:lnTo>
                    <a:pt x="2574" y="4960"/>
                  </a:lnTo>
                  <a:lnTo>
                    <a:pt x="2407" y="4981"/>
                  </a:lnTo>
                  <a:lnTo>
                    <a:pt x="2093" y="4981"/>
                  </a:lnTo>
                  <a:lnTo>
                    <a:pt x="1905" y="5022"/>
                  </a:lnTo>
                  <a:lnTo>
                    <a:pt x="1821" y="5106"/>
                  </a:lnTo>
                  <a:lnTo>
                    <a:pt x="1633" y="5085"/>
                  </a:lnTo>
                  <a:lnTo>
                    <a:pt x="1465" y="5127"/>
                  </a:lnTo>
                  <a:lnTo>
                    <a:pt x="775" y="5169"/>
                  </a:lnTo>
                  <a:lnTo>
                    <a:pt x="1" y="4918"/>
                  </a:lnTo>
                  <a:lnTo>
                    <a:pt x="273" y="5336"/>
                  </a:lnTo>
                  <a:lnTo>
                    <a:pt x="356" y="5483"/>
                  </a:lnTo>
                  <a:lnTo>
                    <a:pt x="524" y="5629"/>
                  </a:lnTo>
                  <a:lnTo>
                    <a:pt x="649" y="5713"/>
                  </a:lnTo>
                  <a:lnTo>
                    <a:pt x="691" y="5755"/>
                  </a:lnTo>
                  <a:lnTo>
                    <a:pt x="880" y="5797"/>
                  </a:lnTo>
                  <a:lnTo>
                    <a:pt x="984" y="5818"/>
                  </a:lnTo>
                  <a:lnTo>
                    <a:pt x="1005" y="5901"/>
                  </a:lnTo>
                  <a:lnTo>
                    <a:pt x="1172" y="5901"/>
                  </a:lnTo>
                  <a:lnTo>
                    <a:pt x="1172" y="6110"/>
                  </a:lnTo>
                  <a:lnTo>
                    <a:pt x="1214" y="6236"/>
                  </a:lnTo>
                  <a:lnTo>
                    <a:pt x="1214" y="6382"/>
                  </a:lnTo>
                  <a:lnTo>
                    <a:pt x="1256" y="6487"/>
                  </a:lnTo>
                  <a:lnTo>
                    <a:pt x="1403" y="6466"/>
                  </a:lnTo>
                  <a:lnTo>
                    <a:pt x="1528" y="6571"/>
                  </a:lnTo>
                  <a:lnTo>
                    <a:pt x="1570" y="6801"/>
                  </a:lnTo>
                  <a:lnTo>
                    <a:pt x="1486" y="6885"/>
                  </a:lnTo>
                  <a:lnTo>
                    <a:pt x="1319" y="6843"/>
                  </a:lnTo>
                  <a:lnTo>
                    <a:pt x="1068" y="6906"/>
                  </a:lnTo>
                  <a:lnTo>
                    <a:pt x="984" y="6968"/>
                  </a:lnTo>
                  <a:lnTo>
                    <a:pt x="838" y="7052"/>
                  </a:lnTo>
                  <a:lnTo>
                    <a:pt x="754" y="7157"/>
                  </a:lnTo>
                  <a:lnTo>
                    <a:pt x="796" y="7261"/>
                  </a:lnTo>
                  <a:lnTo>
                    <a:pt x="691" y="7387"/>
                  </a:lnTo>
                  <a:lnTo>
                    <a:pt x="754" y="7512"/>
                  </a:lnTo>
                  <a:lnTo>
                    <a:pt x="733" y="7722"/>
                  </a:lnTo>
                  <a:lnTo>
                    <a:pt x="733" y="7805"/>
                  </a:lnTo>
                  <a:lnTo>
                    <a:pt x="796" y="7805"/>
                  </a:lnTo>
                  <a:lnTo>
                    <a:pt x="796" y="7889"/>
                  </a:lnTo>
                  <a:lnTo>
                    <a:pt x="859" y="7910"/>
                  </a:lnTo>
                  <a:lnTo>
                    <a:pt x="1005" y="7805"/>
                  </a:lnTo>
                  <a:lnTo>
                    <a:pt x="1131" y="7805"/>
                  </a:lnTo>
                  <a:lnTo>
                    <a:pt x="1172" y="7847"/>
                  </a:lnTo>
                  <a:lnTo>
                    <a:pt x="1193" y="7826"/>
                  </a:lnTo>
                  <a:lnTo>
                    <a:pt x="1298" y="7784"/>
                  </a:lnTo>
                  <a:lnTo>
                    <a:pt x="1403" y="7784"/>
                  </a:lnTo>
                  <a:lnTo>
                    <a:pt x="1465" y="7805"/>
                  </a:lnTo>
                  <a:lnTo>
                    <a:pt x="1570" y="7784"/>
                  </a:lnTo>
                  <a:lnTo>
                    <a:pt x="1696" y="7784"/>
                  </a:lnTo>
                  <a:lnTo>
                    <a:pt x="1717" y="7722"/>
                  </a:lnTo>
                  <a:lnTo>
                    <a:pt x="1779" y="7638"/>
                  </a:lnTo>
                  <a:lnTo>
                    <a:pt x="1884" y="7722"/>
                  </a:lnTo>
                  <a:lnTo>
                    <a:pt x="1947" y="7722"/>
                  </a:lnTo>
                  <a:lnTo>
                    <a:pt x="1989" y="7701"/>
                  </a:lnTo>
                  <a:lnTo>
                    <a:pt x="2030" y="7701"/>
                  </a:lnTo>
                  <a:lnTo>
                    <a:pt x="2051" y="7784"/>
                  </a:lnTo>
                  <a:lnTo>
                    <a:pt x="2156" y="7784"/>
                  </a:lnTo>
                  <a:lnTo>
                    <a:pt x="2240" y="7826"/>
                  </a:lnTo>
                  <a:lnTo>
                    <a:pt x="2323" y="7826"/>
                  </a:lnTo>
                  <a:lnTo>
                    <a:pt x="2449" y="7701"/>
                  </a:lnTo>
                  <a:lnTo>
                    <a:pt x="2616" y="7701"/>
                  </a:lnTo>
                  <a:lnTo>
                    <a:pt x="2700" y="7722"/>
                  </a:lnTo>
                  <a:lnTo>
                    <a:pt x="2784" y="7680"/>
                  </a:lnTo>
                  <a:lnTo>
                    <a:pt x="2867" y="7680"/>
                  </a:lnTo>
                  <a:lnTo>
                    <a:pt x="2888" y="7617"/>
                  </a:lnTo>
                  <a:lnTo>
                    <a:pt x="2951" y="7638"/>
                  </a:lnTo>
                  <a:lnTo>
                    <a:pt x="3097" y="7680"/>
                  </a:lnTo>
                  <a:lnTo>
                    <a:pt x="3223" y="7617"/>
                  </a:lnTo>
                  <a:lnTo>
                    <a:pt x="3411" y="7617"/>
                  </a:lnTo>
                  <a:lnTo>
                    <a:pt x="3558" y="7722"/>
                  </a:lnTo>
                  <a:lnTo>
                    <a:pt x="3579" y="7847"/>
                  </a:lnTo>
                  <a:lnTo>
                    <a:pt x="3579" y="7931"/>
                  </a:lnTo>
                  <a:lnTo>
                    <a:pt x="3579" y="7952"/>
                  </a:lnTo>
                  <a:lnTo>
                    <a:pt x="3558" y="7952"/>
                  </a:lnTo>
                  <a:lnTo>
                    <a:pt x="3558" y="8014"/>
                  </a:lnTo>
                  <a:lnTo>
                    <a:pt x="3662" y="8014"/>
                  </a:lnTo>
                  <a:lnTo>
                    <a:pt x="3809" y="7931"/>
                  </a:lnTo>
                  <a:lnTo>
                    <a:pt x="3809" y="8056"/>
                  </a:lnTo>
                  <a:lnTo>
                    <a:pt x="3934" y="8203"/>
                  </a:lnTo>
                  <a:lnTo>
                    <a:pt x="3997" y="8412"/>
                  </a:lnTo>
                  <a:lnTo>
                    <a:pt x="3997" y="8433"/>
                  </a:lnTo>
                  <a:lnTo>
                    <a:pt x="3997" y="8517"/>
                  </a:lnTo>
                  <a:lnTo>
                    <a:pt x="3934" y="8538"/>
                  </a:lnTo>
                  <a:lnTo>
                    <a:pt x="4039" y="8538"/>
                  </a:lnTo>
                  <a:lnTo>
                    <a:pt x="4081" y="8663"/>
                  </a:lnTo>
                  <a:lnTo>
                    <a:pt x="4353" y="8663"/>
                  </a:lnTo>
                  <a:lnTo>
                    <a:pt x="4541" y="8747"/>
                  </a:lnTo>
                  <a:lnTo>
                    <a:pt x="4541" y="8831"/>
                  </a:lnTo>
                  <a:lnTo>
                    <a:pt x="4625" y="8768"/>
                  </a:lnTo>
                  <a:lnTo>
                    <a:pt x="4646" y="8621"/>
                  </a:lnTo>
                  <a:lnTo>
                    <a:pt x="4750" y="8538"/>
                  </a:lnTo>
                  <a:lnTo>
                    <a:pt x="4834" y="8517"/>
                  </a:lnTo>
                  <a:lnTo>
                    <a:pt x="4876" y="8370"/>
                  </a:lnTo>
                  <a:lnTo>
                    <a:pt x="4960" y="8412"/>
                  </a:lnTo>
                  <a:lnTo>
                    <a:pt x="5064" y="8349"/>
                  </a:lnTo>
                  <a:lnTo>
                    <a:pt x="5462" y="8370"/>
                  </a:lnTo>
                  <a:lnTo>
                    <a:pt x="5692" y="8266"/>
                  </a:lnTo>
                  <a:lnTo>
                    <a:pt x="5755" y="8224"/>
                  </a:lnTo>
                  <a:lnTo>
                    <a:pt x="5880" y="8203"/>
                  </a:lnTo>
                  <a:lnTo>
                    <a:pt x="5880" y="8203"/>
                  </a:lnTo>
                  <a:lnTo>
                    <a:pt x="5818" y="8266"/>
                  </a:lnTo>
                  <a:lnTo>
                    <a:pt x="5880" y="8349"/>
                  </a:lnTo>
                  <a:lnTo>
                    <a:pt x="6006" y="8266"/>
                  </a:lnTo>
                  <a:lnTo>
                    <a:pt x="6110" y="8224"/>
                  </a:lnTo>
                  <a:lnTo>
                    <a:pt x="6069" y="8161"/>
                  </a:lnTo>
                  <a:lnTo>
                    <a:pt x="6090" y="8098"/>
                  </a:lnTo>
                  <a:lnTo>
                    <a:pt x="5964" y="7722"/>
                  </a:lnTo>
                  <a:lnTo>
                    <a:pt x="5838" y="7575"/>
                  </a:lnTo>
                  <a:lnTo>
                    <a:pt x="5880" y="7491"/>
                  </a:lnTo>
                  <a:lnTo>
                    <a:pt x="5797" y="7429"/>
                  </a:lnTo>
                  <a:lnTo>
                    <a:pt x="5692" y="7429"/>
                  </a:lnTo>
                  <a:lnTo>
                    <a:pt x="5483" y="7303"/>
                  </a:lnTo>
                  <a:lnTo>
                    <a:pt x="5462" y="7094"/>
                  </a:lnTo>
                  <a:lnTo>
                    <a:pt x="5483" y="6968"/>
                  </a:lnTo>
                  <a:lnTo>
                    <a:pt x="5399" y="6780"/>
                  </a:lnTo>
                  <a:lnTo>
                    <a:pt x="5294" y="6780"/>
                  </a:lnTo>
                  <a:lnTo>
                    <a:pt x="5232" y="6801"/>
                  </a:lnTo>
                  <a:lnTo>
                    <a:pt x="5085" y="6759"/>
                  </a:lnTo>
                  <a:lnTo>
                    <a:pt x="4981" y="6780"/>
                  </a:lnTo>
                  <a:lnTo>
                    <a:pt x="4981" y="6634"/>
                  </a:lnTo>
                  <a:lnTo>
                    <a:pt x="5085" y="6382"/>
                  </a:lnTo>
                  <a:lnTo>
                    <a:pt x="5169" y="6362"/>
                  </a:lnTo>
                  <a:lnTo>
                    <a:pt x="5315" y="6152"/>
                  </a:lnTo>
                  <a:lnTo>
                    <a:pt x="5357" y="6048"/>
                  </a:lnTo>
                  <a:lnTo>
                    <a:pt x="5462" y="6006"/>
                  </a:lnTo>
                  <a:lnTo>
                    <a:pt x="5546" y="5943"/>
                  </a:lnTo>
                  <a:lnTo>
                    <a:pt x="5671" y="6006"/>
                  </a:lnTo>
                  <a:lnTo>
                    <a:pt x="5692" y="6110"/>
                  </a:lnTo>
                  <a:lnTo>
                    <a:pt x="5776" y="6131"/>
                  </a:lnTo>
                  <a:lnTo>
                    <a:pt x="5985" y="6006"/>
                  </a:lnTo>
                  <a:lnTo>
                    <a:pt x="6299" y="6006"/>
                  </a:lnTo>
                  <a:lnTo>
                    <a:pt x="6487" y="5797"/>
                  </a:lnTo>
                  <a:lnTo>
                    <a:pt x="6592" y="5441"/>
                  </a:lnTo>
                  <a:lnTo>
                    <a:pt x="6843" y="5273"/>
                  </a:lnTo>
                  <a:lnTo>
                    <a:pt x="6926" y="5127"/>
                  </a:lnTo>
                  <a:lnTo>
                    <a:pt x="6947" y="4960"/>
                  </a:lnTo>
                  <a:lnTo>
                    <a:pt x="7052" y="4771"/>
                  </a:lnTo>
                  <a:lnTo>
                    <a:pt x="7261" y="4667"/>
                  </a:lnTo>
                  <a:lnTo>
                    <a:pt x="7324" y="4541"/>
                  </a:lnTo>
                  <a:lnTo>
                    <a:pt x="7324" y="4437"/>
                  </a:lnTo>
                  <a:lnTo>
                    <a:pt x="7240" y="4374"/>
                  </a:lnTo>
                  <a:lnTo>
                    <a:pt x="7387" y="4185"/>
                  </a:lnTo>
                  <a:lnTo>
                    <a:pt x="7491" y="4123"/>
                  </a:lnTo>
                  <a:lnTo>
                    <a:pt x="7491" y="3976"/>
                  </a:lnTo>
                  <a:lnTo>
                    <a:pt x="7554" y="3704"/>
                  </a:lnTo>
                  <a:lnTo>
                    <a:pt x="7470" y="3495"/>
                  </a:lnTo>
                  <a:lnTo>
                    <a:pt x="7450" y="3432"/>
                  </a:lnTo>
                  <a:lnTo>
                    <a:pt x="7638" y="3244"/>
                  </a:lnTo>
                  <a:lnTo>
                    <a:pt x="7743" y="3223"/>
                  </a:lnTo>
                  <a:lnTo>
                    <a:pt x="7847" y="3139"/>
                  </a:lnTo>
                  <a:lnTo>
                    <a:pt x="7910" y="3139"/>
                  </a:lnTo>
                  <a:lnTo>
                    <a:pt x="8015" y="3035"/>
                  </a:lnTo>
                  <a:lnTo>
                    <a:pt x="8015" y="2909"/>
                  </a:lnTo>
                  <a:lnTo>
                    <a:pt x="7868" y="2867"/>
                  </a:lnTo>
                  <a:lnTo>
                    <a:pt x="7743" y="2909"/>
                  </a:lnTo>
                  <a:lnTo>
                    <a:pt x="7554" y="2888"/>
                  </a:lnTo>
                  <a:lnTo>
                    <a:pt x="7491" y="2721"/>
                  </a:lnTo>
                  <a:lnTo>
                    <a:pt x="7282" y="2658"/>
                  </a:lnTo>
                  <a:lnTo>
                    <a:pt x="7073" y="2595"/>
                  </a:lnTo>
                  <a:lnTo>
                    <a:pt x="6864" y="2407"/>
                  </a:lnTo>
                  <a:lnTo>
                    <a:pt x="6843" y="2240"/>
                  </a:lnTo>
                  <a:lnTo>
                    <a:pt x="6738" y="1863"/>
                  </a:lnTo>
                  <a:lnTo>
                    <a:pt x="6634" y="1675"/>
                  </a:lnTo>
                  <a:lnTo>
                    <a:pt x="6634" y="1507"/>
                  </a:lnTo>
                  <a:lnTo>
                    <a:pt x="6738" y="1465"/>
                  </a:lnTo>
                  <a:lnTo>
                    <a:pt x="6738" y="1340"/>
                  </a:lnTo>
                  <a:lnTo>
                    <a:pt x="6885" y="1235"/>
                  </a:lnTo>
                  <a:lnTo>
                    <a:pt x="6885" y="1110"/>
                  </a:lnTo>
                  <a:lnTo>
                    <a:pt x="6738" y="1047"/>
                  </a:lnTo>
                  <a:lnTo>
                    <a:pt x="6717" y="921"/>
                  </a:lnTo>
                  <a:lnTo>
                    <a:pt x="6550" y="838"/>
                  </a:lnTo>
                  <a:lnTo>
                    <a:pt x="6403" y="712"/>
                  </a:lnTo>
                  <a:lnTo>
                    <a:pt x="6278" y="566"/>
                  </a:lnTo>
                  <a:lnTo>
                    <a:pt x="6173" y="608"/>
                  </a:lnTo>
                  <a:lnTo>
                    <a:pt x="6090" y="628"/>
                  </a:lnTo>
                  <a:lnTo>
                    <a:pt x="6006" y="566"/>
                  </a:lnTo>
                  <a:lnTo>
                    <a:pt x="5985" y="315"/>
                  </a:lnTo>
                  <a:lnTo>
                    <a:pt x="6236" y="147"/>
                  </a:lnTo>
                  <a:lnTo>
                    <a:pt x="6215" y="64"/>
                  </a:lnTo>
                  <a:lnTo>
                    <a:pt x="6027" y="84"/>
                  </a:lnTo>
                  <a:lnTo>
                    <a:pt x="59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2294;p45"/>
            <p:cNvSpPr/>
            <p:nvPr/>
          </p:nvSpPr>
          <p:spPr>
            <a:xfrm>
              <a:off x="4148462" y="2870746"/>
              <a:ext cx="91200" cy="72579"/>
            </a:xfrm>
            <a:custGeom>
              <a:avLst/>
              <a:gdLst/>
              <a:ahLst/>
              <a:cxnLst/>
              <a:rect l="l" t="t" r="r" b="b"/>
              <a:pathLst>
                <a:path w="7659" h="6382" extrusionOk="0">
                  <a:moveTo>
                    <a:pt x="5295" y="0"/>
                  </a:moveTo>
                  <a:lnTo>
                    <a:pt x="5232" y="105"/>
                  </a:lnTo>
                  <a:lnTo>
                    <a:pt x="5211" y="272"/>
                  </a:lnTo>
                  <a:lnTo>
                    <a:pt x="5127" y="335"/>
                  </a:lnTo>
                  <a:lnTo>
                    <a:pt x="5106" y="419"/>
                  </a:lnTo>
                  <a:lnTo>
                    <a:pt x="5127" y="565"/>
                  </a:lnTo>
                  <a:lnTo>
                    <a:pt x="5043" y="691"/>
                  </a:lnTo>
                  <a:lnTo>
                    <a:pt x="4918" y="691"/>
                  </a:lnTo>
                  <a:lnTo>
                    <a:pt x="4897" y="649"/>
                  </a:lnTo>
                  <a:lnTo>
                    <a:pt x="4834" y="649"/>
                  </a:lnTo>
                  <a:lnTo>
                    <a:pt x="4792" y="691"/>
                  </a:lnTo>
                  <a:lnTo>
                    <a:pt x="4667" y="732"/>
                  </a:lnTo>
                  <a:lnTo>
                    <a:pt x="4667" y="837"/>
                  </a:lnTo>
                  <a:lnTo>
                    <a:pt x="4709" y="879"/>
                  </a:lnTo>
                  <a:lnTo>
                    <a:pt x="4709" y="963"/>
                  </a:lnTo>
                  <a:lnTo>
                    <a:pt x="4520" y="942"/>
                  </a:lnTo>
                  <a:lnTo>
                    <a:pt x="4458" y="858"/>
                  </a:lnTo>
                  <a:lnTo>
                    <a:pt x="4395" y="837"/>
                  </a:lnTo>
                  <a:lnTo>
                    <a:pt x="4332" y="879"/>
                  </a:lnTo>
                  <a:lnTo>
                    <a:pt x="4269" y="900"/>
                  </a:lnTo>
                  <a:lnTo>
                    <a:pt x="4207" y="984"/>
                  </a:lnTo>
                  <a:lnTo>
                    <a:pt x="4081" y="1067"/>
                  </a:lnTo>
                  <a:lnTo>
                    <a:pt x="3893" y="1088"/>
                  </a:lnTo>
                  <a:lnTo>
                    <a:pt x="3788" y="1067"/>
                  </a:lnTo>
                  <a:lnTo>
                    <a:pt x="3683" y="900"/>
                  </a:lnTo>
                  <a:lnTo>
                    <a:pt x="3579" y="879"/>
                  </a:lnTo>
                  <a:lnTo>
                    <a:pt x="3474" y="984"/>
                  </a:lnTo>
                  <a:lnTo>
                    <a:pt x="3411" y="984"/>
                  </a:lnTo>
                  <a:lnTo>
                    <a:pt x="3328" y="879"/>
                  </a:lnTo>
                  <a:lnTo>
                    <a:pt x="3223" y="795"/>
                  </a:lnTo>
                  <a:lnTo>
                    <a:pt x="3014" y="858"/>
                  </a:lnTo>
                  <a:lnTo>
                    <a:pt x="2993" y="837"/>
                  </a:lnTo>
                  <a:lnTo>
                    <a:pt x="2847" y="858"/>
                  </a:lnTo>
                  <a:lnTo>
                    <a:pt x="2742" y="774"/>
                  </a:lnTo>
                  <a:lnTo>
                    <a:pt x="2595" y="837"/>
                  </a:lnTo>
                  <a:lnTo>
                    <a:pt x="2428" y="942"/>
                  </a:lnTo>
                  <a:lnTo>
                    <a:pt x="2386" y="942"/>
                  </a:lnTo>
                  <a:lnTo>
                    <a:pt x="2219" y="984"/>
                  </a:lnTo>
                  <a:lnTo>
                    <a:pt x="2177" y="1046"/>
                  </a:lnTo>
                  <a:lnTo>
                    <a:pt x="2114" y="1067"/>
                  </a:lnTo>
                  <a:lnTo>
                    <a:pt x="2093" y="1109"/>
                  </a:lnTo>
                  <a:lnTo>
                    <a:pt x="2156" y="1172"/>
                  </a:lnTo>
                  <a:lnTo>
                    <a:pt x="2156" y="1297"/>
                  </a:lnTo>
                  <a:lnTo>
                    <a:pt x="2010" y="1423"/>
                  </a:lnTo>
                  <a:lnTo>
                    <a:pt x="2010" y="1590"/>
                  </a:lnTo>
                  <a:lnTo>
                    <a:pt x="1989" y="1716"/>
                  </a:lnTo>
                  <a:lnTo>
                    <a:pt x="1884" y="1737"/>
                  </a:lnTo>
                  <a:lnTo>
                    <a:pt x="1800" y="1821"/>
                  </a:lnTo>
                  <a:lnTo>
                    <a:pt x="1779" y="1883"/>
                  </a:lnTo>
                  <a:lnTo>
                    <a:pt x="1570" y="1925"/>
                  </a:lnTo>
                  <a:lnTo>
                    <a:pt x="1382" y="2030"/>
                  </a:lnTo>
                  <a:lnTo>
                    <a:pt x="1424" y="2113"/>
                  </a:lnTo>
                  <a:lnTo>
                    <a:pt x="1340" y="2155"/>
                  </a:lnTo>
                  <a:lnTo>
                    <a:pt x="1319" y="2239"/>
                  </a:lnTo>
                  <a:lnTo>
                    <a:pt x="1235" y="2344"/>
                  </a:lnTo>
                  <a:lnTo>
                    <a:pt x="1068" y="2365"/>
                  </a:lnTo>
                  <a:lnTo>
                    <a:pt x="1026" y="2427"/>
                  </a:lnTo>
                  <a:lnTo>
                    <a:pt x="963" y="2365"/>
                  </a:lnTo>
                  <a:lnTo>
                    <a:pt x="922" y="2302"/>
                  </a:lnTo>
                  <a:lnTo>
                    <a:pt x="796" y="2197"/>
                  </a:lnTo>
                  <a:lnTo>
                    <a:pt x="712" y="2197"/>
                  </a:lnTo>
                  <a:lnTo>
                    <a:pt x="629" y="2260"/>
                  </a:lnTo>
                  <a:lnTo>
                    <a:pt x="524" y="2260"/>
                  </a:lnTo>
                  <a:lnTo>
                    <a:pt x="440" y="2197"/>
                  </a:lnTo>
                  <a:lnTo>
                    <a:pt x="315" y="2155"/>
                  </a:lnTo>
                  <a:lnTo>
                    <a:pt x="273" y="2197"/>
                  </a:lnTo>
                  <a:lnTo>
                    <a:pt x="273" y="2365"/>
                  </a:lnTo>
                  <a:lnTo>
                    <a:pt x="273" y="2448"/>
                  </a:lnTo>
                  <a:lnTo>
                    <a:pt x="210" y="2532"/>
                  </a:lnTo>
                  <a:lnTo>
                    <a:pt x="294" y="2637"/>
                  </a:lnTo>
                  <a:lnTo>
                    <a:pt x="273" y="2657"/>
                  </a:lnTo>
                  <a:lnTo>
                    <a:pt x="273" y="2741"/>
                  </a:lnTo>
                  <a:lnTo>
                    <a:pt x="126" y="2846"/>
                  </a:lnTo>
                  <a:lnTo>
                    <a:pt x="1" y="2867"/>
                  </a:lnTo>
                  <a:lnTo>
                    <a:pt x="64" y="2950"/>
                  </a:lnTo>
                  <a:lnTo>
                    <a:pt x="168" y="3034"/>
                  </a:lnTo>
                  <a:lnTo>
                    <a:pt x="22" y="3181"/>
                  </a:lnTo>
                  <a:lnTo>
                    <a:pt x="85" y="3181"/>
                  </a:lnTo>
                  <a:lnTo>
                    <a:pt x="106" y="3390"/>
                  </a:lnTo>
                  <a:lnTo>
                    <a:pt x="106" y="3515"/>
                  </a:lnTo>
                  <a:lnTo>
                    <a:pt x="294" y="3557"/>
                  </a:lnTo>
                  <a:lnTo>
                    <a:pt x="336" y="3557"/>
                  </a:lnTo>
                  <a:lnTo>
                    <a:pt x="189" y="3787"/>
                  </a:lnTo>
                  <a:lnTo>
                    <a:pt x="126" y="3934"/>
                  </a:lnTo>
                  <a:lnTo>
                    <a:pt x="294" y="4227"/>
                  </a:lnTo>
                  <a:lnTo>
                    <a:pt x="378" y="4499"/>
                  </a:lnTo>
                  <a:lnTo>
                    <a:pt x="336" y="4562"/>
                  </a:lnTo>
                  <a:lnTo>
                    <a:pt x="398" y="4666"/>
                  </a:lnTo>
                  <a:lnTo>
                    <a:pt x="419" y="4875"/>
                  </a:lnTo>
                  <a:lnTo>
                    <a:pt x="922" y="4917"/>
                  </a:lnTo>
                  <a:lnTo>
                    <a:pt x="1005" y="5085"/>
                  </a:lnTo>
                  <a:lnTo>
                    <a:pt x="1005" y="5252"/>
                  </a:lnTo>
                  <a:lnTo>
                    <a:pt x="1047" y="5482"/>
                  </a:lnTo>
                  <a:lnTo>
                    <a:pt x="1005" y="5566"/>
                  </a:lnTo>
                  <a:lnTo>
                    <a:pt x="587" y="6131"/>
                  </a:lnTo>
                  <a:lnTo>
                    <a:pt x="1361" y="6382"/>
                  </a:lnTo>
                  <a:lnTo>
                    <a:pt x="2051" y="6340"/>
                  </a:lnTo>
                  <a:lnTo>
                    <a:pt x="2219" y="6298"/>
                  </a:lnTo>
                  <a:lnTo>
                    <a:pt x="2407" y="6319"/>
                  </a:lnTo>
                  <a:lnTo>
                    <a:pt x="2491" y="6235"/>
                  </a:lnTo>
                  <a:lnTo>
                    <a:pt x="2679" y="6194"/>
                  </a:lnTo>
                  <a:lnTo>
                    <a:pt x="2993" y="6194"/>
                  </a:lnTo>
                  <a:lnTo>
                    <a:pt x="3160" y="6173"/>
                  </a:lnTo>
                  <a:lnTo>
                    <a:pt x="3370" y="6173"/>
                  </a:lnTo>
                  <a:lnTo>
                    <a:pt x="3621" y="6068"/>
                  </a:lnTo>
                  <a:lnTo>
                    <a:pt x="3621" y="5963"/>
                  </a:lnTo>
                  <a:lnTo>
                    <a:pt x="3579" y="5859"/>
                  </a:lnTo>
                  <a:lnTo>
                    <a:pt x="3579" y="5712"/>
                  </a:lnTo>
                  <a:lnTo>
                    <a:pt x="3537" y="5545"/>
                  </a:lnTo>
                  <a:lnTo>
                    <a:pt x="3537" y="5378"/>
                  </a:lnTo>
                  <a:lnTo>
                    <a:pt x="3621" y="5273"/>
                  </a:lnTo>
                  <a:lnTo>
                    <a:pt x="3725" y="5252"/>
                  </a:lnTo>
                  <a:lnTo>
                    <a:pt x="3746" y="5147"/>
                  </a:lnTo>
                  <a:lnTo>
                    <a:pt x="3788" y="5064"/>
                  </a:lnTo>
                  <a:lnTo>
                    <a:pt x="3935" y="5043"/>
                  </a:lnTo>
                  <a:lnTo>
                    <a:pt x="3997" y="5085"/>
                  </a:lnTo>
                  <a:lnTo>
                    <a:pt x="4207" y="4980"/>
                  </a:lnTo>
                  <a:lnTo>
                    <a:pt x="4269" y="4917"/>
                  </a:lnTo>
                  <a:lnTo>
                    <a:pt x="4186" y="4875"/>
                  </a:lnTo>
                  <a:lnTo>
                    <a:pt x="4395" y="4708"/>
                  </a:lnTo>
                  <a:lnTo>
                    <a:pt x="4416" y="4645"/>
                  </a:lnTo>
                  <a:lnTo>
                    <a:pt x="4583" y="4624"/>
                  </a:lnTo>
                  <a:lnTo>
                    <a:pt x="4625" y="4666"/>
                  </a:lnTo>
                  <a:lnTo>
                    <a:pt x="4771" y="4666"/>
                  </a:lnTo>
                  <a:lnTo>
                    <a:pt x="4792" y="4603"/>
                  </a:lnTo>
                  <a:lnTo>
                    <a:pt x="4834" y="4603"/>
                  </a:lnTo>
                  <a:lnTo>
                    <a:pt x="4981" y="4750"/>
                  </a:lnTo>
                  <a:lnTo>
                    <a:pt x="5085" y="4541"/>
                  </a:lnTo>
                  <a:lnTo>
                    <a:pt x="5043" y="4310"/>
                  </a:lnTo>
                  <a:lnTo>
                    <a:pt x="5085" y="4248"/>
                  </a:lnTo>
                  <a:lnTo>
                    <a:pt x="5085" y="4185"/>
                  </a:lnTo>
                  <a:lnTo>
                    <a:pt x="5127" y="4038"/>
                  </a:lnTo>
                  <a:lnTo>
                    <a:pt x="5148" y="3829"/>
                  </a:lnTo>
                  <a:lnTo>
                    <a:pt x="5190" y="3766"/>
                  </a:lnTo>
                  <a:lnTo>
                    <a:pt x="5316" y="3725"/>
                  </a:lnTo>
                  <a:lnTo>
                    <a:pt x="5441" y="3662"/>
                  </a:lnTo>
                  <a:lnTo>
                    <a:pt x="5462" y="3578"/>
                  </a:lnTo>
                  <a:lnTo>
                    <a:pt x="5420" y="3411"/>
                  </a:lnTo>
                  <a:lnTo>
                    <a:pt x="5295" y="3348"/>
                  </a:lnTo>
                  <a:lnTo>
                    <a:pt x="5232" y="3181"/>
                  </a:lnTo>
                  <a:lnTo>
                    <a:pt x="5357" y="3097"/>
                  </a:lnTo>
                  <a:lnTo>
                    <a:pt x="5567" y="3181"/>
                  </a:lnTo>
                  <a:lnTo>
                    <a:pt x="5776" y="3181"/>
                  </a:lnTo>
                  <a:lnTo>
                    <a:pt x="5943" y="2950"/>
                  </a:lnTo>
                  <a:lnTo>
                    <a:pt x="5943" y="2783"/>
                  </a:lnTo>
                  <a:lnTo>
                    <a:pt x="5818" y="2657"/>
                  </a:lnTo>
                  <a:lnTo>
                    <a:pt x="6069" y="2323"/>
                  </a:lnTo>
                  <a:lnTo>
                    <a:pt x="6048" y="2051"/>
                  </a:lnTo>
                  <a:lnTo>
                    <a:pt x="5818" y="1695"/>
                  </a:lnTo>
                  <a:lnTo>
                    <a:pt x="5901" y="1590"/>
                  </a:lnTo>
                  <a:lnTo>
                    <a:pt x="6027" y="1465"/>
                  </a:lnTo>
                  <a:lnTo>
                    <a:pt x="6173" y="1465"/>
                  </a:lnTo>
                  <a:lnTo>
                    <a:pt x="6299" y="1318"/>
                  </a:lnTo>
                  <a:lnTo>
                    <a:pt x="6487" y="1214"/>
                  </a:lnTo>
                  <a:lnTo>
                    <a:pt x="6613" y="1297"/>
                  </a:lnTo>
                  <a:lnTo>
                    <a:pt x="6801" y="1277"/>
                  </a:lnTo>
                  <a:lnTo>
                    <a:pt x="7199" y="1172"/>
                  </a:lnTo>
                  <a:lnTo>
                    <a:pt x="7450" y="1067"/>
                  </a:lnTo>
                  <a:lnTo>
                    <a:pt x="7596" y="879"/>
                  </a:lnTo>
                  <a:lnTo>
                    <a:pt x="7471" y="858"/>
                  </a:lnTo>
                  <a:lnTo>
                    <a:pt x="7659" y="691"/>
                  </a:lnTo>
                  <a:lnTo>
                    <a:pt x="7638" y="586"/>
                  </a:lnTo>
                  <a:lnTo>
                    <a:pt x="7387" y="586"/>
                  </a:lnTo>
                  <a:lnTo>
                    <a:pt x="7324" y="691"/>
                  </a:lnTo>
                  <a:lnTo>
                    <a:pt x="7094" y="732"/>
                  </a:lnTo>
                  <a:lnTo>
                    <a:pt x="7073" y="586"/>
                  </a:lnTo>
                  <a:lnTo>
                    <a:pt x="6906" y="649"/>
                  </a:lnTo>
                  <a:lnTo>
                    <a:pt x="6655" y="795"/>
                  </a:lnTo>
                  <a:lnTo>
                    <a:pt x="6571" y="858"/>
                  </a:lnTo>
                  <a:lnTo>
                    <a:pt x="6550" y="984"/>
                  </a:lnTo>
                  <a:lnTo>
                    <a:pt x="6424" y="1067"/>
                  </a:lnTo>
                  <a:lnTo>
                    <a:pt x="6257" y="1151"/>
                  </a:lnTo>
                  <a:lnTo>
                    <a:pt x="6236" y="1193"/>
                  </a:lnTo>
                  <a:lnTo>
                    <a:pt x="6132" y="1277"/>
                  </a:lnTo>
                  <a:lnTo>
                    <a:pt x="5985" y="1277"/>
                  </a:lnTo>
                  <a:lnTo>
                    <a:pt x="5880" y="1256"/>
                  </a:lnTo>
                  <a:lnTo>
                    <a:pt x="5880" y="1172"/>
                  </a:lnTo>
                  <a:lnTo>
                    <a:pt x="5776" y="1046"/>
                  </a:lnTo>
                  <a:lnTo>
                    <a:pt x="5776" y="837"/>
                  </a:lnTo>
                  <a:lnTo>
                    <a:pt x="5755" y="691"/>
                  </a:lnTo>
                  <a:lnTo>
                    <a:pt x="5776" y="565"/>
                  </a:lnTo>
                  <a:lnTo>
                    <a:pt x="5734" y="460"/>
                  </a:lnTo>
                  <a:lnTo>
                    <a:pt x="5629" y="460"/>
                  </a:lnTo>
                  <a:lnTo>
                    <a:pt x="5608" y="356"/>
                  </a:lnTo>
                  <a:lnTo>
                    <a:pt x="5629" y="209"/>
                  </a:lnTo>
                  <a:lnTo>
                    <a:pt x="5629" y="126"/>
                  </a:lnTo>
                  <a:lnTo>
                    <a:pt x="5525" y="63"/>
                  </a:lnTo>
                  <a:lnTo>
                    <a:pt x="542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5" name="Google Shape;2295;p45"/>
            <p:cNvSpPr/>
            <p:nvPr/>
          </p:nvSpPr>
          <p:spPr>
            <a:xfrm>
              <a:off x="3884115" y="2761763"/>
              <a:ext cx="113133" cy="67348"/>
            </a:xfrm>
            <a:custGeom>
              <a:avLst/>
              <a:gdLst/>
              <a:ahLst/>
              <a:cxnLst/>
              <a:rect l="l" t="t" r="r" b="b"/>
              <a:pathLst>
                <a:path w="9501" h="5922" extrusionOk="0">
                  <a:moveTo>
                    <a:pt x="5064" y="0"/>
                  </a:moveTo>
                  <a:lnTo>
                    <a:pt x="4960" y="84"/>
                  </a:lnTo>
                  <a:lnTo>
                    <a:pt x="5002" y="209"/>
                  </a:lnTo>
                  <a:lnTo>
                    <a:pt x="4855" y="230"/>
                  </a:lnTo>
                  <a:lnTo>
                    <a:pt x="4751" y="209"/>
                  </a:lnTo>
                  <a:lnTo>
                    <a:pt x="4730" y="209"/>
                  </a:lnTo>
                  <a:lnTo>
                    <a:pt x="4500" y="272"/>
                  </a:lnTo>
                  <a:lnTo>
                    <a:pt x="4332" y="293"/>
                  </a:lnTo>
                  <a:lnTo>
                    <a:pt x="4228" y="502"/>
                  </a:lnTo>
                  <a:lnTo>
                    <a:pt x="4228" y="712"/>
                  </a:lnTo>
                  <a:lnTo>
                    <a:pt x="4102" y="712"/>
                  </a:lnTo>
                  <a:lnTo>
                    <a:pt x="3997" y="628"/>
                  </a:lnTo>
                  <a:lnTo>
                    <a:pt x="3851" y="691"/>
                  </a:lnTo>
                  <a:lnTo>
                    <a:pt x="3746" y="607"/>
                  </a:lnTo>
                  <a:lnTo>
                    <a:pt x="3642" y="628"/>
                  </a:lnTo>
                  <a:lnTo>
                    <a:pt x="3537" y="753"/>
                  </a:lnTo>
                  <a:lnTo>
                    <a:pt x="3432" y="732"/>
                  </a:lnTo>
                  <a:lnTo>
                    <a:pt x="3391" y="607"/>
                  </a:lnTo>
                  <a:lnTo>
                    <a:pt x="3244" y="607"/>
                  </a:lnTo>
                  <a:lnTo>
                    <a:pt x="3056" y="712"/>
                  </a:lnTo>
                  <a:lnTo>
                    <a:pt x="2972" y="649"/>
                  </a:lnTo>
                  <a:lnTo>
                    <a:pt x="2805" y="628"/>
                  </a:lnTo>
                  <a:lnTo>
                    <a:pt x="2763" y="691"/>
                  </a:lnTo>
                  <a:lnTo>
                    <a:pt x="2700" y="691"/>
                  </a:lnTo>
                  <a:lnTo>
                    <a:pt x="2595" y="607"/>
                  </a:lnTo>
                  <a:lnTo>
                    <a:pt x="2386" y="691"/>
                  </a:lnTo>
                  <a:lnTo>
                    <a:pt x="2344" y="628"/>
                  </a:lnTo>
                  <a:lnTo>
                    <a:pt x="2219" y="544"/>
                  </a:lnTo>
                  <a:lnTo>
                    <a:pt x="1884" y="502"/>
                  </a:lnTo>
                  <a:lnTo>
                    <a:pt x="1759" y="419"/>
                  </a:lnTo>
                  <a:lnTo>
                    <a:pt x="1675" y="419"/>
                  </a:lnTo>
                  <a:lnTo>
                    <a:pt x="1570" y="523"/>
                  </a:lnTo>
                  <a:lnTo>
                    <a:pt x="1382" y="523"/>
                  </a:lnTo>
                  <a:lnTo>
                    <a:pt x="963" y="586"/>
                  </a:lnTo>
                  <a:lnTo>
                    <a:pt x="859" y="628"/>
                  </a:lnTo>
                  <a:lnTo>
                    <a:pt x="671" y="544"/>
                  </a:lnTo>
                  <a:lnTo>
                    <a:pt x="608" y="544"/>
                  </a:lnTo>
                  <a:lnTo>
                    <a:pt x="566" y="649"/>
                  </a:lnTo>
                  <a:lnTo>
                    <a:pt x="608" y="921"/>
                  </a:lnTo>
                  <a:lnTo>
                    <a:pt x="650" y="1004"/>
                  </a:lnTo>
                  <a:lnTo>
                    <a:pt x="733" y="1151"/>
                  </a:lnTo>
                  <a:lnTo>
                    <a:pt x="859" y="1235"/>
                  </a:lnTo>
                  <a:lnTo>
                    <a:pt x="817" y="1318"/>
                  </a:lnTo>
                  <a:lnTo>
                    <a:pt x="838" y="1381"/>
                  </a:lnTo>
                  <a:lnTo>
                    <a:pt x="880" y="1465"/>
                  </a:lnTo>
                  <a:lnTo>
                    <a:pt x="838" y="1653"/>
                  </a:lnTo>
                  <a:lnTo>
                    <a:pt x="754" y="1653"/>
                  </a:lnTo>
                  <a:lnTo>
                    <a:pt x="650" y="1737"/>
                  </a:lnTo>
                  <a:lnTo>
                    <a:pt x="629" y="1904"/>
                  </a:lnTo>
                  <a:lnTo>
                    <a:pt x="252" y="2302"/>
                  </a:lnTo>
                  <a:lnTo>
                    <a:pt x="294" y="2469"/>
                  </a:lnTo>
                  <a:lnTo>
                    <a:pt x="294" y="2637"/>
                  </a:lnTo>
                  <a:lnTo>
                    <a:pt x="147" y="2616"/>
                  </a:lnTo>
                  <a:lnTo>
                    <a:pt x="43" y="2888"/>
                  </a:lnTo>
                  <a:lnTo>
                    <a:pt x="22" y="3097"/>
                  </a:lnTo>
                  <a:lnTo>
                    <a:pt x="1" y="3097"/>
                  </a:lnTo>
                  <a:lnTo>
                    <a:pt x="126" y="3222"/>
                  </a:lnTo>
                  <a:lnTo>
                    <a:pt x="294" y="3327"/>
                  </a:lnTo>
                  <a:lnTo>
                    <a:pt x="315" y="3432"/>
                  </a:lnTo>
                  <a:lnTo>
                    <a:pt x="440" y="3432"/>
                  </a:lnTo>
                  <a:lnTo>
                    <a:pt x="524" y="3348"/>
                  </a:lnTo>
                  <a:lnTo>
                    <a:pt x="629" y="3348"/>
                  </a:lnTo>
                  <a:lnTo>
                    <a:pt x="838" y="3453"/>
                  </a:lnTo>
                  <a:lnTo>
                    <a:pt x="984" y="3473"/>
                  </a:lnTo>
                  <a:lnTo>
                    <a:pt x="1152" y="3536"/>
                  </a:lnTo>
                  <a:lnTo>
                    <a:pt x="1194" y="3641"/>
                  </a:lnTo>
                  <a:lnTo>
                    <a:pt x="1340" y="3683"/>
                  </a:lnTo>
                  <a:lnTo>
                    <a:pt x="1487" y="3641"/>
                  </a:lnTo>
                  <a:lnTo>
                    <a:pt x="1612" y="3641"/>
                  </a:lnTo>
                  <a:lnTo>
                    <a:pt x="1717" y="3515"/>
                  </a:lnTo>
                  <a:lnTo>
                    <a:pt x="2114" y="3453"/>
                  </a:lnTo>
                  <a:lnTo>
                    <a:pt x="2240" y="3369"/>
                  </a:lnTo>
                  <a:lnTo>
                    <a:pt x="2386" y="3348"/>
                  </a:lnTo>
                  <a:lnTo>
                    <a:pt x="2344" y="3201"/>
                  </a:lnTo>
                  <a:lnTo>
                    <a:pt x="2386" y="3139"/>
                  </a:lnTo>
                  <a:lnTo>
                    <a:pt x="2344" y="2992"/>
                  </a:lnTo>
                  <a:lnTo>
                    <a:pt x="2428" y="3013"/>
                  </a:lnTo>
                  <a:lnTo>
                    <a:pt x="2449" y="2992"/>
                  </a:lnTo>
                  <a:lnTo>
                    <a:pt x="2554" y="3034"/>
                  </a:lnTo>
                  <a:lnTo>
                    <a:pt x="2616" y="2992"/>
                  </a:lnTo>
                  <a:lnTo>
                    <a:pt x="2742" y="2992"/>
                  </a:lnTo>
                  <a:lnTo>
                    <a:pt x="2763" y="2929"/>
                  </a:lnTo>
                  <a:lnTo>
                    <a:pt x="2867" y="3055"/>
                  </a:lnTo>
                  <a:lnTo>
                    <a:pt x="3014" y="3055"/>
                  </a:lnTo>
                  <a:lnTo>
                    <a:pt x="3181" y="3243"/>
                  </a:lnTo>
                  <a:lnTo>
                    <a:pt x="3370" y="3243"/>
                  </a:lnTo>
                  <a:lnTo>
                    <a:pt x="3391" y="3201"/>
                  </a:lnTo>
                  <a:lnTo>
                    <a:pt x="3453" y="3201"/>
                  </a:lnTo>
                  <a:lnTo>
                    <a:pt x="3642" y="3369"/>
                  </a:lnTo>
                  <a:lnTo>
                    <a:pt x="3788" y="3453"/>
                  </a:lnTo>
                  <a:lnTo>
                    <a:pt x="3809" y="3641"/>
                  </a:lnTo>
                  <a:lnTo>
                    <a:pt x="3809" y="3787"/>
                  </a:lnTo>
                  <a:lnTo>
                    <a:pt x="3956" y="3850"/>
                  </a:lnTo>
                  <a:lnTo>
                    <a:pt x="3956" y="3892"/>
                  </a:lnTo>
                  <a:lnTo>
                    <a:pt x="4102" y="4038"/>
                  </a:lnTo>
                  <a:lnTo>
                    <a:pt x="4269" y="4143"/>
                  </a:lnTo>
                  <a:lnTo>
                    <a:pt x="4290" y="4248"/>
                  </a:lnTo>
                  <a:lnTo>
                    <a:pt x="4269" y="4352"/>
                  </a:lnTo>
                  <a:lnTo>
                    <a:pt x="4332" y="4457"/>
                  </a:lnTo>
                  <a:lnTo>
                    <a:pt x="4311" y="4499"/>
                  </a:lnTo>
                  <a:lnTo>
                    <a:pt x="4123" y="4499"/>
                  </a:lnTo>
                  <a:lnTo>
                    <a:pt x="4060" y="4415"/>
                  </a:lnTo>
                  <a:lnTo>
                    <a:pt x="3893" y="4478"/>
                  </a:lnTo>
                  <a:lnTo>
                    <a:pt x="3788" y="4478"/>
                  </a:lnTo>
                  <a:lnTo>
                    <a:pt x="3767" y="4687"/>
                  </a:lnTo>
                  <a:lnTo>
                    <a:pt x="3767" y="4834"/>
                  </a:lnTo>
                  <a:lnTo>
                    <a:pt x="3704" y="4813"/>
                  </a:lnTo>
                  <a:lnTo>
                    <a:pt x="3600" y="5022"/>
                  </a:lnTo>
                  <a:lnTo>
                    <a:pt x="3600" y="5126"/>
                  </a:lnTo>
                  <a:lnTo>
                    <a:pt x="3495" y="5106"/>
                  </a:lnTo>
                  <a:lnTo>
                    <a:pt x="3432" y="5147"/>
                  </a:lnTo>
                  <a:lnTo>
                    <a:pt x="3537" y="5315"/>
                  </a:lnTo>
                  <a:lnTo>
                    <a:pt x="3684" y="5357"/>
                  </a:lnTo>
                  <a:lnTo>
                    <a:pt x="3893" y="5357"/>
                  </a:lnTo>
                  <a:lnTo>
                    <a:pt x="3976" y="5294"/>
                  </a:lnTo>
                  <a:lnTo>
                    <a:pt x="4165" y="5294"/>
                  </a:lnTo>
                  <a:lnTo>
                    <a:pt x="4269" y="5357"/>
                  </a:lnTo>
                  <a:lnTo>
                    <a:pt x="4290" y="5252"/>
                  </a:lnTo>
                  <a:lnTo>
                    <a:pt x="4228" y="5189"/>
                  </a:lnTo>
                  <a:lnTo>
                    <a:pt x="4228" y="5106"/>
                  </a:lnTo>
                  <a:lnTo>
                    <a:pt x="4228" y="5022"/>
                  </a:lnTo>
                  <a:lnTo>
                    <a:pt x="4290" y="5106"/>
                  </a:lnTo>
                  <a:lnTo>
                    <a:pt x="4374" y="5106"/>
                  </a:lnTo>
                  <a:lnTo>
                    <a:pt x="4583" y="4834"/>
                  </a:lnTo>
                  <a:lnTo>
                    <a:pt x="4541" y="4771"/>
                  </a:lnTo>
                  <a:lnTo>
                    <a:pt x="4604" y="4771"/>
                  </a:lnTo>
                  <a:lnTo>
                    <a:pt x="4730" y="4603"/>
                  </a:lnTo>
                  <a:lnTo>
                    <a:pt x="4730" y="4478"/>
                  </a:lnTo>
                  <a:lnTo>
                    <a:pt x="4813" y="4394"/>
                  </a:lnTo>
                  <a:lnTo>
                    <a:pt x="4939" y="4394"/>
                  </a:lnTo>
                  <a:lnTo>
                    <a:pt x="5064" y="4269"/>
                  </a:lnTo>
                  <a:lnTo>
                    <a:pt x="5127" y="4310"/>
                  </a:lnTo>
                  <a:lnTo>
                    <a:pt x="5127" y="4352"/>
                  </a:lnTo>
                  <a:lnTo>
                    <a:pt x="5232" y="4352"/>
                  </a:lnTo>
                  <a:lnTo>
                    <a:pt x="5274" y="4289"/>
                  </a:lnTo>
                  <a:lnTo>
                    <a:pt x="5336" y="4206"/>
                  </a:lnTo>
                  <a:lnTo>
                    <a:pt x="5357" y="4269"/>
                  </a:lnTo>
                  <a:lnTo>
                    <a:pt x="5441" y="4310"/>
                  </a:lnTo>
                  <a:lnTo>
                    <a:pt x="5525" y="4352"/>
                  </a:lnTo>
                  <a:lnTo>
                    <a:pt x="5692" y="4310"/>
                  </a:lnTo>
                  <a:lnTo>
                    <a:pt x="5567" y="4373"/>
                  </a:lnTo>
                  <a:lnTo>
                    <a:pt x="5483" y="4415"/>
                  </a:lnTo>
                  <a:lnTo>
                    <a:pt x="5378" y="4394"/>
                  </a:lnTo>
                  <a:lnTo>
                    <a:pt x="5211" y="4415"/>
                  </a:lnTo>
                  <a:lnTo>
                    <a:pt x="5064" y="4415"/>
                  </a:lnTo>
                  <a:lnTo>
                    <a:pt x="5127" y="4478"/>
                  </a:lnTo>
                  <a:lnTo>
                    <a:pt x="5336" y="4478"/>
                  </a:lnTo>
                  <a:lnTo>
                    <a:pt x="5483" y="4561"/>
                  </a:lnTo>
                  <a:lnTo>
                    <a:pt x="5462" y="4582"/>
                  </a:lnTo>
                  <a:lnTo>
                    <a:pt x="5420" y="4624"/>
                  </a:lnTo>
                  <a:lnTo>
                    <a:pt x="5483" y="4708"/>
                  </a:lnTo>
                  <a:lnTo>
                    <a:pt x="5567" y="4708"/>
                  </a:lnTo>
                  <a:lnTo>
                    <a:pt x="5671" y="4771"/>
                  </a:lnTo>
                  <a:lnTo>
                    <a:pt x="5797" y="4708"/>
                  </a:lnTo>
                  <a:lnTo>
                    <a:pt x="5943" y="4687"/>
                  </a:lnTo>
                  <a:lnTo>
                    <a:pt x="6069" y="4729"/>
                  </a:lnTo>
                  <a:lnTo>
                    <a:pt x="6173" y="4792"/>
                  </a:lnTo>
                  <a:lnTo>
                    <a:pt x="6194" y="4708"/>
                  </a:lnTo>
                  <a:lnTo>
                    <a:pt x="6257" y="4729"/>
                  </a:lnTo>
                  <a:lnTo>
                    <a:pt x="6278" y="4875"/>
                  </a:lnTo>
                  <a:lnTo>
                    <a:pt x="6362" y="4938"/>
                  </a:lnTo>
                  <a:lnTo>
                    <a:pt x="6299" y="4980"/>
                  </a:lnTo>
                  <a:lnTo>
                    <a:pt x="6111" y="5022"/>
                  </a:lnTo>
                  <a:lnTo>
                    <a:pt x="5943" y="5126"/>
                  </a:lnTo>
                  <a:lnTo>
                    <a:pt x="5797" y="5315"/>
                  </a:lnTo>
                  <a:lnTo>
                    <a:pt x="5901" y="5357"/>
                  </a:lnTo>
                  <a:lnTo>
                    <a:pt x="5985" y="5294"/>
                  </a:lnTo>
                  <a:lnTo>
                    <a:pt x="6111" y="5357"/>
                  </a:lnTo>
                  <a:lnTo>
                    <a:pt x="6173" y="5336"/>
                  </a:lnTo>
                  <a:lnTo>
                    <a:pt x="6362" y="5503"/>
                  </a:lnTo>
                  <a:lnTo>
                    <a:pt x="6383" y="5566"/>
                  </a:lnTo>
                  <a:lnTo>
                    <a:pt x="6299" y="5775"/>
                  </a:lnTo>
                  <a:lnTo>
                    <a:pt x="6278" y="5838"/>
                  </a:lnTo>
                  <a:lnTo>
                    <a:pt x="6383" y="5922"/>
                  </a:lnTo>
                  <a:lnTo>
                    <a:pt x="6592" y="5922"/>
                  </a:lnTo>
                  <a:lnTo>
                    <a:pt x="6780" y="5817"/>
                  </a:lnTo>
                  <a:lnTo>
                    <a:pt x="7031" y="5629"/>
                  </a:lnTo>
                  <a:lnTo>
                    <a:pt x="7220" y="5629"/>
                  </a:lnTo>
                  <a:lnTo>
                    <a:pt x="7324" y="5503"/>
                  </a:lnTo>
                  <a:lnTo>
                    <a:pt x="7450" y="5419"/>
                  </a:lnTo>
                  <a:lnTo>
                    <a:pt x="7680" y="5440"/>
                  </a:lnTo>
                  <a:lnTo>
                    <a:pt x="7889" y="5440"/>
                  </a:lnTo>
                  <a:lnTo>
                    <a:pt x="7952" y="5336"/>
                  </a:lnTo>
                  <a:lnTo>
                    <a:pt x="7889" y="5231"/>
                  </a:lnTo>
                  <a:lnTo>
                    <a:pt x="7952" y="5210"/>
                  </a:lnTo>
                  <a:lnTo>
                    <a:pt x="7994" y="5126"/>
                  </a:lnTo>
                  <a:lnTo>
                    <a:pt x="7847" y="5106"/>
                  </a:lnTo>
                  <a:lnTo>
                    <a:pt x="7659" y="5126"/>
                  </a:lnTo>
                  <a:lnTo>
                    <a:pt x="7638" y="5252"/>
                  </a:lnTo>
                  <a:lnTo>
                    <a:pt x="7513" y="5189"/>
                  </a:lnTo>
                  <a:lnTo>
                    <a:pt x="7450" y="5189"/>
                  </a:lnTo>
                  <a:lnTo>
                    <a:pt x="7345" y="5294"/>
                  </a:lnTo>
                  <a:lnTo>
                    <a:pt x="7303" y="5252"/>
                  </a:lnTo>
                  <a:lnTo>
                    <a:pt x="7010" y="4938"/>
                  </a:lnTo>
                  <a:lnTo>
                    <a:pt x="6948" y="4813"/>
                  </a:lnTo>
                  <a:lnTo>
                    <a:pt x="6885" y="4687"/>
                  </a:lnTo>
                  <a:lnTo>
                    <a:pt x="6822" y="4708"/>
                  </a:lnTo>
                  <a:lnTo>
                    <a:pt x="6885" y="4875"/>
                  </a:lnTo>
                  <a:lnTo>
                    <a:pt x="7094" y="5106"/>
                  </a:lnTo>
                  <a:lnTo>
                    <a:pt x="7261" y="5294"/>
                  </a:lnTo>
                  <a:lnTo>
                    <a:pt x="7220" y="5315"/>
                  </a:lnTo>
                  <a:lnTo>
                    <a:pt x="7094" y="5294"/>
                  </a:lnTo>
                  <a:lnTo>
                    <a:pt x="7031" y="5210"/>
                  </a:lnTo>
                  <a:lnTo>
                    <a:pt x="7010" y="5085"/>
                  </a:lnTo>
                  <a:lnTo>
                    <a:pt x="6927" y="5043"/>
                  </a:lnTo>
                  <a:lnTo>
                    <a:pt x="6885" y="5106"/>
                  </a:lnTo>
                  <a:lnTo>
                    <a:pt x="6885" y="5022"/>
                  </a:lnTo>
                  <a:lnTo>
                    <a:pt x="6822" y="5022"/>
                  </a:lnTo>
                  <a:lnTo>
                    <a:pt x="6780" y="5043"/>
                  </a:lnTo>
                  <a:lnTo>
                    <a:pt x="6780" y="5001"/>
                  </a:lnTo>
                  <a:lnTo>
                    <a:pt x="6822" y="4917"/>
                  </a:lnTo>
                  <a:lnTo>
                    <a:pt x="6801" y="4875"/>
                  </a:lnTo>
                  <a:lnTo>
                    <a:pt x="6717" y="4896"/>
                  </a:lnTo>
                  <a:lnTo>
                    <a:pt x="6676" y="4834"/>
                  </a:lnTo>
                  <a:lnTo>
                    <a:pt x="6592" y="4771"/>
                  </a:lnTo>
                  <a:lnTo>
                    <a:pt x="6404" y="4792"/>
                  </a:lnTo>
                  <a:lnTo>
                    <a:pt x="6320" y="4729"/>
                  </a:lnTo>
                  <a:lnTo>
                    <a:pt x="6362" y="4687"/>
                  </a:lnTo>
                  <a:lnTo>
                    <a:pt x="6487" y="4708"/>
                  </a:lnTo>
                  <a:lnTo>
                    <a:pt x="6529" y="4624"/>
                  </a:lnTo>
                  <a:lnTo>
                    <a:pt x="6634" y="4708"/>
                  </a:lnTo>
                  <a:lnTo>
                    <a:pt x="6738" y="4708"/>
                  </a:lnTo>
                  <a:lnTo>
                    <a:pt x="6780" y="4624"/>
                  </a:lnTo>
                  <a:lnTo>
                    <a:pt x="6885" y="4603"/>
                  </a:lnTo>
                  <a:lnTo>
                    <a:pt x="7052" y="4415"/>
                  </a:lnTo>
                  <a:lnTo>
                    <a:pt x="7052" y="4373"/>
                  </a:lnTo>
                  <a:lnTo>
                    <a:pt x="7136" y="4394"/>
                  </a:lnTo>
                  <a:lnTo>
                    <a:pt x="7136" y="4457"/>
                  </a:lnTo>
                  <a:lnTo>
                    <a:pt x="7031" y="4582"/>
                  </a:lnTo>
                  <a:lnTo>
                    <a:pt x="6989" y="4603"/>
                  </a:lnTo>
                  <a:lnTo>
                    <a:pt x="7010" y="4666"/>
                  </a:lnTo>
                  <a:lnTo>
                    <a:pt x="7094" y="4624"/>
                  </a:lnTo>
                  <a:lnTo>
                    <a:pt x="7220" y="4457"/>
                  </a:lnTo>
                  <a:lnTo>
                    <a:pt x="7241" y="4373"/>
                  </a:lnTo>
                  <a:lnTo>
                    <a:pt x="7157" y="4289"/>
                  </a:lnTo>
                  <a:lnTo>
                    <a:pt x="7136" y="4248"/>
                  </a:lnTo>
                  <a:lnTo>
                    <a:pt x="7199" y="4206"/>
                  </a:lnTo>
                  <a:lnTo>
                    <a:pt x="7261" y="4352"/>
                  </a:lnTo>
                  <a:lnTo>
                    <a:pt x="7345" y="4373"/>
                  </a:lnTo>
                  <a:lnTo>
                    <a:pt x="7450" y="4289"/>
                  </a:lnTo>
                  <a:lnTo>
                    <a:pt x="7617" y="4310"/>
                  </a:lnTo>
                  <a:lnTo>
                    <a:pt x="7722" y="4248"/>
                  </a:lnTo>
                  <a:lnTo>
                    <a:pt x="7868" y="4248"/>
                  </a:lnTo>
                  <a:lnTo>
                    <a:pt x="7973" y="4101"/>
                  </a:lnTo>
                  <a:lnTo>
                    <a:pt x="8057" y="4038"/>
                  </a:lnTo>
                  <a:lnTo>
                    <a:pt x="8182" y="4038"/>
                  </a:lnTo>
                  <a:lnTo>
                    <a:pt x="8203" y="3934"/>
                  </a:lnTo>
                  <a:lnTo>
                    <a:pt x="8287" y="3871"/>
                  </a:lnTo>
                  <a:lnTo>
                    <a:pt x="8454" y="3871"/>
                  </a:lnTo>
                  <a:lnTo>
                    <a:pt x="8580" y="3829"/>
                  </a:lnTo>
                  <a:lnTo>
                    <a:pt x="8663" y="3829"/>
                  </a:lnTo>
                  <a:lnTo>
                    <a:pt x="8663" y="3892"/>
                  </a:lnTo>
                  <a:lnTo>
                    <a:pt x="8768" y="3850"/>
                  </a:lnTo>
                  <a:lnTo>
                    <a:pt x="8789" y="3578"/>
                  </a:lnTo>
                  <a:lnTo>
                    <a:pt x="8873" y="3557"/>
                  </a:lnTo>
                  <a:lnTo>
                    <a:pt x="8998" y="3348"/>
                  </a:lnTo>
                  <a:lnTo>
                    <a:pt x="9291" y="3327"/>
                  </a:lnTo>
                  <a:lnTo>
                    <a:pt x="9396" y="3243"/>
                  </a:lnTo>
                  <a:lnTo>
                    <a:pt x="9354" y="3118"/>
                  </a:lnTo>
                  <a:lnTo>
                    <a:pt x="9438" y="2909"/>
                  </a:lnTo>
                  <a:lnTo>
                    <a:pt x="9417" y="2720"/>
                  </a:lnTo>
                  <a:lnTo>
                    <a:pt x="9228" y="2616"/>
                  </a:lnTo>
                  <a:lnTo>
                    <a:pt x="9291" y="2365"/>
                  </a:lnTo>
                  <a:lnTo>
                    <a:pt x="9396" y="2323"/>
                  </a:lnTo>
                  <a:lnTo>
                    <a:pt x="9500" y="2197"/>
                  </a:lnTo>
                  <a:lnTo>
                    <a:pt x="9500" y="2072"/>
                  </a:lnTo>
                  <a:lnTo>
                    <a:pt x="9417" y="2009"/>
                  </a:lnTo>
                  <a:lnTo>
                    <a:pt x="9354" y="1883"/>
                  </a:lnTo>
                  <a:lnTo>
                    <a:pt x="9291" y="1967"/>
                  </a:lnTo>
                  <a:lnTo>
                    <a:pt x="9103" y="1946"/>
                  </a:lnTo>
                  <a:lnTo>
                    <a:pt x="8935" y="1841"/>
                  </a:lnTo>
                  <a:lnTo>
                    <a:pt x="8810" y="1862"/>
                  </a:lnTo>
                  <a:lnTo>
                    <a:pt x="8705" y="1800"/>
                  </a:lnTo>
                  <a:lnTo>
                    <a:pt x="8559" y="1779"/>
                  </a:lnTo>
                  <a:lnTo>
                    <a:pt x="8349" y="1758"/>
                  </a:lnTo>
                  <a:lnTo>
                    <a:pt x="8266" y="1841"/>
                  </a:lnTo>
                  <a:lnTo>
                    <a:pt x="8203" y="1695"/>
                  </a:lnTo>
                  <a:lnTo>
                    <a:pt x="8057" y="1590"/>
                  </a:lnTo>
                  <a:lnTo>
                    <a:pt x="7931" y="1318"/>
                  </a:lnTo>
                  <a:lnTo>
                    <a:pt x="7826" y="1339"/>
                  </a:lnTo>
                  <a:lnTo>
                    <a:pt x="7638" y="1465"/>
                  </a:lnTo>
                  <a:lnTo>
                    <a:pt x="7513" y="1444"/>
                  </a:lnTo>
                  <a:lnTo>
                    <a:pt x="7366" y="1486"/>
                  </a:lnTo>
                  <a:lnTo>
                    <a:pt x="7220" y="1423"/>
                  </a:lnTo>
                  <a:lnTo>
                    <a:pt x="7115" y="1528"/>
                  </a:lnTo>
                  <a:lnTo>
                    <a:pt x="6843" y="1256"/>
                  </a:lnTo>
                  <a:lnTo>
                    <a:pt x="6780" y="1067"/>
                  </a:lnTo>
                  <a:lnTo>
                    <a:pt x="6780" y="921"/>
                  </a:lnTo>
                  <a:lnTo>
                    <a:pt x="6676" y="921"/>
                  </a:lnTo>
                  <a:lnTo>
                    <a:pt x="6676" y="795"/>
                  </a:lnTo>
                  <a:lnTo>
                    <a:pt x="6529" y="691"/>
                  </a:lnTo>
                  <a:lnTo>
                    <a:pt x="6215" y="732"/>
                  </a:lnTo>
                  <a:lnTo>
                    <a:pt x="6069" y="523"/>
                  </a:lnTo>
                  <a:lnTo>
                    <a:pt x="6111" y="398"/>
                  </a:lnTo>
                  <a:lnTo>
                    <a:pt x="6006" y="293"/>
                  </a:lnTo>
                  <a:lnTo>
                    <a:pt x="5901" y="21"/>
                  </a:lnTo>
                  <a:lnTo>
                    <a:pt x="5776" y="21"/>
                  </a:lnTo>
                  <a:lnTo>
                    <a:pt x="5650" y="105"/>
                  </a:lnTo>
                  <a:lnTo>
                    <a:pt x="5357" y="105"/>
                  </a:lnTo>
                  <a:lnTo>
                    <a:pt x="50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6" name="Google Shape;2296;p45"/>
            <p:cNvSpPr/>
            <p:nvPr/>
          </p:nvSpPr>
          <p:spPr>
            <a:xfrm>
              <a:off x="3912027" y="2795073"/>
              <a:ext cx="23684" cy="25236"/>
            </a:xfrm>
            <a:custGeom>
              <a:avLst/>
              <a:gdLst/>
              <a:ahLst/>
              <a:cxnLst/>
              <a:rect l="l" t="t" r="r" b="b"/>
              <a:pathLst>
                <a:path w="1989" h="2219" extrusionOk="0">
                  <a:moveTo>
                    <a:pt x="419" y="0"/>
                  </a:moveTo>
                  <a:lnTo>
                    <a:pt x="398" y="63"/>
                  </a:lnTo>
                  <a:lnTo>
                    <a:pt x="272" y="63"/>
                  </a:lnTo>
                  <a:lnTo>
                    <a:pt x="210" y="105"/>
                  </a:lnTo>
                  <a:lnTo>
                    <a:pt x="105" y="63"/>
                  </a:lnTo>
                  <a:lnTo>
                    <a:pt x="84" y="84"/>
                  </a:lnTo>
                  <a:lnTo>
                    <a:pt x="0" y="63"/>
                  </a:lnTo>
                  <a:lnTo>
                    <a:pt x="42" y="210"/>
                  </a:lnTo>
                  <a:lnTo>
                    <a:pt x="0" y="272"/>
                  </a:lnTo>
                  <a:lnTo>
                    <a:pt x="42" y="419"/>
                  </a:lnTo>
                  <a:lnTo>
                    <a:pt x="251" y="377"/>
                  </a:lnTo>
                  <a:lnTo>
                    <a:pt x="314" y="628"/>
                  </a:lnTo>
                  <a:lnTo>
                    <a:pt x="565" y="837"/>
                  </a:lnTo>
                  <a:lnTo>
                    <a:pt x="586" y="942"/>
                  </a:lnTo>
                  <a:lnTo>
                    <a:pt x="900" y="1214"/>
                  </a:lnTo>
                  <a:lnTo>
                    <a:pt x="921" y="1360"/>
                  </a:lnTo>
                  <a:lnTo>
                    <a:pt x="1026" y="1528"/>
                  </a:lnTo>
                  <a:lnTo>
                    <a:pt x="1005" y="2072"/>
                  </a:lnTo>
                  <a:lnTo>
                    <a:pt x="1088" y="2218"/>
                  </a:lnTo>
                  <a:lnTo>
                    <a:pt x="1151" y="2177"/>
                  </a:lnTo>
                  <a:lnTo>
                    <a:pt x="1256" y="2197"/>
                  </a:lnTo>
                  <a:lnTo>
                    <a:pt x="1256" y="2093"/>
                  </a:lnTo>
                  <a:lnTo>
                    <a:pt x="1360" y="1884"/>
                  </a:lnTo>
                  <a:lnTo>
                    <a:pt x="1423" y="1905"/>
                  </a:lnTo>
                  <a:lnTo>
                    <a:pt x="1423" y="1758"/>
                  </a:lnTo>
                  <a:lnTo>
                    <a:pt x="1444" y="1549"/>
                  </a:lnTo>
                  <a:lnTo>
                    <a:pt x="1549" y="1549"/>
                  </a:lnTo>
                  <a:lnTo>
                    <a:pt x="1716" y="1486"/>
                  </a:lnTo>
                  <a:lnTo>
                    <a:pt x="1779" y="1570"/>
                  </a:lnTo>
                  <a:lnTo>
                    <a:pt x="1967" y="1570"/>
                  </a:lnTo>
                  <a:lnTo>
                    <a:pt x="1988" y="1528"/>
                  </a:lnTo>
                  <a:lnTo>
                    <a:pt x="1925" y="1423"/>
                  </a:lnTo>
                  <a:lnTo>
                    <a:pt x="1946" y="1319"/>
                  </a:lnTo>
                  <a:lnTo>
                    <a:pt x="1925" y="1214"/>
                  </a:lnTo>
                  <a:lnTo>
                    <a:pt x="1758" y="1109"/>
                  </a:lnTo>
                  <a:lnTo>
                    <a:pt x="1612" y="963"/>
                  </a:lnTo>
                  <a:lnTo>
                    <a:pt x="1612" y="921"/>
                  </a:lnTo>
                  <a:lnTo>
                    <a:pt x="1465" y="858"/>
                  </a:lnTo>
                  <a:lnTo>
                    <a:pt x="1465" y="712"/>
                  </a:lnTo>
                  <a:lnTo>
                    <a:pt x="1444" y="524"/>
                  </a:lnTo>
                  <a:lnTo>
                    <a:pt x="1298" y="440"/>
                  </a:lnTo>
                  <a:lnTo>
                    <a:pt x="1109" y="272"/>
                  </a:lnTo>
                  <a:lnTo>
                    <a:pt x="1047" y="272"/>
                  </a:lnTo>
                  <a:lnTo>
                    <a:pt x="1026" y="314"/>
                  </a:lnTo>
                  <a:lnTo>
                    <a:pt x="837" y="314"/>
                  </a:lnTo>
                  <a:lnTo>
                    <a:pt x="670" y="126"/>
                  </a:lnTo>
                  <a:lnTo>
                    <a:pt x="523" y="126"/>
                  </a:lnTo>
                  <a:lnTo>
                    <a:pt x="41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2297;p45"/>
            <p:cNvSpPr/>
            <p:nvPr/>
          </p:nvSpPr>
          <p:spPr>
            <a:xfrm>
              <a:off x="3874161" y="2799361"/>
              <a:ext cx="60800" cy="37131"/>
            </a:xfrm>
            <a:custGeom>
              <a:avLst/>
              <a:gdLst/>
              <a:ahLst/>
              <a:cxnLst/>
              <a:rect l="l" t="t" r="r" b="b"/>
              <a:pathLst>
                <a:path w="5106" h="3265" extrusionOk="0">
                  <a:moveTo>
                    <a:pt x="3431" y="0"/>
                  </a:moveTo>
                  <a:lnTo>
                    <a:pt x="3076" y="63"/>
                  </a:lnTo>
                  <a:lnTo>
                    <a:pt x="2950" y="147"/>
                  </a:lnTo>
                  <a:lnTo>
                    <a:pt x="2553" y="209"/>
                  </a:lnTo>
                  <a:lnTo>
                    <a:pt x="2448" y="335"/>
                  </a:lnTo>
                  <a:lnTo>
                    <a:pt x="2323" y="335"/>
                  </a:lnTo>
                  <a:lnTo>
                    <a:pt x="2176" y="377"/>
                  </a:lnTo>
                  <a:lnTo>
                    <a:pt x="2030" y="335"/>
                  </a:lnTo>
                  <a:lnTo>
                    <a:pt x="1988" y="230"/>
                  </a:lnTo>
                  <a:lnTo>
                    <a:pt x="1820" y="167"/>
                  </a:lnTo>
                  <a:lnTo>
                    <a:pt x="1674" y="147"/>
                  </a:lnTo>
                  <a:lnTo>
                    <a:pt x="1465" y="42"/>
                  </a:lnTo>
                  <a:lnTo>
                    <a:pt x="1360" y="42"/>
                  </a:lnTo>
                  <a:lnTo>
                    <a:pt x="1276" y="126"/>
                  </a:lnTo>
                  <a:lnTo>
                    <a:pt x="1151" y="126"/>
                  </a:lnTo>
                  <a:lnTo>
                    <a:pt x="1172" y="147"/>
                  </a:lnTo>
                  <a:lnTo>
                    <a:pt x="1130" y="272"/>
                  </a:lnTo>
                  <a:lnTo>
                    <a:pt x="962" y="314"/>
                  </a:lnTo>
                  <a:lnTo>
                    <a:pt x="858" y="544"/>
                  </a:lnTo>
                  <a:lnTo>
                    <a:pt x="732" y="879"/>
                  </a:lnTo>
                  <a:lnTo>
                    <a:pt x="523" y="1193"/>
                  </a:lnTo>
                  <a:lnTo>
                    <a:pt x="544" y="1297"/>
                  </a:lnTo>
                  <a:lnTo>
                    <a:pt x="439" y="1402"/>
                  </a:lnTo>
                  <a:lnTo>
                    <a:pt x="293" y="1381"/>
                  </a:lnTo>
                  <a:lnTo>
                    <a:pt x="230" y="1486"/>
                  </a:lnTo>
                  <a:lnTo>
                    <a:pt x="126" y="1507"/>
                  </a:lnTo>
                  <a:lnTo>
                    <a:pt x="0" y="1632"/>
                  </a:lnTo>
                  <a:lnTo>
                    <a:pt x="126" y="1674"/>
                  </a:lnTo>
                  <a:lnTo>
                    <a:pt x="146" y="1737"/>
                  </a:lnTo>
                  <a:lnTo>
                    <a:pt x="335" y="1946"/>
                  </a:lnTo>
                  <a:lnTo>
                    <a:pt x="356" y="2051"/>
                  </a:lnTo>
                  <a:lnTo>
                    <a:pt x="523" y="2134"/>
                  </a:lnTo>
                  <a:lnTo>
                    <a:pt x="670" y="2260"/>
                  </a:lnTo>
                  <a:lnTo>
                    <a:pt x="607" y="2406"/>
                  </a:lnTo>
                  <a:lnTo>
                    <a:pt x="628" y="2448"/>
                  </a:lnTo>
                  <a:lnTo>
                    <a:pt x="837" y="2532"/>
                  </a:lnTo>
                  <a:lnTo>
                    <a:pt x="879" y="2616"/>
                  </a:lnTo>
                  <a:lnTo>
                    <a:pt x="983" y="2574"/>
                  </a:lnTo>
                  <a:lnTo>
                    <a:pt x="1088" y="2657"/>
                  </a:lnTo>
                  <a:lnTo>
                    <a:pt x="1172" y="2532"/>
                  </a:lnTo>
                  <a:lnTo>
                    <a:pt x="1381" y="2553"/>
                  </a:lnTo>
                  <a:lnTo>
                    <a:pt x="1276" y="2678"/>
                  </a:lnTo>
                  <a:lnTo>
                    <a:pt x="1297" y="2762"/>
                  </a:lnTo>
                  <a:lnTo>
                    <a:pt x="1339" y="2888"/>
                  </a:lnTo>
                  <a:lnTo>
                    <a:pt x="1486" y="2888"/>
                  </a:lnTo>
                  <a:lnTo>
                    <a:pt x="1569" y="2971"/>
                  </a:lnTo>
                  <a:lnTo>
                    <a:pt x="1569" y="3055"/>
                  </a:lnTo>
                  <a:lnTo>
                    <a:pt x="1507" y="3097"/>
                  </a:lnTo>
                  <a:lnTo>
                    <a:pt x="1590" y="3201"/>
                  </a:lnTo>
                  <a:lnTo>
                    <a:pt x="1716" y="3139"/>
                  </a:lnTo>
                  <a:lnTo>
                    <a:pt x="1883" y="3139"/>
                  </a:lnTo>
                  <a:lnTo>
                    <a:pt x="1925" y="3201"/>
                  </a:lnTo>
                  <a:lnTo>
                    <a:pt x="1988" y="3180"/>
                  </a:lnTo>
                  <a:lnTo>
                    <a:pt x="2197" y="3264"/>
                  </a:lnTo>
                  <a:lnTo>
                    <a:pt x="2343" y="3180"/>
                  </a:lnTo>
                  <a:lnTo>
                    <a:pt x="2490" y="3201"/>
                  </a:lnTo>
                  <a:lnTo>
                    <a:pt x="2553" y="3160"/>
                  </a:lnTo>
                  <a:lnTo>
                    <a:pt x="2699" y="3201"/>
                  </a:lnTo>
                  <a:lnTo>
                    <a:pt x="2804" y="3201"/>
                  </a:lnTo>
                  <a:lnTo>
                    <a:pt x="3013" y="3243"/>
                  </a:lnTo>
                  <a:lnTo>
                    <a:pt x="3076" y="3180"/>
                  </a:lnTo>
                  <a:lnTo>
                    <a:pt x="3222" y="3139"/>
                  </a:lnTo>
                  <a:lnTo>
                    <a:pt x="3264" y="3055"/>
                  </a:lnTo>
                  <a:lnTo>
                    <a:pt x="3599" y="2888"/>
                  </a:lnTo>
                  <a:lnTo>
                    <a:pt x="3766" y="2867"/>
                  </a:lnTo>
                  <a:lnTo>
                    <a:pt x="3955" y="2888"/>
                  </a:lnTo>
                  <a:lnTo>
                    <a:pt x="4122" y="2971"/>
                  </a:lnTo>
                  <a:lnTo>
                    <a:pt x="4185" y="3034"/>
                  </a:lnTo>
                  <a:lnTo>
                    <a:pt x="4289" y="2992"/>
                  </a:lnTo>
                  <a:lnTo>
                    <a:pt x="4436" y="3055"/>
                  </a:lnTo>
                  <a:lnTo>
                    <a:pt x="4478" y="3139"/>
                  </a:lnTo>
                  <a:lnTo>
                    <a:pt x="4603" y="3139"/>
                  </a:lnTo>
                  <a:lnTo>
                    <a:pt x="4582" y="2992"/>
                  </a:lnTo>
                  <a:lnTo>
                    <a:pt x="4624" y="2888"/>
                  </a:lnTo>
                  <a:lnTo>
                    <a:pt x="4624" y="2720"/>
                  </a:lnTo>
                  <a:lnTo>
                    <a:pt x="4603" y="2636"/>
                  </a:lnTo>
                  <a:lnTo>
                    <a:pt x="4645" y="2553"/>
                  </a:lnTo>
                  <a:lnTo>
                    <a:pt x="4708" y="2427"/>
                  </a:lnTo>
                  <a:lnTo>
                    <a:pt x="4896" y="2427"/>
                  </a:lnTo>
                  <a:lnTo>
                    <a:pt x="5022" y="2406"/>
                  </a:lnTo>
                  <a:lnTo>
                    <a:pt x="5105" y="2239"/>
                  </a:lnTo>
                  <a:lnTo>
                    <a:pt x="5105" y="2155"/>
                  </a:lnTo>
                  <a:lnTo>
                    <a:pt x="5043" y="2113"/>
                  </a:lnTo>
                  <a:lnTo>
                    <a:pt x="5105" y="2051"/>
                  </a:lnTo>
                  <a:lnTo>
                    <a:pt x="5001" y="1988"/>
                  </a:lnTo>
                  <a:lnTo>
                    <a:pt x="4812" y="1988"/>
                  </a:lnTo>
                  <a:lnTo>
                    <a:pt x="4729" y="2051"/>
                  </a:lnTo>
                  <a:lnTo>
                    <a:pt x="4520" y="2051"/>
                  </a:lnTo>
                  <a:lnTo>
                    <a:pt x="4373" y="2009"/>
                  </a:lnTo>
                  <a:lnTo>
                    <a:pt x="4268" y="1841"/>
                  </a:lnTo>
                  <a:lnTo>
                    <a:pt x="4185" y="1695"/>
                  </a:lnTo>
                  <a:lnTo>
                    <a:pt x="4206" y="1151"/>
                  </a:lnTo>
                  <a:lnTo>
                    <a:pt x="4101" y="983"/>
                  </a:lnTo>
                  <a:lnTo>
                    <a:pt x="4080" y="837"/>
                  </a:lnTo>
                  <a:lnTo>
                    <a:pt x="3766" y="565"/>
                  </a:lnTo>
                  <a:lnTo>
                    <a:pt x="3745" y="460"/>
                  </a:lnTo>
                  <a:lnTo>
                    <a:pt x="3494" y="251"/>
                  </a:lnTo>
                  <a:lnTo>
                    <a:pt x="34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8" name="Google Shape;2298;p45"/>
            <p:cNvSpPr/>
            <p:nvPr/>
          </p:nvSpPr>
          <p:spPr>
            <a:xfrm>
              <a:off x="3889355" y="2831954"/>
              <a:ext cx="39878" cy="24041"/>
            </a:xfrm>
            <a:custGeom>
              <a:avLst/>
              <a:gdLst/>
              <a:ahLst/>
              <a:cxnLst/>
              <a:rect l="l" t="t" r="r" b="b"/>
              <a:pathLst>
                <a:path w="3349" h="2114" extrusionOk="0">
                  <a:moveTo>
                    <a:pt x="2490" y="1"/>
                  </a:moveTo>
                  <a:lnTo>
                    <a:pt x="2323" y="22"/>
                  </a:lnTo>
                  <a:lnTo>
                    <a:pt x="1988" y="189"/>
                  </a:lnTo>
                  <a:lnTo>
                    <a:pt x="1946" y="273"/>
                  </a:lnTo>
                  <a:lnTo>
                    <a:pt x="1800" y="314"/>
                  </a:lnTo>
                  <a:lnTo>
                    <a:pt x="1737" y="377"/>
                  </a:lnTo>
                  <a:lnTo>
                    <a:pt x="1528" y="335"/>
                  </a:lnTo>
                  <a:lnTo>
                    <a:pt x="1423" y="335"/>
                  </a:lnTo>
                  <a:lnTo>
                    <a:pt x="1277" y="294"/>
                  </a:lnTo>
                  <a:lnTo>
                    <a:pt x="1214" y="335"/>
                  </a:lnTo>
                  <a:lnTo>
                    <a:pt x="1067" y="314"/>
                  </a:lnTo>
                  <a:lnTo>
                    <a:pt x="921" y="398"/>
                  </a:lnTo>
                  <a:lnTo>
                    <a:pt x="712" y="314"/>
                  </a:lnTo>
                  <a:lnTo>
                    <a:pt x="649" y="335"/>
                  </a:lnTo>
                  <a:lnTo>
                    <a:pt x="607" y="273"/>
                  </a:lnTo>
                  <a:lnTo>
                    <a:pt x="440" y="273"/>
                  </a:lnTo>
                  <a:lnTo>
                    <a:pt x="314" y="335"/>
                  </a:lnTo>
                  <a:lnTo>
                    <a:pt x="231" y="231"/>
                  </a:lnTo>
                  <a:lnTo>
                    <a:pt x="293" y="189"/>
                  </a:lnTo>
                  <a:lnTo>
                    <a:pt x="293" y="105"/>
                  </a:lnTo>
                  <a:lnTo>
                    <a:pt x="210" y="22"/>
                  </a:lnTo>
                  <a:lnTo>
                    <a:pt x="63" y="22"/>
                  </a:lnTo>
                  <a:lnTo>
                    <a:pt x="84" y="126"/>
                  </a:lnTo>
                  <a:lnTo>
                    <a:pt x="0" y="210"/>
                  </a:lnTo>
                  <a:lnTo>
                    <a:pt x="63" y="440"/>
                  </a:lnTo>
                  <a:lnTo>
                    <a:pt x="231" y="628"/>
                  </a:lnTo>
                  <a:lnTo>
                    <a:pt x="314" y="754"/>
                  </a:lnTo>
                  <a:lnTo>
                    <a:pt x="272" y="900"/>
                  </a:lnTo>
                  <a:lnTo>
                    <a:pt x="63" y="1068"/>
                  </a:lnTo>
                  <a:lnTo>
                    <a:pt x="84" y="1172"/>
                  </a:lnTo>
                  <a:lnTo>
                    <a:pt x="168" y="1277"/>
                  </a:lnTo>
                  <a:lnTo>
                    <a:pt x="105" y="1382"/>
                  </a:lnTo>
                  <a:lnTo>
                    <a:pt x="335" y="1570"/>
                  </a:lnTo>
                  <a:lnTo>
                    <a:pt x="503" y="1842"/>
                  </a:lnTo>
                  <a:lnTo>
                    <a:pt x="523" y="1988"/>
                  </a:lnTo>
                  <a:lnTo>
                    <a:pt x="523" y="2093"/>
                  </a:lnTo>
                  <a:lnTo>
                    <a:pt x="607" y="2114"/>
                  </a:lnTo>
                  <a:lnTo>
                    <a:pt x="795" y="2114"/>
                  </a:lnTo>
                  <a:lnTo>
                    <a:pt x="942" y="2093"/>
                  </a:lnTo>
                  <a:lnTo>
                    <a:pt x="1026" y="1988"/>
                  </a:lnTo>
                  <a:lnTo>
                    <a:pt x="1172" y="2009"/>
                  </a:lnTo>
                  <a:lnTo>
                    <a:pt x="1319" y="2009"/>
                  </a:lnTo>
                  <a:lnTo>
                    <a:pt x="1339" y="2114"/>
                  </a:lnTo>
                  <a:lnTo>
                    <a:pt x="1444" y="2114"/>
                  </a:lnTo>
                  <a:lnTo>
                    <a:pt x="1528" y="2051"/>
                  </a:lnTo>
                  <a:lnTo>
                    <a:pt x="1653" y="2051"/>
                  </a:lnTo>
                  <a:lnTo>
                    <a:pt x="1737" y="2114"/>
                  </a:lnTo>
                  <a:lnTo>
                    <a:pt x="1863" y="2072"/>
                  </a:lnTo>
                  <a:lnTo>
                    <a:pt x="2093" y="2072"/>
                  </a:lnTo>
                  <a:lnTo>
                    <a:pt x="2176" y="2009"/>
                  </a:lnTo>
                  <a:lnTo>
                    <a:pt x="2114" y="1905"/>
                  </a:lnTo>
                  <a:lnTo>
                    <a:pt x="2114" y="1779"/>
                  </a:lnTo>
                  <a:lnTo>
                    <a:pt x="2281" y="1675"/>
                  </a:lnTo>
                  <a:lnTo>
                    <a:pt x="2323" y="1675"/>
                  </a:lnTo>
                  <a:lnTo>
                    <a:pt x="2427" y="1570"/>
                  </a:lnTo>
                  <a:lnTo>
                    <a:pt x="2511" y="1570"/>
                  </a:lnTo>
                  <a:lnTo>
                    <a:pt x="2595" y="1486"/>
                  </a:lnTo>
                  <a:lnTo>
                    <a:pt x="2741" y="1486"/>
                  </a:lnTo>
                  <a:lnTo>
                    <a:pt x="2909" y="1633"/>
                  </a:lnTo>
                  <a:lnTo>
                    <a:pt x="3013" y="1549"/>
                  </a:lnTo>
                  <a:lnTo>
                    <a:pt x="3118" y="1570"/>
                  </a:lnTo>
                  <a:lnTo>
                    <a:pt x="3034" y="1444"/>
                  </a:lnTo>
                  <a:lnTo>
                    <a:pt x="2930" y="1256"/>
                  </a:lnTo>
                  <a:lnTo>
                    <a:pt x="2825" y="1256"/>
                  </a:lnTo>
                  <a:lnTo>
                    <a:pt x="2804" y="1172"/>
                  </a:lnTo>
                  <a:lnTo>
                    <a:pt x="2951" y="1068"/>
                  </a:lnTo>
                  <a:lnTo>
                    <a:pt x="3013" y="942"/>
                  </a:lnTo>
                  <a:lnTo>
                    <a:pt x="2992" y="712"/>
                  </a:lnTo>
                  <a:lnTo>
                    <a:pt x="3139" y="545"/>
                  </a:lnTo>
                  <a:lnTo>
                    <a:pt x="3244" y="586"/>
                  </a:lnTo>
                  <a:lnTo>
                    <a:pt x="3327" y="503"/>
                  </a:lnTo>
                  <a:lnTo>
                    <a:pt x="3348" y="294"/>
                  </a:lnTo>
                  <a:lnTo>
                    <a:pt x="3327" y="273"/>
                  </a:lnTo>
                  <a:lnTo>
                    <a:pt x="3202" y="273"/>
                  </a:lnTo>
                  <a:lnTo>
                    <a:pt x="3160" y="189"/>
                  </a:lnTo>
                  <a:lnTo>
                    <a:pt x="3013" y="126"/>
                  </a:lnTo>
                  <a:lnTo>
                    <a:pt x="2909" y="168"/>
                  </a:lnTo>
                  <a:lnTo>
                    <a:pt x="2846" y="105"/>
                  </a:lnTo>
                  <a:lnTo>
                    <a:pt x="2679" y="22"/>
                  </a:lnTo>
                  <a:lnTo>
                    <a:pt x="249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99" name="Google Shape;2299;p45"/>
            <p:cNvGrpSpPr/>
            <p:nvPr/>
          </p:nvGrpSpPr>
          <p:grpSpPr>
            <a:xfrm>
              <a:off x="3831056" y="2816010"/>
              <a:ext cx="37378" cy="27612"/>
              <a:chOff x="3866750" y="2520350"/>
              <a:chExt cx="78475" cy="60700"/>
            </a:xfrm>
          </p:grpSpPr>
          <p:sp>
            <p:nvSpPr>
              <p:cNvPr id="2300" name="Google Shape;2300;p45"/>
              <p:cNvSpPr/>
              <p:nvPr/>
            </p:nvSpPr>
            <p:spPr>
              <a:xfrm>
                <a:off x="3877200" y="2546500"/>
                <a:ext cx="472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252" extrusionOk="0">
                    <a:moveTo>
                      <a:pt x="1" y="1"/>
                    </a:moveTo>
                    <a:lnTo>
                      <a:pt x="84" y="126"/>
                    </a:lnTo>
                    <a:lnTo>
                      <a:pt x="63" y="147"/>
                    </a:lnTo>
                    <a:lnTo>
                      <a:pt x="168" y="252"/>
                    </a:lnTo>
                    <a:lnTo>
                      <a:pt x="189" y="252"/>
                    </a:lnTo>
                    <a:lnTo>
                      <a:pt x="168" y="10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Google Shape;2301;p45"/>
              <p:cNvSpPr/>
              <p:nvPr/>
            </p:nvSpPr>
            <p:spPr>
              <a:xfrm>
                <a:off x="3882425" y="2554350"/>
                <a:ext cx="2650" cy="3175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27" extrusionOk="0">
                    <a:moveTo>
                      <a:pt x="1" y="1"/>
                    </a:moveTo>
                    <a:lnTo>
                      <a:pt x="106" y="126"/>
                    </a:lnTo>
                    <a:lnTo>
                      <a:pt x="85" y="4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Google Shape;2302;p45"/>
              <p:cNvSpPr/>
              <p:nvPr/>
            </p:nvSpPr>
            <p:spPr>
              <a:xfrm>
                <a:off x="3866750" y="2520350"/>
                <a:ext cx="78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428" extrusionOk="0">
                    <a:moveTo>
                      <a:pt x="1653" y="1"/>
                    </a:moveTo>
                    <a:lnTo>
                      <a:pt x="1653" y="22"/>
                    </a:lnTo>
                    <a:lnTo>
                      <a:pt x="1402" y="22"/>
                    </a:lnTo>
                    <a:lnTo>
                      <a:pt x="1046" y="210"/>
                    </a:lnTo>
                    <a:lnTo>
                      <a:pt x="1025" y="356"/>
                    </a:lnTo>
                    <a:lnTo>
                      <a:pt x="837" y="440"/>
                    </a:lnTo>
                    <a:lnTo>
                      <a:pt x="816" y="649"/>
                    </a:lnTo>
                    <a:lnTo>
                      <a:pt x="691" y="649"/>
                    </a:lnTo>
                    <a:lnTo>
                      <a:pt x="481" y="545"/>
                    </a:lnTo>
                    <a:lnTo>
                      <a:pt x="356" y="587"/>
                    </a:lnTo>
                    <a:lnTo>
                      <a:pt x="209" y="691"/>
                    </a:lnTo>
                    <a:lnTo>
                      <a:pt x="0" y="691"/>
                    </a:lnTo>
                    <a:lnTo>
                      <a:pt x="0" y="733"/>
                    </a:lnTo>
                    <a:lnTo>
                      <a:pt x="42" y="942"/>
                    </a:lnTo>
                    <a:lnTo>
                      <a:pt x="168" y="1068"/>
                    </a:lnTo>
                    <a:lnTo>
                      <a:pt x="168" y="1110"/>
                    </a:lnTo>
                    <a:lnTo>
                      <a:pt x="209" y="1152"/>
                    </a:lnTo>
                    <a:lnTo>
                      <a:pt x="356" y="942"/>
                    </a:lnTo>
                    <a:lnTo>
                      <a:pt x="377" y="796"/>
                    </a:lnTo>
                    <a:lnTo>
                      <a:pt x="461" y="691"/>
                    </a:lnTo>
                    <a:lnTo>
                      <a:pt x="607" y="691"/>
                    </a:lnTo>
                    <a:lnTo>
                      <a:pt x="628" y="796"/>
                    </a:lnTo>
                    <a:lnTo>
                      <a:pt x="733" y="900"/>
                    </a:lnTo>
                    <a:lnTo>
                      <a:pt x="774" y="1068"/>
                    </a:lnTo>
                    <a:lnTo>
                      <a:pt x="879" y="1256"/>
                    </a:lnTo>
                    <a:lnTo>
                      <a:pt x="1025" y="1403"/>
                    </a:lnTo>
                    <a:lnTo>
                      <a:pt x="1088" y="1403"/>
                    </a:lnTo>
                    <a:lnTo>
                      <a:pt x="1193" y="1507"/>
                    </a:lnTo>
                    <a:lnTo>
                      <a:pt x="1088" y="1486"/>
                    </a:lnTo>
                    <a:lnTo>
                      <a:pt x="1005" y="1507"/>
                    </a:lnTo>
                    <a:lnTo>
                      <a:pt x="942" y="1591"/>
                    </a:lnTo>
                    <a:lnTo>
                      <a:pt x="1005" y="1696"/>
                    </a:lnTo>
                    <a:lnTo>
                      <a:pt x="1130" y="1696"/>
                    </a:lnTo>
                    <a:lnTo>
                      <a:pt x="1256" y="1821"/>
                    </a:lnTo>
                    <a:lnTo>
                      <a:pt x="1360" y="1842"/>
                    </a:lnTo>
                    <a:lnTo>
                      <a:pt x="1423" y="1947"/>
                    </a:lnTo>
                    <a:lnTo>
                      <a:pt x="1465" y="2030"/>
                    </a:lnTo>
                    <a:lnTo>
                      <a:pt x="1611" y="2009"/>
                    </a:lnTo>
                    <a:lnTo>
                      <a:pt x="1862" y="2030"/>
                    </a:lnTo>
                    <a:lnTo>
                      <a:pt x="1988" y="2093"/>
                    </a:lnTo>
                    <a:lnTo>
                      <a:pt x="2281" y="2365"/>
                    </a:lnTo>
                    <a:lnTo>
                      <a:pt x="2197" y="2407"/>
                    </a:lnTo>
                    <a:lnTo>
                      <a:pt x="2072" y="2323"/>
                    </a:lnTo>
                    <a:lnTo>
                      <a:pt x="2155" y="2407"/>
                    </a:lnTo>
                    <a:lnTo>
                      <a:pt x="2260" y="2428"/>
                    </a:lnTo>
                    <a:lnTo>
                      <a:pt x="2302" y="2344"/>
                    </a:lnTo>
                    <a:lnTo>
                      <a:pt x="1925" y="1884"/>
                    </a:lnTo>
                    <a:lnTo>
                      <a:pt x="1444" y="1486"/>
                    </a:lnTo>
                    <a:lnTo>
                      <a:pt x="1423" y="1403"/>
                    </a:lnTo>
                    <a:lnTo>
                      <a:pt x="1465" y="1382"/>
                    </a:lnTo>
                    <a:lnTo>
                      <a:pt x="1402" y="1277"/>
                    </a:lnTo>
                    <a:lnTo>
                      <a:pt x="1360" y="1172"/>
                    </a:lnTo>
                    <a:lnTo>
                      <a:pt x="1235" y="1047"/>
                    </a:lnTo>
                    <a:lnTo>
                      <a:pt x="1193" y="1047"/>
                    </a:lnTo>
                    <a:lnTo>
                      <a:pt x="1151" y="963"/>
                    </a:lnTo>
                    <a:lnTo>
                      <a:pt x="1214" y="900"/>
                    </a:lnTo>
                    <a:lnTo>
                      <a:pt x="1214" y="775"/>
                    </a:lnTo>
                    <a:lnTo>
                      <a:pt x="1256" y="733"/>
                    </a:lnTo>
                    <a:lnTo>
                      <a:pt x="1402" y="838"/>
                    </a:lnTo>
                    <a:lnTo>
                      <a:pt x="1444" y="900"/>
                    </a:lnTo>
                    <a:lnTo>
                      <a:pt x="1528" y="880"/>
                    </a:lnTo>
                    <a:lnTo>
                      <a:pt x="1528" y="796"/>
                    </a:lnTo>
                    <a:lnTo>
                      <a:pt x="1632" y="775"/>
                    </a:lnTo>
                    <a:lnTo>
                      <a:pt x="1716" y="796"/>
                    </a:lnTo>
                    <a:lnTo>
                      <a:pt x="1758" y="733"/>
                    </a:lnTo>
                    <a:lnTo>
                      <a:pt x="1841" y="775"/>
                    </a:lnTo>
                    <a:lnTo>
                      <a:pt x="1883" y="733"/>
                    </a:lnTo>
                    <a:lnTo>
                      <a:pt x="1988" y="754"/>
                    </a:lnTo>
                    <a:lnTo>
                      <a:pt x="2051" y="859"/>
                    </a:lnTo>
                    <a:lnTo>
                      <a:pt x="2093" y="796"/>
                    </a:lnTo>
                    <a:lnTo>
                      <a:pt x="2239" y="859"/>
                    </a:lnTo>
                    <a:lnTo>
                      <a:pt x="2344" y="796"/>
                    </a:lnTo>
                    <a:lnTo>
                      <a:pt x="2365" y="859"/>
                    </a:lnTo>
                    <a:lnTo>
                      <a:pt x="2490" y="838"/>
                    </a:lnTo>
                    <a:lnTo>
                      <a:pt x="2616" y="880"/>
                    </a:lnTo>
                    <a:lnTo>
                      <a:pt x="2699" y="859"/>
                    </a:lnTo>
                    <a:lnTo>
                      <a:pt x="2804" y="963"/>
                    </a:lnTo>
                    <a:lnTo>
                      <a:pt x="2971" y="963"/>
                    </a:lnTo>
                    <a:lnTo>
                      <a:pt x="2992" y="984"/>
                    </a:lnTo>
                    <a:lnTo>
                      <a:pt x="2971" y="880"/>
                    </a:lnTo>
                    <a:lnTo>
                      <a:pt x="3097" y="859"/>
                    </a:lnTo>
                    <a:lnTo>
                      <a:pt x="3139" y="859"/>
                    </a:lnTo>
                    <a:lnTo>
                      <a:pt x="3139" y="796"/>
                    </a:lnTo>
                    <a:lnTo>
                      <a:pt x="3034" y="775"/>
                    </a:lnTo>
                    <a:lnTo>
                      <a:pt x="2971" y="733"/>
                    </a:lnTo>
                    <a:lnTo>
                      <a:pt x="2930" y="566"/>
                    </a:lnTo>
                    <a:lnTo>
                      <a:pt x="2888" y="419"/>
                    </a:lnTo>
                    <a:lnTo>
                      <a:pt x="2804" y="356"/>
                    </a:lnTo>
                    <a:lnTo>
                      <a:pt x="2699" y="482"/>
                    </a:lnTo>
                    <a:lnTo>
                      <a:pt x="2490" y="419"/>
                    </a:lnTo>
                    <a:lnTo>
                      <a:pt x="2197" y="356"/>
                    </a:lnTo>
                    <a:lnTo>
                      <a:pt x="2093" y="273"/>
                    </a:lnTo>
                    <a:lnTo>
                      <a:pt x="1988" y="231"/>
                    </a:lnTo>
                    <a:lnTo>
                      <a:pt x="1737" y="22"/>
                    </a:lnTo>
                    <a:lnTo>
                      <a:pt x="165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Google Shape;2303;p45"/>
              <p:cNvSpPr/>
              <p:nvPr/>
            </p:nvSpPr>
            <p:spPr>
              <a:xfrm>
                <a:off x="3886100" y="2558550"/>
                <a:ext cx="36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210" extrusionOk="0">
                    <a:moveTo>
                      <a:pt x="0" y="0"/>
                    </a:moveTo>
                    <a:lnTo>
                      <a:pt x="147" y="209"/>
                    </a:lnTo>
                    <a:lnTo>
                      <a:pt x="126" y="1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04" name="Google Shape;2304;p45"/>
            <p:cNvSpPr/>
            <p:nvPr/>
          </p:nvSpPr>
          <p:spPr>
            <a:xfrm>
              <a:off x="3799155" y="2842190"/>
              <a:ext cx="6990" cy="13340"/>
            </a:xfrm>
            <a:custGeom>
              <a:avLst/>
              <a:gdLst/>
              <a:ahLst/>
              <a:cxnLst/>
              <a:rect l="l" t="t" r="r" b="b"/>
              <a:pathLst>
                <a:path w="587" h="1173" extrusionOk="0">
                  <a:moveTo>
                    <a:pt x="461" y="0"/>
                  </a:moveTo>
                  <a:lnTo>
                    <a:pt x="440" y="105"/>
                  </a:lnTo>
                  <a:lnTo>
                    <a:pt x="482" y="147"/>
                  </a:lnTo>
                  <a:lnTo>
                    <a:pt x="461" y="251"/>
                  </a:lnTo>
                  <a:lnTo>
                    <a:pt x="419" y="251"/>
                  </a:lnTo>
                  <a:lnTo>
                    <a:pt x="357" y="210"/>
                  </a:lnTo>
                  <a:lnTo>
                    <a:pt x="273" y="251"/>
                  </a:lnTo>
                  <a:lnTo>
                    <a:pt x="106" y="335"/>
                  </a:lnTo>
                  <a:lnTo>
                    <a:pt x="22" y="461"/>
                  </a:lnTo>
                  <a:lnTo>
                    <a:pt x="106" y="523"/>
                  </a:lnTo>
                  <a:lnTo>
                    <a:pt x="64" y="565"/>
                  </a:lnTo>
                  <a:lnTo>
                    <a:pt x="1" y="565"/>
                  </a:lnTo>
                  <a:lnTo>
                    <a:pt x="22" y="649"/>
                  </a:lnTo>
                  <a:lnTo>
                    <a:pt x="106" y="691"/>
                  </a:lnTo>
                  <a:lnTo>
                    <a:pt x="106" y="754"/>
                  </a:lnTo>
                  <a:lnTo>
                    <a:pt x="64" y="775"/>
                  </a:lnTo>
                  <a:lnTo>
                    <a:pt x="106" y="837"/>
                  </a:lnTo>
                  <a:lnTo>
                    <a:pt x="168" y="879"/>
                  </a:lnTo>
                  <a:lnTo>
                    <a:pt x="168" y="963"/>
                  </a:lnTo>
                  <a:lnTo>
                    <a:pt x="210" y="963"/>
                  </a:lnTo>
                  <a:lnTo>
                    <a:pt x="252" y="1005"/>
                  </a:lnTo>
                  <a:lnTo>
                    <a:pt x="210" y="984"/>
                  </a:lnTo>
                  <a:lnTo>
                    <a:pt x="147" y="1067"/>
                  </a:lnTo>
                  <a:lnTo>
                    <a:pt x="210" y="1109"/>
                  </a:lnTo>
                  <a:lnTo>
                    <a:pt x="357" y="1172"/>
                  </a:lnTo>
                  <a:lnTo>
                    <a:pt x="461" y="1109"/>
                  </a:lnTo>
                  <a:lnTo>
                    <a:pt x="545" y="942"/>
                  </a:lnTo>
                  <a:lnTo>
                    <a:pt x="545" y="795"/>
                  </a:lnTo>
                  <a:lnTo>
                    <a:pt x="587" y="544"/>
                  </a:lnTo>
                  <a:lnTo>
                    <a:pt x="545" y="314"/>
                  </a:lnTo>
                  <a:lnTo>
                    <a:pt x="545" y="147"/>
                  </a:lnTo>
                  <a:lnTo>
                    <a:pt x="52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5" name="Google Shape;2305;p45"/>
            <p:cNvSpPr/>
            <p:nvPr/>
          </p:nvSpPr>
          <p:spPr>
            <a:xfrm>
              <a:off x="3688535" y="2836242"/>
              <a:ext cx="76506" cy="61161"/>
            </a:xfrm>
            <a:custGeom>
              <a:avLst/>
              <a:gdLst/>
              <a:ahLst/>
              <a:cxnLst/>
              <a:rect l="l" t="t" r="r" b="b"/>
              <a:pathLst>
                <a:path w="6425" h="5378" extrusionOk="0">
                  <a:moveTo>
                    <a:pt x="817" y="0"/>
                  </a:moveTo>
                  <a:lnTo>
                    <a:pt x="733" y="42"/>
                  </a:lnTo>
                  <a:lnTo>
                    <a:pt x="712" y="21"/>
                  </a:lnTo>
                  <a:lnTo>
                    <a:pt x="503" y="126"/>
                  </a:lnTo>
                  <a:lnTo>
                    <a:pt x="524" y="209"/>
                  </a:lnTo>
                  <a:lnTo>
                    <a:pt x="608" y="251"/>
                  </a:lnTo>
                  <a:lnTo>
                    <a:pt x="524" y="335"/>
                  </a:lnTo>
                  <a:lnTo>
                    <a:pt x="336" y="356"/>
                  </a:lnTo>
                  <a:lnTo>
                    <a:pt x="252" y="335"/>
                  </a:lnTo>
                  <a:lnTo>
                    <a:pt x="43" y="419"/>
                  </a:lnTo>
                  <a:lnTo>
                    <a:pt x="1" y="544"/>
                  </a:lnTo>
                  <a:lnTo>
                    <a:pt x="43" y="670"/>
                  </a:lnTo>
                  <a:lnTo>
                    <a:pt x="126" y="649"/>
                  </a:lnTo>
                  <a:lnTo>
                    <a:pt x="126" y="691"/>
                  </a:lnTo>
                  <a:lnTo>
                    <a:pt x="189" y="733"/>
                  </a:lnTo>
                  <a:lnTo>
                    <a:pt x="147" y="879"/>
                  </a:lnTo>
                  <a:lnTo>
                    <a:pt x="210" y="900"/>
                  </a:lnTo>
                  <a:lnTo>
                    <a:pt x="294" y="837"/>
                  </a:lnTo>
                  <a:lnTo>
                    <a:pt x="252" y="963"/>
                  </a:lnTo>
                  <a:lnTo>
                    <a:pt x="315" y="1005"/>
                  </a:lnTo>
                  <a:lnTo>
                    <a:pt x="252" y="1088"/>
                  </a:lnTo>
                  <a:lnTo>
                    <a:pt x="357" y="1109"/>
                  </a:lnTo>
                  <a:lnTo>
                    <a:pt x="231" y="1256"/>
                  </a:lnTo>
                  <a:lnTo>
                    <a:pt x="231" y="1277"/>
                  </a:lnTo>
                  <a:lnTo>
                    <a:pt x="482" y="1214"/>
                  </a:lnTo>
                  <a:lnTo>
                    <a:pt x="587" y="1256"/>
                  </a:lnTo>
                  <a:lnTo>
                    <a:pt x="566" y="1381"/>
                  </a:lnTo>
                  <a:lnTo>
                    <a:pt x="629" y="1465"/>
                  </a:lnTo>
                  <a:lnTo>
                    <a:pt x="796" y="1360"/>
                  </a:lnTo>
                  <a:lnTo>
                    <a:pt x="1110" y="1423"/>
                  </a:lnTo>
                  <a:lnTo>
                    <a:pt x="1214" y="1318"/>
                  </a:lnTo>
                  <a:lnTo>
                    <a:pt x="1486" y="1360"/>
                  </a:lnTo>
                  <a:lnTo>
                    <a:pt x="1507" y="1486"/>
                  </a:lnTo>
                  <a:lnTo>
                    <a:pt x="1612" y="1632"/>
                  </a:lnTo>
                  <a:lnTo>
                    <a:pt x="1591" y="1737"/>
                  </a:lnTo>
                  <a:lnTo>
                    <a:pt x="1445" y="1737"/>
                  </a:lnTo>
                  <a:lnTo>
                    <a:pt x="1235" y="1946"/>
                  </a:lnTo>
                  <a:lnTo>
                    <a:pt x="1256" y="2114"/>
                  </a:lnTo>
                  <a:lnTo>
                    <a:pt x="1235" y="2469"/>
                  </a:lnTo>
                  <a:lnTo>
                    <a:pt x="1089" y="2616"/>
                  </a:lnTo>
                  <a:lnTo>
                    <a:pt x="1194" y="2720"/>
                  </a:lnTo>
                  <a:lnTo>
                    <a:pt x="1047" y="2930"/>
                  </a:lnTo>
                  <a:lnTo>
                    <a:pt x="942" y="2888"/>
                  </a:lnTo>
                  <a:lnTo>
                    <a:pt x="817" y="2930"/>
                  </a:lnTo>
                  <a:lnTo>
                    <a:pt x="963" y="3202"/>
                  </a:lnTo>
                  <a:lnTo>
                    <a:pt x="1089" y="3285"/>
                  </a:lnTo>
                  <a:lnTo>
                    <a:pt x="1089" y="3515"/>
                  </a:lnTo>
                  <a:lnTo>
                    <a:pt x="922" y="3704"/>
                  </a:lnTo>
                  <a:lnTo>
                    <a:pt x="984" y="3871"/>
                  </a:lnTo>
                  <a:lnTo>
                    <a:pt x="1131" y="3871"/>
                  </a:lnTo>
                  <a:lnTo>
                    <a:pt x="1089" y="3976"/>
                  </a:lnTo>
                  <a:lnTo>
                    <a:pt x="963" y="4080"/>
                  </a:lnTo>
                  <a:lnTo>
                    <a:pt x="838" y="4331"/>
                  </a:lnTo>
                  <a:lnTo>
                    <a:pt x="922" y="4457"/>
                  </a:lnTo>
                  <a:lnTo>
                    <a:pt x="922" y="4603"/>
                  </a:lnTo>
                  <a:lnTo>
                    <a:pt x="1026" y="4624"/>
                  </a:lnTo>
                  <a:lnTo>
                    <a:pt x="1173" y="4645"/>
                  </a:lnTo>
                  <a:lnTo>
                    <a:pt x="1403" y="4875"/>
                  </a:lnTo>
                  <a:lnTo>
                    <a:pt x="1382" y="4917"/>
                  </a:lnTo>
                  <a:lnTo>
                    <a:pt x="1486" y="5168"/>
                  </a:lnTo>
                  <a:lnTo>
                    <a:pt x="1675" y="5357"/>
                  </a:lnTo>
                  <a:lnTo>
                    <a:pt x="1842" y="5378"/>
                  </a:lnTo>
                  <a:lnTo>
                    <a:pt x="2010" y="5273"/>
                  </a:lnTo>
                  <a:lnTo>
                    <a:pt x="2010" y="5168"/>
                  </a:lnTo>
                  <a:lnTo>
                    <a:pt x="2093" y="5085"/>
                  </a:lnTo>
                  <a:lnTo>
                    <a:pt x="2303" y="5064"/>
                  </a:lnTo>
                  <a:lnTo>
                    <a:pt x="2470" y="4875"/>
                  </a:lnTo>
                  <a:lnTo>
                    <a:pt x="2679" y="4855"/>
                  </a:lnTo>
                  <a:lnTo>
                    <a:pt x="2784" y="4813"/>
                  </a:lnTo>
                  <a:lnTo>
                    <a:pt x="3035" y="4875"/>
                  </a:lnTo>
                  <a:lnTo>
                    <a:pt x="3181" y="4917"/>
                  </a:lnTo>
                  <a:lnTo>
                    <a:pt x="3202" y="4855"/>
                  </a:lnTo>
                  <a:lnTo>
                    <a:pt x="3307" y="4855"/>
                  </a:lnTo>
                  <a:lnTo>
                    <a:pt x="3411" y="4938"/>
                  </a:lnTo>
                  <a:lnTo>
                    <a:pt x="3495" y="4855"/>
                  </a:lnTo>
                  <a:lnTo>
                    <a:pt x="3558" y="4750"/>
                  </a:lnTo>
                  <a:lnTo>
                    <a:pt x="3663" y="4855"/>
                  </a:lnTo>
                  <a:lnTo>
                    <a:pt x="3788" y="4917"/>
                  </a:lnTo>
                  <a:lnTo>
                    <a:pt x="3914" y="4708"/>
                  </a:lnTo>
                  <a:lnTo>
                    <a:pt x="3914" y="4603"/>
                  </a:lnTo>
                  <a:lnTo>
                    <a:pt x="4248" y="4436"/>
                  </a:lnTo>
                  <a:lnTo>
                    <a:pt x="4458" y="4436"/>
                  </a:lnTo>
                  <a:lnTo>
                    <a:pt x="4520" y="4352"/>
                  </a:lnTo>
                  <a:lnTo>
                    <a:pt x="4458" y="4311"/>
                  </a:lnTo>
                  <a:lnTo>
                    <a:pt x="4499" y="4143"/>
                  </a:lnTo>
                  <a:lnTo>
                    <a:pt x="4667" y="3892"/>
                  </a:lnTo>
                  <a:lnTo>
                    <a:pt x="4667" y="3766"/>
                  </a:lnTo>
                  <a:lnTo>
                    <a:pt x="4855" y="3704"/>
                  </a:lnTo>
                  <a:lnTo>
                    <a:pt x="4981" y="3578"/>
                  </a:lnTo>
                  <a:lnTo>
                    <a:pt x="4855" y="3390"/>
                  </a:lnTo>
                  <a:lnTo>
                    <a:pt x="4771" y="3348"/>
                  </a:lnTo>
                  <a:lnTo>
                    <a:pt x="4751" y="3243"/>
                  </a:lnTo>
                  <a:lnTo>
                    <a:pt x="4646" y="3076"/>
                  </a:lnTo>
                  <a:lnTo>
                    <a:pt x="4730" y="2992"/>
                  </a:lnTo>
                  <a:lnTo>
                    <a:pt x="4960" y="2637"/>
                  </a:lnTo>
                  <a:lnTo>
                    <a:pt x="5064" y="2574"/>
                  </a:lnTo>
                  <a:lnTo>
                    <a:pt x="5232" y="2302"/>
                  </a:lnTo>
                  <a:lnTo>
                    <a:pt x="5274" y="2323"/>
                  </a:lnTo>
                  <a:lnTo>
                    <a:pt x="5253" y="2344"/>
                  </a:lnTo>
                  <a:lnTo>
                    <a:pt x="5253" y="2365"/>
                  </a:lnTo>
                  <a:lnTo>
                    <a:pt x="5336" y="2323"/>
                  </a:lnTo>
                  <a:lnTo>
                    <a:pt x="5357" y="2197"/>
                  </a:lnTo>
                  <a:lnTo>
                    <a:pt x="5295" y="2134"/>
                  </a:lnTo>
                  <a:lnTo>
                    <a:pt x="5441" y="2051"/>
                  </a:lnTo>
                  <a:lnTo>
                    <a:pt x="5567" y="1946"/>
                  </a:lnTo>
                  <a:lnTo>
                    <a:pt x="5776" y="1946"/>
                  </a:lnTo>
                  <a:lnTo>
                    <a:pt x="5964" y="1883"/>
                  </a:lnTo>
                  <a:lnTo>
                    <a:pt x="6069" y="1737"/>
                  </a:lnTo>
                  <a:lnTo>
                    <a:pt x="6278" y="1611"/>
                  </a:lnTo>
                  <a:lnTo>
                    <a:pt x="6320" y="1507"/>
                  </a:lnTo>
                  <a:lnTo>
                    <a:pt x="6341" y="1381"/>
                  </a:lnTo>
                  <a:lnTo>
                    <a:pt x="6320" y="1193"/>
                  </a:lnTo>
                  <a:lnTo>
                    <a:pt x="6424" y="1151"/>
                  </a:lnTo>
                  <a:lnTo>
                    <a:pt x="6424" y="1088"/>
                  </a:lnTo>
                  <a:lnTo>
                    <a:pt x="6341" y="1067"/>
                  </a:lnTo>
                  <a:lnTo>
                    <a:pt x="6215" y="879"/>
                  </a:lnTo>
                  <a:lnTo>
                    <a:pt x="5964" y="900"/>
                  </a:lnTo>
                  <a:lnTo>
                    <a:pt x="5797" y="837"/>
                  </a:lnTo>
                  <a:lnTo>
                    <a:pt x="5629" y="837"/>
                  </a:lnTo>
                  <a:lnTo>
                    <a:pt x="5525" y="774"/>
                  </a:lnTo>
                  <a:lnTo>
                    <a:pt x="5253" y="774"/>
                  </a:lnTo>
                  <a:lnTo>
                    <a:pt x="5148" y="879"/>
                  </a:lnTo>
                  <a:lnTo>
                    <a:pt x="5064" y="837"/>
                  </a:lnTo>
                  <a:lnTo>
                    <a:pt x="4918" y="837"/>
                  </a:lnTo>
                  <a:lnTo>
                    <a:pt x="4792" y="691"/>
                  </a:lnTo>
                  <a:lnTo>
                    <a:pt x="4688" y="753"/>
                  </a:lnTo>
                  <a:lnTo>
                    <a:pt x="4583" y="649"/>
                  </a:lnTo>
                  <a:lnTo>
                    <a:pt x="4332" y="565"/>
                  </a:lnTo>
                  <a:lnTo>
                    <a:pt x="4186" y="586"/>
                  </a:lnTo>
                  <a:lnTo>
                    <a:pt x="4207" y="523"/>
                  </a:lnTo>
                  <a:lnTo>
                    <a:pt x="4186" y="377"/>
                  </a:lnTo>
                  <a:lnTo>
                    <a:pt x="4102" y="377"/>
                  </a:lnTo>
                  <a:lnTo>
                    <a:pt x="4102" y="356"/>
                  </a:lnTo>
                  <a:lnTo>
                    <a:pt x="3997" y="314"/>
                  </a:lnTo>
                  <a:lnTo>
                    <a:pt x="3955" y="335"/>
                  </a:lnTo>
                  <a:lnTo>
                    <a:pt x="3872" y="335"/>
                  </a:lnTo>
                  <a:lnTo>
                    <a:pt x="3809" y="419"/>
                  </a:lnTo>
                  <a:lnTo>
                    <a:pt x="3495" y="230"/>
                  </a:lnTo>
                  <a:lnTo>
                    <a:pt x="3391" y="230"/>
                  </a:lnTo>
                  <a:lnTo>
                    <a:pt x="3286" y="335"/>
                  </a:lnTo>
                  <a:lnTo>
                    <a:pt x="3077" y="272"/>
                  </a:lnTo>
                  <a:lnTo>
                    <a:pt x="3035" y="168"/>
                  </a:lnTo>
                  <a:lnTo>
                    <a:pt x="2826" y="147"/>
                  </a:lnTo>
                  <a:lnTo>
                    <a:pt x="2533" y="272"/>
                  </a:lnTo>
                  <a:lnTo>
                    <a:pt x="2344" y="230"/>
                  </a:lnTo>
                  <a:lnTo>
                    <a:pt x="1926" y="168"/>
                  </a:lnTo>
                  <a:lnTo>
                    <a:pt x="1779" y="105"/>
                  </a:lnTo>
                  <a:lnTo>
                    <a:pt x="1758" y="42"/>
                  </a:lnTo>
                  <a:lnTo>
                    <a:pt x="1570" y="105"/>
                  </a:lnTo>
                  <a:lnTo>
                    <a:pt x="1403" y="147"/>
                  </a:lnTo>
                  <a:lnTo>
                    <a:pt x="1277" y="105"/>
                  </a:lnTo>
                  <a:lnTo>
                    <a:pt x="1173" y="105"/>
                  </a:lnTo>
                  <a:lnTo>
                    <a:pt x="1068" y="168"/>
                  </a:lnTo>
                  <a:lnTo>
                    <a:pt x="942" y="21"/>
                  </a:lnTo>
                  <a:lnTo>
                    <a:pt x="81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6" name="Google Shape;2306;p45"/>
            <p:cNvSpPr/>
            <p:nvPr/>
          </p:nvSpPr>
          <p:spPr>
            <a:xfrm>
              <a:off x="4036603" y="2865264"/>
              <a:ext cx="11967" cy="9064"/>
            </a:xfrm>
            <a:custGeom>
              <a:avLst/>
              <a:gdLst/>
              <a:ahLst/>
              <a:cxnLst/>
              <a:rect l="l" t="t" r="r" b="b"/>
              <a:pathLst>
                <a:path w="1005" h="797" extrusionOk="0">
                  <a:moveTo>
                    <a:pt x="189" y="1"/>
                  </a:moveTo>
                  <a:lnTo>
                    <a:pt x="84" y="64"/>
                  </a:lnTo>
                  <a:lnTo>
                    <a:pt x="0" y="64"/>
                  </a:lnTo>
                  <a:lnTo>
                    <a:pt x="0" y="106"/>
                  </a:lnTo>
                  <a:lnTo>
                    <a:pt x="42" y="106"/>
                  </a:lnTo>
                  <a:lnTo>
                    <a:pt x="105" y="189"/>
                  </a:lnTo>
                  <a:lnTo>
                    <a:pt x="189" y="189"/>
                  </a:lnTo>
                  <a:lnTo>
                    <a:pt x="251" y="294"/>
                  </a:lnTo>
                  <a:lnTo>
                    <a:pt x="209" y="378"/>
                  </a:lnTo>
                  <a:lnTo>
                    <a:pt x="481" y="503"/>
                  </a:lnTo>
                  <a:lnTo>
                    <a:pt x="502" y="629"/>
                  </a:lnTo>
                  <a:lnTo>
                    <a:pt x="670" y="712"/>
                  </a:lnTo>
                  <a:lnTo>
                    <a:pt x="795" y="712"/>
                  </a:lnTo>
                  <a:lnTo>
                    <a:pt x="984" y="796"/>
                  </a:lnTo>
                  <a:lnTo>
                    <a:pt x="1005" y="712"/>
                  </a:lnTo>
                  <a:lnTo>
                    <a:pt x="733" y="315"/>
                  </a:lnTo>
                  <a:lnTo>
                    <a:pt x="586" y="273"/>
                  </a:lnTo>
                  <a:lnTo>
                    <a:pt x="502" y="85"/>
                  </a:lnTo>
                  <a:lnTo>
                    <a:pt x="398" y="85"/>
                  </a:lnTo>
                  <a:lnTo>
                    <a:pt x="356" y="126"/>
                  </a:lnTo>
                  <a:lnTo>
                    <a:pt x="1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7" name="Google Shape;2307;p45"/>
            <p:cNvSpPr/>
            <p:nvPr/>
          </p:nvSpPr>
          <p:spPr>
            <a:xfrm>
              <a:off x="4033614" y="2866458"/>
              <a:ext cx="140532" cy="108039"/>
            </a:xfrm>
            <a:custGeom>
              <a:avLst/>
              <a:gdLst/>
              <a:ahLst/>
              <a:cxnLst/>
              <a:rect l="l" t="t" r="r" b="b"/>
              <a:pathLst>
                <a:path w="11802" h="9500" extrusionOk="0">
                  <a:moveTo>
                    <a:pt x="502" y="1863"/>
                  </a:moveTo>
                  <a:lnTo>
                    <a:pt x="502" y="1884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502" y="1863"/>
                  </a:lnTo>
                  <a:close/>
                  <a:moveTo>
                    <a:pt x="251" y="1"/>
                  </a:moveTo>
                  <a:lnTo>
                    <a:pt x="209" y="63"/>
                  </a:lnTo>
                  <a:lnTo>
                    <a:pt x="147" y="210"/>
                  </a:lnTo>
                  <a:lnTo>
                    <a:pt x="0" y="210"/>
                  </a:lnTo>
                  <a:lnTo>
                    <a:pt x="0" y="273"/>
                  </a:lnTo>
                  <a:lnTo>
                    <a:pt x="42" y="398"/>
                  </a:lnTo>
                  <a:lnTo>
                    <a:pt x="105" y="607"/>
                  </a:lnTo>
                  <a:lnTo>
                    <a:pt x="105" y="712"/>
                  </a:lnTo>
                  <a:lnTo>
                    <a:pt x="105" y="858"/>
                  </a:lnTo>
                  <a:lnTo>
                    <a:pt x="230" y="900"/>
                  </a:lnTo>
                  <a:lnTo>
                    <a:pt x="251" y="942"/>
                  </a:lnTo>
                  <a:lnTo>
                    <a:pt x="188" y="1130"/>
                  </a:lnTo>
                  <a:lnTo>
                    <a:pt x="209" y="1277"/>
                  </a:lnTo>
                  <a:lnTo>
                    <a:pt x="188" y="1361"/>
                  </a:lnTo>
                  <a:lnTo>
                    <a:pt x="335" y="1423"/>
                  </a:lnTo>
                  <a:lnTo>
                    <a:pt x="460" y="1654"/>
                  </a:lnTo>
                  <a:lnTo>
                    <a:pt x="523" y="1779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607" y="1884"/>
                  </a:lnTo>
                  <a:lnTo>
                    <a:pt x="670" y="2009"/>
                  </a:lnTo>
                  <a:lnTo>
                    <a:pt x="649" y="2114"/>
                  </a:lnTo>
                  <a:lnTo>
                    <a:pt x="712" y="2260"/>
                  </a:lnTo>
                  <a:lnTo>
                    <a:pt x="816" y="2260"/>
                  </a:lnTo>
                  <a:lnTo>
                    <a:pt x="858" y="2365"/>
                  </a:lnTo>
                  <a:lnTo>
                    <a:pt x="921" y="2490"/>
                  </a:lnTo>
                  <a:lnTo>
                    <a:pt x="1025" y="2532"/>
                  </a:lnTo>
                  <a:lnTo>
                    <a:pt x="1088" y="2574"/>
                  </a:lnTo>
                  <a:lnTo>
                    <a:pt x="1297" y="2679"/>
                  </a:lnTo>
                  <a:lnTo>
                    <a:pt x="1381" y="2700"/>
                  </a:lnTo>
                  <a:lnTo>
                    <a:pt x="1507" y="2679"/>
                  </a:lnTo>
                  <a:lnTo>
                    <a:pt x="1590" y="2721"/>
                  </a:lnTo>
                  <a:lnTo>
                    <a:pt x="1653" y="2742"/>
                  </a:lnTo>
                  <a:lnTo>
                    <a:pt x="1590" y="2783"/>
                  </a:lnTo>
                  <a:lnTo>
                    <a:pt x="1486" y="2825"/>
                  </a:lnTo>
                  <a:lnTo>
                    <a:pt x="1402" y="2825"/>
                  </a:lnTo>
                  <a:lnTo>
                    <a:pt x="1444" y="2993"/>
                  </a:lnTo>
                  <a:lnTo>
                    <a:pt x="1486" y="3014"/>
                  </a:lnTo>
                  <a:lnTo>
                    <a:pt x="1486" y="3223"/>
                  </a:lnTo>
                  <a:lnTo>
                    <a:pt x="1402" y="3244"/>
                  </a:lnTo>
                  <a:lnTo>
                    <a:pt x="1339" y="3244"/>
                  </a:lnTo>
                  <a:lnTo>
                    <a:pt x="1297" y="3432"/>
                  </a:lnTo>
                  <a:lnTo>
                    <a:pt x="1256" y="3474"/>
                  </a:lnTo>
                  <a:lnTo>
                    <a:pt x="1256" y="3683"/>
                  </a:lnTo>
                  <a:lnTo>
                    <a:pt x="1235" y="3767"/>
                  </a:lnTo>
                  <a:lnTo>
                    <a:pt x="1256" y="3830"/>
                  </a:lnTo>
                  <a:lnTo>
                    <a:pt x="1193" y="3871"/>
                  </a:lnTo>
                  <a:lnTo>
                    <a:pt x="1193" y="3955"/>
                  </a:lnTo>
                  <a:lnTo>
                    <a:pt x="1276" y="3976"/>
                  </a:lnTo>
                  <a:lnTo>
                    <a:pt x="1360" y="4060"/>
                  </a:lnTo>
                  <a:lnTo>
                    <a:pt x="1465" y="4081"/>
                  </a:lnTo>
                  <a:lnTo>
                    <a:pt x="1486" y="4164"/>
                  </a:lnTo>
                  <a:lnTo>
                    <a:pt x="1611" y="4269"/>
                  </a:lnTo>
                  <a:lnTo>
                    <a:pt x="1569" y="4394"/>
                  </a:lnTo>
                  <a:lnTo>
                    <a:pt x="1590" y="4415"/>
                  </a:lnTo>
                  <a:lnTo>
                    <a:pt x="1590" y="4499"/>
                  </a:lnTo>
                  <a:lnTo>
                    <a:pt x="1695" y="4583"/>
                  </a:lnTo>
                  <a:lnTo>
                    <a:pt x="1758" y="4562"/>
                  </a:lnTo>
                  <a:lnTo>
                    <a:pt x="1862" y="4520"/>
                  </a:lnTo>
                  <a:lnTo>
                    <a:pt x="2302" y="4813"/>
                  </a:lnTo>
                  <a:lnTo>
                    <a:pt x="2344" y="4792"/>
                  </a:lnTo>
                  <a:lnTo>
                    <a:pt x="2427" y="4834"/>
                  </a:lnTo>
                  <a:lnTo>
                    <a:pt x="2532" y="5043"/>
                  </a:lnTo>
                  <a:lnTo>
                    <a:pt x="2636" y="5106"/>
                  </a:lnTo>
                  <a:lnTo>
                    <a:pt x="2762" y="5357"/>
                  </a:lnTo>
                  <a:lnTo>
                    <a:pt x="2636" y="5462"/>
                  </a:lnTo>
                  <a:lnTo>
                    <a:pt x="2636" y="5650"/>
                  </a:lnTo>
                  <a:lnTo>
                    <a:pt x="2657" y="5817"/>
                  </a:lnTo>
                  <a:lnTo>
                    <a:pt x="2846" y="5817"/>
                  </a:lnTo>
                  <a:lnTo>
                    <a:pt x="2909" y="6152"/>
                  </a:lnTo>
                  <a:lnTo>
                    <a:pt x="3013" y="6236"/>
                  </a:lnTo>
                  <a:lnTo>
                    <a:pt x="3118" y="6278"/>
                  </a:lnTo>
                  <a:lnTo>
                    <a:pt x="3160" y="6299"/>
                  </a:lnTo>
                  <a:lnTo>
                    <a:pt x="3222" y="6278"/>
                  </a:lnTo>
                  <a:lnTo>
                    <a:pt x="3222" y="6340"/>
                  </a:lnTo>
                  <a:lnTo>
                    <a:pt x="3285" y="6445"/>
                  </a:lnTo>
                  <a:lnTo>
                    <a:pt x="3369" y="6445"/>
                  </a:lnTo>
                  <a:lnTo>
                    <a:pt x="3432" y="6382"/>
                  </a:lnTo>
                  <a:lnTo>
                    <a:pt x="3453" y="6257"/>
                  </a:lnTo>
                  <a:lnTo>
                    <a:pt x="3348" y="6194"/>
                  </a:lnTo>
                  <a:lnTo>
                    <a:pt x="3494" y="6194"/>
                  </a:lnTo>
                  <a:lnTo>
                    <a:pt x="3536" y="6173"/>
                  </a:lnTo>
                  <a:lnTo>
                    <a:pt x="3494" y="6236"/>
                  </a:lnTo>
                  <a:lnTo>
                    <a:pt x="3494" y="6299"/>
                  </a:lnTo>
                  <a:lnTo>
                    <a:pt x="3641" y="6361"/>
                  </a:lnTo>
                  <a:lnTo>
                    <a:pt x="3683" y="6340"/>
                  </a:lnTo>
                  <a:lnTo>
                    <a:pt x="3745" y="6445"/>
                  </a:lnTo>
                  <a:lnTo>
                    <a:pt x="3787" y="6445"/>
                  </a:lnTo>
                  <a:lnTo>
                    <a:pt x="3976" y="6299"/>
                  </a:lnTo>
                  <a:lnTo>
                    <a:pt x="4017" y="6340"/>
                  </a:lnTo>
                  <a:lnTo>
                    <a:pt x="4164" y="6487"/>
                  </a:lnTo>
                  <a:lnTo>
                    <a:pt x="4164" y="6591"/>
                  </a:lnTo>
                  <a:lnTo>
                    <a:pt x="4373" y="6863"/>
                  </a:lnTo>
                  <a:lnTo>
                    <a:pt x="4394" y="7031"/>
                  </a:lnTo>
                  <a:lnTo>
                    <a:pt x="4436" y="7073"/>
                  </a:lnTo>
                  <a:lnTo>
                    <a:pt x="4541" y="7073"/>
                  </a:lnTo>
                  <a:lnTo>
                    <a:pt x="4603" y="7177"/>
                  </a:lnTo>
                  <a:lnTo>
                    <a:pt x="4541" y="7177"/>
                  </a:lnTo>
                  <a:lnTo>
                    <a:pt x="4520" y="7135"/>
                  </a:lnTo>
                  <a:lnTo>
                    <a:pt x="4499" y="7177"/>
                  </a:lnTo>
                  <a:lnTo>
                    <a:pt x="4603" y="7240"/>
                  </a:lnTo>
                  <a:lnTo>
                    <a:pt x="4645" y="7219"/>
                  </a:lnTo>
                  <a:lnTo>
                    <a:pt x="4687" y="7324"/>
                  </a:lnTo>
                  <a:lnTo>
                    <a:pt x="4833" y="7721"/>
                  </a:lnTo>
                  <a:lnTo>
                    <a:pt x="4959" y="7763"/>
                  </a:lnTo>
                  <a:lnTo>
                    <a:pt x="5168" y="7763"/>
                  </a:lnTo>
                  <a:lnTo>
                    <a:pt x="5315" y="7805"/>
                  </a:lnTo>
                  <a:lnTo>
                    <a:pt x="5377" y="7868"/>
                  </a:lnTo>
                  <a:lnTo>
                    <a:pt x="5566" y="7868"/>
                  </a:lnTo>
                  <a:lnTo>
                    <a:pt x="5587" y="7931"/>
                  </a:lnTo>
                  <a:lnTo>
                    <a:pt x="5691" y="7931"/>
                  </a:lnTo>
                  <a:lnTo>
                    <a:pt x="5733" y="7972"/>
                  </a:lnTo>
                  <a:lnTo>
                    <a:pt x="5649" y="8035"/>
                  </a:lnTo>
                  <a:lnTo>
                    <a:pt x="5796" y="8224"/>
                  </a:lnTo>
                  <a:lnTo>
                    <a:pt x="5963" y="8244"/>
                  </a:lnTo>
                  <a:lnTo>
                    <a:pt x="6047" y="8328"/>
                  </a:lnTo>
                  <a:lnTo>
                    <a:pt x="6152" y="8328"/>
                  </a:lnTo>
                  <a:lnTo>
                    <a:pt x="6319" y="8496"/>
                  </a:lnTo>
                  <a:lnTo>
                    <a:pt x="6403" y="8475"/>
                  </a:lnTo>
                  <a:lnTo>
                    <a:pt x="6528" y="8454"/>
                  </a:lnTo>
                  <a:lnTo>
                    <a:pt x="6717" y="8496"/>
                  </a:lnTo>
                  <a:lnTo>
                    <a:pt x="6947" y="8663"/>
                  </a:lnTo>
                  <a:lnTo>
                    <a:pt x="7135" y="8475"/>
                  </a:lnTo>
                  <a:lnTo>
                    <a:pt x="7407" y="8349"/>
                  </a:lnTo>
                  <a:lnTo>
                    <a:pt x="7407" y="8328"/>
                  </a:lnTo>
                  <a:lnTo>
                    <a:pt x="7533" y="8328"/>
                  </a:lnTo>
                  <a:lnTo>
                    <a:pt x="7679" y="8224"/>
                  </a:lnTo>
                  <a:lnTo>
                    <a:pt x="7784" y="8161"/>
                  </a:lnTo>
                  <a:lnTo>
                    <a:pt x="7993" y="8182"/>
                  </a:lnTo>
                  <a:lnTo>
                    <a:pt x="7993" y="8244"/>
                  </a:lnTo>
                  <a:lnTo>
                    <a:pt x="8056" y="8244"/>
                  </a:lnTo>
                  <a:lnTo>
                    <a:pt x="8056" y="8286"/>
                  </a:lnTo>
                  <a:lnTo>
                    <a:pt x="8160" y="8454"/>
                  </a:lnTo>
                  <a:lnTo>
                    <a:pt x="8244" y="8663"/>
                  </a:lnTo>
                  <a:lnTo>
                    <a:pt x="8349" y="8872"/>
                  </a:lnTo>
                  <a:lnTo>
                    <a:pt x="8349" y="9019"/>
                  </a:lnTo>
                  <a:lnTo>
                    <a:pt x="8411" y="9081"/>
                  </a:lnTo>
                  <a:lnTo>
                    <a:pt x="8453" y="9123"/>
                  </a:lnTo>
                  <a:lnTo>
                    <a:pt x="8872" y="9123"/>
                  </a:lnTo>
                  <a:lnTo>
                    <a:pt x="8976" y="9207"/>
                  </a:lnTo>
                  <a:lnTo>
                    <a:pt x="9102" y="9081"/>
                  </a:lnTo>
                  <a:lnTo>
                    <a:pt x="9144" y="9102"/>
                  </a:lnTo>
                  <a:lnTo>
                    <a:pt x="9311" y="9228"/>
                  </a:lnTo>
                  <a:lnTo>
                    <a:pt x="9625" y="9207"/>
                  </a:lnTo>
                  <a:lnTo>
                    <a:pt x="9813" y="9291"/>
                  </a:lnTo>
                  <a:lnTo>
                    <a:pt x="10064" y="9312"/>
                  </a:lnTo>
                  <a:lnTo>
                    <a:pt x="10169" y="9332"/>
                  </a:lnTo>
                  <a:lnTo>
                    <a:pt x="10232" y="9312"/>
                  </a:lnTo>
                  <a:lnTo>
                    <a:pt x="10295" y="9395"/>
                  </a:lnTo>
                  <a:lnTo>
                    <a:pt x="10315" y="9395"/>
                  </a:lnTo>
                  <a:lnTo>
                    <a:pt x="10357" y="9291"/>
                  </a:lnTo>
                  <a:lnTo>
                    <a:pt x="10441" y="9291"/>
                  </a:lnTo>
                  <a:lnTo>
                    <a:pt x="10483" y="9374"/>
                  </a:lnTo>
                  <a:lnTo>
                    <a:pt x="10608" y="9416"/>
                  </a:lnTo>
                  <a:lnTo>
                    <a:pt x="10818" y="9500"/>
                  </a:lnTo>
                  <a:lnTo>
                    <a:pt x="10901" y="9437"/>
                  </a:lnTo>
                  <a:lnTo>
                    <a:pt x="10922" y="9395"/>
                  </a:lnTo>
                  <a:lnTo>
                    <a:pt x="10964" y="9395"/>
                  </a:lnTo>
                  <a:lnTo>
                    <a:pt x="10964" y="9312"/>
                  </a:lnTo>
                  <a:lnTo>
                    <a:pt x="10985" y="9102"/>
                  </a:lnTo>
                  <a:lnTo>
                    <a:pt x="10922" y="8977"/>
                  </a:lnTo>
                  <a:lnTo>
                    <a:pt x="11027" y="8851"/>
                  </a:lnTo>
                  <a:lnTo>
                    <a:pt x="10985" y="8747"/>
                  </a:lnTo>
                  <a:lnTo>
                    <a:pt x="11069" y="8642"/>
                  </a:lnTo>
                  <a:lnTo>
                    <a:pt x="11215" y="8558"/>
                  </a:lnTo>
                  <a:lnTo>
                    <a:pt x="11299" y="8496"/>
                  </a:lnTo>
                  <a:lnTo>
                    <a:pt x="11550" y="8433"/>
                  </a:lnTo>
                  <a:lnTo>
                    <a:pt x="11717" y="8475"/>
                  </a:lnTo>
                  <a:lnTo>
                    <a:pt x="11801" y="8391"/>
                  </a:lnTo>
                  <a:lnTo>
                    <a:pt x="11759" y="8161"/>
                  </a:lnTo>
                  <a:lnTo>
                    <a:pt x="11634" y="8056"/>
                  </a:lnTo>
                  <a:lnTo>
                    <a:pt x="11487" y="8077"/>
                  </a:lnTo>
                  <a:lnTo>
                    <a:pt x="11445" y="7972"/>
                  </a:lnTo>
                  <a:lnTo>
                    <a:pt x="11445" y="7826"/>
                  </a:lnTo>
                  <a:lnTo>
                    <a:pt x="11403" y="7700"/>
                  </a:lnTo>
                  <a:lnTo>
                    <a:pt x="11403" y="7491"/>
                  </a:lnTo>
                  <a:lnTo>
                    <a:pt x="11236" y="7491"/>
                  </a:lnTo>
                  <a:lnTo>
                    <a:pt x="11215" y="7408"/>
                  </a:lnTo>
                  <a:lnTo>
                    <a:pt x="11111" y="7387"/>
                  </a:lnTo>
                  <a:lnTo>
                    <a:pt x="10922" y="7345"/>
                  </a:lnTo>
                  <a:lnTo>
                    <a:pt x="10880" y="7303"/>
                  </a:lnTo>
                  <a:lnTo>
                    <a:pt x="10755" y="7219"/>
                  </a:lnTo>
                  <a:lnTo>
                    <a:pt x="10587" y="7073"/>
                  </a:lnTo>
                  <a:lnTo>
                    <a:pt x="10504" y="6926"/>
                  </a:lnTo>
                  <a:lnTo>
                    <a:pt x="10232" y="6508"/>
                  </a:lnTo>
                  <a:lnTo>
                    <a:pt x="10650" y="5943"/>
                  </a:lnTo>
                  <a:lnTo>
                    <a:pt x="10692" y="5859"/>
                  </a:lnTo>
                  <a:lnTo>
                    <a:pt x="10650" y="5629"/>
                  </a:lnTo>
                  <a:lnTo>
                    <a:pt x="10650" y="5462"/>
                  </a:lnTo>
                  <a:lnTo>
                    <a:pt x="10567" y="5294"/>
                  </a:lnTo>
                  <a:lnTo>
                    <a:pt x="10064" y="5252"/>
                  </a:lnTo>
                  <a:lnTo>
                    <a:pt x="10043" y="5043"/>
                  </a:lnTo>
                  <a:lnTo>
                    <a:pt x="9981" y="4939"/>
                  </a:lnTo>
                  <a:lnTo>
                    <a:pt x="10023" y="4876"/>
                  </a:lnTo>
                  <a:lnTo>
                    <a:pt x="9939" y="4604"/>
                  </a:lnTo>
                  <a:lnTo>
                    <a:pt x="9771" y="4311"/>
                  </a:lnTo>
                  <a:lnTo>
                    <a:pt x="9834" y="4164"/>
                  </a:lnTo>
                  <a:lnTo>
                    <a:pt x="9981" y="3934"/>
                  </a:lnTo>
                  <a:lnTo>
                    <a:pt x="9939" y="3934"/>
                  </a:lnTo>
                  <a:lnTo>
                    <a:pt x="9751" y="3892"/>
                  </a:lnTo>
                  <a:lnTo>
                    <a:pt x="9751" y="3767"/>
                  </a:lnTo>
                  <a:lnTo>
                    <a:pt x="9730" y="3558"/>
                  </a:lnTo>
                  <a:lnTo>
                    <a:pt x="9667" y="3558"/>
                  </a:lnTo>
                  <a:lnTo>
                    <a:pt x="9813" y="3411"/>
                  </a:lnTo>
                  <a:lnTo>
                    <a:pt x="9709" y="3327"/>
                  </a:lnTo>
                  <a:lnTo>
                    <a:pt x="9646" y="3244"/>
                  </a:lnTo>
                  <a:lnTo>
                    <a:pt x="9771" y="3223"/>
                  </a:lnTo>
                  <a:lnTo>
                    <a:pt x="9918" y="3118"/>
                  </a:lnTo>
                  <a:lnTo>
                    <a:pt x="9918" y="3034"/>
                  </a:lnTo>
                  <a:lnTo>
                    <a:pt x="9939" y="3014"/>
                  </a:lnTo>
                  <a:lnTo>
                    <a:pt x="9855" y="2909"/>
                  </a:lnTo>
                  <a:lnTo>
                    <a:pt x="9918" y="2825"/>
                  </a:lnTo>
                  <a:lnTo>
                    <a:pt x="9918" y="2742"/>
                  </a:lnTo>
                  <a:lnTo>
                    <a:pt x="9918" y="2574"/>
                  </a:lnTo>
                  <a:lnTo>
                    <a:pt x="9855" y="2470"/>
                  </a:lnTo>
                  <a:lnTo>
                    <a:pt x="9855" y="2386"/>
                  </a:lnTo>
                  <a:lnTo>
                    <a:pt x="9813" y="2260"/>
                  </a:lnTo>
                  <a:lnTo>
                    <a:pt x="9855" y="2156"/>
                  </a:lnTo>
                  <a:lnTo>
                    <a:pt x="9751" y="1988"/>
                  </a:lnTo>
                  <a:lnTo>
                    <a:pt x="9625" y="1946"/>
                  </a:lnTo>
                  <a:lnTo>
                    <a:pt x="9353" y="1905"/>
                  </a:lnTo>
                  <a:lnTo>
                    <a:pt x="9123" y="1591"/>
                  </a:lnTo>
                  <a:lnTo>
                    <a:pt x="8914" y="1549"/>
                  </a:lnTo>
                  <a:lnTo>
                    <a:pt x="8788" y="1570"/>
                  </a:lnTo>
                  <a:lnTo>
                    <a:pt x="8725" y="1528"/>
                  </a:lnTo>
                  <a:lnTo>
                    <a:pt x="8704" y="1361"/>
                  </a:lnTo>
                  <a:lnTo>
                    <a:pt x="8579" y="1340"/>
                  </a:lnTo>
                  <a:lnTo>
                    <a:pt x="8349" y="1235"/>
                  </a:lnTo>
                  <a:lnTo>
                    <a:pt x="8265" y="1319"/>
                  </a:lnTo>
                  <a:lnTo>
                    <a:pt x="8160" y="1319"/>
                  </a:lnTo>
                  <a:lnTo>
                    <a:pt x="7826" y="1109"/>
                  </a:lnTo>
                  <a:lnTo>
                    <a:pt x="7658" y="1047"/>
                  </a:lnTo>
                  <a:lnTo>
                    <a:pt x="7449" y="858"/>
                  </a:lnTo>
                  <a:lnTo>
                    <a:pt x="7323" y="900"/>
                  </a:lnTo>
                  <a:lnTo>
                    <a:pt x="7198" y="837"/>
                  </a:lnTo>
                  <a:lnTo>
                    <a:pt x="7093" y="858"/>
                  </a:lnTo>
                  <a:lnTo>
                    <a:pt x="7030" y="1005"/>
                  </a:lnTo>
                  <a:lnTo>
                    <a:pt x="6821" y="942"/>
                  </a:lnTo>
                  <a:lnTo>
                    <a:pt x="6591" y="1005"/>
                  </a:lnTo>
                  <a:lnTo>
                    <a:pt x="6361" y="1214"/>
                  </a:lnTo>
                  <a:lnTo>
                    <a:pt x="6256" y="1214"/>
                  </a:lnTo>
                  <a:lnTo>
                    <a:pt x="6173" y="1319"/>
                  </a:lnTo>
                  <a:lnTo>
                    <a:pt x="6110" y="1465"/>
                  </a:lnTo>
                  <a:lnTo>
                    <a:pt x="5838" y="1465"/>
                  </a:lnTo>
                  <a:lnTo>
                    <a:pt x="5733" y="1549"/>
                  </a:lnTo>
                  <a:lnTo>
                    <a:pt x="5775" y="1695"/>
                  </a:lnTo>
                  <a:lnTo>
                    <a:pt x="5859" y="1842"/>
                  </a:lnTo>
                  <a:lnTo>
                    <a:pt x="5838" y="1967"/>
                  </a:lnTo>
                  <a:lnTo>
                    <a:pt x="5691" y="1967"/>
                  </a:lnTo>
                  <a:lnTo>
                    <a:pt x="5357" y="1905"/>
                  </a:lnTo>
                  <a:lnTo>
                    <a:pt x="5064" y="1967"/>
                  </a:lnTo>
                  <a:lnTo>
                    <a:pt x="4708" y="2072"/>
                  </a:lnTo>
                  <a:lnTo>
                    <a:pt x="4520" y="2072"/>
                  </a:lnTo>
                  <a:lnTo>
                    <a:pt x="4185" y="1967"/>
                  </a:lnTo>
                  <a:lnTo>
                    <a:pt x="4059" y="1967"/>
                  </a:lnTo>
                  <a:lnTo>
                    <a:pt x="3766" y="1842"/>
                  </a:lnTo>
                  <a:lnTo>
                    <a:pt x="3662" y="1737"/>
                  </a:lnTo>
                  <a:lnTo>
                    <a:pt x="3641" y="1591"/>
                  </a:lnTo>
                  <a:lnTo>
                    <a:pt x="3557" y="1591"/>
                  </a:lnTo>
                  <a:lnTo>
                    <a:pt x="3432" y="1528"/>
                  </a:lnTo>
                  <a:lnTo>
                    <a:pt x="3264" y="1570"/>
                  </a:lnTo>
                  <a:lnTo>
                    <a:pt x="3181" y="1528"/>
                  </a:lnTo>
                  <a:lnTo>
                    <a:pt x="3055" y="1528"/>
                  </a:lnTo>
                  <a:lnTo>
                    <a:pt x="2929" y="1423"/>
                  </a:lnTo>
                  <a:lnTo>
                    <a:pt x="2846" y="1381"/>
                  </a:lnTo>
                  <a:lnTo>
                    <a:pt x="2804" y="1340"/>
                  </a:lnTo>
                  <a:lnTo>
                    <a:pt x="2825" y="1214"/>
                  </a:lnTo>
                  <a:lnTo>
                    <a:pt x="2825" y="1068"/>
                  </a:lnTo>
                  <a:lnTo>
                    <a:pt x="2741" y="942"/>
                  </a:lnTo>
                  <a:lnTo>
                    <a:pt x="2741" y="921"/>
                  </a:lnTo>
                  <a:lnTo>
                    <a:pt x="2699" y="942"/>
                  </a:lnTo>
                  <a:lnTo>
                    <a:pt x="2595" y="921"/>
                  </a:lnTo>
                  <a:lnTo>
                    <a:pt x="2553" y="858"/>
                  </a:lnTo>
                  <a:lnTo>
                    <a:pt x="2448" y="817"/>
                  </a:lnTo>
                  <a:lnTo>
                    <a:pt x="2281" y="607"/>
                  </a:lnTo>
                  <a:lnTo>
                    <a:pt x="2448" y="482"/>
                  </a:lnTo>
                  <a:lnTo>
                    <a:pt x="2323" y="398"/>
                  </a:lnTo>
                  <a:lnTo>
                    <a:pt x="2302" y="335"/>
                  </a:lnTo>
                  <a:lnTo>
                    <a:pt x="2344" y="293"/>
                  </a:lnTo>
                  <a:lnTo>
                    <a:pt x="2281" y="210"/>
                  </a:lnTo>
                  <a:lnTo>
                    <a:pt x="2218" y="105"/>
                  </a:lnTo>
                  <a:lnTo>
                    <a:pt x="2176" y="105"/>
                  </a:lnTo>
                  <a:lnTo>
                    <a:pt x="2176" y="84"/>
                  </a:lnTo>
                  <a:lnTo>
                    <a:pt x="2113" y="84"/>
                  </a:lnTo>
                  <a:lnTo>
                    <a:pt x="1988" y="168"/>
                  </a:lnTo>
                  <a:lnTo>
                    <a:pt x="1904" y="168"/>
                  </a:lnTo>
                  <a:lnTo>
                    <a:pt x="1862" y="273"/>
                  </a:lnTo>
                  <a:lnTo>
                    <a:pt x="1779" y="293"/>
                  </a:lnTo>
                  <a:lnTo>
                    <a:pt x="1674" y="419"/>
                  </a:lnTo>
                  <a:lnTo>
                    <a:pt x="1611" y="440"/>
                  </a:lnTo>
                  <a:lnTo>
                    <a:pt x="1569" y="503"/>
                  </a:lnTo>
                  <a:lnTo>
                    <a:pt x="1569" y="545"/>
                  </a:lnTo>
                  <a:lnTo>
                    <a:pt x="1465" y="607"/>
                  </a:lnTo>
                  <a:lnTo>
                    <a:pt x="1381" y="586"/>
                  </a:lnTo>
                  <a:lnTo>
                    <a:pt x="1256" y="607"/>
                  </a:lnTo>
                  <a:lnTo>
                    <a:pt x="1235" y="691"/>
                  </a:lnTo>
                  <a:lnTo>
                    <a:pt x="1046" y="607"/>
                  </a:lnTo>
                  <a:lnTo>
                    <a:pt x="921" y="607"/>
                  </a:lnTo>
                  <a:lnTo>
                    <a:pt x="753" y="524"/>
                  </a:lnTo>
                  <a:lnTo>
                    <a:pt x="732" y="398"/>
                  </a:lnTo>
                  <a:lnTo>
                    <a:pt x="460" y="273"/>
                  </a:lnTo>
                  <a:lnTo>
                    <a:pt x="502" y="189"/>
                  </a:lnTo>
                  <a:lnTo>
                    <a:pt x="440" y="84"/>
                  </a:lnTo>
                  <a:lnTo>
                    <a:pt x="356" y="84"/>
                  </a:lnTo>
                  <a:lnTo>
                    <a:pt x="29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8" name="Google Shape;2308;p45"/>
            <p:cNvSpPr/>
            <p:nvPr/>
          </p:nvSpPr>
          <p:spPr>
            <a:xfrm>
              <a:off x="4026636" y="2853369"/>
              <a:ext cx="24672" cy="20004"/>
            </a:xfrm>
            <a:custGeom>
              <a:avLst/>
              <a:gdLst/>
              <a:ahLst/>
              <a:cxnLst/>
              <a:rect l="l" t="t" r="r" b="b"/>
              <a:pathLst>
                <a:path w="2072" h="1759" extrusionOk="0">
                  <a:moveTo>
                    <a:pt x="419" y="1"/>
                  </a:moveTo>
                  <a:lnTo>
                    <a:pt x="168" y="64"/>
                  </a:lnTo>
                  <a:lnTo>
                    <a:pt x="0" y="105"/>
                  </a:lnTo>
                  <a:lnTo>
                    <a:pt x="84" y="210"/>
                  </a:lnTo>
                  <a:lnTo>
                    <a:pt x="84" y="294"/>
                  </a:lnTo>
                  <a:lnTo>
                    <a:pt x="189" y="315"/>
                  </a:lnTo>
                  <a:lnTo>
                    <a:pt x="272" y="419"/>
                  </a:lnTo>
                  <a:lnTo>
                    <a:pt x="209" y="608"/>
                  </a:lnTo>
                  <a:lnTo>
                    <a:pt x="251" y="838"/>
                  </a:lnTo>
                  <a:lnTo>
                    <a:pt x="398" y="942"/>
                  </a:lnTo>
                  <a:lnTo>
                    <a:pt x="691" y="942"/>
                  </a:lnTo>
                  <a:lnTo>
                    <a:pt x="795" y="1026"/>
                  </a:lnTo>
                  <a:lnTo>
                    <a:pt x="837" y="1110"/>
                  </a:lnTo>
                  <a:lnTo>
                    <a:pt x="921" y="1110"/>
                  </a:lnTo>
                  <a:lnTo>
                    <a:pt x="1026" y="1047"/>
                  </a:lnTo>
                  <a:lnTo>
                    <a:pt x="1193" y="1172"/>
                  </a:lnTo>
                  <a:lnTo>
                    <a:pt x="1235" y="1131"/>
                  </a:lnTo>
                  <a:lnTo>
                    <a:pt x="1339" y="1131"/>
                  </a:lnTo>
                  <a:lnTo>
                    <a:pt x="1423" y="1319"/>
                  </a:lnTo>
                  <a:lnTo>
                    <a:pt x="1570" y="1361"/>
                  </a:lnTo>
                  <a:lnTo>
                    <a:pt x="1842" y="1758"/>
                  </a:lnTo>
                  <a:lnTo>
                    <a:pt x="1967" y="1737"/>
                  </a:lnTo>
                  <a:lnTo>
                    <a:pt x="1967" y="1591"/>
                  </a:lnTo>
                  <a:lnTo>
                    <a:pt x="1988" y="1549"/>
                  </a:lnTo>
                  <a:lnTo>
                    <a:pt x="1925" y="1382"/>
                  </a:lnTo>
                  <a:lnTo>
                    <a:pt x="2072" y="1361"/>
                  </a:lnTo>
                  <a:lnTo>
                    <a:pt x="1946" y="1235"/>
                  </a:lnTo>
                  <a:lnTo>
                    <a:pt x="1758" y="1235"/>
                  </a:lnTo>
                  <a:lnTo>
                    <a:pt x="1507" y="1110"/>
                  </a:lnTo>
                  <a:lnTo>
                    <a:pt x="1423" y="921"/>
                  </a:lnTo>
                  <a:lnTo>
                    <a:pt x="1507" y="838"/>
                  </a:lnTo>
                  <a:lnTo>
                    <a:pt x="1507" y="712"/>
                  </a:lnTo>
                  <a:lnTo>
                    <a:pt x="1256" y="524"/>
                  </a:lnTo>
                  <a:lnTo>
                    <a:pt x="1256" y="419"/>
                  </a:lnTo>
                  <a:lnTo>
                    <a:pt x="1298" y="294"/>
                  </a:lnTo>
                  <a:lnTo>
                    <a:pt x="1193" y="168"/>
                  </a:lnTo>
                  <a:lnTo>
                    <a:pt x="984" y="126"/>
                  </a:lnTo>
                  <a:lnTo>
                    <a:pt x="8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9" name="Google Shape;2309;p45"/>
            <p:cNvSpPr/>
            <p:nvPr/>
          </p:nvSpPr>
          <p:spPr>
            <a:xfrm>
              <a:off x="3915766" y="2848615"/>
              <a:ext cx="124088" cy="48788"/>
            </a:xfrm>
            <a:custGeom>
              <a:avLst/>
              <a:gdLst/>
              <a:ahLst/>
              <a:cxnLst/>
              <a:rect l="l" t="t" r="r" b="b"/>
              <a:pathLst>
                <a:path w="10421" h="4290" extrusionOk="0">
                  <a:moveTo>
                    <a:pt x="4708" y="0"/>
                  </a:moveTo>
                  <a:lnTo>
                    <a:pt x="4562" y="63"/>
                  </a:lnTo>
                  <a:lnTo>
                    <a:pt x="4373" y="63"/>
                  </a:lnTo>
                  <a:lnTo>
                    <a:pt x="4290" y="21"/>
                  </a:lnTo>
                  <a:lnTo>
                    <a:pt x="4185" y="63"/>
                  </a:lnTo>
                  <a:lnTo>
                    <a:pt x="3913" y="63"/>
                  </a:lnTo>
                  <a:lnTo>
                    <a:pt x="3766" y="84"/>
                  </a:lnTo>
                  <a:lnTo>
                    <a:pt x="3494" y="189"/>
                  </a:lnTo>
                  <a:lnTo>
                    <a:pt x="3390" y="210"/>
                  </a:lnTo>
                  <a:lnTo>
                    <a:pt x="3181" y="230"/>
                  </a:lnTo>
                  <a:lnTo>
                    <a:pt x="3097" y="335"/>
                  </a:lnTo>
                  <a:lnTo>
                    <a:pt x="2992" y="377"/>
                  </a:lnTo>
                  <a:lnTo>
                    <a:pt x="2909" y="440"/>
                  </a:lnTo>
                  <a:lnTo>
                    <a:pt x="2867" y="502"/>
                  </a:lnTo>
                  <a:lnTo>
                    <a:pt x="2804" y="628"/>
                  </a:lnTo>
                  <a:lnTo>
                    <a:pt x="2762" y="649"/>
                  </a:lnTo>
                  <a:lnTo>
                    <a:pt x="2762" y="733"/>
                  </a:lnTo>
                  <a:lnTo>
                    <a:pt x="2553" y="733"/>
                  </a:lnTo>
                  <a:lnTo>
                    <a:pt x="2239" y="628"/>
                  </a:lnTo>
                  <a:lnTo>
                    <a:pt x="2155" y="628"/>
                  </a:lnTo>
                  <a:lnTo>
                    <a:pt x="2072" y="691"/>
                  </a:lnTo>
                  <a:lnTo>
                    <a:pt x="1946" y="649"/>
                  </a:lnTo>
                  <a:lnTo>
                    <a:pt x="1779" y="691"/>
                  </a:lnTo>
                  <a:lnTo>
                    <a:pt x="1674" y="649"/>
                  </a:lnTo>
                  <a:lnTo>
                    <a:pt x="1549" y="712"/>
                  </a:lnTo>
                  <a:lnTo>
                    <a:pt x="1528" y="795"/>
                  </a:lnTo>
                  <a:lnTo>
                    <a:pt x="1632" y="942"/>
                  </a:lnTo>
                  <a:lnTo>
                    <a:pt x="1779" y="963"/>
                  </a:lnTo>
                  <a:lnTo>
                    <a:pt x="1925" y="963"/>
                  </a:lnTo>
                  <a:lnTo>
                    <a:pt x="1883" y="1046"/>
                  </a:lnTo>
                  <a:lnTo>
                    <a:pt x="1653" y="1046"/>
                  </a:lnTo>
                  <a:lnTo>
                    <a:pt x="1444" y="1109"/>
                  </a:lnTo>
                  <a:lnTo>
                    <a:pt x="1402" y="1214"/>
                  </a:lnTo>
                  <a:lnTo>
                    <a:pt x="1423" y="1256"/>
                  </a:lnTo>
                  <a:lnTo>
                    <a:pt x="1528" y="1235"/>
                  </a:lnTo>
                  <a:lnTo>
                    <a:pt x="1570" y="1277"/>
                  </a:lnTo>
                  <a:lnTo>
                    <a:pt x="1507" y="1318"/>
                  </a:lnTo>
                  <a:lnTo>
                    <a:pt x="1214" y="1339"/>
                  </a:lnTo>
                  <a:lnTo>
                    <a:pt x="1109" y="1256"/>
                  </a:lnTo>
                  <a:lnTo>
                    <a:pt x="984" y="1339"/>
                  </a:lnTo>
                  <a:lnTo>
                    <a:pt x="900" y="1235"/>
                  </a:lnTo>
                  <a:lnTo>
                    <a:pt x="837" y="1235"/>
                  </a:lnTo>
                  <a:lnTo>
                    <a:pt x="733" y="1339"/>
                  </a:lnTo>
                  <a:lnTo>
                    <a:pt x="628" y="1339"/>
                  </a:lnTo>
                  <a:lnTo>
                    <a:pt x="502" y="1235"/>
                  </a:lnTo>
                  <a:lnTo>
                    <a:pt x="377" y="1235"/>
                  </a:lnTo>
                  <a:lnTo>
                    <a:pt x="105" y="1444"/>
                  </a:lnTo>
                  <a:lnTo>
                    <a:pt x="63" y="1549"/>
                  </a:lnTo>
                  <a:lnTo>
                    <a:pt x="0" y="1653"/>
                  </a:lnTo>
                  <a:lnTo>
                    <a:pt x="63" y="1695"/>
                  </a:lnTo>
                  <a:lnTo>
                    <a:pt x="63" y="1842"/>
                  </a:lnTo>
                  <a:lnTo>
                    <a:pt x="0" y="1883"/>
                  </a:lnTo>
                  <a:lnTo>
                    <a:pt x="63" y="1946"/>
                  </a:lnTo>
                  <a:lnTo>
                    <a:pt x="209" y="1883"/>
                  </a:lnTo>
                  <a:lnTo>
                    <a:pt x="251" y="1904"/>
                  </a:lnTo>
                  <a:lnTo>
                    <a:pt x="377" y="1883"/>
                  </a:lnTo>
                  <a:lnTo>
                    <a:pt x="502" y="1883"/>
                  </a:lnTo>
                  <a:lnTo>
                    <a:pt x="377" y="2009"/>
                  </a:lnTo>
                  <a:lnTo>
                    <a:pt x="398" y="2093"/>
                  </a:lnTo>
                  <a:lnTo>
                    <a:pt x="461" y="2197"/>
                  </a:lnTo>
                  <a:lnTo>
                    <a:pt x="461" y="2281"/>
                  </a:lnTo>
                  <a:lnTo>
                    <a:pt x="419" y="2302"/>
                  </a:lnTo>
                  <a:lnTo>
                    <a:pt x="481" y="2323"/>
                  </a:lnTo>
                  <a:lnTo>
                    <a:pt x="586" y="2281"/>
                  </a:lnTo>
                  <a:lnTo>
                    <a:pt x="586" y="2323"/>
                  </a:lnTo>
                  <a:lnTo>
                    <a:pt x="502" y="2406"/>
                  </a:lnTo>
                  <a:lnTo>
                    <a:pt x="377" y="2490"/>
                  </a:lnTo>
                  <a:lnTo>
                    <a:pt x="419" y="2532"/>
                  </a:lnTo>
                  <a:lnTo>
                    <a:pt x="502" y="2532"/>
                  </a:lnTo>
                  <a:lnTo>
                    <a:pt x="419" y="2595"/>
                  </a:lnTo>
                  <a:lnTo>
                    <a:pt x="377" y="2699"/>
                  </a:lnTo>
                  <a:lnTo>
                    <a:pt x="293" y="2699"/>
                  </a:lnTo>
                  <a:lnTo>
                    <a:pt x="251" y="2532"/>
                  </a:lnTo>
                  <a:lnTo>
                    <a:pt x="189" y="2511"/>
                  </a:lnTo>
                  <a:lnTo>
                    <a:pt x="189" y="2616"/>
                  </a:lnTo>
                  <a:lnTo>
                    <a:pt x="209" y="2720"/>
                  </a:lnTo>
                  <a:lnTo>
                    <a:pt x="168" y="2783"/>
                  </a:lnTo>
                  <a:lnTo>
                    <a:pt x="189" y="2846"/>
                  </a:lnTo>
                  <a:lnTo>
                    <a:pt x="293" y="2930"/>
                  </a:lnTo>
                  <a:lnTo>
                    <a:pt x="293" y="2888"/>
                  </a:lnTo>
                  <a:lnTo>
                    <a:pt x="419" y="2950"/>
                  </a:lnTo>
                  <a:lnTo>
                    <a:pt x="502" y="2950"/>
                  </a:lnTo>
                  <a:lnTo>
                    <a:pt x="628" y="3034"/>
                  </a:lnTo>
                  <a:lnTo>
                    <a:pt x="670" y="3160"/>
                  </a:lnTo>
                  <a:lnTo>
                    <a:pt x="586" y="3243"/>
                  </a:lnTo>
                  <a:lnTo>
                    <a:pt x="670" y="3327"/>
                  </a:lnTo>
                  <a:lnTo>
                    <a:pt x="670" y="3411"/>
                  </a:lnTo>
                  <a:lnTo>
                    <a:pt x="733" y="3411"/>
                  </a:lnTo>
                  <a:lnTo>
                    <a:pt x="879" y="3536"/>
                  </a:lnTo>
                  <a:lnTo>
                    <a:pt x="816" y="3641"/>
                  </a:lnTo>
                  <a:lnTo>
                    <a:pt x="733" y="3620"/>
                  </a:lnTo>
                  <a:lnTo>
                    <a:pt x="712" y="3662"/>
                  </a:lnTo>
                  <a:lnTo>
                    <a:pt x="795" y="3683"/>
                  </a:lnTo>
                  <a:lnTo>
                    <a:pt x="942" y="3662"/>
                  </a:lnTo>
                  <a:lnTo>
                    <a:pt x="1214" y="3662"/>
                  </a:lnTo>
                  <a:lnTo>
                    <a:pt x="1193" y="3725"/>
                  </a:lnTo>
                  <a:lnTo>
                    <a:pt x="1130" y="3767"/>
                  </a:lnTo>
                  <a:lnTo>
                    <a:pt x="1005" y="3829"/>
                  </a:lnTo>
                  <a:lnTo>
                    <a:pt x="816" y="3829"/>
                  </a:lnTo>
                  <a:lnTo>
                    <a:pt x="774" y="3871"/>
                  </a:lnTo>
                  <a:lnTo>
                    <a:pt x="837" y="3892"/>
                  </a:lnTo>
                  <a:lnTo>
                    <a:pt x="942" y="3871"/>
                  </a:lnTo>
                  <a:lnTo>
                    <a:pt x="1088" y="3871"/>
                  </a:lnTo>
                  <a:lnTo>
                    <a:pt x="1130" y="3829"/>
                  </a:lnTo>
                  <a:lnTo>
                    <a:pt x="1130" y="3934"/>
                  </a:lnTo>
                  <a:lnTo>
                    <a:pt x="1151" y="3955"/>
                  </a:lnTo>
                  <a:lnTo>
                    <a:pt x="1235" y="3871"/>
                  </a:lnTo>
                  <a:lnTo>
                    <a:pt x="1318" y="3767"/>
                  </a:lnTo>
                  <a:lnTo>
                    <a:pt x="1402" y="3767"/>
                  </a:lnTo>
                  <a:lnTo>
                    <a:pt x="1444" y="3829"/>
                  </a:lnTo>
                  <a:lnTo>
                    <a:pt x="1528" y="3829"/>
                  </a:lnTo>
                  <a:lnTo>
                    <a:pt x="1632" y="3892"/>
                  </a:lnTo>
                  <a:lnTo>
                    <a:pt x="1674" y="3829"/>
                  </a:lnTo>
                  <a:lnTo>
                    <a:pt x="1758" y="3850"/>
                  </a:lnTo>
                  <a:lnTo>
                    <a:pt x="1758" y="3892"/>
                  </a:lnTo>
                  <a:lnTo>
                    <a:pt x="1716" y="3934"/>
                  </a:lnTo>
                  <a:lnTo>
                    <a:pt x="1758" y="3997"/>
                  </a:lnTo>
                  <a:lnTo>
                    <a:pt x="1779" y="4080"/>
                  </a:lnTo>
                  <a:lnTo>
                    <a:pt x="1883" y="4185"/>
                  </a:lnTo>
                  <a:lnTo>
                    <a:pt x="1946" y="4164"/>
                  </a:lnTo>
                  <a:lnTo>
                    <a:pt x="2072" y="4206"/>
                  </a:lnTo>
                  <a:lnTo>
                    <a:pt x="2197" y="4185"/>
                  </a:lnTo>
                  <a:lnTo>
                    <a:pt x="2281" y="4143"/>
                  </a:lnTo>
                  <a:lnTo>
                    <a:pt x="2386" y="4143"/>
                  </a:lnTo>
                  <a:lnTo>
                    <a:pt x="2469" y="4080"/>
                  </a:lnTo>
                  <a:lnTo>
                    <a:pt x="2574" y="4143"/>
                  </a:lnTo>
                  <a:lnTo>
                    <a:pt x="2616" y="4080"/>
                  </a:lnTo>
                  <a:lnTo>
                    <a:pt x="2616" y="3955"/>
                  </a:lnTo>
                  <a:lnTo>
                    <a:pt x="2658" y="3871"/>
                  </a:lnTo>
                  <a:lnTo>
                    <a:pt x="2616" y="3767"/>
                  </a:lnTo>
                  <a:lnTo>
                    <a:pt x="2867" y="3746"/>
                  </a:lnTo>
                  <a:lnTo>
                    <a:pt x="3076" y="3746"/>
                  </a:lnTo>
                  <a:lnTo>
                    <a:pt x="3348" y="3892"/>
                  </a:lnTo>
                  <a:lnTo>
                    <a:pt x="3453" y="3892"/>
                  </a:lnTo>
                  <a:lnTo>
                    <a:pt x="3641" y="4143"/>
                  </a:lnTo>
                  <a:lnTo>
                    <a:pt x="3808" y="4248"/>
                  </a:lnTo>
                  <a:lnTo>
                    <a:pt x="4331" y="4185"/>
                  </a:lnTo>
                  <a:lnTo>
                    <a:pt x="4478" y="4101"/>
                  </a:lnTo>
                  <a:lnTo>
                    <a:pt x="4541" y="4101"/>
                  </a:lnTo>
                  <a:lnTo>
                    <a:pt x="4562" y="4143"/>
                  </a:lnTo>
                  <a:lnTo>
                    <a:pt x="4603" y="4080"/>
                  </a:lnTo>
                  <a:lnTo>
                    <a:pt x="4645" y="3976"/>
                  </a:lnTo>
                  <a:lnTo>
                    <a:pt x="4896" y="3725"/>
                  </a:lnTo>
                  <a:lnTo>
                    <a:pt x="4959" y="3683"/>
                  </a:lnTo>
                  <a:lnTo>
                    <a:pt x="5189" y="3767"/>
                  </a:lnTo>
                  <a:lnTo>
                    <a:pt x="5336" y="3850"/>
                  </a:lnTo>
                  <a:lnTo>
                    <a:pt x="5524" y="3787"/>
                  </a:lnTo>
                  <a:lnTo>
                    <a:pt x="5524" y="3746"/>
                  </a:lnTo>
                  <a:lnTo>
                    <a:pt x="5650" y="3662"/>
                  </a:lnTo>
                  <a:lnTo>
                    <a:pt x="5754" y="3683"/>
                  </a:lnTo>
                  <a:lnTo>
                    <a:pt x="5754" y="3767"/>
                  </a:lnTo>
                  <a:lnTo>
                    <a:pt x="5691" y="3934"/>
                  </a:lnTo>
                  <a:lnTo>
                    <a:pt x="5545" y="3997"/>
                  </a:lnTo>
                  <a:lnTo>
                    <a:pt x="5587" y="4059"/>
                  </a:lnTo>
                  <a:lnTo>
                    <a:pt x="5691" y="4185"/>
                  </a:lnTo>
                  <a:lnTo>
                    <a:pt x="5650" y="4269"/>
                  </a:lnTo>
                  <a:lnTo>
                    <a:pt x="5754" y="4290"/>
                  </a:lnTo>
                  <a:lnTo>
                    <a:pt x="5901" y="4269"/>
                  </a:lnTo>
                  <a:lnTo>
                    <a:pt x="6005" y="4206"/>
                  </a:lnTo>
                  <a:lnTo>
                    <a:pt x="5963" y="4080"/>
                  </a:lnTo>
                  <a:lnTo>
                    <a:pt x="6047" y="4059"/>
                  </a:lnTo>
                  <a:lnTo>
                    <a:pt x="6047" y="3829"/>
                  </a:lnTo>
                  <a:lnTo>
                    <a:pt x="6110" y="3746"/>
                  </a:lnTo>
                  <a:lnTo>
                    <a:pt x="6256" y="3787"/>
                  </a:lnTo>
                  <a:lnTo>
                    <a:pt x="6361" y="3829"/>
                  </a:lnTo>
                  <a:lnTo>
                    <a:pt x="6654" y="3683"/>
                  </a:lnTo>
                  <a:lnTo>
                    <a:pt x="6696" y="3683"/>
                  </a:lnTo>
                  <a:lnTo>
                    <a:pt x="6780" y="3641"/>
                  </a:lnTo>
                  <a:lnTo>
                    <a:pt x="7093" y="3620"/>
                  </a:lnTo>
                  <a:lnTo>
                    <a:pt x="7198" y="3641"/>
                  </a:lnTo>
                  <a:lnTo>
                    <a:pt x="7261" y="3683"/>
                  </a:lnTo>
                  <a:lnTo>
                    <a:pt x="7428" y="3746"/>
                  </a:lnTo>
                  <a:lnTo>
                    <a:pt x="7700" y="3746"/>
                  </a:lnTo>
                  <a:lnTo>
                    <a:pt x="7721" y="3683"/>
                  </a:lnTo>
                  <a:lnTo>
                    <a:pt x="7888" y="3641"/>
                  </a:lnTo>
                  <a:lnTo>
                    <a:pt x="7951" y="3557"/>
                  </a:lnTo>
                  <a:lnTo>
                    <a:pt x="8160" y="3474"/>
                  </a:lnTo>
                  <a:lnTo>
                    <a:pt x="8307" y="3474"/>
                  </a:lnTo>
                  <a:lnTo>
                    <a:pt x="8432" y="3453"/>
                  </a:lnTo>
                  <a:lnTo>
                    <a:pt x="8725" y="3474"/>
                  </a:lnTo>
                  <a:lnTo>
                    <a:pt x="8956" y="3411"/>
                  </a:lnTo>
                  <a:lnTo>
                    <a:pt x="9102" y="3411"/>
                  </a:lnTo>
                  <a:lnTo>
                    <a:pt x="9165" y="3432"/>
                  </a:lnTo>
                  <a:lnTo>
                    <a:pt x="9311" y="3306"/>
                  </a:lnTo>
                  <a:lnTo>
                    <a:pt x="9458" y="3306"/>
                  </a:lnTo>
                  <a:lnTo>
                    <a:pt x="9500" y="3264"/>
                  </a:lnTo>
                  <a:lnTo>
                    <a:pt x="9730" y="3264"/>
                  </a:lnTo>
                  <a:lnTo>
                    <a:pt x="9939" y="3327"/>
                  </a:lnTo>
                  <a:lnTo>
                    <a:pt x="10085" y="3264"/>
                  </a:lnTo>
                  <a:lnTo>
                    <a:pt x="10148" y="3327"/>
                  </a:lnTo>
                  <a:lnTo>
                    <a:pt x="10148" y="3432"/>
                  </a:lnTo>
                  <a:lnTo>
                    <a:pt x="10253" y="3474"/>
                  </a:lnTo>
                  <a:lnTo>
                    <a:pt x="10399" y="3453"/>
                  </a:lnTo>
                  <a:lnTo>
                    <a:pt x="10420" y="3348"/>
                  </a:lnTo>
                  <a:lnTo>
                    <a:pt x="10357" y="3223"/>
                  </a:lnTo>
                  <a:lnTo>
                    <a:pt x="10232" y="2992"/>
                  </a:lnTo>
                  <a:lnTo>
                    <a:pt x="10085" y="2930"/>
                  </a:lnTo>
                  <a:lnTo>
                    <a:pt x="10106" y="2846"/>
                  </a:lnTo>
                  <a:lnTo>
                    <a:pt x="10085" y="2699"/>
                  </a:lnTo>
                  <a:lnTo>
                    <a:pt x="10148" y="2511"/>
                  </a:lnTo>
                  <a:lnTo>
                    <a:pt x="10127" y="2469"/>
                  </a:lnTo>
                  <a:lnTo>
                    <a:pt x="10002" y="2427"/>
                  </a:lnTo>
                  <a:lnTo>
                    <a:pt x="10002" y="2281"/>
                  </a:lnTo>
                  <a:lnTo>
                    <a:pt x="10002" y="2176"/>
                  </a:lnTo>
                  <a:lnTo>
                    <a:pt x="9939" y="1967"/>
                  </a:lnTo>
                  <a:lnTo>
                    <a:pt x="9897" y="1842"/>
                  </a:lnTo>
                  <a:lnTo>
                    <a:pt x="9897" y="1779"/>
                  </a:lnTo>
                  <a:lnTo>
                    <a:pt x="10044" y="1779"/>
                  </a:lnTo>
                  <a:lnTo>
                    <a:pt x="10106" y="1632"/>
                  </a:lnTo>
                  <a:lnTo>
                    <a:pt x="10148" y="1570"/>
                  </a:lnTo>
                  <a:lnTo>
                    <a:pt x="10148" y="1528"/>
                  </a:lnTo>
                  <a:lnTo>
                    <a:pt x="10106" y="1444"/>
                  </a:lnTo>
                  <a:lnTo>
                    <a:pt x="10002" y="1360"/>
                  </a:lnTo>
                  <a:lnTo>
                    <a:pt x="9709" y="1360"/>
                  </a:lnTo>
                  <a:lnTo>
                    <a:pt x="9562" y="1256"/>
                  </a:lnTo>
                  <a:lnTo>
                    <a:pt x="9520" y="1026"/>
                  </a:lnTo>
                  <a:lnTo>
                    <a:pt x="9583" y="837"/>
                  </a:lnTo>
                  <a:lnTo>
                    <a:pt x="9500" y="733"/>
                  </a:lnTo>
                  <a:lnTo>
                    <a:pt x="9395" y="712"/>
                  </a:lnTo>
                  <a:lnTo>
                    <a:pt x="9395" y="628"/>
                  </a:lnTo>
                  <a:lnTo>
                    <a:pt x="9290" y="523"/>
                  </a:lnTo>
                  <a:lnTo>
                    <a:pt x="9186" y="502"/>
                  </a:lnTo>
                  <a:lnTo>
                    <a:pt x="8956" y="293"/>
                  </a:lnTo>
                  <a:lnTo>
                    <a:pt x="8851" y="272"/>
                  </a:lnTo>
                  <a:lnTo>
                    <a:pt x="8767" y="335"/>
                  </a:lnTo>
                  <a:lnTo>
                    <a:pt x="8725" y="335"/>
                  </a:lnTo>
                  <a:lnTo>
                    <a:pt x="8558" y="293"/>
                  </a:lnTo>
                  <a:lnTo>
                    <a:pt x="8516" y="377"/>
                  </a:lnTo>
                  <a:lnTo>
                    <a:pt x="8432" y="335"/>
                  </a:lnTo>
                  <a:lnTo>
                    <a:pt x="8412" y="230"/>
                  </a:lnTo>
                  <a:lnTo>
                    <a:pt x="8349" y="230"/>
                  </a:lnTo>
                  <a:lnTo>
                    <a:pt x="8328" y="272"/>
                  </a:lnTo>
                  <a:lnTo>
                    <a:pt x="8244" y="419"/>
                  </a:lnTo>
                  <a:lnTo>
                    <a:pt x="8098" y="502"/>
                  </a:lnTo>
                  <a:lnTo>
                    <a:pt x="7909" y="607"/>
                  </a:lnTo>
                  <a:lnTo>
                    <a:pt x="7888" y="691"/>
                  </a:lnTo>
                  <a:lnTo>
                    <a:pt x="7700" y="712"/>
                  </a:lnTo>
                  <a:lnTo>
                    <a:pt x="7616" y="754"/>
                  </a:lnTo>
                  <a:lnTo>
                    <a:pt x="7386" y="712"/>
                  </a:lnTo>
                  <a:lnTo>
                    <a:pt x="7324" y="649"/>
                  </a:lnTo>
                  <a:lnTo>
                    <a:pt x="7219" y="649"/>
                  </a:lnTo>
                  <a:lnTo>
                    <a:pt x="7198" y="628"/>
                  </a:lnTo>
                  <a:lnTo>
                    <a:pt x="7093" y="691"/>
                  </a:lnTo>
                  <a:lnTo>
                    <a:pt x="6884" y="691"/>
                  </a:lnTo>
                  <a:lnTo>
                    <a:pt x="6633" y="795"/>
                  </a:lnTo>
                  <a:lnTo>
                    <a:pt x="6445" y="754"/>
                  </a:lnTo>
                  <a:lnTo>
                    <a:pt x="6319" y="649"/>
                  </a:lnTo>
                  <a:lnTo>
                    <a:pt x="6235" y="712"/>
                  </a:lnTo>
                  <a:lnTo>
                    <a:pt x="6026" y="607"/>
                  </a:lnTo>
                  <a:lnTo>
                    <a:pt x="5901" y="586"/>
                  </a:lnTo>
                  <a:lnTo>
                    <a:pt x="5712" y="440"/>
                  </a:lnTo>
                  <a:lnTo>
                    <a:pt x="5629" y="440"/>
                  </a:lnTo>
                  <a:lnTo>
                    <a:pt x="5587" y="523"/>
                  </a:lnTo>
                  <a:lnTo>
                    <a:pt x="5503" y="502"/>
                  </a:lnTo>
                  <a:lnTo>
                    <a:pt x="5399" y="377"/>
                  </a:lnTo>
                  <a:lnTo>
                    <a:pt x="5378" y="210"/>
                  </a:lnTo>
                  <a:lnTo>
                    <a:pt x="5273" y="126"/>
                  </a:lnTo>
                  <a:lnTo>
                    <a:pt x="5210" y="168"/>
                  </a:lnTo>
                  <a:lnTo>
                    <a:pt x="5085" y="293"/>
                  </a:lnTo>
                  <a:lnTo>
                    <a:pt x="5022" y="272"/>
                  </a:lnTo>
                  <a:lnTo>
                    <a:pt x="4980" y="314"/>
                  </a:lnTo>
                  <a:lnTo>
                    <a:pt x="4771" y="105"/>
                  </a:lnTo>
                  <a:lnTo>
                    <a:pt x="475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2310;p45"/>
            <p:cNvSpPr/>
            <p:nvPr/>
          </p:nvSpPr>
          <p:spPr>
            <a:xfrm>
              <a:off x="3914265" y="2848854"/>
              <a:ext cx="18945" cy="15956"/>
            </a:xfrm>
            <a:custGeom>
              <a:avLst/>
              <a:gdLst/>
              <a:ahLst/>
              <a:cxnLst/>
              <a:rect l="l" t="t" r="r" b="b"/>
              <a:pathLst>
                <a:path w="1591" h="1403" extrusionOk="0">
                  <a:moveTo>
                    <a:pt x="503" y="0"/>
                  </a:moveTo>
                  <a:lnTo>
                    <a:pt x="419" y="84"/>
                  </a:lnTo>
                  <a:lnTo>
                    <a:pt x="335" y="84"/>
                  </a:lnTo>
                  <a:lnTo>
                    <a:pt x="231" y="189"/>
                  </a:lnTo>
                  <a:lnTo>
                    <a:pt x="210" y="356"/>
                  </a:lnTo>
                  <a:lnTo>
                    <a:pt x="335" y="398"/>
                  </a:lnTo>
                  <a:lnTo>
                    <a:pt x="335" y="523"/>
                  </a:lnTo>
                  <a:lnTo>
                    <a:pt x="189" y="628"/>
                  </a:lnTo>
                  <a:lnTo>
                    <a:pt x="210" y="733"/>
                  </a:lnTo>
                  <a:lnTo>
                    <a:pt x="126" y="879"/>
                  </a:lnTo>
                  <a:lnTo>
                    <a:pt x="1" y="921"/>
                  </a:lnTo>
                  <a:lnTo>
                    <a:pt x="22" y="921"/>
                  </a:lnTo>
                  <a:lnTo>
                    <a:pt x="84" y="1025"/>
                  </a:lnTo>
                  <a:lnTo>
                    <a:pt x="168" y="1088"/>
                  </a:lnTo>
                  <a:lnTo>
                    <a:pt x="231" y="1046"/>
                  </a:lnTo>
                  <a:lnTo>
                    <a:pt x="294" y="1088"/>
                  </a:lnTo>
                  <a:lnTo>
                    <a:pt x="398" y="1046"/>
                  </a:lnTo>
                  <a:lnTo>
                    <a:pt x="294" y="1130"/>
                  </a:lnTo>
                  <a:lnTo>
                    <a:pt x="231" y="1130"/>
                  </a:lnTo>
                  <a:lnTo>
                    <a:pt x="168" y="1318"/>
                  </a:lnTo>
                  <a:lnTo>
                    <a:pt x="189" y="1402"/>
                  </a:lnTo>
                  <a:lnTo>
                    <a:pt x="419" y="1193"/>
                  </a:lnTo>
                  <a:lnTo>
                    <a:pt x="712" y="1025"/>
                  </a:lnTo>
                  <a:lnTo>
                    <a:pt x="796" y="879"/>
                  </a:lnTo>
                  <a:lnTo>
                    <a:pt x="900" y="816"/>
                  </a:lnTo>
                  <a:lnTo>
                    <a:pt x="1110" y="837"/>
                  </a:lnTo>
                  <a:lnTo>
                    <a:pt x="1152" y="795"/>
                  </a:lnTo>
                  <a:lnTo>
                    <a:pt x="1277" y="795"/>
                  </a:lnTo>
                  <a:lnTo>
                    <a:pt x="1361" y="816"/>
                  </a:lnTo>
                  <a:lnTo>
                    <a:pt x="1486" y="837"/>
                  </a:lnTo>
                  <a:lnTo>
                    <a:pt x="1591" y="733"/>
                  </a:lnTo>
                  <a:lnTo>
                    <a:pt x="1591" y="670"/>
                  </a:lnTo>
                  <a:lnTo>
                    <a:pt x="1486" y="607"/>
                  </a:lnTo>
                  <a:lnTo>
                    <a:pt x="1361" y="481"/>
                  </a:lnTo>
                  <a:lnTo>
                    <a:pt x="1235" y="461"/>
                  </a:lnTo>
                  <a:lnTo>
                    <a:pt x="1047" y="293"/>
                  </a:lnTo>
                  <a:lnTo>
                    <a:pt x="1026" y="84"/>
                  </a:lnTo>
                  <a:lnTo>
                    <a:pt x="921" y="63"/>
                  </a:lnTo>
                  <a:lnTo>
                    <a:pt x="817" y="147"/>
                  </a:lnTo>
                  <a:lnTo>
                    <a:pt x="64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2311;p45"/>
            <p:cNvSpPr/>
            <p:nvPr/>
          </p:nvSpPr>
          <p:spPr>
            <a:xfrm>
              <a:off x="4004703" y="2885735"/>
              <a:ext cx="66539" cy="61161"/>
            </a:xfrm>
            <a:custGeom>
              <a:avLst/>
              <a:gdLst/>
              <a:ahLst/>
              <a:cxnLst/>
              <a:rect l="l" t="t" r="r" b="b"/>
              <a:pathLst>
                <a:path w="5588" h="5378" extrusionOk="0">
                  <a:moveTo>
                    <a:pt x="2031" y="0"/>
                  </a:moveTo>
                  <a:lnTo>
                    <a:pt x="1989" y="42"/>
                  </a:lnTo>
                  <a:lnTo>
                    <a:pt x="1842" y="42"/>
                  </a:lnTo>
                  <a:lnTo>
                    <a:pt x="1696" y="168"/>
                  </a:lnTo>
                  <a:lnTo>
                    <a:pt x="1717" y="189"/>
                  </a:lnTo>
                  <a:lnTo>
                    <a:pt x="1633" y="314"/>
                  </a:lnTo>
                  <a:lnTo>
                    <a:pt x="1591" y="314"/>
                  </a:lnTo>
                  <a:lnTo>
                    <a:pt x="1466" y="419"/>
                  </a:lnTo>
                  <a:lnTo>
                    <a:pt x="1215" y="482"/>
                  </a:lnTo>
                  <a:lnTo>
                    <a:pt x="1110" y="670"/>
                  </a:lnTo>
                  <a:lnTo>
                    <a:pt x="1110" y="837"/>
                  </a:lnTo>
                  <a:lnTo>
                    <a:pt x="1215" y="1047"/>
                  </a:lnTo>
                  <a:lnTo>
                    <a:pt x="1215" y="1235"/>
                  </a:lnTo>
                  <a:lnTo>
                    <a:pt x="1110" y="1444"/>
                  </a:lnTo>
                  <a:lnTo>
                    <a:pt x="1173" y="1549"/>
                  </a:lnTo>
                  <a:lnTo>
                    <a:pt x="1152" y="1716"/>
                  </a:lnTo>
                  <a:lnTo>
                    <a:pt x="1068" y="1842"/>
                  </a:lnTo>
                  <a:lnTo>
                    <a:pt x="1005" y="1925"/>
                  </a:lnTo>
                  <a:lnTo>
                    <a:pt x="1" y="2658"/>
                  </a:lnTo>
                  <a:lnTo>
                    <a:pt x="273" y="3411"/>
                  </a:lnTo>
                  <a:lnTo>
                    <a:pt x="775" y="3453"/>
                  </a:lnTo>
                  <a:lnTo>
                    <a:pt x="3474" y="5336"/>
                  </a:lnTo>
                  <a:lnTo>
                    <a:pt x="4562" y="5378"/>
                  </a:lnTo>
                  <a:lnTo>
                    <a:pt x="4709" y="5106"/>
                  </a:lnTo>
                  <a:lnTo>
                    <a:pt x="4834" y="4855"/>
                  </a:lnTo>
                  <a:lnTo>
                    <a:pt x="5085" y="4708"/>
                  </a:lnTo>
                  <a:lnTo>
                    <a:pt x="5274" y="4792"/>
                  </a:lnTo>
                  <a:lnTo>
                    <a:pt x="5399" y="4750"/>
                  </a:lnTo>
                  <a:lnTo>
                    <a:pt x="5462" y="4771"/>
                  </a:lnTo>
                  <a:lnTo>
                    <a:pt x="5546" y="4645"/>
                  </a:lnTo>
                  <a:lnTo>
                    <a:pt x="5588" y="4604"/>
                  </a:lnTo>
                  <a:lnTo>
                    <a:pt x="5546" y="4583"/>
                  </a:lnTo>
                  <a:lnTo>
                    <a:pt x="5441" y="4541"/>
                  </a:lnTo>
                  <a:lnTo>
                    <a:pt x="5337" y="4457"/>
                  </a:lnTo>
                  <a:lnTo>
                    <a:pt x="5274" y="4122"/>
                  </a:lnTo>
                  <a:lnTo>
                    <a:pt x="5085" y="4122"/>
                  </a:lnTo>
                  <a:lnTo>
                    <a:pt x="5064" y="3955"/>
                  </a:lnTo>
                  <a:lnTo>
                    <a:pt x="5064" y="3767"/>
                  </a:lnTo>
                  <a:lnTo>
                    <a:pt x="5190" y="3662"/>
                  </a:lnTo>
                  <a:lnTo>
                    <a:pt x="5064" y="3411"/>
                  </a:lnTo>
                  <a:lnTo>
                    <a:pt x="4960" y="3348"/>
                  </a:lnTo>
                  <a:lnTo>
                    <a:pt x="4855" y="3139"/>
                  </a:lnTo>
                  <a:lnTo>
                    <a:pt x="4772" y="3097"/>
                  </a:lnTo>
                  <a:lnTo>
                    <a:pt x="4730" y="3118"/>
                  </a:lnTo>
                  <a:lnTo>
                    <a:pt x="4290" y="2825"/>
                  </a:lnTo>
                  <a:lnTo>
                    <a:pt x="4186" y="2867"/>
                  </a:lnTo>
                  <a:lnTo>
                    <a:pt x="4123" y="2888"/>
                  </a:lnTo>
                  <a:lnTo>
                    <a:pt x="4018" y="2804"/>
                  </a:lnTo>
                  <a:lnTo>
                    <a:pt x="4018" y="2720"/>
                  </a:lnTo>
                  <a:lnTo>
                    <a:pt x="3997" y="2699"/>
                  </a:lnTo>
                  <a:lnTo>
                    <a:pt x="4039" y="2574"/>
                  </a:lnTo>
                  <a:lnTo>
                    <a:pt x="3914" y="2469"/>
                  </a:lnTo>
                  <a:lnTo>
                    <a:pt x="3893" y="2386"/>
                  </a:lnTo>
                  <a:lnTo>
                    <a:pt x="3788" y="2365"/>
                  </a:lnTo>
                  <a:lnTo>
                    <a:pt x="3704" y="2281"/>
                  </a:lnTo>
                  <a:lnTo>
                    <a:pt x="3621" y="2260"/>
                  </a:lnTo>
                  <a:lnTo>
                    <a:pt x="3621" y="2176"/>
                  </a:lnTo>
                  <a:lnTo>
                    <a:pt x="3684" y="2135"/>
                  </a:lnTo>
                  <a:lnTo>
                    <a:pt x="3663" y="2072"/>
                  </a:lnTo>
                  <a:lnTo>
                    <a:pt x="3684" y="1988"/>
                  </a:lnTo>
                  <a:lnTo>
                    <a:pt x="3684" y="1779"/>
                  </a:lnTo>
                  <a:lnTo>
                    <a:pt x="3725" y="1737"/>
                  </a:lnTo>
                  <a:lnTo>
                    <a:pt x="3767" y="1549"/>
                  </a:lnTo>
                  <a:lnTo>
                    <a:pt x="3830" y="1549"/>
                  </a:lnTo>
                  <a:lnTo>
                    <a:pt x="3914" y="1528"/>
                  </a:lnTo>
                  <a:lnTo>
                    <a:pt x="3914" y="1319"/>
                  </a:lnTo>
                  <a:lnTo>
                    <a:pt x="3872" y="1298"/>
                  </a:lnTo>
                  <a:lnTo>
                    <a:pt x="3830" y="1130"/>
                  </a:lnTo>
                  <a:lnTo>
                    <a:pt x="3914" y="1130"/>
                  </a:lnTo>
                  <a:lnTo>
                    <a:pt x="4018" y="1088"/>
                  </a:lnTo>
                  <a:lnTo>
                    <a:pt x="4081" y="1047"/>
                  </a:lnTo>
                  <a:lnTo>
                    <a:pt x="4018" y="1026"/>
                  </a:lnTo>
                  <a:lnTo>
                    <a:pt x="3935" y="984"/>
                  </a:lnTo>
                  <a:lnTo>
                    <a:pt x="3809" y="1005"/>
                  </a:lnTo>
                  <a:lnTo>
                    <a:pt x="3725" y="984"/>
                  </a:lnTo>
                  <a:lnTo>
                    <a:pt x="3516" y="879"/>
                  </a:lnTo>
                  <a:lnTo>
                    <a:pt x="3453" y="837"/>
                  </a:lnTo>
                  <a:lnTo>
                    <a:pt x="3349" y="795"/>
                  </a:lnTo>
                  <a:lnTo>
                    <a:pt x="3286" y="670"/>
                  </a:lnTo>
                  <a:lnTo>
                    <a:pt x="3244" y="565"/>
                  </a:lnTo>
                  <a:lnTo>
                    <a:pt x="3140" y="565"/>
                  </a:lnTo>
                  <a:lnTo>
                    <a:pt x="3077" y="419"/>
                  </a:lnTo>
                  <a:lnTo>
                    <a:pt x="3098" y="314"/>
                  </a:lnTo>
                  <a:lnTo>
                    <a:pt x="3035" y="189"/>
                  </a:lnTo>
                  <a:lnTo>
                    <a:pt x="2930" y="168"/>
                  </a:lnTo>
                  <a:lnTo>
                    <a:pt x="2784" y="210"/>
                  </a:lnTo>
                  <a:lnTo>
                    <a:pt x="2679" y="168"/>
                  </a:lnTo>
                  <a:lnTo>
                    <a:pt x="2679" y="63"/>
                  </a:lnTo>
                  <a:lnTo>
                    <a:pt x="2616" y="0"/>
                  </a:lnTo>
                  <a:lnTo>
                    <a:pt x="2470" y="63"/>
                  </a:lnTo>
                  <a:lnTo>
                    <a:pt x="22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2" name="Google Shape;2312;p45"/>
            <p:cNvSpPr/>
            <p:nvPr/>
          </p:nvSpPr>
          <p:spPr>
            <a:xfrm>
              <a:off x="4059025" y="2939277"/>
              <a:ext cx="11967" cy="11668"/>
            </a:xfrm>
            <a:custGeom>
              <a:avLst/>
              <a:gdLst/>
              <a:ahLst/>
              <a:cxnLst/>
              <a:rect l="l" t="t" r="r" b="b"/>
              <a:pathLst>
                <a:path w="1005" h="1026" extrusionOk="0">
                  <a:moveTo>
                    <a:pt x="523" y="0"/>
                  </a:moveTo>
                  <a:lnTo>
                    <a:pt x="272" y="147"/>
                  </a:lnTo>
                  <a:lnTo>
                    <a:pt x="147" y="398"/>
                  </a:lnTo>
                  <a:lnTo>
                    <a:pt x="0" y="670"/>
                  </a:lnTo>
                  <a:lnTo>
                    <a:pt x="84" y="670"/>
                  </a:lnTo>
                  <a:lnTo>
                    <a:pt x="607" y="816"/>
                  </a:lnTo>
                  <a:lnTo>
                    <a:pt x="628" y="1025"/>
                  </a:lnTo>
                  <a:lnTo>
                    <a:pt x="1005" y="879"/>
                  </a:lnTo>
                  <a:lnTo>
                    <a:pt x="942" y="795"/>
                  </a:lnTo>
                  <a:lnTo>
                    <a:pt x="942" y="774"/>
                  </a:lnTo>
                  <a:lnTo>
                    <a:pt x="984" y="774"/>
                  </a:lnTo>
                  <a:lnTo>
                    <a:pt x="921" y="691"/>
                  </a:lnTo>
                  <a:lnTo>
                    <a:pt x="921" y="607"/>
                  </a:lnTo>
                  <a:lnTo>
                    <a:pt x="879" y="502"/>
                  </a:lnTo>
                  <a:lnTo>
                    <a:pt x="837" y="565"/>
                  </a:lnTo>
                  <a:lnTo>
                    <a:pt x="607" y="419"/>
                  </a:lnTo>
                  <a:lnTo>
                    <a:pt x="942" y="356"/>
                  </a:lnTo>
                  <a:lnTo>
                    <a:pt x="900" y="84"/>
                  </a:lnTo>
                  <a:lnTo>
                    <a:pt x="900" y="63"/>
                  </a:lnTo>
                  <a:lnTo>
                    <a:pt x="837" y="42"/>
                  </a:lnTo>
                  <a:lnTo>
                    <a:pt x="712" y="84"/>
                  </a:lnTo>
                  <a:lnTo>
                    <a:pt x="52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3" name="Google Shape;2313;p45"/>
            <p:cNvSpPr/>
            <p:nvPr/>
          </p:nvSpPr>
          <p:spPr>
            <a:xfrm>
              <a:off x="3959359" y="2899768"/>
              <a:ext cx="15468" cy="8347"/>
            </a:xfrm>
            <a:custGeom>
              <a:avLst/>
              <a:gdLst/>
              <a:ahLst/>
              <a:cxnLst/>
              <a:rect l="l" t="t" r="r" b="b"/>
              <a:pathLst>
                <a:path w="1299" h="734" extrusionOk="0">
                  <a:moveTo>
                    <a:pt x="1194" y="1"/>
                  </a:moveTo>
                  <a:lnTo>
                    <a:pt x="1005" y="105"/>
                  </a:lnTo>
                  <a:lnTo>
                    <a:pt x="775" y="210"/>
                  </a:lnTo>
                  <a:lnTo>
                    <a:pt x="608" y="210"/>
                  </a:lnTo>
                  <a:lnTo>
                    <a:pt x="482" y="168"/>
                  </a:lnTo>
                  <a:lnTo>
                    <a:pt x="378" y="168"/>
                  </a:lnTo>
                  <a:lnTo>
                    <a:pt x="378" y="231"/>
                  </a:lnTo>
                  <a:lnTo>
                    <a:pt x="357" y="315"/>
                  </a:lnTo>
                  <a:lnTo>
                    <a:pt x="273" y="336"/>
                  </a:lnTo>
                  <a:lnTo>
                    <a:pt x="147" y="294"/>
                  </a:lnTo>
                  <a:lnTo>
                    <a:pt x="85" y="377"/>
                  </a:lnTo>
                  <a:lnTo>
                    <a:pt x="1" y="398"/>
                  </a:lnTo>
                  <a:lnTo>
                    <a:pt x="1" y="524"/>
                  </a:lnTo>
                  <a:lnTo>
                    <a:pt x="85" y="629"/>
                  </a:lnTo>
                  <a:lnTo>
                    <a:pt x="210" y="712"/>
                  </a:lnTo>
                  <a:lnTo>
                    <a:pt x="378" y="691"/>
                  </a:lnTo>
                  <a:lnTo>
                    <a:pt x="461" y="733"/>
                  </a:lnTo>
                  <a:lnTo>
                    <a:pt x="503" y="691"/>
                  </a:lnTo>
                  <a:lnTo>
                    <a:pt x="629" y="649"/>
                  </a:lnTo>
                  <a:lnTo>
                    <a:pt x="775" y="545"/>
                  </a:lnTo>
                  <a:lnTo>
                    <a:pt x="838" y="503"/>
                  </a:lnTo>
                  <a:lnTo>
                    <a:pt x="1005" y="524"/>
                  </a:lnTo>
                  <a:lnTo>
                    <a:pt x="1005" y="419"/>
                  </a:lnTo>
                  <a:lnTo>
                    <a:pt x="984" y="315"/>
                  </a:lnTo>
                  <a:lnTo>
                    <a:pt x="1110" y="168"/>
                  </a:lnTo>
                  <a:lnTo>
                    <a:pt x="1235" y="85"/>
                  </a:lnTo>
                  <a:lnTo>
                    <a:pt x="1298" y="22"/>
                  </a:lnTo>
                  <a:lnTo>
                    <a:pt x="125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4" name="Google Shape;2314;p45"/>
            <p:cNvSpPr/>
            <p:nvPr/>
          </p:nvSpPr>
          <p:spPr>
            <a:xfrm>
              <a:off x="3982281" y="2887395"/>
              <a:ext cx="42867" cy="36426"/>
            </a:xfrm>
            <a:custGeom>
              <a:avLst/>
              <a:gdLst/>
              <a:ahLst/>
              <a:cxnLst/>
              <a:rect l="l" t="t" r="r" b="b"/>
              <a:pathLst>
                <a:path w="3600" h="3203" extrusionOk="0">
                  <a:moveTo>
                    <a:pt x="3370" y="1"/>
                  </a:moveTo>
                  <a:lnTo>
                    <a:pt x="3139" y="64"/>
                  </a:lnTo>
                  <a:lnTo>
                    <a:pt x="2846" y="43"/>
                  </a:lnTo>
                  <a:lnTo>
                    <a:pt x="2721" y="64"/>
                  </a:lnTo>
                  <a:lnTo>
                    <a:pt x="2574" y="64"/>
                  </a:lnTo>
                  <a:lnTo>
                    <a:pt x="2365" y="147"/>
                  </a:lnTo>
                  <a:lnTo>
                    <a:pt x="2302" y="231"/>
                  </a:lnTo>
                  <a:lnTo>
                    <a:pt x="2135" y="273"/>
                  </a:lnTo>
                  <a:lnTo>
                    <a:pt x="2114" y="336"/>
                  </a:lnTo>
                  <a:lnTo>
                    <a:pt x="1842" y="336"/>
                  </a:lnTo>
                  <a:lnTo>
                    <a:pt x="1675" y="273"/>
                  </a:lnTo>
                  <a:lnTo>
                    <a:pt x="1612" y="231"/>
                  </a:lnTo>
                  <a:lnTo>
                    <a:pt x="1507" y="210"/>
                  </a:lnTo>
                  <a:lnTo>
                    <a:pt x="1194" y="231"/>
                  </a:lnTo>
                  <a:lnTo>
                    <a:pt x="1110" y="273"/>
                  </a:lnTo>
                  <a:lnTo>
                    <a:pt x="1068" y="273"/>
                  </a:lnTo>
                  <a:lnTo>
                    <a:pt x="775" y="419"/>
                  </a:lnTo>
                  <a:lnTo>
                    <a:pt x="670" y="377"/>
                  </a:lnTo>
                  <a:lnTo>
                    <a:pt x="524" y="336"/>
                  </a:lnTo>
                  <a:lnTo>
                    <a:pt x="461" y="419"/>
                  </a:lnTo>
                  <a:lnTo>
                    <a:pt x="461" y="649"/>
                  </a:lnTo>
                  <a:lnTo>
                    <a:pt x="377" y="670"/>
                  </a:lnTo>
                  <a:lnTo>
                    <a:pt x="419" y="796"/>
                  </a:lnTo>
                  <a:lnTo>
                    <a:pt x="315" y="859"/>
                  </a:lnTo>
                  <a:lnTo>
                    <a:pt x="168" y="880"/>
                  </a:lnTo>
                  <a:lnTo>
                    <a:pt x="64" y="859"/>
                  </a:lnTo>
                  <a:lnTo>
                    <a:pt x="1" y="901"/>
                  </a:lnTo>
                  <a:lnTo>
                    <a:pt x="22" y="1068"/>
                  </a:lnTo>
                  <a:lnTo>
                    <a:pt x="105" y="1277"/>
                  </a:lnTo>
                  <a:lnTo>
                    <a:pt x="147" y="1403"/>
                  </a:lnTo>
                  <a:lnTo>
                    <a:pt x="126" y="1528"/>
                  </a:lnTo>
                  <a:lnTo>
                    <a:pt x="105" y="1779"/>
                  </a:lnTo>
                  <a:lnTo>
                    <a:pt x="336" y="1779"/>
                  </a:lnTo>
                  <a:lnTo>
                    <a:pt x="377" y="1905"/>
                  </a:lnTo>
                  <a:lnTo>
                    <a:pt x="482" y="1947"/>
                  </a:lnTo>
                  <a:lnTo>
                    <a:pt x="482" y="2114"/>
                  </a:lnTo>
                  <a:lnTo>
                    <a:pt x="545" y="2198"/>
                  </a:lnTo>
                  <a:lnTo>
                    <a:pt x="461" y="2219"/>
                  </a:lnTo>
                  <a:lnTo>
                    <a:pt x="419" y="2219"/>
                  </a:lnTo>
                  <a:lnTo>
                    <a:pt x="315" y="2302"/>
                  </a:lnTo>
                  <a:lnTo>
                    <a:pt x="252" y="2449"/>
                  </a:lnTo>
                  <a:lnTo>
                    <a:pt x="168" y="2574"/>
                  </a:lnTo>
                  <a:lnTo>
                    <a:pt x="147" y="2574"/>
                  </a:lnTo>
                  <a:lnTo>
                    <a:pt x="168" y="2616"/>
                  </a:lnTo>
                  <a:lnTo>
                    <a:pt x="252" y="2679"/>
                  </a:lnTo>
                  <a:lnTo>
                    <a:pt x="273" y="2888"/>
                  </a:lnTo>
                  <a:lnTo>
                    <a:pt x="252" y="2993"/>
                  </a:lnTo>
                  <a:lnTo>
                    <a:pt x="315" y="2993"/>
                  </a:lnTo>
                  <a:lnTo>
                    <a:pt x="482" y="3077"/>
                  </a:lnTo>
                  <a:lnTo>
                    <a:pt x="629" y="3181"/>
                  </a:lnTo>
                  <a:lnTo>
                    <a:pt x="649" y="3181"/>
                  </a:lnTo>
                  <a:lnTo>
                    <a:pt x="733" y="3202"/>
                  </a:lnTo>
                  <a:lnTo>
                    <a:pt x="1884" y="2512"/>
                  </a:lnTo>
                  <a:lnTo>
                    <a:pt x="2888" y="1779"/>
                  </a:lnTo>
                  <a:lnTo>
                    <a:pt x="2951" y="1696"/>
                  </a:lnTo>
                  <a:lnTo>
                    <a:pt x="3035" y="1570"/>
                  </a:lnTo>
                  <a:lnTo>
                    <a:pt x="3056" y="1403"/>
                  </a:lnTo>
                  <a:lnTo>
                    <a:pt x="2993" y="1298"/>
                  </a:lnTo>
                  <a:lnTo>
                    <a:pt x="3098" y="1089"/>
                  </a:lnTo>
                  <a:lnTo>
                    <a:pt x="3098" y="901"/>
                  </a:lnTo>
                  <a:lnTo>
                    <a:pt x="2993" y="691"/>
                  </a:lnTo>
                  <a:lnTo>
                    <a:pt x="2993" y="524"/>
                  </a:lnTo>
                  <a:lnTo>
                    <a:pt x="3098" y="336"/>
                  </a:lnTo>
                  <a:lnTo>
                    <a:pt x="3349" y="273"/>
                  </a:lnTo>
                  <a:lnTo>
                    <a:pt x="3474" y="168"/>
                  </a:lnTo>
                  <a:lnTo>
                    <a:pt x="3516" y="168"/>
                  </a:lnTo>
                  <a:lnTo>
                    <a:pt x="3600" y="43"/>
                  </a:lnTo>
                  <a:lnTo>
                    <a:pt x="3579" y="22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5" name="Google Shape;2315;p45"/>
            <p:cNvSpPr/>
            <p:nvPr/>
          </p:nvSpPr>
          <p:spPr>
            <a:xfrm>
              <a:off x="3973565" y="2916668"/>
              <a:ext cx="10479" cy="29045"/>
            </a:xfrm>
            <a:custGeom>
              <a:avLst/>
              <a:gdLst/>
              <a:ahLst/>
              <a:cxnLst/>
              <a:rect l="l" t="t" r="r" b="b"/>
              <a:pathLst>
                <a:path w="880" h="2554" extrusionOk="0">
                  <a:moveTo>
                    <a:pt x="837" y="0"/>
                  </a:moveTo>
                  <a:lnTo>
                    <a:pt x="754" y="105"/>
                  </a:lnTo>
                  <a:lnTo>
                    <a:pt x="565" y="147"/>
                  </a:lnTo>
                  <a:lnTo>
                    <a:pt x="524" y="105"/>
                  </a:lnTo>
                  <a:lnTo>
                    <a:pt x="377" y="252"/>
                  </a:lnTo>
                  <a:lnTo>
                    <a:pt x="335" y="670"/>
                  </a:lnTo>
                  <a:lnTo>
                    <a:pt x="168" y="1005"/>
                  </a:lnTo>
                  <a:lnTo>
                    <a:pt x="1" y="1235"/>
                  </a:lnTo>
                  <a:lnTo>
                    <a:pt x="63" y="1256"/>
                  </a:lnTo>
                  <a:lnTo>
                    <a:pt x="168" y="1444"/>
                  </a:lnTo>
                  <a:lnTo>
                    <a:pt x="231" y="1653"/>
                  </a:lnTo>
                  <a:lnTo>
                    <a:pt x="377" y="1884"/>
                  </a:lnTo>
                  <a:lnTo>
                    <a:pt x="524" y="2197"/>
                  </a:lnTo>
                  <a:lnTo>
                    <a:pt x="461" y="2344"/>
                  </a:lnTo>
                  <a:lnTo>
                    <a:pt x="545" y="2553"/>
                  </a:lnTo>
                  <a:lnTo>
                    <a:pt x="628" y="2448"/>
                  </a:lnTo>
                  <a:lnTo>
                    <a:pt x="628" y="2407"/>
                  </a:lnTo>
                  <a:lnTo>
                    <a:pt x="628" y="2344"/>
                  </a:lnTo>
                  <a:lnTo>
                    <a:pt x="670" y="2281"/>
                  </a:lnTo>
                  <a:lnTo>
                    <a:pt x="670" y="2156"/>
                  </a:lnTo>
                  <a:lnTo>
                    <a:pt x="733" y="1988"/>
                  </a:lnTo>
                  <a:lnTo>
                    <a:pt x="691" y="1842"/>
                  </a:lnTo>
                  <a:lnTo>
                    <a:pt x="754" y="1821"/>
                  </a:lnTo>
                  <a:lnTo>
                    <a:pt x="754" y="1674"/>
                  </a:lnTo>
                  <a:lnTo>
                    <a:pt x="775" y="1549"/>
                  </a:lnTo>
                  <a:lnTo>
                    <a:pt x="775" y="1465"/>
                  </a:lnTo>
                  <a:lnTo>
                    <a:pt x="775" y="1214"/>
                  </a:lnTo>
                  <a:lnTo>
                    <a:pt x="754" y="1235"/>
                  </a:lnTo>
                  <a:lnTo>
                    <a:pt x="670" y="1235"/>
                  </a:lnTo>
                  <a:lnTo>
                    <a:pt x="565" y="1298"/>
                  </a:lnTo>
                  <a:lnTo>
                    <a:pt x="524" y="1235"/>
                  </a:lnTo>
                  <a:lnTo>
                    <a:pt x="545" y="1047"/>
                  </a:lnTo>
                  <a:lnTo>
                    <a:pt x="545" y="796"/>
                  </a:lnTo>
                  <a:lnTo>
                    <a:pt x="524" y="712"/>
                  </a:lnTo>
                  <a:lnTo>
                    <a:pt x="545" y="565"/>
                  </a:lnTo>
                  <a:lnTo>
                    <a:pt x="670" y="565"/>
                  </a:lnTo>
                  <a:lnTo>
                    <a:pt x="691" y="670"/>
                  </a:lnTo>
                  <a:lnTo>
                    <a:pt x="754" y="670"/>
                  </a:lnTo>
                  <a:lnTo>
                    <a:pt x="837" y="607"/>
                  </a:lnTo>
                  <a:lnTo>
                    <a:pt x="837" y="524"/>
                  </a:lnTo>
                  <a:lnTo>
                    <a:pt x="796" y="482"/>
                  </a:lnTo>
                  <a:lnTo>
                    <a:pt x="775" y="377"/>
                  </a:lnTo>
                  <a:lnTo>
                    <a:pt x="837" y="210"/>
                  </a:lnTo>
                  <a:lnTo>
                    <a:pt x="858" y="63"/>
                  </a:lnTo>
                  <a:lnTo>
                    <a:pt x="87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2316;p45"/>
            <p:cNvSpPr/>
            <p:nvPr/>
          </p:nvSpPr>
          <p:spPr>
            <a:xfrm>
              <a:off x="3982781" y="2916668"/>
              <a:ext cx="2751" cy="5959"/>
            </a:xfrm>
            <a:custGeom>
              <a:avLst/>
              <a:gdLst/>
              <a:ahLst/>
              <a:cxnLst/>
              <a:rect l="l" t="t" r="r" b="b"/>
              <a:pathLst>
                <a:path w="231" h="524" extrusionOk="0">
                  <a:moveTo>
                    <a:pt x="105" y="0"/>
                  </a:moveTo>
                  <a:lnTo>
                    <a:pt x="84" y="63"/>
                  </a:lnTo>
                  <a:lnTo>
                    <a:pt x="63" y="210"/>
                  </a:lnTo>
                  <a:lnTo>
                    <a:pt x="1" y="377"/>
                  </a:lnTo>
                  <a:lnTo>
                    <a:pt x="22" y="482"/>
                  </a:lnTo>
                  <a:lnTo>
                    <a:pt x="63" y="524"/>
                  </a:lnTo>
                  <a:lnTo>
                    <a:pt x="84" y="524"/>
                  </a:lnTo>
                  <a:lnTo>
                    <a:pt x="126" y="482"/>
                  </a:lnTo>
                  <a:lnTo>
                    <a:pt x="210" y="419"/>
                  </a:lnTo>
                  <a:lnTo>
                    <a:pt x="231" y="314"/>
                  </a:lnTo>
                  <a:lnTo>
                    <a:pt x="210" y="105"/>
                  </a:lnTo>
                  <a:lnTo>
                    <a:pt x="126" y="42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7" name="Google Shape;2317;p45"/>
            <p:cNvSpPr/>
            <p:nvPr/>
          </p:nvSpPr>
          <p:spPr>
            <a:xfrm>
              <a:off x="3979792" y="2923093"/>
              <a:ext cx="3751" cy="8336"/>
            </a:xfrm>
            <a:custGeom>
              <a:avLst/>
              <a:gdLst/>
              <a:ahLst/>
              <a:cxnLst/>
              <a:rect l="l" t="t" r="r" b="b"/>
              <a:pathLst>
                <a:path w="315" h="733" extrusionOk="0">
                  <a:moveTo>
                    <a:pt x="22" y="0"/>
                  </a:moveTo>
                  <a:lnTo>
                    <a:pt x="1" y="147"/>
                  </a:lnTo>
                  <a:lnTo>
                    <a:pt x="22" y="231"/>
                  </a:lnTo>
                  <a:lnTo>
                    <a:pt x="22" y="482"/>
                  </a:lnTo>
                  <a:lnTo>
                    <a:pt x="1" y="670"/>
                  </a:lnTo>
                  <a:lnTo>
                    <a:pt x="42" y="733"/>
                  </a:lnTo>
                  <a:lnTo>
                    <a:pt x="147" y="670"/>
                  </a:lnTo>
                  <a:lnTo>
                    <a:pt x="231" y="670"/>
                  </a:lnTo>
                  <a:lnTo>
                    <a:pt x="252" y="649"/>
                  </a:lnTo>
                  <a:lnTo>
                    <a:pt x="273" y="440"/>
                  </a:lnTo>
                  <a:lnTo>
                    <a:pt x="273" y="356"/>
                  </a:lnTo>
                  <a:lnTo>
                    <a:pt x="314" y="210"/>
                  </a:lnTo>
                  <a:lnTo>
                    <a:pt x="314" y="147"/>
                  </a:lnTo>
                  <a:lnTo>
                    <a:pt x="314" y="63"/>
                  </a:lnTo>
                  <a:lnTo>
                    <a:pt x="314" y="42"/>
                  </a:lnTo>
                  <a:lnTo>
                    <a:pt x="231" y="105"/>
                  </a:lnTo>
                  <a:lnTo>
                    <a:pt x="168" y="105"/>
                  </a:lnTo>
                  <a:lnTo>
                    <a:pt x="1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2318;p45"/>
            <p:cNvSpPr/>
            <p:nvPr/>
          </p:nvSpPr>
          <p:spPr>
            <a:xfrm>
              <a:off x="3979792" y="2907627"/>
              <a:ext cx="8978" cy="10713"/>
            </a:xfrm>
            <a:custGeom>
              <a:avLst/>
              <a:gdLst/>
              <a:ahLst/>
              <a:cxnLst/>
              <a:rect l="l" t="t" r="r" b="b"/>
              <a:pathLst>
                <a:path w="754" h="942" extrusionOk="0">
                  <a:moveTo>
                    <a:pt x="314" y="0"/>
                  </a:moveTo>
                  <a:lnTo>
                    <a:pt x="314" y="21"/>
                  </a:lnTo>
                  <a:lnTo>
                    <a:pt x="231" y="21"/>
                  </a:lnTo>
                  <a:lnTo>
                    <a:pt x="210" y="440"/>
                  </a:lnTo>
                  <a:lnTo>
                    <a:pt x="105" y="586"/>
                  </a:lnTo>
                  <a:lnTo>
                    <a:pt x="1" y="733"/>
                  </a:lnTo>
                  <a:lnTo>
                    <a:pt x="1" y="879"/>
                  </a:lnTo>
                  <a:lnTo>
                    <a:pt x="1" y="900"/>
                  </a:lnTo>
                  <a:lnTo>
                    <a:pt x="42" y="942"/>
                  </a:lnTo>
                  <a:lnTo>
                    <a:pt x="231" y="900"/>
                  </a:lnTo>
                  <a:lnTo>
                    <a:pt x="314" y="795"/>
                  </a:lnTo>
                  <a:lnTo>
                    <a:pt x="377" y="795"/>
                  </a:lnTo>
                  <a:lnTo>
                    <a:pt x="461" y="670"/>
                  </a:lnTo>
                  <a:lnTo>
                    <a:pt x="524" y="523"/>
                  </a:lnTo>
                  <a:lnTo>
                    <a:pt x="628" y="440"/>
                  </a:lnTo>
                  <a:lnTo>
                    <a:pt x="670" y="440"/>
                  </a:lnTo>
                  <a:lnTo>
                    <a:pt x="754" y="419"/>
                  </a:lnTo>
                  <a:lnTo>
                    <a:pt x="691" y="335"/>
                  </a:lnTo>
                  <a:lnTo>
                    <a:pt x="691" y="168"/>
                  </a:lnTo>
                  <a:lnTo>
                    <a:pt x="586" y="126"/>
                  </a:lnTo>
                  <a:lnTo>
                    <a:pt x="54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2319;p45"/>
            <p:cNvSpPr/>
            <p:nvPr/>
          </p:nvSpPr>
          <p:spPr>
            <a:xfrm>
              <a:off x="3980292" y="2915952"/>
              <a:ext cx="27661" cy="32616"/>
            </a:xfrm>
            <a:custGeom>
              <a:avLst/>
              <a:gdLst/>
              <a:ahLst/>
              <a:cxnLst/>
              <a:rect l="l" t="t" r="r" b="b"/>
              <a:pathLst>
                <a:path w="2323" h="2868" extrusionOk="0">
                  <a:moveTo>
                    <a:pt x="2051" y="1"/>
                  </a:moveTo>
                  <a:lnTo>
                    <a:pt x="900" y="691"/>
                  </a:lnTo>
                  <a:lnTo>
                    <a:pt x="816" y="670"/>
                  </a:lnTo>
                  <a:lnTo>
                    <a:pt x="796" y="670"/>
                  </a:lnTo>
                  <a:lnTo>
                    <a:pt x="649" y="566"/>
                  </a:lnTo>
                  <a:lnTo>
                    <a:pt x="482" y="482"/>
                  </a:lnTo>
                  <a:lnTo>
                    <a:pt x="419" y="482"/>
                  </a:lnTo>
                  <a:lnTo>
                    <a:pt x="335" y="545"/>
                  </a:lnTo>
                  <a:lnTo>
                    <a:pt x="293" y="587"/>
                  </a:lnTo>
                  <a:lnTo>
                    <a:pt x="272" y="587"/>
                  </a:lnTo>
                  <a:lnTo>
                    <a:pt x="272" y="670"/>
                  </a:lnTo>
                  <a:lnTo>
                    <a:pt x="272" y="691"/>
                  </a:lnTo>
                  <a:lnTo>
                    <a:pt x="272" y="775"/>
                  </a:lnTo>
                  <a:lnTo>
                    <a:pt x="272" y="838"/>
                  </a:lnTo>
                  <a:lnTo>
                    <a:pt x="231" y="984"/>
                  </a:lnTo>
                  <a:lnTo>
                    <a:pt x="231" y="1068"/>
                  </a:lnTo>
                  <a:lnTo>
                    <a:pt x="210" y="1528"/>
                  </a:lnTo>
                  <a:lnTo>
                    <a:pt x="210" y="1612"/>
                  </a:lnTo>
                  <a:lnTo>
                    <a:pt x="189" y="1737"/>
                  </a:lnTo>
                  <a:lnTo>
                    <a:pt x="189" y="1884"/>
                  </a:lnTo>
                  <a:lnTo>
                    <a:pt x="126" y="1905"/>
                  </a:lnTo>
                  <a:lnTo>
                    <a:pt x="168" y="2051"/>
                  </a:lnTo>
                  <a:lnTo>
                    <a:pt x="105" y="2219"/>
                  </a:lnTo>
                  <a:lnTo>
                    <a:pt x="105" y="2344"/>
                  </a:lnTo>
                  <a:lnTo>
                    <a:pt x="63" y="2407"/>
                  </a:lnTo>
                  <a:lnTo>
                    <a:pt x="63" y="2470"/>
                  </a:lnTo>
                  <a:lnTo>
                    <a:pt x="63" y="2553"/>
                  </a:lnTo>
                  <a:lnTo>
                    <a:pt x="0" y="2679"/>
                  </a:lnTo>
                  <a:lnTo>
                    <a:pt x="0" y="2721"/>
                  </a:lnTo>
                  <a:lnTo>
                    <a:pt x="189" y="2721"/>
                  </a:lnTo>
                  <a:lnTo>
                    <a:pt x="754" y="2867"/>
                  </a:lnTo>
                  <a:lnTo>
                    <a:pt x="1172" y="2449"/>
                  </a:lnTo>
                  <a:lnTo>
                    <a:pt x="1633" y="2407"/>
                  </a:lnTo>
                  <a:lnTo>
                    <a:pt x="1653" y="2219"/>
                  </a:lnTo>
                  <a:lnTo>
                    <a:pt x="1884" y="1926"/>
                  </a:lnTo>
                  <a:lnTo>
                    <a:pt x="1235" y="1214"/>
                  </a:lnTo>
                  <a:lnTo>
                    <a:pt x="2093" y="963"/>
                  </a:lnTo>
                  <a:lnTo>
                    <a:pt x="2302" y="754"/>
                  </a:lnTo>
                  <a:lnTo>
                    <a:pt x="2323" y="754"/>
                  </a:lnTo>
                  <a:lnTo>
                    <a:pt x="20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2320;p45"/>
            <p:cNvSpPr/>
            <p:nvPr/>
          </p:nvSpPr>
          <p:spPr>
            <a:xfrm>
              <a:off x="3979792" y="2924515"/>
              <a:ext cx="142521" cy="114714"/>
            </a:xfrm>
            <a:custGeom>
              <a:avLst/>
              <a:gdLst/>
              <a:ahLst/>
              <a:cxnLst/>
              <a:rect l="l" t="t" r="r" b="b"/>
              <a:pathLst>
                <a:path w="11969" h="10087" extrusionOk="0">
                  <a:moveTo>
                    <a:pt x="2344" y="1"/>
                  </a:moveTo>
                  <a:lnTo>
                    <a:pt x="2135" y="210"/>
                  </a:lnTo>
                  <a:lnTo>
                    <a:pt x="1277" y="461"/>
                  </a:lnTo>
                  <a:lnTo>
                    <a:pt x="1926" y="1173"/>
                  </a:lnTo>
                  <a:lnTo>
                    <a:pt x="1695" y="1466"/>
                  </a:lnTo>
                  <a:lnTo>
                    <a:pt x="1675" y="1654"/>
                  </a:lnTo>
                  <a:lnTo>
                    <a:pt x="1214" y="1696"/>
                  </a:lnTo>
                  <a:lnTo>
                    <a:pt x="796" y="2114"/>
                  </a:lnTo>
                  <a:lnTo>
                    <a:pt x="231" y="1968"/>
                  </a:lnTo>
                  <a:lnTo>
                    <a:pt x="42" y="1968"/>
                  </a:lnTo>
                  <a:lnTo>
                    <a:pt x="42" y="2177"/>
                  </a:lnTo>
                  <a:lnTo>
                    <a:pt x="42" y="2407"/>
                  </a:lnTo>
                  <a:lnTo>
                    <a:pt x="1" y="2595"/>
                  </a:lnTo>
                  <a:lnTo>
                    <a:pt x="1" y="2637"/>
                  </a:lnTo>
                  <a:lnTo>
                    <a:pt x="63" y="2616"/>
                  </a:lnTo>
                  <a:lnTo>
                    <a:pt x="105" y="2637"/>
                  </a:lnTo>
                  <a:lnTo>
                    <a:pt x="168" y="2595"/>
                  </a:lnTo>
                  <a:lnTo>
                    <a:pt x="314" y="2658"/>
                  </a:lnTo>
                  <a:lnTo>
                    <a:pt x="273" y="2700"/>
                  </a:lnTo>
                  <a:lnTo>
                    <a:pt x="524" y="2972"/>
                  </a:lnTo>
                  <a:lnTo>
                    <a:pt x="545" y="3119"/>
                  </a:lnTo>
                  <a:lnTo>
                    <a:pt x="628" y="3139"/>
                  </a:lnTo>
                  <a:lnTo>
                    <a:pt x="628" y="3244"/>
                  </a:lnTo>
                  <a:lnTo>
                    <a:pt x="754" y="3349"/>
                  </a:lnTo>
                  <a:lnTo>
                    <a:pt x="838" y="3370"/>
                  </a:lnTo>
                  <a:lnTo>
                    <a:pt x="984" y="3663"/>
                  </a:lnTo>
                  <a:lnTo>
                    <a:pt x="984" y="3746"/>
                  </a:lnTo>
                  <a:lnTo>
                    <a:pt x="1047" y="3851"/>
                  </a:lnTo>
                  <a:lnTo>
                    <a:pt x="1110" y="3851"/>
                  </a:lnTo>
                  <a:lnTo>
                    <a:pt x="1151" y="3997"/>
                  </a:lnTo>
                  <a:lnTo>
                    <a:pt x="1193" y="4081"/>
                  </a:lnTo>
                  <a:lnTo>
                    <a:pt x="1319" y="4123"/>
                  </a:lnTo>
                  <a:lnTo>
                    <a:pt x="1423" y="4416"/>
                  </a:lnTo>
                  <a:lnTo>
                    <a:pt x="1528" y="4479"/>
                  </a:lnTo>
                  <a:lnTo>
                    <a:pt x="1570" y="4625"/>
                  </a:lnTo>
                  <a:lnTo>
                    <a:pt x="1528" y="4709"/>
                  </a:lnTo>
                  <a:lnTo>
                    <a:pt x="1528" y="4792"/>
                  </a:lnTo>
                  <a:lnTo>
                    <a:pt x="1633" y="4897"/>
                  </a:lnTo>
                  <a:lnTo>
                    <a:pt x="1633" y="4960"/>
                  </a:lnTo>
                  <a:lnTo>
                    <a:pt x="1716" y="5023"/>
                  </a:lnTo>
                  <a:lnTo>
                    <a:pt x="1821" y="4939"/>
                  </a:lnTo>
                  <a:lnTo>
                    <a:pt x="1926" y="5043"/>
                  </a:lnTo>
                  <a:lnTo>
                    <a:pt x="2114" y="5127"/>
                  </a:lnTo>
                  <a:lnTo>
                    <a:pt x="2260" y="5274"/>
                  </a:lnTo>
                  <a:lnTo>
                    <a:pt x="2323" y="5378"/>
                  </a:lnTo>
                  <a:lnTo>
                    <a:pt x="2344" y="5420"/>
                  </a:lnTo>
                  <a:lnTo>
                    <a:pt x="2365" y="5546"/>
                  </a:lnTo>
                  <a:lnTo>
                    <a:pt x="2428" y="5588"/>
                  </a:lnTo>
                  <a:lnTo>
                    <a:pt x="2470" y="5797"/>
                  </a:lnTo>
                  <a:lnTo>
                    <a:pt x="2574" y="5880"/>
                  </a:lnTo>
                  <a:lnTo>
                    <a:pt x="2637" y="6090"/>
                  </a:lnTo>
                  <a:lnTo>
                    <a:pt x="2658" y="6173"/>
                  </a:lnTo>
                  <a:lnTo>
                    <a:pt x="2616" y="6362"/>
                  </a:lnTo>
                  <a:lnTo>
                    <a:pt x="2574" y="6383"/>
                  </a:lnTo>
                  <a:lnTo>
                    <a:pt x="2616" y="6487"/>
                  </a:lnTo>
                  <a:lnTo>
                    <a:pt x="2658" y="6696"/>
                  </a:lnTo>
                  <a:lnTo>
                    <a:pt x="2679" y="6906"/>
                  </a:lnTo>
                  <a:lnTo>
                    <a:pt x="2783" y="7010"/>
                  </a:lnTo>
                  <a:lnTo>
                    <a:pt x="2825" y="7094"/>
                  </a:lnTo>
                  <a:lnTo>
                    <a:pt x="3097" y="7408"/>
                  </a:lnTo>
                  <a:lnTo>
                    <a:pt x="3202" y="7429"/>
                  </a:lnTo>
                  <a:lnTo>
                    <a:pt x="3307" y="7450"/>
                  </a:lnTo>
                  <a:lnTo>
                    <a:pt x="3390" y="7554"/>
                  </a:lnTo>
                  <a:lnTo>
                    <a:pt x="3474" y="7554"/>
                  </a:lnTo>
                  <a:lnTo>
                    <a:pt x="3620" y="7680"/>
                  </a:lnTo>
                  <a:lnTo>
                    <a:pt x="3620" y="7784"/>
                  </a:lnTo>
                  <a:lnTo>
                    <a:pt x="3788" y="7826"/>
                  </a:lnTo>
                  <a:lnTo>
                    <a:pt x="3767" y="7889"/>
                  </a:lnTo>
                  <a:lnTo>
                    <a:pt x="3830" y="7931"/>
                  </a:lnTo>
                  <a:lnTo>
                    <a:pt x="3976" y="8412"/>
                  </a:lnTo>
                  <a:lnTo>
                    <a:pt x="4102" y="8496"/>
                  </a:lnTo>
                  <a:lnTo>
                    <a:pt x="4102" y="8663"/>
                  </a:lnTo>
                  <a:lnTo>
                    <a:pt x="4541" y="9082"/>
                  </a:lnTo>
                  <a:lnTo>
                    <a:pt x="4604" y="9082"/>
                  </a:lnTo>
                  <a:lnTo>
                    <a:pt x="4646" y="9333"/>
                  </a:lnTo>
                  <a:lnTo>
                    <a:pt x="4834" y="9396"/>
                  </a:lnTo>
                  <a:lnTo>
                    <a:pt x="4939" y="9668"/>
                  </a:lnTo>
                  <a:lnTo>
                    <a:pt x="5043" y="9709"/>
                  </a:lnTo>
                  <a:lnTo>
                    <a:pt x="5127" y="9730"/>
                  </a:lnTo>
                  <a:lnTo>
                    <a:pt x="5169" y="9626"/>
                  </a:lnTo>
                  <a:lnTo>
                    <a:pt x="5336" y="9521"/>
                  </a:lnTo>
                  <a:lnTo>
                    <a:pt x="5232" y="9312"/>
                  </a:lnTo>
                  <a:lnTo>
                    <a:pt x="5294" y="9040"/>
                  </a:lnTo>
                  <a:lnTo>
                    <a:pt x="5462" y="8977"/>
                  </a:lnTo>
                  <a:lnTo>
                    <a:pt x="5650" y="9124"/>
                  </a:lnTo>
                  <a:lnTo>
                    <a:pt x="5985" y="9124"/>
                  </a:lnTo>
                  <a:lnTo>
                    <a:pt x="6487" y="9333"/>
                  </a:lnTo>
                  <a:lnTo>
                    <a:pt x="7010" y="9563"/>
                  </a:lnTo>
                  <a:lnTo>
                    <a:pt x="7031" y="10086"/>
                  </a:lnTo>
                  <a:lnTo>
                    <a:pt x="8077" y="8684"/>
                  </a:lnTo>
                  <a:lnTo>
                    <a:pt x="10253" y="8036"/>
                  </a:lnTo>
                  <a:lnTo>
                    <a:pt x="11885" y="7554"/>
                  </a:lnTo>
                  <a:lnTo>
                    <a:pt x="11969" y="6299"/>
                  </a:lnTo>
                  <a:lnTo>
                    <a:pt x="11843" y="5839"/>
                  </a:lnTo>
                  <a:lnTo>
                    <a:pt x="11655" y="5985"/>
                  </a:lnTo>
                  <a:lnTo>
                    <a:pt x="9960" y="5755"/>
                  </a:lnTo>
                  <a:lnTo>
                    <a:pt x="9835" y="5274"/>
                  </a:lnTo>
                  <a:lnTo>
                    <a:pt x="9688" y="5127"/>
                  </a:lnTo>
                  <a:lnTo>
                    <a:pt x="9688" y="4939"/>
                  </a:lnTo>
                  <a:lnTo>
                    <a:pt x="9688" y="4918"/>
                  </a:lnTo>
                  <a:lnTo>
                    <a:pt x="9667" y="4939"/>
                  </a:lnTo>
                  <a:lnTo>
                    <a:pt x="9625" y="4855"/>
                  </a:lnTo>
                  <a:lnTo>
                    <a:pt x="9625" y="4792"/>
                  </a:lnTo>
                  <a:lnTo>
                    <a:pt x="9667" y="4730"/>
                  </a:lnTo>
                  <a:lnTo>
                    <a:pt x="9563" y="4730"/>
                  </a:lnTo>
                  <a:lnTo>
                    <a:pt x="9563" y="4709"/>
                  </a:lnTo>
                  <a:lnTo>
                    <a:pt x="9458" y="4709"/>
                  </a:lnTo>
                  <a:lnTo>
                    <a:pt x="9270" y="4604"/>
                  </a:lnTo>
                  <a:lnTo>
                    <a:pt x="9249" y="4541"/>
                  </a:lnTo>
                  <a:lnTo>
                    <a:pt x="9228" y="4583"/>
                  </a:lnTo>
                  <a:lnTo>
                    <a:pt x="9123" y="4437"/>
                  </a:lnTo>
                  <a:lnTo>
                    <a:pt x="9102" y="4290"/>
                  </a:lnTo>
                  <a:lnTo>
                    <a:pt x="8809" y="3914"/>
                  </a:lnTo>
                  <a:lnTo>
                    <a:pt x="8726" y="3788"/>
                  </a:lnTo>
                  <a:lnTo>
                    <a:pt x="8809" y="3788"/>
                  </a:lnTo>
                  <a:lnTo>
                    <a:pt x="8809" y="3746"/>
                  </a:lnTo>
                  <a:lnTo>
                    <a:pt x="8705" y="3453"/>
                  </a:lnTo>
                  <a:lnTo>
                    <a:pt x="8705" y="3391"/>
                  </a:lnTo>
                  <a:lnTo>
                    <a:pt x="8621" y="3265"/>
                  </a:lnTo>
                  <a:lnTo>
                    <a:pt x="8579" y="3265"/>
                  </a:lnTo>
                  <a:lnTo>
                    <a:pt x="8391" y="3014"/>
                  </a:lnTo>
                  <a:lnTo>
                    <a:pt x="8307" y="3014"/>
                  </a:lnTo>
                  <a:lnTo>
                    <a:pt x="8224" y="2909"/>
                  </a:lnTo>
                  <a:lnTo>
                    <a:pt x="8224" y="2867"/>
                  </a:lnTo>
                  <a:lnTo>
                    <a:pt x="8286" y="2867"/>
                  </a:lnTo>
                  <a:lnTo>
                    <a:pt x="8307" y="2909"/>
                  </a:lnTo>
                  <a:lnTo>
                    <a:pt x="8286" y="2826"/>
                  </a:lnTo>
                  <a:lnTo>
                    <a:pt x="8182" y="2805"/>
                  </a:lnTo>
                  <a:lnTo>
                    <a:pt x="7973" y="2763"/>
                  </a:lnTo>
                  <a:lnTo>
                    <a:pt x="7868" y="2449"/>
                  </a:lnTo>
                  <a:lnTo>
                    <a:pt x="7805" y="2323"/>
                  </a:lnTo>
                  <a:lnTo>
                    <a:pt x="7742" y="2303"/>
                  </a:lnTo>
                  <a:lnTo>
                    <a:pt x="7742" y="2198"/>
                  </a:lnTo>
                  <a:lnTo>
                    <a:pt x="7701" y="2219"/>
                  </a:lnTo>
                  <a:lnTo>
                    <a:pt x="7659" y="2177"/>
                  </a:lnTo>
                  <a:lnTo>
                    <a:pt x="7282" y="2323"/>
                  </a:lnTo>
                  <a:lnTo>
                    <a:pt x="7261" y="2114"/>
                  </a:lnTo>
                  <a:lnTo>
                    <a:pt x="6738" y="1968"/>
                  </a:lnTo>
                  <a:lnTo>
                    <a:pt x="6654" y="1968"/>
                  </a:lnTo>
                  <a:lnTo>
                    <a:pt x="5566" y="1926"/>
                  </a:lnTo>
                  <a:lnTo>
                    <a:pt x="2867" y="43"/>
                  </a:lnTo>
                  <a:lnTo>
                    <a:pt x="23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6B65"/>
                </a:solidFill>
              </a:endParaRPr>
            </a:p>
          </p:txBody>
        </p:sp>
        <p:sp>
          <p:nvSpPr>
            <p:cNvPr id="2321" name="Google Shape;2321;p45"/>
            <p:cNvSpPr/>
            <p:nvPr/>
          </p:nvSpPr>
          <p:spPr>
            <a:xfrm>
              <a:off x="4089663" y="2967116"/>
              <a:ext cx="5251" cy="10952"/>
            </a:xfrm>
            <a:custGeom>
              <a:avLst/>
              <a:gdLst/>
              <a:ahLst/>
              <a:cxnLst/>
              <a:rect l="l" t="t" r="r" b="b"/>
              <a:pathLst>
                <a:path w="441" h="963" extrusionOk="0">
                  <a:moveTo>
                    <a:pt x="147" y="0"/>
                  </a:moveTo>
                  <a:lnTo>
                    <a:pt x="147" y="42"/>
                  </a:lnTo>
                  <a:lnTo>
                    <a:pt x="106" y="42"/>
                  </a:lnTo>
                  <a:lnTo>
                    <a:pt x="106" y="105"/>
                  </a:lnTo>
                  <a:lnTo>
                    <a:pt x="43" y="126"/>
                  </a:lnTo>
                  <a:lnTo>
                    <a:pt x="85" y="209"/>
                  </a:lnTo>
                  <a:lnTo>
                    <a:pt x="43" y="209"/>
                  </a:lnTo>
                  <a:lnTo>
                    <a:pt x="85" y="377"/>
                  </a:lnTo>
                  <a:lnTo>
                    <a:pt x="43" y="356"/>
                  </a:lnTo>
                  <a:lnTo>
                    <a:pt x="1" y="356"/>
                  </a:lnTo>
                  <a:lnTo>
                    <a:pt x="1" y="544"/>
                  </a:lnTo>
                  <a:lnTo>
                    <a:pt x="22" y="628"/>
                  </a:lnTo>
                  <a:lnTo>
                    <a:pt x="43" y="670"/>
                  </a:lnTo>
                  <a:lnTo>
                    <a:pt x="43" y="795"/>
                  </a:lnTo>
                  <a:lnTo>
                    <a:pt x="22" y="795"/>
                  </a:lnTo>
                  <a:lnTo>
                    <a:pt x="43" y="858"/>
                  </a:lnTo>
                  <a:lnTo>
                    <a:pt x="231" y="963"/>
                  </a:lnTo>
                  <a:lnTo>
                    <a:pt x="336" y="963"/>
                  </a:lnTo>
                  <a:lnTo>
                    <a:pt x="398" y="942"/>
                  </a:lnTo>
                  <a:lnTo>
                    <a:pt x="440" y="670"/>
                  </a:lnTo>
                  <a:lnTo>
                    <a:pt x="398" y="544"/>
                  </a:lnTo>
                  <a:lnTo>
                    <a:pt x="336" y="544"/>
                  </a:lnTo>
                  <a:lnTo>
                    <a:pt x="315" y="356"/>
                  </a:lnTo>
                  <a:lnTo>
                    <a:pt x="336" y="356"/>
                  </a:lnTo>
                  <a:lnTo>
                    <a:pt x="398" y="168"/>
                  </a:lnTo>
                  <a:lnTo>
                    <a:pt x="357" y="126"/>
                  </a:lnTo>
                  <a:lnTo>
                    <a:pt x="315" y="126"/>
                  </a:lnTo>
                  <a:lnTo>
                    <a:pt x="315" y="63"/>
                  </a:lnTo>
                  <a:lnTo>
                    <a:pt x="2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2322;p45"/>
            <p:cNvSpPr/>
            <p:nvPr/>
          </p:nvSpPr>
          <p:spPr>
            <a:xfrm>
              <a:off x="4095152" y="2967833"/>
              <a:ext cx="32900" cy="24758"/>
            </a:xfrm>
            <a:custGeom>
              <a:avLst/>
              <a:gdLst/>
              <a:ahLst/>
              <a:cxnLst/>
              <a:rect l="l" t="t" r="r" b="b"/>
              <a:pathLst>
                <a:path w="2763" h="2177" extrusionOk="0">
                  <a:moveTo>
                    <a:pt x="2490" y="0"/>
                  </a:moveTo>
                  <a:lnTo>
                    <a:pt x="2490" y="84"/>
                  </a:lnTo>
                  <a:lnTo>
                    <a:pt x="2469" y="146"/>
                  </a:lnTo>
                  <a:lnTo>
                    <a:pt x="2093" y="356"/>
                  </a:lnTo>
                  <a:lnTo>
                    <a:pt x="2093" y="502"/>
                  </a:lnTo>
                  <a:lnTo>
                    <a:pt x="1779" y="795"/>
                  </a:lnTo>
                  <a:lnTo>
                    <a:pt x="1737" y="879"/>
                  </a:lnTo>
                  <a:lnTo>
                    <a:pt x="1779" y="900"/>
                  </a:lnTo>
                  <a:lnTo>
                    <a:pt x="1821" y="983"/>
                  </a:lnTo>
                  <a:lnTo>
                    <a:pt x="1653" y="1130"/>
                  </a:lnTo>
                  <a:lnTo>
                    <a:pt x="1611" y="1046"/>
                  </a:lnTo>
                  <a:lnTo>
                    <a:pt x="1549" y="1088"/>
                  </a:lnTo>
                  <a:lnTo>
                    <a:pt x="1465" y="1088"/>
                  </a:lnTo>
                  <a:lnTo>
                    <a:pt x="1507" y="1193"/>
                  </a:lnTo>
                  <a:lnTo>
                    <a:pt x="1444" y="1193"/>
                  </a:lnTo>
                  <a:lnTo>
                    <a:pt x="1423" y="1234"/>
                  </a:lnTo>
                  <a:lnTo>
                    <a:pt x="1256" y="1255"/>
                  </a:lnTo>
                  <a:lnTo>
                    <a:pt x="1130" y="1297"/>
                  </a:lnTo>
                  <a:lnTo>
                    <a:pt x="1088" y="1214"/>
                  </a:lnTo>
                  <a:lnTo>
                    <a:pt x="837" y="1214"/>
                  </a:lnTo>
                  <a:lnTo>
                    <a:pt x="628" y="1151"/>
                  </a:lnTo>
                  <a:lnTo>
                    <a:pt x="398" y="1339"/>
                  </a:lnTo>
                  <a:lnTo>
                    <a:pt x="314" y="1318"/>
                  </a:lnTo>
                  <a:lnTo>
                    <a:pt x="251" y="1318"/>
                  </a:lnTo>
                  <a:lnTo>
                    <a:pt x="147" y="1360"/>
                  </a:lnTo>
                  <a:lnTo>
                    <a:pt x="105" y="1109"/>
                  </a:lnTo>
                  <a:lnTo>
                    <a:pt x="63" y="1151"/>
                  </a:lnTo>
                  <a:lnTo>
                    <a:pt x="0" y="1130"/>
                  </a:lnTo>
                  <a:lnTo>
                    <a:pt x="0" y="1318"/>
                  </a:lnTo>
                  <a:lnTo>
                    <a:pt x="147" y="1465"/>
                  </a:lnTo>
                  <a:lnTo>
                    <a:pt x="272" y="1946"/>
                  </a:lnTo>
                  <a:lnTo>
                    <a:pt x="1967" y="2176"/>
                  </a:lnTo>
                  <a:lnTo>
                    <a:pt x="2155" y="2030"/>
                  </a:lnTo>
                  <a:lnTo>
                    <a:pt x="2658" y="502"/>
                  </a:lnTo>
                  <a:lnTo>
                    <a:pt x="2762" y="481"/>
                  </a:lnTo>
                  <a:lnTo>
                    <a:pt x="2762" y="314"/>
                  </a:lnTo>
                  <a:lnTo>
                    <a:pt x="2720" y="251"/>
                  </a:lnTo>
                  <a:lnTo>
                    <a:pt x="2678" y="272"/>
                  </a:lnTo>
                  <a:lnTo>
                    <a:pt x="2658" y="251"/>
                  </a:lnTo>
                  <a:lnTo>
                    <a:pt x="2595" y="209"/>
                  </a:lnTo>
                  <a:lnTo>
                    <a:pt x="2574" y="42"/>
                  </a:lnTo>
                  <a:lnTo>
                    <a:pt x="249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2323;p45"/>
            <p:cNvSpPr/>
            <p:nvPr/>
          </p:nvSpPr>
          <p:spPr>
            <a:xfrm>
              <a:off x="4101380" y="2973303"/>
              <a:ext cx="51583" cy="60684"/>
            </a:xfrm>
            <a:custGeom>
              <a:avLst/>
              <a:gdLst/>
              <a:ahLst/>
              <a:cxnLst/>
              <a:rect l="l" t="t" r="r" b="b"/>
              <a:pathLst>
                <a:path w="4332" h="5336" extrusionOk="0">
                  <a:moveTo>
                    <a:pt x="2239" y="0"/>
                  </a:moveTo>
                  <a:lnTo>
                    <a:pt x="2135" y="21"/>
                  </a:lnTo>
                  <a:lnTo>
                    <a:pt x="1632" y="1549"/>
                  </a:lnTo>
                  <a:lnTo>
                    <a:pt x="1758" y="2009"/>
                  </a:lnTo>
                  <a:lnTo>
                    <a:pt x="1674" y="3264"/>
                  </a:lnTo>
                  <a:lnTo>
                    <a:pt x="42" y="3746"/>
                  </a:lnTo>
                  <a:lnTo>
                    <a:pt x="0" y="4018"/>
                  </a:lnTo>
                  <a:lnTo>
                    <a:pt x="523" y="4708"/>
                  </a:lnTo>
                  <a:lnTo>
                    <a:pt x="461" y="4938"/>
                  </a:lnTo>
                  <a:lnTo>
                    <a:pt x="795" y="5336"/>
                  </a:lnTo>
                  <a:lnTo>
                    <a:pt x="879" y="5315"/>
                  </a:lnTo>
                  <a:lnTo>
                    <a:pt x="900" y="5336"/>
                  </a:lnTo>
                  <a:lnTo>
                    <a:pt x="1005" y="5336"/>
                  </a:lnTo>
                  <a:lnTo>
                    <a:pt x="1088" y="5231"/>
                  </a:lnTo>
                  <a:lnTo>
                    <a:pt x="1214" y="5231"/>
                  </a:lnTo>
                  <a:lnTo>
                    <a:pt x="1423" y="5127"/>
                  </a:lnTo>
                  <a:lnTo>
                    <a:pt x="1528" y="5127"/>
                  </a:lnTo>
                  <a:lnTo>
                    <a:pt x="1632" y="5106"/>
                  </a:lnTo>
                  <a:lnTo>
                    <a:pt x="1716" y="5147"/>
                  </a:lnTo>
                  <a:lnTo>
                    <a:pt x="1779" y="5147"/>
                  </a:lnTo>
                  <a:lnTo>
                    <a:pt x="1925" y="4938"/>
                  </a:lnTo>
                  <a:lnTo>
                    <a:pt x="1925" y="4917"/>
                  </a:lnTo>
                  <a:lnTo>
                    <a:pt x="1946" y="4917"/>
                  </a:lnTo>
                  <a:lnTo>
                    <a:pt x="1946" y="4834"/>
                  </a:lnTo>
                  <a:lnTo>
                    <a:pt x="1883" y="4813"/>
                  </a:lnTo>
                  <a:lnTo>
                    <a:pt x="1925" y="4750"/>
                  </a:lnTo>
                  <a:lnTo>
                    <a:pt x="1883" y="4687"/>
                  </a:lnTo>
                  <a:lnTo>
                    <a:pt x="1967" y="4603"/>
                  </a:lnTo>
                  <a:lnTo>
                    <a:pt x="2030" y="4541"/>
                  </a:lnTo>
                  <a:lnTo>
                    <a:pt x="2239" y="4541"/>
                  </a:lnTo>
                  <a:lnTo>
                    <a:pt x="2365" y="4520"/>
                  </a:lnTo>
                  <a:lnTo>
                    <a:pt x="2448" y="4583"/>
                  </a:lnTo>
                  <a:lnTo>
                    <a:pt x="2553" y="4436"/>
                  </a:lnTo>
                  <a:lnTo>
                    <a:pt x="2595" y="4415"/>
                  </a:lnTo>
                  <a:lnTo>
                    <a:pt x="2595" y="4227"/>
                  </a:lnTo>
                  <a:lnTo>
                    <a:pt x="2804" y="3976"/>
                  </a:lnTo>
                  <a:lnTo>
                    <a:pt x="2930" y="3955"/>
                  </a:lnTo>
                  <a:lnTo>
                    <a:pt x="3013" y="3976"/>
                  </a:lnTo>
                  <a:lnTo>
                    <a:pt x="3076" y="3913"/>
                  </a:lnTo>
                  <a:lnTo>
                    <a:pt x="3348" y="3913"/>
                  </a:lnTo>
                  <a:lnTo>
                    <a:pt x="3390" y="3850"/>
                  </a:lnTo>
                  <a:lnTo>
                    <a:pt x="3327" y="3808"/>
                  </a:lnTo>
                  <a:lnTo>
                    <a:pt x="3285" y="3599"/>
                  </a:lnTo>
                  <a:lnTo>
                    <a:pt x="3306" y="3599"/>
                  </a:lnTo>
                  <a:lnTo>
                    <a:pt x="3244" y="3494"/>
                  </a:lnTo>
                  <a:lnTo>
                    <a:pt x="3223" y="3474"/>
                  </a:lnTo>
                  <a:lnTo>
                    <a:pt x="3244" y="3390"/>
                  </a:lnTo>
                  <a:lnTo>
                    <a:pt x="3244" y="3285"/>
                  </a:lnTo>
                  <a:lnTo>
                    <a:pt x="3348" y="3118"/>
                  </a:lnTo>
                  <a:lnTo>
                    <a:pt x="3432" y="3076"/>
                  </a:lnTo>
                  <a:lnTo>
                    <a:pt x="3390" y="3013"/>
                  </a:lnTo>
                  <a:lnTo>
                    <a:pt x="3411" y="3013"/>
                  </a:lnTo>
                  <a:lnTo>
                    <a:pt x="3495" y="2867"/>
                  </a:lnTo>
                  <a:lnTo>
                    <a:pt x="3536" y="2846"/>
                  </a:lnTo>
                  <a:lnTo>
                    <a:pt x="3599" y="2846"/>
                  </a:lnTo>
                  <a:lnTo>
                    <a:pt x="3557" y="2909"/>
                  </a:lnTo>
                  <a:lnTo>
                    <a:pt x="3536" y="2971"/>
                  </a:lnTo>
                  <a:lnTo>
                    <a:pt x="3620" y="3013"/>
                  </a:lnTo>
                  <a:lnTo>
                    <a:pt x="3662" y="3013"/>
                  </a:lnTo>
                  <a:lnTo>
                    <a:pt x="3746" y="2804"/>
                  </a:lnTo>
                  <a:lnTo>
                    <a:pt x="3808" y="2741"/>
                  </a:lnTo>
                  <a:lnTo>
                    <a:pt x="3871" y="2616"/>
                  </a:lnTo>
                  <a:lnTo>
                    <a:pt x="4018" y="2490"/>
                  </a:lnTo>
                  <a:lnTo>
                    <a:pt x="4227" y="2134"/>
                  </a:lnTo>
                  <a:lnTo>
                    <a:pt x="4248" y="2072"/>
                  </a:lnTo>
                  <a:lnTo>
                    <a:pt x="4248" y="1988"/>
                  </a:lnTo>
                  <a:lnTo>
                    <a:pt x="4290" y="1862"/>
                  </a:lnTo>
                  <a:lnTo>
                    <a:pt x="4332" y="1758"/>
                  </a:lnTo>
                  <a:lnTo>
                    <a:pt x="4269" y="1695"/>
                  </a:lnTo>
                  <a:lnTo>
                    <a:pt x="4164" y="1674"/>
                  </a:lnTo>
                  <a:lnTo>
                    <a:pt x="3955" y="1507"/>
                  </a:lnTo>
                  <a:lnTo>
                    <a:pt x="3913" y="1402"/>
                  </a:lnTo>
                  <a:lnTo>
                    <a:pt x="3808" y="1298"/>
                  </a:lnTo>
                  <a:lnTo>
                    <a:pt x="3767" y="1151"/>
                  </a:lnTo>
                  <a:lnTo>
                    <a:pt x="3599" y="942"/>
                  </a:lnTo>
                  <a:lnTo>
                    <a:pt x="3516" y="942"/>
                  </a:lnTo>
                  <a:lnTo>
                    <a:pt x="3390" y="963"/>
                  </a:lnTo>
                  <a:lnTo>
                    <a:pt x="3118" y="921"/>
                  </a:lnTo>
                  <a:lnTo>
                    <a:pt x="3013" y="942"/>
                  </a:lnTo>
                  <a:lnTo>
                    <a:pt x="2930" y="963"/>
                  </a:lnTo>
                  <a:lnTo>
                    <a:pt x="2804" y="921"/>
                  </a:lnTo>
                  <a:lnTo>
                    <a:pt x="2469" y="649"/>
                  </a:lnTo>
                  <a:lnTo>
                    <a:pt x="2469" y="565"/>
                  </a:lnTo>
                  <a:lnTo>
                    <a:pt x="2260" y="335"/>
                  </a:lnTo>
                  <a:lnTo>
                    <a:pt x="223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2324;p45"/>
            <p:cNvSpPr/>
            <p:nvPr/>
          </p:nvSpPr>
          <p:spPr>
            <a:xfrm>
              <a:off x="4124802" y="2964728"/>
              <a:ext cx="2751" cy="5971"/>
            </a:xfrm>
            <a:custGeom>
              <a:avLst/>
              <a:gdLst/>
              <a:ahLst/>
              <a:cxnLst/>
              <a:rect l="l" t="t" r="r" b="b"/>
              <a:pathLst>
                <a:path w="231" h="525" extrusionOk="0">
                  <a:moveTo>
                    <a:pt x="209" y="1"/>
                  </a:moveTo>
                  <a:lnTo>
                    <a:pt x="168" y="22"/>
                  </a:lnTo>
                  <a:lnTo>
                    <a:pt x="105" y="22"/>
                  </a:lnTo>
                  <a:lnTo>
                    <a:pt x="84" y="168"/>
                  </a:lnTo>
                  <a:lnTo>
                    <a:pt x="63" y="210"/>
                  </a:lnTo>
                  <a:lnTo>
                    <a:pt x="21" y="168"/>
                  </a:lnTo>
                  <a:lnTo>
                    <a:pt x="0" y="231"/>
                  </a:lnTo>
                  <a:lnTo>
                    <a:pt x="0" y="273"/>
                  </a:lnTo>
                  <a:lnTo>
                    <a:pt x="84" y="315"/>
                  </a:lnTo>
                  <a:lnTo>
                    <a:pt x="105" y="482"/>
                  </a:lnTo>
                  <a:lnTo>
                    <a:pt x="168" y="524"/>
                  </a:lnTo>
                  <a:lnTo>
                    <a:pt x="168" y="440"/>
                  </a:lnTo>
                  <a:lnTo>
                    <a:pt x="209" y="336"/>
                  </a:lnTo>
                  <a:lnTo>
                    <a:pt x="209" y="168"/>
                  </a:lnTo>
                  <a:lnTo>
                    <a:pt x="188" y="168"/>
                  </a:lnTo>
                  <a:lnTo>
                    <a:pt x="209" y="106"/>
                  </a:lnTo>
                  <a:lnTo>
                    <a:pt x="188" y="64"/>
                  </a:lnTo>
                  <a:lnTo>
                    <a:pt x="209" y="43"/>
                  </a:lnTo>
                  <a:lnTo>
                    <a:pt x="230" y="43"/>
                  </a:lnTo>
                  <a:lnTo>
                    <a:pt x="20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2325;p45"/>
            <p:cNvSpPr/>
            <p:nvPr/>
          </p:nvSpPr>
          <p:spPr>
            <a:xfrm>
              <a:off x="4037591" y="3015893"/>
              <a:ext cx="73267" cy="45456"/>
            </a:xfrm>
            <a:custGeom>
              <a:avLst/>
              <a:gdLst/>
              <a:ahLst/>
              <a:cxnLst/>
              <a:rect l="l" t="t" r="r" b="b"/>
              <a:pathLst>
                <a:path w="6153" h="3997" extrusionOk="0">
                  <a:moveTo>
                    <a:pt x="5399" y="1"/>
                  </a:moveTo>
                  <a:lnTo>
                    <a:pt x="3223" y="649"/>
                  </a:lnTo>
                  <a:lnTo>
                    <a:pt x="2177" y="2051"/>
                  </a:lnTo>
                  <a:lnTo>
                    <a:pt x="2156" y="1528"/>
                  </a:lnTo>
                  <a:lnTo>
                    <a:pt x="1633" y="1298"/>
                  </a:lnTo>
                  <a:lnTo>
                    <a:pt x="1131" y="1089"/>
                  </a:lnTo>
                  <a:lnTo>
                    <a:pt x="796" y="1089"/>
                  </a:lnTo>
                  <a:lnTo>
                    <a:pt x="608" y="942"/>
                  </a:lnTo>
                  <a:lnTo>
                    <a:pt x="440" y="1005"/>
                  </a:lnTo>
                  <a:lnTo>
                    <a:pt x="378" y="1277"/>
                  </a:lnTo>
                  <a:lnTo>
                    <a:pt x="482" y="1486"/>
                  </a:lnTo>
                  <a:lnTo>
                    <a:pt x="315" y="1591"/>
                  </a:lnTo>
                  <a:lnTo>
                    <a:pt x="273" y="1695"/>
                  </a:lnTo>
                  <a:lnTo>
                    <a:pt x="189" y="1674"/>
                  </a:lnTo>
                  <a:lnTo>
                    <a:pt x="85" y="1633"/>
                  </a:lnTo>
                  <a:lnTo>
                    <a:pt x="106" y="1737"/>
                  </a:lnTo>
                  <a:lnTo>
                    <a:pt x="168" y="2030"/>
                  </a:lnTo>
                  <a:lnTo>
                    <a:pt x="168" y="2218"/>
                  </a:lnTo>
                  <a:lnTo>
                    <a:pt x="85" y="2218"/>
                  </a:lnTo>
                  <a:lnTo>
                    <a:pt x="85" y="2260"/>
                  </a:lnTo>
                  <a:lnTo>
                    <a:pt x="1" y="2239"/>
                  </a:lnTo>
                  <a:lnTo>
                    <a:pt x="1" y="2239"/>
                  </a:lnTo>
                  <a:lnTo>
                    <a:pt x="22" y="2344"/>
                  </a:lnTo>
                  <a:lnTo>
                    <a:pt x="106" y="2344"/>
                  </a:lnTo>
                  <a:lnTo>
                    <a:pt x="106" y="2428"/>
                  </a:lnTo>
                  <a:lnTo>
                    <a:pt x="231" y="2616"/>
                  </a:lnTo>
                  <a:lnTo>
                    <a:pt x="315" y="3139"/>
                  </a:lnTo>
                  <a:lnTo>
                    <a:pt x="482" y="3265"/>
                  </a:lnTo>
                  <a:lnTo>
                    <a:pt x="482" y="3453"/>
                  </a:lnTo>
                  <a:lnTo>
                    <a:pt x="419" y="3474"/>
                  </a:lnTo>
                  <a:lnTo>
                    <a:pt x="482" y="3620"/>
                  </a:lnTo>
                  <a:lnTo>
                    <a:pt x="608" y="3767"/>
                  </a:lnTo>
                  <a:lnTo>
                    <a:pt x="608" y="3913"/>
                  </a:lnTo>
                  <a:lnTo>
                    <a:pt x="650" y="3997"/>
                  </a:lnTo>
                  <a:lnTo>
                    <a:pt x="796" y="3997"/>
                  </a:lnTo>
                  <a:lnTo>
                    <a:pt x="817" y="3934"/>
                  </a:lnTo>
                  <a:lnTo>
                    <a:pt x="963" y="3997"/>
                  </a:lnTo>
                  <a:lnTo>
                    <a:pt x="1068" y="3976"/>
                  </a:lnTo>
                  <a:lnTo>
                    <a:pt x="1173" y="3871"/>
                  </a:lnTo>
                  <a:lnTo>
                    <a:pt x="1319" y="3871"/>
                  </a:lnTo>
                  <a:lnTo>
                    <a:pt x="1361" y="3934"/>
                  </a:lnTo>
                  <a:lnTo>
                    <a:pt x="1466" y="3892"/>
                  </a:lnTo>
                  <a:lnTo>
                    <a:pt x="1570" y="3725"/>
                  </a:lnTo>
                  <a:lnTo>
                    <a:pt x="1633" y="3725"/>
                  </a:lnTo>
                  <a:lnTo>
                    <a:pt x="1696" y="3579"/>
                  </a:lnTo>
                  <a:lnTo>
                    <a:pt x="1842" y="3495"/>
                  </a:lnTo>
                  <a:lnTo>
                    <a:pt x="1905" y="3474"/>
                  </a:lnTo>
                  <a:lnTo>
                    <a:pt x="2010" y="3474"/>
                  </a:lnTo>
                  <a:lnTo>
                    <a:pt x="2051" y="3495"/>
                  </a:lnTo>
                  <a:lnTo>
                    <a:pt x="2198" y="3495"/>
                  </a:lnTo>
                  <a:lnTo>
                    <a:pt x="2219" y="3558"/>
                  </a:lnTo>
                  <a:lnTo>
                    <a:pt x="2365" y="3579"/>
                  </a:lnTo>
                  <a:lnTo>
                    <a:pt x="2616" y="3474"/>
                  </a:lnTo>
                  <a:lnTo>
                    <a:pt x="2826" y="3453"/>
                  </a:lnTo>
                  <a:lnTo>
                    <a:pt x="2909" y="3369"/>
                  </a:lnTo>
                  <a:lnTo>
                    <a:pt x="2930" y="3307"/>
                  </a:lnTo>
                  <a:lnTo>
                    <a:pt x="3119" y="3160"/>
                  </a:lnTo>
                  <a:lnTo>
                    <a:pt x="3223" y="3160"/>
                  </a:lnTo>
                  <a:lnTo>
                    <a:pt x="3307" y="3202"/>
                  </a:lnTo>
                  <a:lnTo>
                    <a:pt x="3370" y="3181"/>
                  </a:lnTo>
                  <a:lnTo>
                    <a:pt x="3432" y="3139"/>
                  </a:lnTo>
                  <a:lnTo>
                    <a:pt x="3453" y="3181"/>
                  </a:lnTo>
                  <a:lnTo>
                    <a:pt x="3537" y="3181"/>
                  </a:lnTo>
                  <a:lnTo>
                    <a:pt x="3725" y="3034"/>
                  </a:lnTo>
                  <a:lnTo>
                    <a:pt x="3830" y="2846"/>
                  </a:lnTo>
                  <a:lnTo>
                    <a:pt x="3935" y="2783"/>
                  </a:lnTo>
                  <a:lnTo>
                    <a:pt x="3997" y="2783"/>
                  </a:lnTo>
                  <a:lnTo>
                    <a:pt x="4625" y="2616"/>
                  </a:lnTo>
                  <a:lnTo>
                    <a:pt x="4688" y="2532"/>
                  </a:lnTo>
                  <a:lnTo>
                    <a:pt x="5043" y="2470"/>
                  </a:lnTo>
                  <a:lnTo>
                    <a:pt x="5253" y="2365"/>
                  </a:lnTo>
                  <a:lnTo>
                    <a:pt x="5399" y="2260"/>
                  </a:lnTo>
                  <a:lnTo>
                    <a:pt x="5629" y="2218"/>
                  </a:lnTo>
                  <a:lnTo>
                    <a:pt x="5608" y="2135"/>
                  </a:lnTo>
                  <a:lnTo>
                    <a:pt x="5629" y="2114"/>
                  </a:lnTo>
                  <a:lnTo>
                    <a:pt x="5567" y="2051"/>
                  </a:lnTo>
                  <a:lnTo>
                    <a:pt x="5608" y="1905"/>
                  </a:lnTo>
                  <a:lnTo>
                    <a:pt x="5776" y="1674"/>
                  </a:lnTo>
                  <a:lnTo>
                    <a:pt x="6027" y="1612"/>
                  </a:lnTo>
                  <a:lnTo>
                    <a:pt x="6152" y="1591"/>
                  </a:lnTo>
                  <a:lnTo>
                    <a:pt x="5818" y="1193"/>
                  </a:lnTo>
                  <a:lnTo>
                    <a:pt x="5880" y="963"/>
                  </a:lnTo>
                  <a:lnTo>
                    <a:pt x="5357" y="273"/>
                  </a:lnTo>
                  <a:lnTo>
                    <a:pt x="53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2326;p45"/>
            <p:cNvSpPr/>
            <p:nvPr/>
          </p:nvSpPr>
          <p:spPr>
            <a:xfrm>
              <a:off x="3911526" y="2929280"/>
              <a:ext cx="85972" cy="69020"/>
            </a:xfrm>
            <a:custGeom>
              <a:avLst/>
              <a:gdLst/>
              <a:ahLst/>
              <a:cxnLst/>
              <a:rect l="l" t="t" r="r" b="b"/>
              <a:pathLst>
                <a:path w="7220" h="6069" extrusionOk="0">
                  <a:moveTo>
                    <a:pt x="503" y="0"/>
                  </a:moveTo>
                  <a:lnTo>
                    <a:pt x="210" y="21"/>
                  </a:lnTo>
                  <a:lnTo>
                    <a:pt x="147" y="21"/>
                  </a:lnTo>
                  <a:lnTo>
                    <a:pt x="126" y="126"/>
                  </a:lnTo>
                  <a:lnTo>
                    <a:pt x="84" y="356"/>
                  </a:lnTo>
                  <a:lnTo>
                    <a:pt x="126" y="523"/>
                  </a:lnTo>
                  <a:lnTo>
                    <a:pt x="126" y="649"/>
                  </a:lnTo>
                  <a:lnTo>
                    <a:pt x="42" y="858"/>
                  </a:lnTo>
                  <a:lnTo>
                    <a:pt x="1" y="1047"/>
                  </a:lnTo>
                  <a:lnTo>
                    <a:pt x="42" y="1193"/>
                  </a:lnTo>
                  <a:lnTo>
                    <a:pt x="126" y="1486"/>
                  </a:lnTo>
                  <a:lnTo>
                    <a:pt x="314" y="6068"/>
                  </a:lnTo>
                  <a:lnTo>
                    <a:pt x="7219" y="6005"/>
                  </a:lnTo>
                  <a:lnTo>
                    <a:pt x="7219" y="5985"/>
                  </a:lnTo>
                  <a:lnTo>
                    <a:pt x="7115" y="5964"/>
                  </a:lnTo>
                  <a:lnTo>
                    <a:pt x="6989" y="5796"/>
                  </a:lnTo>
                  <a:lnTo>
                    <a:pt x="6947" y="5754"/>
                  </a:lnTo>
                  <a:lnTo>
                    <a:pt x="6822" y="5692"/>
                  </a:lnTo>
                  <a:lnTo>
                    <a:pt x="6738" y="5566"/>
                  </a:lnTo>
                  <a:lnTo>
                    <a:pt x="6675" y="5587"/>
                  </a:lnTo>
                  <a:lnTo>
                    <a:pt x="6571" y="5587"/>
                  </a:lnTo>
                  <a:lnTo>
                    <a:pt x="6403" y="5461"/>
                  </a:lnTo>
                  <a:lnTo>
                    <a:pt x="6299" y="5169"/>
                  </a:lnTo>
                  <a:lnTo>
                    <a:pt x="6319" y="5106"/>
                  </a:lnTo>
                  <a:lnTo>
                    <a:pt x="6319" y="4938"/>
                  </a:lnTo>
                  <a:lnTo>
                    <a:pt x="6278" y="4855"/>
                  </a:lnTo>
                  <a:lnTo>
                    <a:pt x="6299" y="4813"/>
                  </a:lnTo>
                  <a:lnTo>
                    <a:pt x="6319" y="4855"/>
                  </a:lnTo>
                  <a:lnTo>
                    <a:pt x="6508" y="4855"/>
                  </a:lnTo>
                  <a:lnTo>
                    <a:pt x="6424" y="4792"/>
                  </a:lnTo>
                  <a:lnTo>
                    <a:pt x="6382" y="4792"/>
                  </a:lnTo>
                  <a:lnTo>
                    <a:pt x="6299" y="4624"/>
                  </a:lnTo>
                  <a:lnTo>
                    <a:pt x="6257" y="4604"/>
                  </a:lnTo>
                  <a:lnTo>
                    <a:pt x="6257" y="4645"/>
                  </a:lnTo>
                  <a:lnTo>
                    <a:pt x="6173" y="4583"/>
                  </a:lnTo>
                  <a:lnTo>
                    <a:pt x="6110" y="4415"/>
                  </a:lnTo>
                  <a:lnTo>
                    <a:pt x="5901" y="4080"/>
                  </a:lnTo>
                  <a:lnTo>
                    <a:pt x="5796" y="4018"/>
                  </a:lnTo>
                  <a:lnTo>
                    <a:pt x="5775" y="3871"/>
                  </a:lnTo>
                  <a:lnTo>
                    <a:pt x="5420" y="3327"/>
                  </a:lnTo>
                  <a:lnTo>
                    <a:pt x="5420" y="3223"/>
                  </a:lnTo>
                  <a:lnTo>
                    <a:pt x="5357" y="3118"/>
                  </a:lnTo>
                  <a:lnTo>
                    <a:pt x="5336" y="2867"/>
                  </a:lnTo>
                  <a:lnTo>
                    <a:pt x="5273" y="2825"/>
                  </a:lnTo>
                  <a:lnTo>
                    <a:pt x="5273" y="2741"/>
                  </a:lnTo>
                  <a:lnTo>
                    <a:pt x="5064" y="2532"/>
                  </a:lnTo>
                  <a:lnTo>
                    <a:pt x="5064" y="2448"/>
                  </a:lnTo>
                  <a:lnTo>
                    <a:pt x="5106" y="2344"/>
                  </a:lnTo>
                  <a:lnTo>
                    <a:pt x="5043" y="2281"/>
                  </a:lnTo>
                  <a:lnTo>
                    <a:pt x="4708" y="1988"/>
                  </a:lnTo>
                  <a:lnTo>
                    <a:pt x="4687" y="1884"/>
                  </a:lnTo>
                  <a:lnTo>
                    <a:pt x="4478" y="1653"/>
                  </a:lnTo>
                  <a:lnTo>
                    <a:pt x="4478" y="1507"/>
                  </a:lnTo>
                  <a:lnTo>
                    <a:pt x="4332" y="1360"/>
                  </a:lnTo>
                  <a:lnTo>
                    <a:pt x="4374" y="1277"/>
                  </a:lnTo>
                  <a:lnTo>
                    <a:pt x="4374" y="1193"/>
                  </a:lnTo>
                  <a:lnTo>
                    <a:pt x="4395" y="1151"/>
                  </a:lnTo>
                  <a:lnTo>
                    <a:pt x="4395" y="1193"/>
                  </a:lnTo>
                  <a:lnTo>
                    <a:pt x="4478" y="1193"/>
                  </a:lnTo>
                  <a:lnTo>
                    <a:pt x="4499" y="1339"/>
                  </a:lnTo>
                  <a:lnTo>
                    <a:pt x="4541" y="1402"/>
                  </a:lnTo>
                  <a:lnTo>
                    <a:pt x="4583" y="1465"/>
                  </a:lnTo>
                  <a:lnTo>
                    <a:pt x="4792" y="1674"/>
                  </a:lnTo>
                  <a:lnTo>
                    <a:pt x="4792" y="1779"/>
                  </a:lnTo>
                  <a:lnTo>
                    <a:pt x="4834" y="1884"/>
                  </a:lnTo>
                  <a:lnTo>
                    <a:pt x="5001" y="1967"/>
                  </a:lnTo>
                  <a:lnTo>
                    <a:pt x="5022" y="2072"/>
                  </a:lnTo>
                  <a:lnTo>
                    <a:pt x="5315" y="2344"/>
                  </a:lnTo>
                  <a:lnTo>
                    <a:pt x="5462" y="2428"/>
                  </a:lnTo>
                  <a:lnTo>
                    <a:pt x="5462" y="2490"/>
                  </a:lnTo>
                  <a:lnTo>
                    <a:pt x="5483" y="2407"/>
                  </a:lnTo>
                  <a:lnTo>
                    <a:pt x="5566" y="2323"/>
                  </a:lnTo>
                  <a:lnTo>
                    <a:pt x="5629" y="2114"/>
                  </a:lnTo>
                  <a:lnTo>
                    <a:pt x="5566" y="2072"/>
                  </a:lnTo>
                  <a:lnTo>
                    <a:pt x="5650" y="1904"/>
                  </a:lnTo>
                  <a:lnTo>
                    <a:pt x="5650" y="1779"/>
                  </a:lnTo>
                  <a:lnTo>
                    <a:pt x="5734" y="1465"/>
                  </a:lnTo>
                  <a:lnTo>
                    <a:pt x="5755" y="1444"/>
                  </a:lnTo>
                  <a:lnTo>
                    <a:pt x="5671" y="1235"/>
                  </a:lnTo>
                  <a:lnTo>
                    <a:pt x="5734" y="1088"/>
                  </a:lnTo>
                  <a:lnTo>
                    <a:pt x="5587" y="775"/>
                  </a:lnTo>
                  <a:lnTo>
                    <a:pt x="5441" y="544"/>
                  </a:lnTo>
                  <a:lnTo>
                    <a:pt x="5378" y="335"/>
                  </a:lnTo>
                  <a:lnTo>
                    <a:pt x="5273" y="147"/>
                  </a:lnTo>
                  <a:lnTo>
                    <a:pt x="5211" y="126"/>
                  </a:lnTo>
                  <a:lnTo>
                    <a:pt x="5127" y="231"/>
                  </a:lnTo>
                  <a:lnTo>
                    <a:pt x="4959" y="293"/>
                  </a:lnTo>
                  <a:lnTo>
                    <a:pt x="4604" y="231"/>
                  </a:lnTo>
                  <a:lnTo>
                    <a:pt x="4311" y="314"/>
                  </a:lnTo>
                  <a:lnTo>
                    <a:pt x="4102" y="147"/>
                  </a:lnTo>
                  <a:lnTo>
                    <a:pt x="4081" y="251"/>
                  </a:lnTo>
                  <a:lnTo>
                    <a:pt x="4164" y="398"/>
                  </a:lnTo>
                  <a:lnTo>
                    <a:pt x="4164" y="461"/>
                  </a:lnTo>
                  <a:lnTo>
                    <a:pt x="4081" y="335"/>
                  </a:lnTo>
                  <a:lnTo>
                    <a:pt x="3976" y="293"/>
                  </a:lnTo>
                  <a:lnTo>
                    <a:pt x="3955" y="189"/>
                  </a:lnTo>
                  <a:lnTo>
                    <a:pt x="3997" y="147"/>
                  </a:lnTo>
                  <a:lnTo>
                    <a:pt x="3955" y="105"/>
                  </a:lnTo>
                  <a:lnTo>
                    <a:pt x="3850" y="105"/>
                  </a:lnTo>
                  <a:lnTo>
                    <a:pt x="3746" y="84"/>
                  </a:lnTo>
                  <a:lnTo>
                    <a:pt x="3537" y="21"/>
                  </a:lnTo>
                  <a:lnTo>
                    <a:pt x="3495" y="42"/>
                  </a:lnTo>
                  <a:lnTo>
                    <a:pt x="3578" y="84"/>
                  </a:lnTo>
                  <a:lnTo>
                    <a:pt x="3599" y="105"/>
                  </a:lnTo>
                  <a:lnTo>
                    <a:pt x="3495" y="126"/>
                  </a:lnTo>
                  <a:lnTo>
                    <a:pt x="3390" y="105"/>
                  </a:lnTo>
                  <a:lnTo>
                    <a:pt x="3265" y="147"/>
                  </a:lnTo>
                  <a:lnTo>
                    <a:pt x="3223" y="126"/>
                  </a:lnTo>
                  <a:lnTo>
                    <a:pt x="3223" y="105"/>
                  </a:lnTo>
                  <a:lnTo>
                    <a:pt x="3348" y="84"/>
                  </a:lnTo>
                  <a:lnTo>
                    <a:pt x="3432" y="42"/>
                  </a:lnTo>
                  <a:lnTo>
                    <a:pt x="3327" y="42"/>
                  </a:lnTo>
                  <a:lnTo>
                    <a:pt x="3139" y="84"/>
                  </a:lnTo>
                  <a:lnTo>
                    <a:pt x="3076" y="126"/>
                  </a:lnTo>
                  <a:lnTo>
                    <a:pt x="2930" y="210"/>
                  </a:lnTo>
                  <a:lnTo>
                    <a:pt x="2846" y="231"/>
                  </a:lnTo>
                  <a:lnTo>
                    <a:pt x="2700" y="293"/>
                  </a:lnTo>
                  <a:lnTo>
                    <a:pt x="2595" y="419"/>
                  </a:lnTo>
                  <a:lnTo>
                    <a:pt x="2553" y="461"/>
                  </a:lnTo>
                  <a:lnTo>
                    <a:pt x="2386" y="461"/>
                  </a:lnTo>
                  <a:lnTo>
                    <a:pt x="2177" y="335"/>
                  </a:lnTo>
                  <a:lnTo>
                    <a:pt x="2009" y="314"/>
                  </a:lnTo>
                  <a:lnTo>
                    <a:pt x="1821" y="335"/>
                  </a:lnTo>
                  <a:lnTo>
                    <a:pt x="1674" y="231"/>
                  </a:lnTo>
                  <a:lnTo>
                    <a:pt x="1591" y="231"/>
                  </a:lnTo>
                  <a:lnTo>
                    <a:pt x="1507" y="251"/>
                  </a:lnTo>
                  <a:lnTo>
                    <a:pt x="1361" y="147"/>
                  </a:lnTo>
                  <a:lnTo>
                    <a:pt x="1172" y="105"/>
                  </a:lnTo>
                  <a:lnTo>
                    <a:pt x="733" y="84"/>
                  </a:lnTo>
                  <a:lnTo>
                    <a:pt x="5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2327;p45"/>
            <p:cNvSpPr/>
            <p:nvPr/>
          </p:nvSpPr>
          <p:spPr>
            <a:xfrm>
              <a:off x="3896332" y="2997572"/>
              <a:ext cx="113621" cy="124461"/>
            </a:xfrm>
            <a:custGeom>
              <a:avLst/>
              <a:gdLst/>
              <a:ahLst/>
              <a:cxnLst/>
              <a:rect l="l" t="t" r="r" b="b"/>
              <a:pathLst>
                <a:path w="9542" h="10944" extrusionOk="0">
                  <a:moveTo>
                    <a:pt x="8495" y="0"/>
                  </a:moveTo>
                  <a:lnTo>
                    <a:pt x="1590" y="63"/>
                  </a:lnTo>
                  <a:lnTo>
                    <a:pt x="1632" y="1193"/>
                  </a:lnTo>
                  <a:lnTo>
                    <a:pt x="1088" y="1235"/>
                  </a:lnTo>
                  <a:lnTo>
                    <a:pt x="1088" y="1444"/>
                  </a:lnTo>
                  <a:lnTo>
                    <a:pt x="1151" y="3725"/>
                  </a:lnTo>
                  <a:lnTo>
                    <a:pt x="1046" y="3746"/>
                  </a:lnTo>
                  <a:lnTo>
                    <a:pt x="942" y="3829"/>
                  </a:lnTo>
                  <a:lnTo>
                    <a:pt x="837" y="3767"/>
                  </a:lnTo>
                  <a:lnTo>
                    <a:pt x="691" y="3767"/>
                  </a:lnTo>
                  <a:lnTo>
                    <a:pt x="586" y="3850"/>
                  </a:lnTo>
                  <a:lnTo>
                    <a:pt x="586" y="3976"/>
                  </a:lnTo>
                  <a:lnTo>
                    <a:pt x="649" y="4060"/>
                  </a:lnTo>
                  <a:lnTo>
                    <a:pt x="586" y="4185"/>
                  </a:lnTo>
                  <a:lnTo>
                    <a:pt x="377" y="4457"/>
                  </a:lnTo>
                  <a:lnTo>
                    <a:pt x="335" y="4457"/>
                  </a:lnTo>
                  <a:lnTo>
                    <a:pt x="230" y="4541"/>
                  </a:lnTo>
                  <a:lnTo>
                    <a:pt x="251" y="4645"/>
                  </a:lnTo>
                  <a:lnTo>
                    <a:pt x="314" y="4687"/>
                  </a:lnTo>
                  <a:lnTo>
                    <a:pt x="251" y="4813"/>
                  </a:lnTo>
                  <a:lnTo>
                    <a:pt x="126" y="4897"/>
                  </a:lnTo>
                  <a:lnTo>
                    <a:pt x="105" y="4980"/>
                  </a:lnTo>
                  <a:lnTo>
                    <a:pt x="209" y="5022"/>
                  </a:lnTo>
                  <a:lnTo>
                    <a:pt x="230" y="5127"/>
                  </a:lnTo>
                  <a:lnTo>
                    <a:pt x="168" y="5231"/>
                  </a:lnTo>
                  <a:lnTo>
                    <a:pt x="0" y="5420"/>
                  </a:lnTo>
                  <a:lnTo>
                    <a:pt x="0" y="5545"/>
                  </a:lnTo>
                  <a:lnTo>
                    <a:pt x="63" y="5629"/>
                  </a:lnTo>
                  <a:lnTo>
                    <a:pt x="209" y="5524"/>
                  </a:lnTo>
                  <a:lnTo>
                    <a:pt x="251" y="5545"/>
                  </a:lnTo>
                  <a:lnTo>
                    <a:pt x="251" y="5629"/>
                  </a:lnTo>
                  <a:lnTo>
                    <a:pt x="209" y="5692"/>
                  </a:lnTo>
                  <a:lnTo>
                    <a:pt x="272" y="5734"/>
                  </a:lnTo>
                  <a:lnTo>
                    <a:pt x="230" y="5817"/>
                  </a:lnTo>
                  <a:lnTo>
                    <a:pt x="272" y="5922"/>
                  </a:lnTo>
                  <a:lnTo>
                    <a:pt x="272" y="6047"/>
                  </a:lnTo>
                  <a:lnTo>
                    <a:pt x="314" y="6152"/>
                  </a:lnTo>
                  <a:lnTo>
                    <a:pt x="544" y="6236"/>
                  </a:lnTo>
                  <a:lnTo>
                    <a:pt x="586" y="6319"/>
                  </a:lnTo>
                  <a:lnTo>
                    <a:pt x="544" y="6382"/>
                  </a:lnTo>
                  <a:lnTo>
                    <a:pt x="544" y="6466"/>
                  </a:lnTo>
                  <a:lnTo>
                    <a:pt x="523" y="6487"/>
                  </a:lnTo>
                  <a:lnTo>
                    <a:pt x="586" y="6570"/>
                  </a:lnTo>
                  <a:lnTo>
                    <a:pt x="586" y="6654"/>
                  </a:lnTo>
                  <a:lnTo>
                    <a:pt x="544" y="6675"/>
                  </a:lnTo>
                  <a:lnTo>
                    <a:pt x="670" y="6780"/>
                  </a:lnTo>
                  <a:lnTo>
                    <a:pt x="691" y="6863"/>
                  </a:lnTo>
                  <a:lnTo>
                    <a:pt x="858" y="7052"/>
                  </a:lnTo>
                  <a:lnTo>
                    <a:pt x="963" y="7282"/>
                  </a:lnTo>
                  <a:lnTo>
                    <a:pt x="984" y="7366"/>
                  </a:lnTo>
                  <a:lnTo>
                    <a:pt x="963" y="7491"/>
                  </a:lnTo>
                  <a:lnTo>
                    <a:pt x="942" y="7533"/>
                  </a:lnTo>
                  <a:lnTo>
                    <a:pt x="879" y="7638"/>
                  </a:lnTo>
                  <a:lnTo>
                    <a:pt x="879" y="7826"/>
                  </a:lnTo>
                  <a:lnTo>
                    <a:pt x="984" y="7910"/>
                  </a:lnTo>
                  <a:lnTo>
                    <a:pt x="1109" y="7910"/>
                  </a:lnTo>
                  <a:lnTo>
                    <a:pt x="1172" y="7847"/>
                  </a:lnTo>
                  <a:lnTo>
                    <a:pt x="1318" y="7847"/>
                  </a:lnTo>
                  <a:lnTo>
                    <a:pt x="1402" y="7889"/>
                  </a:lnTo>
                  <a:lnTo>
                    <a:pt x="1360" y="7951"/>
                  </a:lnTo>
                  <a:lnTo>
                    <a:pt x="1381" y="8098"/>
                  </a:lnTo>
                  <a:lnTo>
                    <a:pt x="1465" y="8140"/>
                  </a:lnTo>
                  <a:lnTo>
                    <a:pt x="1590" y="8223"/>
                  </a:lnTo>
                  <a:lnTo>
                    <a:pt x="1695" y="8223"/>
                  </a:lnTo>
                  <a:lnTo>
                    <a:pt x="1779" y="8265"/>
                  </a:lnTo>
                  <a:lnTo>
                    <a:pt x="1821" y="8349"/>
                  </a:lnTo>
                  <a:lnTo>
                    <a:pt x="1925" y="8412"/>
                  </a:lnTo>
                  <a:lnTo>
                    <a:pt x="2030" y="8412"/>
                  </a:lnTo>
                  <a:lnTo>
                    <a:pt x="2093" y="8475"/>
                  </a:lnTo>
                  <a:lnTo>
                    <a:pt x="2051" y="8558"/>
                  </a:lnTo>
                  <a:lnTo>
                    <a:pt x="1988" y="8621"/>
                  </a:lnTo>
                  <a:lnTo>
                    <a:pt x="1946" y="8663"/>
                  </a:lnTo>
                  <a:lnTo>
                    <a:pt x="1904" y="8726"/>
                  </a:lnTo>
                  <a:lnTo>
                    <a:pt x="2030" y="8830"/>
                  </a:lnTo>
                  <a:lnTo>
                    <a:pt x="2134" y="8851"/>
                  </a:lnTo>
                  <a:lnTo>
                    <a:pt x="2155" y="8830"/>
                  </a:lnTo>
                  <a:lnTo>
                    <a:pt x="2260" y="8872"/>
                  </a:lnTo>
                  <a:lnTo>
                    <a:pt x="2323" y="8851"/>
                  </a:lnTo>
                  <a:lnTo>
                    <a:pt x="2511" y="8977"/>
                  </a:lnTo>
                  <a:lnTo>
                    <a:pt x="2532" y="9039"/>
                  </a:lnTo>
                  <a:lnTo>
                    <a:pt x="2553" y="9207"/>
                  </a:lnTo>
                  <a:lnTo>
                    <a:pt x="2616" y="9270"/>
                  </a:lnTo>
                  <a:lnTo>
                    <a:pt x="2720" y="9291"/>
                  </a:lnTo>
                  <a:lnTo>
                    <a:pt x="2762" y="9353"/>
                  </a:lnTo>
                  <a:lnTo>
                    <a:pt x="2741" y="9458"/>
                  </a:lnTo>
                  <a:lnTo>
                    <a:pt x="2783" y="9521"/>
                  </a:lnTo>
                  <a:lnTo>
                    <a:pt x="2992" y="9563"/>
                  </a:lnTo>
                  <a:lnTo>
                    <a:pt x="3076" y="9625"/>
                  </a:lnTo>
                  <a:lnTo>
                    <a:pt x="3076" y="9688"/>
                  </a:lnTo>
                  <a:lnTo>
                    <a:pt x="3076" y="9876"/>
                  </a:lnTo>
                  <a:lnTo>
                    <a:pt x="3160" y="9918"/>
                  </a:lnTo>
                  <a:lnTo>
                    <a:pt x="3264" y="9981"/>
                  </a:lnTo>
                  <a:lnTo>
                    <a:pt x="3306" y="10044"/>
                  </a:lnTo>
                  <a:lnTo>
                    <a:pt x="3306" y="10086"/>
                  </a:lnTo>
                  <a:lnTo>
                    <a:pt x="3348" y="10190"/>
                  </a:lnTo>
                  <a:lnTo>
                    <a:pt x="3390" y="10232"/>
                  </a:lnTo>
                  <a:lnTo>
                    <a:pt x="3474" y="10253"/>
                  </a:lnTo>
                  <a:lnTo>
                    <a:pt x="3515" y="10337"/>
                  </a:lnTo>
                  <a:lnTo>
                    <a:pt x="3662" y="10420"/>
                  </a:lnTo>
                  <a:lnTo>
                    <a:pt x="3766" y="10462"/>
                  </a:lnTo>
                  <a:lnTo>
                    <a:pt x="3829" y="10441"/>
                  </a:lnTo>
                  <a:lnTo>
                    <a:pt x="3871" y="10399"/>
                  </a:lnTo>
                  <a:lnTo>
                    <a:pt x="3934" y="10337"/>
                  </a:lnTo>
                  <a:lnTo>
                    <a:pt x="4143" y="10337"/>
                  </a:lnTo>
                  <a:lnTo>
                    <a:pt x="4185" y="10399"/>
                  </a:lnTo>
                  <a:lnTo>
                    <a:pt x="4227" y="10399"/>
                  </a:lnTo>
                  <a:lnTo>
                    <a:pt x="4331" y="10337"/>
                  </a:lnTo>
                  <a:lnTo>
                    <a:pt x="4394" y="10295"/>
                  </a:lnTo>
                  <a:lnTo>
                    <a:pt x="4436" y="10211"/>
                  </a:lnTo>
                  <a:lnTo>
                    <a:pt x="4562" y="10211"/>
                  </a:lnTo>
                  <a:lnTo>
                    <a:pt x="4624" y="10232"/>
                  </a:lnTo>
                  <a:lnTo>
                    <a:pt x="4708" y="10399"/>
                  </a:lnTo>
                  <a:lnTo>
                    <a:pt x="4750" y="10462"/>
                  </a:lnTo>
                  <a:lnTo>
                    <a:pt x="4813" y="10525"/>
                  </a:lnTo>
                  <a:lnTo>
                    <a:pt x="4938" y="10567"/>
                  </a:lnTo>
                  <a:lnTo>
                    <a:pt x="5022" y="10630"/>
                  </a:lnTo>
                  <a:lnTo>
                    <a:pt x="5043" y="10734"/>
                  </a:lnTo>
                  <a:lnTo>
                    <a:pt x="5085" y="10755"/>
                  </a:lnTo>
                  <a:lnTo>
                    <a:pt x="5126" y="10839"/>
                  </a:lnTo>
                  <a:lnTo>
                    <a:pt x="5126" y="10923"/>
                  </a:lnTo>
                  <a:lnTo>
                    <a:pt x="5294" y="10923"/>
                  </a:lnTo>
                  <a:lnTo>
                    <a:pt x="5336" y="10944"/>
                  </a:lnTo>
                  <a:lnTo>
                    <a:pt x="5357" y="10923"/>
                  </a:lnTo>
                  <a:lnTo>
                    <a:pt x="5336" y="10860"/>
                  </a:lnTo>
                  <a:lnTo>
                    <a:pt x="5336" y="10776"/>
                  </a:lnTo>
                  <a:lnTo>
                    <a:pt x="5398" y="10713"/>
                  </a:lnTo>
                  <a:lnTo>
                    <a:pt x="5503" y="10755"/>
                  </a:lnTo>
                  <a:lnTo>
                    <a:pt x="5671" y="10818"/>
                  </a:lnTo>
                  <a:lnTo>
                    <a:pt x="5754" y="10776"/>
                  </a:lnTo>
                  <a:lnTo>
                    <a:pt x="5859" y="10818"/>
                  </a:lnTo>
                  <a:lnTo>
                    <a:pt x="5859" y="10923"/>
                  </a:lnTo>
                  <a:lnTo>
                    <a:pt x="6005" y="10944"/>
                  </a:lnTo>
                  <a:lnTo>
                    <a:pt x="6068" y="10944"/>
                  </a:lnTo>
                  <a:lnTo>
                    <a:pt x="6068" y="10860"/>
                  </a:lnTo>
                  <a:lnTo>
                    <a:pt x="6131" y="10776"/>
                  </a:lnTo>
                  <a:lnTo>
                    <a:pt x="6215" y="10818"/>
                  </a:lnTo>
                  <a:lnTo>
                    <a:pt x="6235" y="10776"/>
                  </a:lnTo>
                  <a:lnTo>
                    <a:pt x="6340" y="10776"/>
                  </a:lnTo>
                  <a:lnTo>
                    <a:pt x="6487" y="10734"/>
                  </a:lnTo>
                  <a:lnTo>
                    <a:pt x="6696" y="10713"/>
                  </a:lnTo>
                  <a:lnTo>
                    <a:pt x="6821" y="10755"/>
                  </a:lnTo>
                  <a:lnTo>
                    <a:pt x="6947" y="10713"/>
                  </a:lnTo>
                  <a:lnTo>
                    <a:pt x="7010" y="10609"/>
                  </a:lnTo>
                  <a:lnTo>
                    <a:pt x="7135" y="10525"/>
                  </a:lnTo>
                  <a:lnTo>
                    <a:pt x="7219" y="10420"/>
                  </a:lnTo>
                  <a:lnTo>
                    <a:pt x="7261" y="10399"/>
                  </a:lnTo>
                  <a:lnTo>
                    <a:pt x="7323" y="10337"/>
                  </a:lnTo>
                  <a:lnTo>
                    <a:pt x="7428" y="10232"/>
                  </a:lnTo>
                  <a:lnTo>
                    <a:pt x="7470" y="10232"/>
                  </a:lnTo>
                  <a:lnTo>
                    <a:pt x="7595" y="10023"/>
                  </a:lnTo>
                  <a:lnTo>
                    <a:pt x="7805" y="9814"/>
                  </a:lnTo>
                  <a:lnTo>
                    <a:pt x="7763" y="9604"/>
                  </a:lnTo>
                  <a:lnTo>
                    <a:pt x="7700" y="9563"/>
                  </a:lnTo>
                  <a:lnTo>
                    <a:pt x="7679" y="9353"/>
                  </a:lnTo>
                  <a:lnTo>
                    <a:pt x="7595" y="9249"/>
                  </a:lnTo>
                  <a:lnTo>
                    <a:pt x="7554" y="9144"/>
                  </a:lnTo>
                  <a:lnTo>
                    <a:pt x="7470" y="9060"/>
                  </a:lnTo>
                  <a:lnTo>
                    <a:pt x="7365" y="9060"/>
                  </a:lnTo>
                  <a:lnTo>
                    <a:pt x="7323" y="8998"/>
                  </a:lnTo>
                  <a:lnTo>
                    <a:pt x="7323" y="8956"/>
                  </a:lnTo>
                  <a:lnTo>
                    <a:pt x="7219" y="8893"/>
                  </a:lnTo>
                  <a:lnTo>
                    <a:pt x="7114" y="8726"/>
                  </a:lnTo>
                  <a:lnTo>
                    <a:pt x="7072" y="8684"/>
                  </a:lnTo>
                  <a:lnTo>
                    <a:pt x="7051" y="8621"/>
                  </a:lnTo>
                  <a:lnTo>
                    <a:pt x="6947" y="8516"/>
                  </a:lnTo>
                  <a:lnTo>
                    <a:pt x="6905" y="8433"/>
                  </a:lnTo>
                  <a:lnTo>
                    <a:pt x="6633" y="8433"/>
                  </a:lnTo>
                  <a:lnTo>
                    <a:pt x="6549" y="8412"/>
                  </a:lnTo>
                  <a:lnTo>
                    <a:pt x="6507" y="8328"/>
                  </a:lnTo>
                  <a:lnTo>
                    <a:pt x="6591" y="8203"/>
                  </a:lnTo>
                  <a:lnTo>
                    <a:pt x="6654" y="8161"/>
                  </a:lnTo>
                  <a:lnTo>
                    <a:pt x="6654" y="8035"/>
                  </a:lnTo>
                  <a:lnTo>
                    <a:pt x="6800" y="8056"/>
                  </a:lnTo>
                  <a:lnTo>
                    <a:pt x="6905" y="8035"/>
                  </a:lnTo>
                  <a:lnTo>
                    <a:pt x="6947" y="8098"/>
                  </a:lnTo>
                  <a:lnTo>
                    <a:pt x="7031" y="8098"/>
                  </a:lnTo>
                  <a:lnTo>
                    <a:pt x="7051" y="8035"/>
                  </a:lnTo>
                  <a:lnTo>
                    <a:pt x="7135" y="7951"/>
                  </a:lnTo>
                  <a:lnTo>
                    <a:pt x="7156" y="7700"/>
                  </a:lnTo>
                  <a:lnTo>
                    <a:pt x="7135" y="7470"/>
                  </a:lnTo>
                  <a:lnTo>
                    <a:pt x="7177" y="7303"/>
                  </a:lnTo>
                  <a:lnTo>
                    <a:pt x="7282" y="7177"/>
                  </a:lnTo>
                  <a:lnTo>
                    <a:pt x="7282" y="7052"/>
                  </a:lnTo>
                  <a:lnTo>
                    <a:pt x="7240" y="6968"/>
                  </a:lnTo>
                  <a:lnTo>
                    <a:pt x="7282" y="6863"/>
                  </a:lnTo>
                  <a:lnTo>
                    <a:pt x="7386" y="6696"/>
                  </a:lnTo>
                  <a:lnTo>
                    <a:pt x="7428" y="6633"/>
                  </a:lnTo>
                  <a:lnTo>
                    <a:pt x="7470" y="6633"/>
                  </a:lnTo>
                  <a:lnTo>
                    <a:pt x="7533" y="6654"/>
                  </a:lnTo>
                  <a:lnTo>
                    <a:pt x="7658" y="6215"/>
                  </a:lnTo>
                  <a:lnTo>
                    <a:pt x="7700" y="6026"/>
                  </a:lnTo>
                  <a:lnTo>
                    <a:pt x="7888" y="5922"/>
                  </a:lnTo>
                  <a:lnTo>
                    <a:pt x="7888" y="5817"/>
                  </a:lnTo>
                  <a:lnTo>
                    <a:pt x="8014" y="5608"/>
                  </a:lnTo>
                  <a:lnTo>
                    <a:pt x="8056" y="5503"/>
                  </a:lnTo>
                  <a:lnTo>
                    <a:pt x="8160" y="5482"/>
                  </a:lnTo>
                  <a:lnTo>
                    <a:pt x="8202" y="5482"/>
                  </a:lnTo>
                  <a:lnTo>
                    <a:pt x="8265" y="5294"/>
                  </a:lnTo>
                  <a:lnTo>
                    <a:pt x="8412" y="5022"/>
                  </a:lnTo>
                  <a:lnTo>
                    <a:pt x="8412" y="4813"/>
                  </a:lnTo>
                  <a:lnTo>
                    <a:pt x="8495" y="4666"/>
                  </a:lnTo>
                  <a:lnTo>
                    <a:pt x="8516" y="4604"/>
                  </a:lnTo>
                  <a:lnTo>
                    <a:pt x="8495" y="4604"/>
                  </a:lnTo>
                  <a:lnTo>
                    <a:pt x="8474" y="4478"/>
                  </a:lnTo>
                  <a:lnTo>
                    <a:pt x="8391" y="4248"/>
                  </a:lnTo>
                  <a:lnTo>
                    <a:pt x="8412" y="4122"/>
                  </a:lnTo>
                  <a:lnTo>
                    <a:pt x="8474" y="4039"/>
                  </a:lnTo>
                  <a:lnTo>
                    <a:pt x="8474" y="3934"/>
                  </a:lnTo>
                  <a:lnTo>
                    <a:pt x="8579" y="3809"/>
                  </a:lnTo>
                  <a:lnTo>
                    <a:pt x="8621" y="3516"/>
                  </a:lnTo>
                  <a:lnTo>
                    <a:pt x="8684" y="3327"/>
                  </a:lnTo>
                  <a:lnTo>
                    <a:pt x="8725" y="3285"/>
                  </a:lnTo>
                  <a:lnTo>
                    <a:pt x="8684" y="3223"/>
                  </a:lnTo>
                  <a:lnTo>
                    <a:pt x="8621" y="3202"/>
                  </a:lnTo>
                  <a:lnTo>
                    <a:pt x="8704" y="3076"/>
                  </a:lnTo>
                  <a:lnTo>
                    <a:pt x="8704" y="2930"/>
                  </a:lnTo>
                  <a:lnTo>
                    <a:pt x="8746" y="2909"/>
                  </a:lnTo>
                  <a:lnTo>
                    <a:pt x="8914" y="2909"/>
                  </a:lnTo>
                  <a:lnTo>
                    <a:pt x="8914" y="2825"/>
                  </a:lnTo>
                  <a:lnTo>
                    <a:pt x="8914" y="2783"/>
                  </a:lnTo>
                  <a:lnTo>
                    <a:pt x="8914" y="2721"/>
                  </a:lnTo>
                  <a:lnTo>
                    <a:pt x="9018" y="2700"/>
                  </a:lnTo>
                  <a:lnTo>
                    <a:pt x="9102" y="2658"/>
                  </a:lnTo>
                  <a:lnTo>
                    <a:pt x="9228" y="2658"/>
                  </a:lnTo>
                  <a:lnTo>
                    <a:pt x="9248" y="2574"/>
                  </a:lnTo>
                  <a:lnTo>
                    <a:pt x="9353" y="2553"/>
                  </a:lnTo>
                  <a:lnTo>
                    <a:pt x="9458" y="2490"/>
                  </a:lnTo>
                  <a:lnTo>
                    <a:pt x="9541" y="2386"/>
                  </a:lnTo>
                  <a:lnTo>
                    <a:pt x="9479" y="2386"/>
                  </a:lnTo>
                  <a:lnTo>
                    <a:pt x="9479" y="2302"/>
                  </a:lnTo>
                  <a:lnTo>
                    <a:pt x="9353" y="2239"/>
                  </a:lnTo>
                  <a:lnTo>
                    <a:pt x="9248" y="2239"/>
                  </a:lnTo>
                  <a:lnTo>
                    <a:pt x="9248" y="2135"/>
                  </a:lnTo>
                  <a:lnTo>
                    <a:pt x="8997" y="1946"/>
                  </a:lnTo>
                  <a:lnTo>
                    <a:pt x="8914" y="1946"/>
                  </a:lnTo>
                  <a:lnTo>
                    <a:pt x="8809" y="1737"/>
                  </a:lnTo>
                  <a:lnTo>
                    <a:pt x="8725" y="1507"/>
                  </a:lnTo>
                  <a:lnTo>
                    <a:pt x="8746" y="1256"/>
                  </a:lnTo>
                  <a:lnTo>
                    <a:pt x="8725" y="1047"/>
                  </a:lnTo>
                  <a:lnTo>
                    <a:pt x="8579" y="628"/>
                  </a:lnTo>
                  <a:lnTo>
                    <a:pt x="8579" y="524"/>
                  </a:lnTo>
                  <a:lnTo>
                    <a:pt x="8600" y="503"/>
                  </a:lnTo>
                  <a:lnTo>
                    <a:pt x="8621" y="565"/>
                  </a:lnTo>
                  <a:lnTo>
                    <a:pt x="8642" y="607"/>
                  </a:lnTo>
                  <a:lnTo>
                    <a:pt x="8684" y="607"/>
                  </a:lnTo>
                  <a:lnTo>
                    <a:pt x="8684" y="565"/>
                  </a:lnTo>
                  <a:lnTo>
                    <a:pt x="8579" y="419"/>
                  </a:lnTo>
                  <a:lnTo>
                    <a:pt x="8516" y="252"/>
                  </a:lnTo>
                  <a:lnTo>
                    <a:pt x="8495" y="210"/>
                  </a:lnTo>
                  <a:lnTo>
                    <a:pt x="8495" y="189"/>
                  </a:lnTo>
                  <a:lnTo>
                    <a:pt x="8495" y="168"/>
                  </a:lnTo>
                  <a:lnTo>
                    <a:pt x="8495" y="147"/>
                  </a:lnTo>
                  <a:lnTo>
                    <a:pt x="8474" y="84"/>
                  </a:lnTo>
                  <a:lnTo>
                    <a:pt x="8495" y="42"/>
                  </a:lnTo>
                  <a:lnTo>
                    <a:pt x="84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45"/>
            <p:cNvSpPr/>
            <p:nvPr/>
          </p:nvSpPr>
          <p:spPr>
            <a:xfrm>
              <a:off x="3973815" y="3045871"/>
              <a:ext cx="104655" cy="75923"/>
            </a:xfrm>
            <a:custGeom>
              <a:avLst/>
              <a:gdLst/>
              <a:ahLst/>
              <a:cxnLst/>
              <a:rect l="l" t="t" r="r" b="b"/>
              <a:pathLst>
                <a:path w="8789" h="6676" extrusionOk="0">
                  <a:moveTo>
                    <a:pt x="2511" y="1"/>
                  </a:moveTo>
                  <a:lnTo>
                    <a:pt x="2344" y="336"/>
                  </a:lnTo>
                  <a:lnTo>
                    <a:pt x="2239" y="336"/>
                  </a:lnTo>
                  <a:lnTo>
                    <a:pt x="2218" y="419"/>
                  </a:lnTo>
                  <a:lnTo>
                    <a:pt x="2093" y="398"/>
                  </a:lnTo>
                  <a:lnTo>
                    <a:pt x="2009" y="357"/>
                  </a:lnTo>
                  <a:lnTo>
                    <a:pt x="1988" y="419"/>
                  </a:lnTo>
                  <a:lnTo>
                    <a:pt x="1905" y="566"/>
                  </a:lnTo>
                  <a:lnTo>
                    <a:pt x="1905" y="775"/>
                  </a:lnTo>
                  <a:lnTo>
                    <a:pt x="1758" y="1047"/>
                  </a:lnTo>
                  <a:lnTo>
                    <a:pt x="1695" y="1235"/>
                  </a:lnTo>
                  <a:lnTo>
                    <a:pt x="1653" y="1235"/>
                  </a:lnTo>
                  <a:lnTo>
                    <a:pt x="1549" y="1256"/>
                  </a:lnTo>
                  <a:lnTo>
                    <a:pt x="1507" y="1361"/>
                  </a:lnTo>
                  <a:lnTo>
                    <a:pt x="1381" y="1570"/>
                  </a:lnTo>
                  <a:lnTo>
                    <a:pt x="1381" y="1675"/>
                  </a:lnTo>
                  <a:lnTo>
                    <a:pt x="1193" y="1779"/>
                  </a:lnTo>
                  <a:lnTo>
                    <a:pt x="1151" y="1968"/>
                  </a:lnTo>
                  <a:lnTo>
                    <a:pt x="1026" y="2407"/>
                  </a:lnTo>
                  <a:lnTo>
                    <a:pt x="963" y="2386"/>
                  </a:lnTo>
                  <a:lnTo>
                    <a:pt x="921" y="2386"/>
                  </a:lnTo>
                  <a:lnTo>
                    <a:pt x="879" y="2449"/>
                  </a:lnTo>
                  <a:lnTo>
                    <a:pt x="775" y="2616"/>
                  </a:lnTo>
                  <a:lnTo>
                    <a:pt x="733" y="2721"/>
                  </a:lnTo>
                  <a:lnTo>
                    <a:pt x="775" y="2805"/>
                  </a:lnTo>
                  <a:lnTo>
                    <a:pt x="775" y="2930"/>
                  </a:lnTo>
                  <a:lnTo>
                    <a:pt x="670" y="3056"/>
                  </a:lnTo>
                  <a:lnTo>
                    <a:pt x="628" y="3223"/>
                  </a:lnTo>
                  <a:lnTo>
                    <a:pt x="649" y="3453"/>
                  </a:lnTo>
                  <a:lnTo>
                    <a:pt x="628" y="3704"/>
                  </a:lnTo>
                  <a:lnTo>
                    <a:pt x="544" y="3788"/>
                  </a:lnTo>
                  <a:lnTo>
                    <a:pt x="524" y="3851"/>
                  </a:lnTo>
                  <a:lnTo>
                    <a:pt x="440" y="3851"/>
                  </a:lnTo>
                  <a:lnTo>
                    <a:pt x="398" y="3788"/>
                  </a:lnTo>
                  <a:lnTo>
                    <a:pt x="293" y="3809"/>
                  </a:lnTo>
                  <a:lnTo>
                    <a:pt x="147" y="3788"/>
                  </a:lnTo>
                  <a:lnTo>
                    <a:pt x="147" y="3914"/>
                  </a:lnTo>
                  <a:lnTo>
                    <a:pt x="84" y="3956"/>
                  </a:lnTo>
                  <a:lnTo>
                    <a:pt x="0" y="4081"/>
                  </a:lnTo>
                  <a:lnTo>
                    <a:pt x="42" y="4165"/>
                  </a:lnTo>
                  <a:lnTo>
                    <a:pt x="126" y="4186"/>
                  </a:lnTo>
                  <a:lnTo>
                    <a:pt x="398" y="4186"/>
                  </a:lnTo>
                  <a:lnTo>
                    <a:pt x="440" y="4269"/>
                  </a:lnTo>
                  <a:lnTo>
                    <a:pt x="544" y="4374"/>
                  </a:lnTo>
                  <a:lnTo>
                    <a:pt x="565" y="4437"/>
                  </a:lnTo>
                  <a:lnTo>
                    <a:pt x="607" y="4479"/>
                  </a:lnTo>
                  <a:lnTo>
                    <a:pt x="712" y="4646"/>
                  </a:lnTo>
                  <a:lnTo>
                    <a:pt x="816" y="4709"/>
                  </a:lnTo>
                  <a:lnTo>
                    <a:pt x="816" y="4751"/>
                  </a:lnTo>
                  <a:lnTo>
                    <a:pt x="858" y="4813"/>
                  </a:lnTo>
                  <a:lnTo>
                    <a:pt x="963" y="4813"/>
                  </a:lnTo>
                  <a:lnTo>
                    <a:pt x="1047" y="4897"/>
                  </a:lnTo>
                  <a:lnTo>
                    <a:pt x="1088" y="5002"/>
                  </a:lnTo>
                  <a:lnTo>
                    <a:pt x="1172" y="5106"/>
                  </a:lnTo>
                  <a:lnTo>
                    <a:pt x="1193" y="5316"/>
                  </a:lnTo>
                  <a:lnTo>
                    <a:pt x="1256" y="5357"/>
                  </a:lnTo>
                  <a:lnTo>
                    <a:pt x="1298" y="5567"/>
                  </a:lnTo>
                  <a:lnTo>
                    <a:pt x="1340" y="5525"/>
                  </a:lnTo>
                  <a:lnTo>
                    <a:pt x="1402" y="5629"/>
                  </a:lnTo>
                  <a:lnTo>
                    <a:pt x="1507" y="5588"/>
                  </a:lnTo>
                  <a:lnTo>
                    <a:pt x="1612" y="5629"/>
                  </a:lnTo>
                  <a:lnTo>
                    <a:pt x="1612" y="5964"/>
                  </a:lnTo>
                  <a:lnTo>
                    <a:pt x="1695" y="6069"/>
                  </a:lnTo>
                  <a:lnTo>
                    <a:pt x="1821" y="6090"/>
                  </a:lnTo>
                  <a:lnTo>
                    <a:pt x="1967" y="6048"/>
                  </a:lnTo>
                  <a:lnTo>
                    <a:pt x="2093" y="6090"/>
                  </a:lnTo>
                  <a:lnTo>
                    <a:pt x="2386" y="6069"/>
                  </a:lnTo>
                  <a:lnTo>
                    <a:pt x="2490" y="6152"/>
                  </a:lnTo>
                  <a:lnTo>
                    <a:pt x="2721" y="6383"/>
                  </a:lnTo>
                  <a:lnTo>
                    <a:pt x="2867" y="6466"/>
                  </a:lnTo>
                  <a:lnTo>
                    <a:pt x="2951" y="6571"/>
                  </a:lnTo>
                  <a:lnTo>
                    <a:pt x="3055" y="6613"/>
                  </a:lnTo>
                  <a:lnTo>
                    <a:pt x="3244" y="6613"/>
                  </a:lnTo>
                  <a:lnTo>
                    <a:pt x="3369" y="6676"/>
                  </a:lnTo>
                  <a:lnTo>
                    <a:pt x="3537" y="6634"/>
                  </a:lnTo>
                  <a:lnTo>
                    <a:pt x="3641" y="6676"/>
                  </a:lnTo>
                  <a:lnTo>
                    <a:pt x="3850" y="6676"/>
                  </a:lnTo>
                  <a:lnTo>
                    <a:pt x="3997" y="6424"/>
                  </a:lnTo>
                  <a:lnTo>
                    <a:pt x="4060" y="6362"/>
                  </a:lnTo>
                  <a:lnTo>
                    <a:pt x="4164" y="6299"/>
                  </a:lnTo>
                  <a:lnTo>
                    <a:pt x="4269" y="6299"/>
                  </a:lnTo>
                  <a:lnTo>
                    <a:pt x="4311" y="6278"/>
                  </a:lnTo>
                  <a:lnTo>
                    <a:pt x="4583" y="6257"/>
                  </a:lnTo>
                  <a:lnTo>
                    <a:pt x="4645" y="6278"/>
                  </a:lnTo>
                  <a:lnTo>
                    <a:pt x="4729" y="6404"/>
                  </a:lnTo>
                  <a:lnTo>
                    <a:pt x="4834" y="6466"/>
                  </a:lnTo>
                  <a:lnTo>
                    <a:pt x="5043" y="6424"/>
                  </a:lnTo>
                  <a:lnTo>
                    <a:pt x="5210" y="6424"/>
                  </a:lnTo>
                  <a:lnTo>
                    <a:pt x="5252" y="6320"/>
                  </a:lnTo>
                  <a:lnTo>
                    <a:pt x="5441" y="6257"/>
                  </a:lnTo>
                  <a:lnTo>
                    <a:pt x="5629" y="6215"/>
                  </a:lnTo>
                  <a:lnTo>
                    <a:pt x="5775" y="6152"/>
                  </a:lnTo>
                  <a:lnTo>
                    <a:pt x="5880" y="6069"/>
                  </a:lnTo>
                  <a:lnTo>
                    <a:pt x="5943" y="5964"/>
                  </a:lnTo>
                  <a:lnTo>
                    <a:pt x="6068" y="5880"/>
                  </a:lnTo>
                  <a:lnTo>
                    <a:pt x="6173" y="5880"/>
                  </a:lnTo>
                  <a:lnTo>
                    <a:pt x="6278" y="5797"/>
                  </a:lnTo>
                  <a:lnTo>
                    <a:pt x="7010" y="5797"/>
                  </a:lnTo>
                  <a:lnTo>
                    <a:pt x="8788" y="4018"/>
                  </a:lnTo>
                  <a:lnTo>
                    <a:pt x="8056" y="4018"/>
                  </a:lnTo>
                  <a:lnTo>
                    <a:pt x="6361" y="3495"/>
                  </a:lnTo>
                  <a:lnTo>
                    <a:pt x="6215" y="3370"/>
                  </a:lnTo>
                  <a:lnTo>
                    <a:pt x="6006" y="3349"/>
                  </a:lnTo>
                  <a:lnTo>
                    <a:pt x="5943" y="3160"/>
                  </a:lnTo>
                  <a:lnTo>
                    <a:pt x="5964" y="3014"/>
                  </a:lnTo>
                  <a:lnTo>
                    <a:pt x="5796" y="2930"/>
                  </a:lnTo>
                  <a:lnTo>
                    <a:pt x="5692" y="2616"/>
                  </a:lnTo>
                  <a:lnTo>
                    <a:pt x="5650" y="2386"/>
                  </a:lnTo>
                  <a:lnTo>
                    <a:pt x="5692" y="2323"/>
                  </a:lnTo>
                  <a:lnTo>
                    <a:pt x="5587" y="2282"/>
                  </a:lnTo>
                  <a:lnTo>
                    <a:pt x="5441" y="2303"/>
                  </a:lnTo>
                  <a:lnTo>
                    <a:pt x="5315" y="2386"/>
                  </a:lnTo>
                  <a:lnTo>
                    <a:pt x="5106" y="2386"/>
                  </a:lnTo>
                  <a:lnTo>
                    <a:pt x="5022" y="2323"/>
                  </a:lnTo>
                  <a:lnTo>
                    <a:pt x="5127" y="2198"/>
                  </a:lnTo>
                  <a:lnTo>
                    <a:pt x="5127" y="2093"/>
                  </a:lnTo>
                  <a:lnTo>
                    <a:pt x="5169" y="1989"/>
                  </a:lnTo>
                  <a:lnTo>
                    <a:pt x="5169" y="1821"/>
                  </a:lnTo>
                  <a:lnTo>
                    <a:pt x="5210" y="1717"/>
                  </a:lnTo>
                  <a:lnTo>
                    <a:pt x="5252" y="1591"/>
                  </a:lnTo>
                  <a:lnTo>
                    <a:pt x="5357" y="1570"/>
                  </a:lnTo>
                  <a:lnTo>
                    <a:pt x="5210" y="1361"/>
                  </a:lnTo>
                  <a:lnTo>
                    <a:pt x="5127" y="1361"/>
                  </a:lnTo>
                  <a:lnTo>
                    <a:pt x="5106" y="1277"/>
                  </a:lnTo>
                  <a:lnTo>
                    <a:pt x="5064" y="1173"/>
                  </a:lnTo>
                  <a:lnTo>
                    <a:pt x="4959" y="1026"/>
                  </a:lnTo>
                  <a:lnTo>
                    <a:pt x="4855" y="984"/>
                  </a:lnTo>
                  <a:lnTo>
                    <a:pt x="4687" y="838"/>
                  </a:lnTo>
                  <a:lnTo>
                    <a:pt x="4541" y="733"/>
                  </a:lnTo>
                  <a:lnTo>
                    <a:pt x="4520" y="671"/>
                  </a:lnTo>
                  <a:lnTo>
                    <a:pt x="4415" y="671"/>
                  </a:lnTo>
                  <a:lnTo>
                    <a:pt x="4394" y="629"/>
                  </a:lnTo>
                  <a:lnTo>
                    <a:pt x="4227" y="629"/>
                  </a:lnTo>
                  <a:lnTo>
                    <a:pt x="4185" y="524"/>
                  </a:lnTo>
                  <a:lnTo>
                    <a:pt x="3976" y="336"/>
                  </a:lnTo>
                  <a:lnTo>
                    <a:pt x="3871" y="315"/>
                  </a:lnTo>
                  <a:lnTo>
                    <a:pt x="3788" y="231"/>
                  </a:lnTo>
                  <a:lnTo>
                    <a:pt x="3662" y="210"/>
                  </a:lnTo>
                  <a:lnTo>
                    <a:pt x="3578" y="231"/>
                  </a:lnTo>
                  <a:lnTo>
                    <a:pt x="3557" y="252"/>
                  </a:lnTo>
                  <a:lnTo>
                    <a:pt x="3369" y="106"/>
                  </a:lnTo>
                  <a:lnTo>
                    <a:pt x="3265" y="106"/>
                  </a:lnTo>
                  <a:lnTo>
                    <a:pt x="3223" y="147"/>
                  </a:lnTo>
                  <a:lnTo>
                    <a:pt x="3139" y="85"/>
                  </a:lnTo>
                  <a:lnTo>
                    <a:pt x="3034" y="106"/>
                  </a:lnTo>
                  <a:lnTo>
                    <a:pt x="2930" y="189"/>
                  </a:lnTo>
                  <a:lnTo>
                    <a:pt x="2825" y="189"/>
                  </a:lnTo>
                  <a:lnTo>
                    <a:pt x="2595" y="106"/>
                  </a:lnTo>
                  <a:lnTo>
                    <a:pt x="2553" y="43"/>
                  </a:lnTo>
                  <a:lnTo>
                    <a:pt x="251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45"/>
            <p:cNvSpPr/>
            <p:nvPr/>
          </p:nvSpPr>
          <p:spPr>
            <a:xfrm>
              <a:off x="3996236" y="3024695"/>
              <a:ext cx="46106" cy="39042"/>
            </a:xfrm>
            <a:custGeom>
              <a:avLst/>
              <a:gdLst/>
              <a:ahLst/>
              <a:cxnLst/>
              <a:rect l="l" t="t" r="r" b="b"/>
              <a:pathLst>
                <a:path w="3872" h="3433" extrusionOk="0">
                  <a:moveTo>
                    <a:pt x="1151" y="1"/>
                  </a:moveTo>
                  <a:lnTo>
                    <a:pt x="1068" y="105"/>
                  </a:lnTo>
                  <a:lnTo>
                    <a:pt x="963" y="168"/>
                  </a:lnTo>
                  <a:lnTo>
                    <a:pt x="858" y="189"/>
                  </a:lnTo>
                  <a:lnTo>
                    <a:pt x="838" y="273"/>
                  </a:lnTo>
                  <a:lnTo>
                    <a:pt x="712" y="273"/>
                  </a:lnTo>
                  <a:lnTo>
                    <a:pt x="628" y="315"/>
                  </a:lnTo>
                  <a:lnTo>
                    <a:pt x="524" y="336"/>
                  </a:lnTo>
                  <a:lnTo>
                    <a:pt x="524" y="398"/>
                  </a:lnTo>
                  <a:lnTo>
                    <a:pt x="524" y="440"/>
                  </a:lnTo>
                  <a:lnTo>
                    <a:pt x="524" y="524"/>
                  </a:lnTo>
                  <a:lnTo>
                    <a:pt x="356" y="524"/>
                  </a:lnTo>
                  <a:lnTo>
                    <a:pt x="314" y="545"/>
                  </a:lnTo>
                  <a:lnTo>
                    <a:pt x="314" y="691"/>
                  </a:lnTo>
                  <a:lnTo>
                    <a:pt x="231" y="817"/>
                  </a:lnTo>
                  <a:lnTo>
                    <a:pt x="294" y="838"/>
                  </a:lnTo>
                  <a:lnTo>
                    <a:pt x="335" y="900"/>
                  </a:lnTo>
                  <a:lnTo>
                    <a:pt x="294" y="942"/>
                  </a:lnTo>
                  <a:lnTo>
                    <a:pt x="231" y="1131"/>
                  </a:lnTo>
                  <a:lnTo>
                    <a:pt x="189" y="1424"/>
                  </a:lnTo>
                  <a:lnTo>
                    <a:pt x="84" y="1549"/>
                  </a:lnTo>
                  <a:lnTo>
                    <a:pt x="84" y="1654"/>
                  </a:lnTo>
                  <a:lnTo>
                    <a:pt x="22" y="1737"/>
                  </a:lnTo>
                  <a:lnTo>
                    <a:pt x="1" y="1863"/>
                  </a:lnTo>
                  <a:lnTo>
                    <a:pt x="84" y="2093"/>
                  </a:lnTo>
                  <a:lnTo>
                    <a:pt x="105" y="2219"/>
                  </a:lnTo>
                  <a:lnTo>
                    <a:pt x="126" y="2219"/>
                  </a:lnTo>
                  <a:lnTo>
                    <a:pt x="210" y="2260"/>
                  </a:lnTo>
                  <a:lnTo>
                    <a:pt x="335" y="2281"/>
                  </a:lnTo>
                  <a:lnTo>
                    <a:pt x="356" y="2198"/>
                  </a:lnTo>
                  <a:lnTo>
                    <a:pt x="461" y="2198"/>
                  </a:lnTo>
                  <a:lnTo>
                    <a:pt x="628" y="1863"/>
                  </a:lnTo>
                  <a:lnTo>
                    <a:pt x="670" y="1905"/>
                  </a:lnTo>
                  <a:lnTo>
                    <a:pt x="712" y="1968"/>
                  </a:lnTo>
                  <a:lnTo>
                    <a:pt x="942" y="2051"/>
                  </a:lnTo>
                  <a:lnTo>
                    <a:pt x="1047" y="2051"/>
                  </a:lnTo>
                  <a:lnTo>
                    <a:pt x="1151" y="1968"/>
                  </a:lnTo>
                  <a:lnTo>
                    <a:pt x="1256" y="1947"/>
                  </a:lnTo>
                  <a:lnTo>
                    <a:pt x="1340" y="2009"/>
                  </a:lnTo>
                  <a:lnTo>
                    <a:pt x="1382" y="1968"/>
                  </a:lnTo>
                  <a:lnTo>
                    <a:pt x="1486" y="1968"/>
                  </a:lnTo>
                  <a:lnTo>
                    <a:pt x="1674" y="2114"/>
                  </a:lnTo>
                  <a:lnTo>
                    <a:pt x="1695" y="2093"/>
                  </a:lnTo>
                  <a:lnTo>
                    <a:pt x="1779" y="2072"/>
                  </a:lnTo>
                  <a:lnTo>
                    <a:pt x="1905" y="2093"/>
                  </a:lnTo>
                  <a:lnTo>
                    <a:pt x="1988" y="2177"/>
                  </a:lnTo>
                  <a:lnTo>
                    <a:pt x="2093" y="2198"/>
                  </a:lnTo>
                  <a:lnTo>
                    <a:pt x="2302" y="2386"/>
                  </a:lnTo>
                  <a:lnTo>
                    <a:pt x="2344" y="2491"/>
                  </a:lnTo>
                  <a:lnTo>
                    <a:pt x="2511" y="2491"/>
                  </a:lnTo>
                  <a:lnTo>
                    <a:pt x="2532" y="2533"/>
                  </a:lnTo>
                  <a:lnTo>
                    <a:pt x="2637" y="2533"/>
                  </a:lnTo>
                  <a:lnTo>
                    <a:pt x="2658" y="2595"/>
                  </a:lnTo>
                  <a:lnTo>
                    <a:pt x="2804" y="2700"/>
                  </a:lnTo>
                  <a:lnTo>
                    <a:pt x="2972" y="2846"/>
                  </a:lnTo>
                  <a:lnTo>
                    <a:pt x="3076" y="2888"/>
                  </a:lnTo>
                  <a:lnTo>
                    <a:pt x="3181" y="3035"/>
                  </a:lnTo>
                  <a:lnTo>
                    <a:pt x="3223" y="3139"/>
                  </a:lnTo>
                  <a:lnTo>
                    <a:pt x="3244" y="3223"/>
                  </a:lnTo>
                  <a:lnTo>
                    <a:pt x="3327" y="3223"/>
                  </a:lnTo>
                  <a:lnTo>
                    <a:pt x="3474" y="3432"/>
                  </a:lnTo>
                  <a:lnTo>
                    <a:pt x="3599" y="3369"/>
                  </a:lnTo>
                  <a:lnTo>
                    <a:pt x="3662" y="3328"/>
                  </a:lnTo>
                  <a:lnTo>
                    <a:pt x="3746" y="3307"/>
                  </a:lnTo>
                  <a:lnTo>
                    <a:pt x="3871" y="3202"/>
                  </a:lnTo>
                  <a:lnTo>
                    <a:pt x="3809" y="3160"/>
                  </a:lnTo>
                  <a:lnTo>
                    <a:pt x="3809" y="3139"/>
                  </a:lnTo>
                  <a:lnTo>
                    <a:pt x="3767" y="3202"/>
                  </a:lnTo>
                  <a:lnTo>
                    <a:pt x="3683" y="3139"/>
                  </a:lnTo>
                  <a:lnTo>
                    <a:pt x="3641" y="3139"/>
                  </a:lnTo>
                  <a:lnTo>
                    <a:pt x="3579" y="3035"/>
                  </a:lnTo>
                  <a:lnTo>
                    <a:pt x="3599" y="3014"/>
                  </a:lnTo>
                  <a:lnTo>
                    <a:pt x="3537" y="2909"/>
                  </a:lnTo>
                  <a:lnTo>
                    <a:pt x="3453" y="2888"/>
                  </a:lnTo>
                  <a:lnTo>
                    <a:pt x="3348" y="2637"/>
                  </a:lnTo>
                  <a:lnTo>
                    <a:pt x="3327" y="2595"/>
                  </a:lnTo>
                  <a:lnTo>
                    <a:pt x="3327" y="2616"/>
                  </a:lnTo>
                  <a:lnTo>
                    <a:pt x="3265" y="2616"/>
                  </a:lnTo>
                  <a:lnTo>
                    <a:pt x="3181" y="2512"/>
                  </a:lnTo>
                  <a:lnTo>
                    <a:pt x="3055" y="2470"/>
                  </a:lnTo>
                  <a:lnTo>
                    <a:pt x="2972" y="2323"/>
                  </a:lnTo>
                  <a:lnTo>
                    <a:pt x="2804" y="2093"/>
                  </a:lnTo>
                  <a:lnTo>
                    <a:pt x="2742" y="2051"/>
                  </a:lnTo>
                  <a:lnTo>
                    <a:pt x="2595" y="2009"/>
                  </a:lnTo>
                  <a:lnTo>
                    <a:pt x="2532" y="1947"/>
                  </a:lnTo>
                  <a:lnTo>
                    <a:pt x="2428" y="1800"/>
                  </a:lnTo>
                  <a:lnTo>
                    <a:pt x="2344" y="1842"/>
                  </a:lnTo>
                  <a:lnTo>
                    <a:pt x="2218" y="1842"/>
                  </a:lnTo>
                  <a:lnTo>
                    <a:pt x="2177" y="1863"/>
                  </a:lnTo>
                  <a:lnTo>
                    <a:pt x="2114" y="1800"/>
                  </a:lnTo>
                  <a:lnTo>
                    <a:pt x="2009" y="1654"/>
                  </a:lnTo>
                  <a:lnTo>
                    <a:pt x="2072" y="1633"/>
                  </a:lnTo>
                  <a:lnTo>
                    <a:pt x="1967" y="1465"/>
                  </a:lnTo>
                  <a:lnTo>
                    <a:pt x="1905" y="1486"/>
                  </a:lnTo>
                  <a:lnTo>
                    <a:pt x="1905" y="1591"/>
                  </a:lnTo>
                  <a:lnTo>
                    <a:pt x="1926" y="1591"/>
                  </a:lnTo>
                  <a:lnTo>
                    <a:pt x="1926" y="1758"/>
                  </a:lnTo>
                  <a:lnTo>
                    <a:pt x="1821" y="1737"/>
                  </a:lnTo>
                  <a:lnTo>
                    <a:pt x="1800" y="1549"/>
                  </a:lnTo>
                  <a:lnTo>
                    <a:pt x="1758" y="1444"/>
                  </a:lnTo>
                  <a:lnTo>
                    <a:pt x="1674" y="1424"/>
                  </a:lnTo>
                  <a:lnTo>
                    <a:pt x="1674" y="1361"/>
                  </a:lnTo>
                  <a:lnTo>
                    <a:pt x="1654" y="1214"/>
                  </a:lnTo>
                  <a:lnTo>
                    <a:pt x="1591" y="1172"/>
                  </a:lnTo>
                  <a:lnTo>
                    <a:pt x="1507" y="754"/>
                  </a:lnTo>
                  <a:lnTo>
                    <a:pt x="1277" y="126"/>
                  </a:lnTo>
                  <a:lnTo>
                    <a:pt x="11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45"/>
            <p:cNvSpPr/>
            <p:nvPr/>
          </p:nvSpPr>
          <p:spPr>
            <a:xfrm>
              <a:off x="4033614" y="3061110"/>
              <a:ext cx="10467" cy="11907"/>
            </a:xfrm>
            <a:custGeom>
              <a:avLst/>
              <a:gdLst/>
              <a:ahLst/>
              <a:cxnLst/>
              <a:rect l="l" t="t" r="r" b="b"/>
              <a:pathLst>
                <a:path w="879" h="1047" extrusionOk="0">
                  <a:moveTo>
                    <a:pt x="732" y="0"/>
                  </a:moveTo>
                  <a:lnTo>
                    <a:pt x="607" y="105"/>
                  </a:lnTo>
                  <a:lnTo>
                    <a:pt x="523" y="126"/>
                  </a:lnTo>
                  <a:lnTo>
                    <a:pt x="460" y="167"/>
                  </a:lnTo>
                  <a:lnTo>
                    <a:pt x="230" y="251"/>
                  </a:lnTo>
                  <a:lnTo>
                    <a:pt x="188" y="377"/>
                  </a:lnTo>
                  <a:lnTo>
                    <a:pt x="147" y="481"/>
                  </a:lnTo>
                  <a:lnTo>
                    <a:pt x="147" y="649"/>
                  </a:lnTo>
                  <a:lnTo>
                    <a:pt x="105" y="753"/>
                  </a:lnTo>
                  <a:lnTo>
                    <a:pt x="105" y="858"/>
                  </a:lnTo>
                  <a:lnTo>
                    <a:pt x="0" y="983"/>
                  </a:lnTo>
                  <a:lnTo>
                    <a:pt x="84" y="1046"/>
                  </a:lnTo>
                  <a:lnTo>
                    <a:pt x="293" y="1046"/>
                  </a:lnTo>
                  <a:lnTo>
                    <a:pt x="419" y="963"/>
                  </a:lnTo>
                  <a:lnTo>
                    <a:pt x="565" y="942"/>
                  </a:lnTo>
                  <a:lnTo>
                    <a:pt x="670" y="983"/>
                  </a:lnTo>
                  <a:lnTo>
                    <a:pt x="670" y="963"/>
                  </a:lnTo>
                  <a:lnTo>
                    <a:pt x="837" y="732"/>
                  </a:lnTo>
                  <a:lnTo>
                    <a:pt x="816" y="670"/>
                  </a:lnTo>
                  <a:lnTo>
                    <a:pt x="649" y="670"/>
                  </a:lnTo>
                  <a:lnTo>
                    <a:pt x="565" y="732"/>
                  </a:lnTo>
                  <a:lnTo>
                    <a:pt x="523" y="691"/>
                  </a:lnTo>
                  <a:lnTo>
                    <a:pt x="460" y="628"/>
                  </a:lnTo>
                  <a:lnTo>
                    <a:pt x="565" y="628"/>
                  </a:lnTo>
                  <a:lnTo>
                    <a:pt x="649" y="544"/>
                  </a:lnTo>
                  <a:lnTo>
                    <a:pt x="732" y="544"/>
                  </a:lnTo>
                  <a:lnTo>
                    <a:pt x="837" y="419"/>
                  </a:lnTo>
                  <a:lnTo>
                    <a:pt x="879" y="377"/>
                  </a:lnTo>
                  <a:lnTo>
                    <a:pt x="858" y="230"/>
                  </a:lnTo>
                  <a:lnTo>
                    <a:pt x="879" y="147"/>
                  </a:lnTo>
                  <a:lnTo>
                    <a:pt x="858" y="147"/>
                  </a:lnTo>
                  <a:lnTo>
                    <a:pt x="732" y="21"/>
                  </a:lnTo>
                  <a:lnTo>
                    <a:pt x="73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2331;p45"/>
            <p:cNvSpPr/>
            <p:nvPr/>
          </p:nvSpPr>
          <p:spPr>
            <a:xfrm>
              <a:off x="4029125" y="3065864"/>
              <a:ext cx="70516" cy="89240"/>
            </a:xfrm>
            <a:custGeom>
              <a:avLst/>
              <a:gdLst/>
              <a:ahLst/>
              <a:cxnLst/>
              <a:rect l="l" t="t" r="r" b="b"/>
              <a:pathLst>
                <a:path w="5922" h="7847" extrusionOk="0">
                  <a:moveTo>
                    <a:pt x="5587" y="1"/>
                  </a:moveTo>
                  <a:lnTo>
                    <a:pt x="5587" y="21"/>
                  </a:lnTo>
                  <a:lnTo>
                    <a:pt x="5545" y="21"/>
                  </a:lnTo>
                  <a:lnTo>
                    <a:pt x="5482" y="105"/>
                  </a:lnTo>
                  <a:lnTo>
                    <a:pt x="5441" y="210"/>
                  </a:lnTo>
                  <a:lnTo>
                    <a:pt x="5420" y="168"/>
                  </a:lnTo>
                  <a:lnTo>
                    <a:pt x="5315" y="273"/>
                  </a:lnTo>
                  <a:lnTo>
                    <a:pt x="5127" y="314"/>
                  </a:lnTo>
                  <a:lnTo>
                    <a:pt x="5127" y="335"/>
                  </a:lnTo>
                  <a:lnTo>
                    <a:pt x="5085" y="314"/>
                  </a:lnTo>
                  <a:lnTo>
                    <a:pt x="4897" y="335"/>
                  </a:lnTo>
                  <a:lnTo>
                    <a:pt x="4792" y="419"/>
                  </a:lnTo>
                  <a:lnTo>
                    <a:pt x="4499" y="461"/>
                  </a:lnTo>
                  <a:lnTo>
                    <a:pt x="4457" y="461"/>
                  </a:lnTo>
                  <a:lnTo>
                    <a:pt x="4394" y="440"/>
                  </a:lnTo>
                  <a:lnTo>
                    <a:pt x="4227" y="440"/>
                  </a:lnTo>
                  <a:lnTo>
                    <a:pt x="4060" y="524"/>
                  </a:lnTo>
                  <a:lnTo>
                    <a:pt x="3913" y="524"/>
                  </a:lnTo>
                  <a:lnTo>
                    <a:pt x="3830" y="545"/>
                  </a:lnTo>
                  <a:lnTo>
                    <a:pt x="3704" y="482"/>
                  </a:lnTo>
                  <a:lnTo>
                    <a:pt x="3599" y="524"/>
                  </a:lnTo>
                  <a:lnTo>
                    <a:pt x="3244" y="733"/>
                  </a:lnTo>
                  <a:lnTo>
                    <a:pt x="3076" y="754"/>
                  </a:lnTo>
                  <a:lnTo>
                    <a:pt x="2972" y="691"/>
                  </a:lnTo>
                  <a:lnTo>
                    <a:pt x="2909" y="733"/>
                  </a:lnTo>
                  <a:lnTo>
                    <a:pt x="2762" y="733"/>
                  </a:lnTo>
                  <a:lnTo>
                    <a:pt x="2700" y="691"/>
                  </a:lnTo>
                  <a:lnTo>
                    <a:pt x="2658" y="691"/>
                  </a:lnTo>
                  <a:lnTo>
                    <a:pt x="2469" y="858"/>
                  </a:lnTo>
                  <a:lnTo>
                    <a:pt x="2365" y="858"/>
                  </a:lnTo>
                  <a:lnTo>
                    <a:pt x="2239" y="942"/>
                  </a:lnTo>
                  <a:lnTo>
                    <a:pt x="2177" y="1005"/>
                  </a:lnTo>
                  <a:lnTo>
                    <a:pt x="1988" y="1047"/>
                  </a:lnTo>
                  <a:lnTo>
                    <a:pt x="1863" y="984"/>
                  </a:lnTo>
                  <a:lnTo>
                    <a:pt x="1716" y="858"/>
                  </a:lnTo>
                  <a:lnTo>
                    <a:pt x="1653" y="858"/>
                  </a:lnTo>
                  <a:lnTo>
                    <a:pt x="1633" y="754"/>
                  </a:lnTo>
                  <a:lnTo>
                    <a:pt x="1256" y="377"/>
                  </a:lnTo>
                  <a:lnTo>
                    <a:pt x="1235" y="356"/>
                  </a:lnTo>
                  <a:lnTo>
                    <a:pt x="1214" y="314"/>
                  </a:lnTo>
                  <a:lnTo>
                    <a:pt x="1047" y="545"/>
                  </a:lnTo>
                  <a:lnTo>
                    <a:pt x="1005" y="628"/>
                  </a:lnTo>
                  <a:lnTo>
                    <a:pt x="1047" y="858"/>
                  </a:lnTo>
                  <a:lnTo>
                    <a:pt x="1151" y="1172"/>
                  </a:lnTo>
                  <a:lnTo>
                    <a:pt x="1319" y="1256"/>
                  </a:lnTo>
                  <a:lnTo>
                    <a:pt x="1298" y="1402"/>
                  </a:lnTo>
                  <a:lnTo>
                    <a:pt x="1361" y="1591"/>
                  </a:lnTo>
                  <a:lnTo>
                    <a:pt x="1570" y="1612"/>
                  </a:lnTo>
                  <a:lnTo>
                    <a:pt x="1716" y="1737"/>
                  </a:lnTo>
                  <a:lnTo>
                    <a:pt x="3411" y="2260"/>
                  </a:lnTo>
                  <a:lnTo>
                    <a:pt x="4143" y="2260"/>
                  </a:lnTo>
                  <a:lnTo>
                    <a:pt x="2365" y="4039"/>
                  </a:lnTo>
                  <a:lnTo>
                    <a:pt x="1633" y="4039"/>
                  </a:lnTo>
                  <a:lnTo>
                    <a:pt x="1528" y="4122"/>
                  </a:lnTo>
                  <a:lnTo>
                    <a:pt x="1423" y="4122"/>
                  </a:lnTo>
                  <a:lnTo>
                    <a:pt x="1298" y="4206"/>
                  </a:lnTo>
                  <a:lnTo>
                    <a:pt x="1235" y="4311"/>
                  </a:lnTo>
                  <a:lnTo>
                    <a:pt x="1130" y="4394"/>
                  </a:lnTo>
                  <a:lnTo>
                    <a:pt x="984" y="4457"/>
                  </a:lnTo>
                  <a:lnTo>
                    <a:pt x="796" y="4499"/>
                  </a:lnTo>
                  <a:lnTo>
                    <a:pt x="607" y="4562"/>
                  </a:lnTo>
                  <a:lnTo>
                    <a:pt x="565" y="4666"/>
                  </a:lnTo>
                  <a:lnTo>
                    <a:pt x="0" y="5169"/>
                  </a:lnTo>
                  <a:lnTo>
                    <a:pt x="0" y="7449"/>
                  </a:lnTo>
                  <a:lnTo>
                    <a:pt x="419" y="7847"/>
                  </a:lnTo>
                  <a:lnTo>
                    <a:pt x="419" y="7805"/>
                  </a:lnTo>
                  <a:lnTo>
                    <a:pt x="900" y="7261"/>
                  </a:lnTo>
                  <a:lnTo>
                    <a:pt x="942" y="7156"/>
                  </a:lnTo>
                  <a:lnTo>
                    <a:pt x="1089" y="7031"/>
                  </a:lnTo>
                  <a:lnTo>
                    <a:pt x="1193" y="7010"/>
                  </a:lnTo>
                  <a:lnTo>
                    <a:pt x="1235" y="6926"/>
                  </a:lnTo>
                  <a:lnTo>
                    <a:pt x="1298" y="6905"/>
                  </a:lnTo>
                  <a:lnTo>
                    <a:pt x="1633" y="6529"/>
                  </a:lnTo>
                  <a:lnTo>
                    <a:pt x="1716" y="6508"/>
                  </a:lnTo>
                  <a:lnTo>
                    <a:pt x="2093" y="6089"/>
                  </a:lnTo>
                  <a:lnTo>
                    <a:pt x="2302" y="5922"/>
                  </a:lnTo>
                  <a:lnTo>
                    <a:pt x="2469" y="5817"/>
                  </a:lnTo>
                  <a:lnTo>
                    <a:pt x="2658" y="5796"/>
                  </a:lnTo>
                  <a:lnTo>
                    <a:pt x="2930" y="5566"/>
                  </a:lnTo>
                  <a:lnTo>
                    <a:pt x="3558" y="4980"/>
                  </a:lnTo>
                  <a:lnTo>
                    <a:pt x="3871" y="4625"/>
                  </a:lnTo>
                  <a:lnTo>
                    <a:pt x="4060" y="4436"/>
                  </a:lnTo>
                  <a:lnTo>
                    <a:pt x="4081" y="4311"/>
                  </a:lnTo>
                  <a:lnTo>
                    <a:pt x="4478" y="3788"/>
                  </a:lnTo>
                  <a:lnTo>
                    <a:pt x="4478" y="3683"/>
                  </a:lnTo>
                  <a:lnTo>
                    <a:pt x="4687" y="3390"/>
                  </a:lnTo>
                  <a:lnTo>
                    <a:pt x="4708" y="3202"/>
                  </a:lnTo>
                  <a:lnTo>
                    <a:pt x="5022" y="2574"/>
                  </a:lnTo>
                  <a:lnTo>
                    <a:pt x="5106" y="2532"/>
                  </a:lnTo>
                  <a:lnTo>
                    <a:pt x="5064" y="2449"/>
                  </a:lnTo>
                  <a:lnTo>
                    <a:pt x="5064" y="2365"/>
                  </a:lnTo>
                  <a:lnTo>
                    <a:pt x="5190" y="2239"/>
                  </a:lnTo>
                  <a:lnTo>
                    <a:pt x="5231" y="2239"/>
                  </a:lnTo>
                  <a:lnTo>
                    <a:pt x="5315" y="2135"/>
                  </a:lnTo>
                  <a:lnTo>
                    <a:pt x="5441" y="1842"/>
                  </a:lnTo>
                  <a:lnTo>
                    <a:pt x="5650" y="1591"/>
                  </a:lnTo>
                  <a:lnTo>
                    <a:pt x="5650" y="1423"/>
                  </a:lnTo>
                  <a:lnTo>
                    <a:pt x="5692" y="1381"/>
                  </a:lnTo>
                  <a:lnTo>
                    <a:pt x="5713" y="1214"/>
                  </a:lnTo>
                  <a:lnTo>
                    <a:pt x="5650" y="1151"/>
                  </a:lnTo>
                  <a:lnTo>
                    <a:pt x="5734" y="1005"/>
                  </a:lnTo>
                  <a:lnTo>
                    <a:pt x="5796" y="984"/>
                  </a:lnTo>
                  <a:lnTo>
                    <a:pt x="5859" y="984"/>
                  </a:lnTo>
                  <a:lnTo>
                    <a:pt x="5901" y="1005"/>
                  </a:lnTo>
                  <a:lnTo>
                    <a:pt x="5922" y="1005"/>
                  </a:lnTo>
                  <a:lnTo>
                    <a:pt x="5901" y="942"/>
                  </a:lnTo>
                  <a:lnTo>
                    <a:pt x="5838" y="942"/>
                  </a:lnTo>
                  <a:lnTo>
                    <a:pt x="5859" y="963"/>
                  </a:lnTo>
                  <a:lnTo>
                    <a:pt x="5796" y="963"/>
                  </a:lnTo>
                  <a:lnTo>
                    <a:pt x="5817" y="879"/>
                  </a:lnTo>
                  <a:lnTo>
                    <a:pt x="5817" y="775"/>
                  </a:lnTo>
                  <a:lnTo>
                    <a:pt x="5754" y="691"/>
                  </a:lnTo>
                  <a:lnTo>
                    <a:pt x="5817" y="586"/>
                  </a:lnTo>
                  <a:lnTo>
                    <a:pt x="5859" y="545"/>
                  </a:lnTo>
                  <a:lnTo>
                    <a:pt x="5859" y="482"/>
                  </a:lnTo>
                  <a:lnTo>
                    <a:pt x="5796" y="482"/>
                  </a:lnTo>
                  <a:lnTo>
                    <a:pt x="5754" y="440"/>
                  </a:lnTo>
                  <a:lnTo>
                    <a:pt x="5796" y="377"/>
                  </a:lnTo>
                  <a:lnTo>
                    <a:pt x="5796" y="314"/>
                  </a:lnTo>
                  <a:lnTo>
                    <a:pt x="5838" y="210"/>
                  </a:lnTo>
                  <a:lnTo>
                    <a:pt x="5901" y="126"/>
                  </a:lnTo>
                  <a:lnTo>
                    <a:pt x="5859" y="105"/>
                  </a:lnTo>
                  <a:lnTo>
                    <a:pt x="5796" y="105"/>
                  </a:lnTo>
                  <a:lnTo>
                    <a:pt x="5650" y="42"/>
                  </a:lnTo>
                  <a:lnTo>
                    <a:pt x="558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2332;p45"/>
            <p:cNvSpPr/>
            <p:nvPr/>
          </p:nvSpPr>
          <p:spPr>
            <a:xfrm>
              <a:off x="3978054" y="3108693"/>
              <a:ext cx="57811" cy="66882"/>
            </a:xfrm>
            <a:custGeom>
              <a:avLst/>
              <a:gdLst/>
              <a:ahLst/>
              <a:cxnLst/>
              <a:rect l="l" t="t" r="r" b="b"/>
              <a:pathLst>
                <a:path w="4855" h="5881" extrusionOk="0">
                  <a:moveTo>
                    <a:pt x="984" y="1"/>
                  </a:moveTo>
                  <a:lnTo>
                    <a:pt x="942" y="43"/>
                  </a:lnTo>
                  <a:lnTo>
                    <a:pt x="732" y="252"/>
                  </a:lnTo>
                  <a:lnTo>
                    <a:pt x="607" y="461"/>
                  </a:lnTo>
                  <a:lnTo>
                    <a:pt x="565" y="461"/>
                  </a:lnTo>
                  <a:lnTo>
                    <a:pt x="460" y="566"/>
                  </a:lnTo>
                  <a:lnTo>
                    <a:pt x="398" y="628"/>
                  </a:lnTo>
                  <a:lnTo>
                    <a:pt x="356" y="649"/>
                  </a:lnTo>
                  <a:lnTo>
                    <a:pt x="272" y="754"/>
                  </a:lnTo>
                  <a:lnTo>
                    <a:pt x="293" y="733"/>
                  </a:lnTo>
                  <a:lnTo>
                    <a:pt x="356" y="796"/>
                  </a:lnTo>
                  <a:lnTo>
                    <a:pt x="377" y="963"/>
                  </a:lnTo>
                  <a:lnTo>
                    <a:pt x="419" y="984"/>
                  </a:lnTo>
                  <a:lnTo>
                    <a:pt x="419" y="1089"/>
                  </a:lnTo>
                  <a:lnTo>
                    <a:pt x="502" y="1089"/>
                  </a:lnTo>
                  <a:lnTo>
                    <a:pt x="523" y="1214"/>
                  </a:lnTo>
                  <a:lnTo>
                    <a:pt x="523" y="1361"/>
                  </a:lnTo>
                  <a:lnTo>
                    <a:pt x="670" y="1486"/>
                  </a:lnTo>
                  <a:lnTo>
                    <a:pt x="732" y="1633"/>
                  </a:lnTo>
                  <a:lnTo>
                    <a:pt x="816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921" y="1884"/>
                  </a:lnTo>
                  <a:lnTo>
                    <a:pt x="942" y="2009"/>
                  </a:lnTo>
                  <a:lnTo>
                    <a:pt x="942" y="2114"/>
                  </a:lnTo>
                  <a:lnTo>
                    <a:pt x="816" y="2261"/>
                  </a:lnTo>
                  <a:lnTo>
                    <a:pt x="816" y="2365"/>
                  </a:lnTo>
                  <a:lnTo>
                    <a:pt x="774" y="2512"/>
                  </a:lnTo>
                  <a:lnTo>
                    <a:pt x="565" y="2512"/>
                  </a:lnTo>
                  <a:lnTo>
                    <a:pt x="565" y="2553"/>
                  </a:lnTo>
                  <a:lnTo>
                    <a:pt x="502" y="2616"/>
                  </a:lnTo>
                  <a:lnTo>
                    <a:pt x="460" y="2721"/>
                  </a:lnTo>
                  <a:lnTo>
                    <a:pt x="377" y="2784"/>
                  </a:lnTo>
                  <a:lnTo>
                    <a:pt x="293" y="2930"/>
                  </a:lnTo>
                  <a:lnTo>
                    <a:pt x="188" y="3056"/>
                  </a:lnTo>
                  <a:lnTo>
                    <a:pt x="168" y="3202"/>
                  </a:lnTo>
                  <a:lnTo>
                    <a:pt x="0" y="3767"/>
                  </a:lnTo>
                  <a:lnTo>
                    <a:pt x="188" y="3767"/>
                  </a:lnTo>
                  <a:lnTo>
                    <a:pt x="2281" y="4981"/>
                  </a:lnTo>
                  <a:lnTo>
                    <a:pt x="2406" y="5169"/>
                  </a:lnTo>
                  <a:lnTo>
                    <a:pt x="2385" y="5253"/>
                  </a:lnTo>
                  <a:lnTo>
                    <a:pt x="2406" y="5294"/>
                  </a:lnTo>
                  <a:lnTo>
                    <a:pt x="2469" y="5378"/>
                  </a:lnTo>
                  <a:lnTo>
                    <a:pt x="3181" y="5880"/>
                  </a:lnTo>
                  <a:lnTo>
                    <a:pt x="3222" y="5880"/>
                  </a:lnTo>
                  <a:lnTo>
                    <a:pt x="3327" y="5818"/>
                  </a:lnTo>
                  <a:lnTo>
                    <a:pt x="3536" y="5546"/>
                  </a:lnTo>
                  <a:lnTo>
                    <a:pt x="3641" y="5357"/>
                  </a:lnTo>
                  <a:lnTo>
                    <a:pt x="3641" y="5232"/>
                  </a:lnTo>
                  <a:lnTo>
                    <a:pt x="3725" y="5085"/>
                  </a:lnTo>
                  <a:lnTo>
                    <a:pt x="3829" y="4939"/>
                  </a:lnTo>
                  <a:lnTo>
                    <a:pt x="3808" y="4918"/>
                  </a:lnTo>
                  <a:lnTo>
                    <a:pt x="3808" y="4855"/>
                  </a:lnTo>
                  <a:lnTo>
                    <a:pt x="3871" y="4750"/>
                  </a:lnTo>
                  <a:lnTo>
                    <a:pt x="3871" y="4730"/>
                  </a:lnTo>
                  <a:lnTo>
                    <a:pt x="3955" y="4709"/>
                  </a:lnTo>
                  <a:lnTo>
                    <a:pt x="4122" y="4709"/>
                  </a:lnTo>
                  <a:lnTo>
                    <a:pt x="4227" y="4541"/>
                  </a:lnTo>
                  <a:lnTo>
                    <a:pt x="4436" y="4458"/>
                  </a:lnTo>
                  <a:lnTo>
                    <a:pt x="4394" y="4416"/>
                  </a:lnTo>
                  <a:lnTo>
                    <a:pt x="4457" y="4332"/>
                  </a:lnTo>
                  <a:lnTo>
                    <a:pt x="4499" y="4332"/>
                  </a:lnTo>
                  <a:lnTo>
                    <a:pt x="4687" y="4102"/>
                  </a:lnTo>
                  <a:lnTo>
                    <a:pt x="4708" y="4081"/>
                  </a:lnTo>
                  <a:lnTo>
                    <a:pt x="4289" y="3683"/>
                  </a:lnTo>
                  <a:lnTo>
                    <a:pt x="4289" y="1403"/>
                  </a:lnTo>
                  <a:lnTo>
                    <a:pt x="4854" y="900"/>
                  </a:lnTo>
                  <a:lnTo>
                    <a:pt x="4687" y="900"/>
                  </a:lnTo>
                  <a:lnTo>
                    <a:pt x="4478" y="942"/>
                  </a:lnTo>
                  <a:lnTo>
                    <a:pt x="4373" y="880"/>
                  </a:lnTo>
                  <a:lnTo>
                    <a:pt x="4289" y="754"/>
                  </a:lnTo>
                  <a:lnTo>
                    <a:pt x="4227" y="733"/>
                  </a:lnTo>
                  <a:lnTo>
                    <a:pt x="3955" y="754"/>
                  </a:lnTo>
                  <a:lnTo>
                    <a:pt x="3913" y="775"/>
                  </a:lnTo>
                  <a:lnTo>
                    <a:pt x="3808" y="775"/>
                  </a:lnTo>
                  <a:lnTo>
                    <a:pt x="3704" y="838"/>
                  </a:lnTo>
                  <a:lnTo>
                    <a:pt x="3641" y="900"/>
                  </a:lnTo>
                  <a:lnTo>
                    <a:pt x="3494" y="1152"/>
                  </a:lnTo>
                  <a:lnTo>
                    <a:pt x="3285" y="1152"/>
                  </a:lnTo>
                  <a:lnTo>
                    <a:pt x="3181" y="1110"/>
                  </a:lnTo>
                  <a:lnTo>
                    <a:pt x="3013" y="1152"/>
                  </a:lnTo>
                  <a:lnTo>
                    <a:pt x="2888" y="1089"/>
                  </a:lnTo>
                  <a:lnTo>
                    <a:pt x="2699" y="1089"/>
                  </a:lnTo>
                  <a:lnTo>
                    <a:pt x="2595" y="1047"/>
                  </a:lnTo>
                  <a:lnTo>
                    <a:pt x="2511" y="942"/>
                  </a:lnTo>
                  <a:lnTo>
                    <a:pt x="2365" y="859"/>
                  </a:lnTo>
                  <a:lnTo>
                    <a:pt x="2134" y="628"/>
                  </a:lnTo>
                  <a:lnTo>
                    <a:pt x="2030" y="545"/>
                  </a:lnTo>
                  <a:lnTo>
                    <a:pt x="1737" y="566"/>
                  </a:lnTo>
                  <a:lnTo>
                    <a:pt x="1611" y="524"/>
                  </a:lnTo>
                  <a:lnTo>
                    <a:pt x="1465" y="566"/>
                  </a:lnTo>
                  <a:lnTo>
                    <a:pt x="1339" y="545"/>
                  </a:lnTo>
                  <a:lnTo>
                    <a:pt x="1256" y="440"/>
                  </a:lnTo>
                  <a:lnTo>
                    <a:pt x="1256" y="105"/>
                  </a:lnTo>
                  <a:lnTo>
                    <a:pt x="1151" y="64"/>
                  </a:lnTo>
                  <a:lnTo>
                    <a:pt x="1046" y="105"/>
                  </a:lnTo>
                  <a:lnTo>
                    <a:pt x="9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6B65"/>
                </a:solidFill>
              </a:endParaRPr>
            </a:p>
          </p:txBody>
        </p:sp>
        <p:sp>
          <p:nvSpPr>
            <p:cNvPr id="2333" name="Google Shape;2333;p45"/>
            <p:cNvSpPr/>
            <p:nvPr/>
          </p:nvSpPr>
          <p:spPr>
            <a:xfrm>
              <a:off x="3963598" y="3151999"/>
              <a:ext cx="5239" cy="11"/>
            </a:xfrm>
            <a:custGeom>
              <a:avLst/>
              <a:gdLst/>
              <a:ahLst/>
              <a:cxnLst/>
              <a:rect l="l" t="t" r="r" b="b"/>
              <a:pathLst>
                <a:path w="440" h="1" extrusionOk="0">
                  <a:moveTo>
                    <a:pt x="1" y="1"/>
                  </a:moveTo>
                  <a:lnTo>
                    <a:pt x="210" y="1"/>
                  </a:lnTo>
                  <a:lnTo>
                    <a:pt x="440" y="1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2334;p45"/>
            <p:cNvSpPr/>
            <p:nvPr/>
          </p:nvSpPr>
          <p:spPr>
            <a:xfrm>
              <a:off x="3949392" y="3117029"/>
              <a:ext cx="39878" cy="37609"/>
            </a:xfrm>
            <a:custGeom>
              <a:avLst/>
              <a:gdLst/>
              <a:ahLst/>
              <a:cxnLst/>
              <a:rect l="l" t="t" r="r" b="b"/>
              <a:pathLst>
                <a:path w="3349" h="3307" extrusionOk="0">
                  <a:moveTo>
                    <a:pt x="2700" y="0"/>
                  </a:moveTo>
                  <a:lnTo>
                    <a:pt x="2679" y="21"/>
                  </a:lnTo>
                  <a:lnTo>
                    <a:pt x="2554" y="105"/>
                  </a:lnTo>
                  <a:lnTo>
                    <a:pt x="2491" y="209"/>
                  </a:lnTo>
                  <a:lnTo>
                    <a:pt x="2365" y="251"/>
                  </a:lnTo>
                  <a:lnTo>
                    <a:pt x="2240" y="209"/>
                  </a:lnTo>
                  <a:lnTo>
                    <a:pt x="2031" y="230"/>
                  </a:lnTo>
                  <a:lnTo>
                    <a:pt x="1884" y="272"/>
                  </a:lnTo>
                  <a:lnTo>
                    <a:pt x="1779" y="272"/>
                  </a:lnTo>
                  <a:lnTo>
                    <a:pt x="1759" y="314"/>
                  </a:lnTo>
                  <a:lnTo>
                    <a:pt x="1675" y="272"/>
                  </a:lnTo>
                  <a:lnTo>
                    <a:pt x="1612" y="356"/>
                  </a:lnTo>
                  <a:lnTo>
                    <a:pt x="1612" y="440"/>
                  </a:lnTo>
                  <a:lnTo>
                    <a:pt x="1549" y="440"/>
                  </a:lnTo>
                  <a:lnTo>
                    <a:pt x="1403" y="419"/>
                  </a:lnTo>
                  <a:lnTo>
                    <a:pt x="1403" y="314"/>
                  </a:lnTo>
                  <a:lnTo>
                    <a:pt x="1298" y="272"/>
                  </a:lnTo>
                  <a:lnTo>
                    <a:pt x="1215" y="314"/>
                  </a:lnTo>
                  <a:lnTo>
                    <a:pt x="1047" y="251"/>
                  </a:lnTo>
                  <a:lnTo>
                    <a:pt x="942" y="209"/>
                  </a:lnTo>
                  <a:lnTo>
                    <a:pt x="880" y="272"/>
                  </a:lnTo>
                  <a:lnTo>
                    <a:pt x="880" y="356"/>
                  </a:lnTo>
                  <a:lnTo>
                    <a:pt x="901" y="419"/>
                  </a:lnTo>
                  <a:lnTo>
                    <a:pt x="880" y="440"/>
                  </a:lnTo>
                  <a:lnTo>
                    <a:pt x="838" y="544"/>
                  </a:lnTo>
                  <a:lnTo>
                    <a:pt x="796" y="628"/>
                  </a:lnTo>
                  <a:lnTo>
                    <a:pt x="796" y="774"/>
                  </a:lnTo>
                  <a:lnTo>
                    <a:pt x="775" y="984"/>
                  </a:lnTo>
                  <a:lnTo>
                    <a:pt x="733" y="1109"/>
                  </a:lnTo>
                  <a:lnTo>
                    <a:pt x="817" y="1172"/>
                  </a:lnTo>
                  <a:lnTo>
                    <a:pt x="880" y="1256"/>
                  </a:lnTo>
                  <a:lnTo>
                    <a:pt x="922" y="1318"/>
                  </a:lnTo>
                  <a:lnTo>
                    <a:pt x="901" y="1402"/>
                  </a:lnTo>
                  <a:lnTo>
                    <a:pt x="608" y="1800"/>
                  </a:lnTo>
                  <a:lnTo>
                    <a:pt x="419" y="2009"/>
                  </a:lnTo>
                  <a:lnTo>
                    <a:pt x="378" y="2092"/>
                  </a:lnTo>
                  <a:lnTo>
                    <a:pt x="147" y="2511"/>
                  </a:lnTo>
                  <a:lnTo>
                    <a:pt x="106" y="2553"/>
                  </a:lnTo>
                  <a:lnTo>
                    <a:pt x="106" y="2720"/>
                  </a:lnTo>
                  <a:lnTo>
                    <a:pt x="85" y="2929"/>
                  </a:lnTo>
                  <a:lnTo>
                    <a:pt x="1" y="3139"/>
                  </a:lnTo>
                  <a:lnTo>
                    <a:pt x="43" y="3264"/>
                  </a:lnTo>
                  <a:lnTo>
                    <a:pt x="1" y="3285"/>
                  </a:lnTo>
                  <a:lnTo>
                    <a:pt x="43" y="3306"/>
                  </a:lnTo>
                  <a:lnTo>
                    <a:pt x="106" y="3285"/>
                  </a:lnTo>
                  <a:lnTo>
                    <a:pt x="210" y="3201"/>
                  </a:lnTo>
                  <a:lnTo>
                    <a:pt x="273" y="3243"/>
                  </a:lnTo>
                  <a:lnTo>
                    <a:pt x="315" y="3285"/>
                  </a:lnTo>
                  <a:lnTo>
                    <a:pt x="398" y="3285"/>
                  </a:lnTo>
                  <a:lnTo>
                    <a:pt x="461" y="3243"/>
                  </a:lnTo>
                  <a:lnTo>
                    <a:pt x="461" y="3160"/>
                  </a:lnTo>
                  <a:lnTo>
                    <a:pt x="566" y="3160"/>
                  </a:lnTo>
                  <a:lnTo>
                    <a:pt x="566" y="3180"/>
                  </a:lnTo>
                  <a:lnTo>
                    <a:pt x="608" y="3139"/>
                  </a:lnTo>
                  <a:lnTo>
                    <a:pt x="670" y="3139"/>
                  </a:lnTo>
                  <a:lnTo>
                    <a:pt x="712" y="3076"/>
                  </a:lnTo>
                  <a:lnTo>
                    <a:pt x="1633" y="3076"/>
                  </a:lnTo>
                  <a:lnTo>
                    <a:pt x="2407" y="3034"/>
                  </a:lnTo>
                  <a:lnTo>
                    <a:pt x="2575" y="2469"/>
                  </a:lnTo>
                  <a:lnTo>
                    <a:pt x="2595" y="2323"/>
                  </a:lnTo>
                  <a:lnTo>
                    <a:pt x="2700" y="2197"/>
                  </a:lnTo>
                  <a:lnTo>
                    <a:pt x="2784" y="2051"/>
                  </a:lnTo>
                  <a:lnTo>
                    <a:pt x="2867" y="1988"/>
                  </a:lnTo>
                  <a:lnTo>
                    <a:pt x="2909" y="1883"/>
                  </a:lnTo>
                  <a:lnTo>
                    <a:pt x="2972" y="1820"/>
                  </a:lnTo>
                  <a:lnTo>
                    <a:pt x="2972" y="1779"/>
                  </a:lnTo>
                  <a:lnTo>
                    <a:pt x="3181" y="1779"/>
                  </a:lnTo>
                  <a:lnTo>
                    <a:pt x="3223" y="1632"/>
                  </a:lnTo>
                  <a:lnTo>
                    <a:pt x="3223" y="1528"/>
                  </a:lnTo>
                  <a:lnTo>
                    <a:pt x="3349" y="1381"/>
                  </a:lnTo>
                  <a:lnTo>
                    <a:pt x="3349" y="1276"/>
                  </a:lnTo>
                  <a:lnTo>
                    <a:pt x="3328" y="1151"/>
                  </a:lnTo>
                  <a:lnTo>
                    <a:pt x="3244" y="1067"/>
                  </a:lnTo>
                  <a:lnTo>
                    <a:pt x="3307" y="1004"/>
                  </a:lnTo>
                  <a:lnTo>
                    <a:pt x="3223" y="963"/>
                  </a:lnTo>
                  <a:lnTo>
                    <a:pt x="3139" y="900"/>
                  </a:lnTo>
                  <a:lnTo>
                    <a:pt x="3077" y="753"/>
                  </a:lnTo>
                  <a:lnTo>
                    <a:pt x="2930" y="628"/>
                  </a:lnTo>
                  <a:lnTo>
                    <a:pt x="2930" y="481"/>
                  </a:lnTo>
                  <a:lnTo>
                    <a:pt x="2909" y="356"/>
                  </a:lnTo>
                  <a:lnTo>
                    <a:pt x="2826" y="356"/>
                  </a:lnTo>
                  <a:lnTo>
                    <a:pt x="2826" y="251"/>
                  </a:lnTo>
                  <a:lnTo>
                    <a:pt x="2784" y="230"/>
                  </a:lnTo>
                  <a:lnTo>
                    <a:pt x="2763" y="63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2335;p45"/>
            <p:cNvSpPr/>
            <p:nvPr/>
          </p:nvSpPr>
          <p:spPr>
            <a:xfrm>
              <a:off x="3845999" y="3071334"/>
              <a:ext cx="89711" cy="57841"/>
            </a:xfrm>
            <a:custGeom>
              <a:avLst/>
              <a:gdLst/>
              <a:ahLst/>
              <a:cxnLst/>
              <a:rect l="l" t="t" r="r" b="b"/>
              <a:pathLst>
                <a:path w="7534" h="5086" extrusionOk="0">
                  <a:moveTo>
                    <a:pt x="4750" y="1"/>
                  </a:moveTo>
                  <a:lnTo>
                    <a:pt x="4708" y="64"/>
                  </a:lnTo>
                  <a:lnTo>
                    <a:pt x="4583" y="147"/>
                  </a:lnTo>
                  <a:lnTo>
                    <a:pt x="4499" y="84"/>
                  </a:lnTo>
                  <a:lnTo>
                    <a:pt x="4374" y="84"/>
                  </a:lnTo>
                  <a:lnTo>
                    <a:pt x="4269" y="168"/>
                  </a:lnTo>
                  <a:lnTo>
                    <a:pt x="4123" y="252"/>
                  </a:lnTo>
                  <a:lnTo>
                    <a:pt x="4081" y="315"/>
                  </a:lnTo>
                  <a:lnTo>
                    <a:pt x="4123" y="398"/>
                  </a:lnTo>
                  <a:lnTo>
                    <a:pt x="4039" y="419"/>
                  </a:lnTo>
                  <a:lnTo>
                    <a:pt x="3934" y="587"/>
                  </a:lnTo>
                  <a:lnTo>
                    <a:pt x="3872" y="587"/>
                  </a:lnTo>
                  <a:lnTo>
                    <a:pt x="3830" y="566"/>
                  </a:lnTo>
                  <a:lnTo>
                    <a:pt x="3746" y="670"/>
                  </a:lnTo>
                  <a:lnTo>
                    <a:pt x="3746" y="733"/>
                  </a:lnTo>
                  <a:lnTo>
                    <a:pt x="3662" y="796"/>
                  </a:lnTo>
                  <a:lnTo>
                    <a:pt x="3641" y="900"/>
                  </a:lnTo>
                  <a:lnTo>
                    <a:pt x="3662" y="984"/>
                  </a:lnTo>
                  <a:lnTo>
                    <a:pt x="3641" y="1089"/>
                  </a:lnTo>
                  <a:lnTo>
                    <a:pt x="3537" y="1131"/>
                  </a:lnTo>
                  <a:lnTo>
                    <a:pt x="3432" y="1214"/>
                  </a:lnTo>
                  <a:lnTo>
                    <a:pt x="3202" y="1235"/>
                  </a:lnTo>
                  <a:lnTo>
                    <a:pt x="3035" y="1256"/>
                  </a:lnTo>
                  <a:lnTo>
                    <a:pt x="2909" y="1235"/>
                  </a:lnTo>
                  <a:lnTo>
                    <a:pt x="2804" y="1193"/>
                  </a:lnTo>
                  <a:lnTo>
                    <a:pt x="2679" y="1214"/>
                  </a:lnTo>
                  <a:lnTo>
                    <a:pt x="2595" y="1193"/>
                  </a:lnTo>
                  <a:lnTo>
                    <a:pt x="2511" y="1235"/>
                  </a:lnTo>
                  <a:lnTo>
                    <a:pt x="2491" y="1340"/>
                  </a:lnTo>
                  <a:lnTo>
                    <a:pt x="2595" y="1445"/>
                  </a:lnTo>
                  <a:lnTo>
                    <a:pt x="2658" y="1445"/>
                  </a:lnTo>
                  <a:lnTo>
                    <a:pt x="2679" y="1528"/>
                  </a:lnTo>
                  <a:lnTo>
                    <a:pt x="2511" y="1633"/>
                  </a:lnTo>
                  <a:lnTo>
                    <a:pt x="2449" y="1737"/>
                  </a:lnTo>
                  <a:lnTo>
                    <a:pt x="2281" y="1737"/>
                  </a:lnTo>
                  <a:lnTo>
                    <a:pt x="1947" y="1821"/>
                  </a:lnTo>
                  <a:lnTo>
                    <a:pt x="1821" y="1926"/>
                  </a:lnTo>
                  <a:lnTo>
                    <a:pt x="1633" y="1968"/>
                  </a:lnTo>
                  <a:lnTo>
                    <a:pt x="1507" y="2072"/>
                  </a:lnTo>
                  <a:lnTo>
                    <a:pt x="1403" y="2093"/>
                  </a:lnTo>
                  <a:lnTo>
                    <a:pt x="1340" y="2051"/>
                  </a:lnTo>
                  <a:lnTo>
                    <a:pt x="1298" y="1926"/>
                  </a:lnTo>
                  <a:lnTo>
                    <a:pt x="1235" y="1863"/>
                  </a:lnTo>
                  <a:lnTo>
                    <a:pt x="1151" y="1926"/>
                  </a:lnTo>
                  <a:lnTo>
                    <a:pt x="1151" y="2051"/>
                  </a:lnTo>
                  <a:lnTo>
                    <a:pt x="1110" y="2177"/>
                  </a:lnTo>
                  <a:lnTo>
                    <a:pt x="942" y="2177"/>
                  </a:lnTo>
                  <a:lnTo>
                    <a:pt x="838" y="2198"/>
                  </a:lnTo>
                  <a:lnTo>
                    <a:pt x="733" y="2198"/>
                  </a:lnTo>
                  <a:lnTo>
                    <a:pt x="712" y="2072"/>
                  </a:lnTo>
                  <a:lnTo>
                    <a:pt x="670" y="2030"/>
                  </a:lnTo>
                  <a:lnTo>
                    <a:pt x="670" y="2051"/>
                  </a:lnTo>
                  <a:lnTo>
                    <a:pt x="566" y="2198"/>
                  </a:lnTo>
                  <a:lnTo>
                    <a:pt x="461" y="2240"/>
                  </a:lnTo>
                  <a:lnTo>
                    <a:pt x="398" y="2365"/>
                  </a:lnTo>
                  <a:lnTo>
                    <a:pt x="294" y="2553"/>
                  </a:lnTo>
                  <a:lnTo>
                    <a:pt x="252" y="2679"/>
                  </a:lnTo>
                  <a:lnTo>
                    <a:pt x="147" y="2867"/>
                  </a:lnTo>
                  <a:lnTo>
                    <a:pt x="63" y="2867"/>
                  </a:lnTo>
                  <a:lnTo>
                    <a:pt x="1" y="2930"/>
                  </a:lnTo>
                  <a:lnTo>
                    <a:pt x="42" y="3077"/>
                  </a:lnTo>
                  <a:lnTo>
                    <a:pt x="84" y="3223"/>
                  </a:lnTo>
                  <a:lnTo>
                    <a:pt x="63" y="3349"/>
                  </a:lnTo>
                  <a:lnTo>
                    <a:pt x="84" y="3516"/>
                  </a:lnTo>
                  <a:lnTo>
                    <a:pt x="105" y="3641"/>
                  </a:lnTo>
                  <a:lnTo>
                    <a:pt x="105" y="3872"/>
                  </a:lnTo>
                  <a:lnTo>
                    <a:pt x="168" y="3934"/>
                  </a:lnTo>
                  <a:lnTo>
                    <a:pt x="314" y="4018"/>
                  </a:lnTo>
                  <a:lnTo>
                    <a:pt x="419" y="4123"/>
                  </a:lnTo>
                  <a:lnTo>
                    <a:pt x="461" y="4248"/>
                  </a:lnTo>
                  <a:lnTo>
                    <a:pt x="607" y="4458"/>
                  </a:lnTo>
                  <a:lnTo>
                    <a:pt x="691" y="4604"/>
                  </a:lnTo>
                  <a:lnTo>
                    <a:pt x="775" y="4688"/>
                  </a:lnTo>
                  <a:lnTo>
                    <a:pt x="942" y="4813"/>
                  </a:lnTo>
                  <a:lnTo>
                    <a:pt x="942" y="4960"/>
                  </a:lnTo>
                  <a:lnTo>
                    <a:pt x="942" y="5022"/>
                  </a:lnTo>
                  <a:lnTo>
                    <a:pt x="984" y="5085"/>
                  </a:lnTo>
                  <a:lnTo>
                    <a:pt x="1005" y="5085"/>
                  </a:lnTo>
                  <a:lnTo>
                    <a:pt x="1256" y="4667"/>
                  </a:lnTo>
                  <a:lnTo>
                    <a:pt x="1403" y="4499"/>
                  </a:lnTo>
                  <a:lnTo>
                    <a:pt x="1507" y="4478"/>
                  </a:lnTo>
                  <a:lnTo>
                    <a:pt x="1549" y="4437"/>
                  </a:lnTo>
                  <a:lnTo>
                    <a:pt x="1779" y="4332"/>
                  </a:lnTo>
                  <a:lnTo>
                    <a:pt x="1884" y="4353"/>
                  </a:lnTo>
                  <a:lnTo>
                    <a:pt x="1947" y="4290"/>
                  </a:lnTo>
                  <a:lnTo>
                    <a:pt x="2135" y="4290"/>
                  </a:lnTo>
                  <a:lnTo>
                    <a:pt x="2156" y="4353"/>
                  </a:lnTo>
                  <a:lnTo>
                    <a:pt x="2260" y="4395"/>
                  </a:lnTo>
                  <a:lnTo>
                    <a:pt x="2302" y="4374"/>
                  </a:lnTo>
                  <a:lnTo>
                    <a:pt x="2386" y="4353"/>
                  </a:lnTo>
                  <a:lnTo>
                    <a:pt x="2386" y="4269"/>
                  </a:lnTo>
                  <a:lnTo>
                    <a:pt x="2407" y="4185"/>
                  </a:lnTo>
                  <a:lnTo>
                    <a:pt x="2470" y="4144"/>
                  </a:lnTo>
                  <a:lnTo>
                    <a:pt x="2365" y="4018"/>
                  </a:lnTo>
                  <a:lnTo>
                    <a:pt x="2365" y="3955"/>
                  </a:lnTo>
                  <a:lnTo>
                    <a:pt x="2449" y="3955"/>
                  </a:lnTo>
                  <a:lnTo>
                    <a:pt x="2491" y="3913"/>
                  </a:lnTo>
                  <a:lnTo>
                    <a:pt x="2491" y="3851"/>
                  </a:lnTo>
                  <a:lnTo>
                    <a:pt x="2553" y="3767"/>
                  </a:lnTo>
                  <a:lnTo>
                    <a:pt x="2553" y="3704"/>
                  </a:lnTo>
                  <a:lnTo>
                    <a:pt x="2595" y="3662"/>
                  </a:lnTo>
                  <a:lnTo>
                    <a:pt x="2679" y="3662"/>
                  </a:lnTo>
                  <a:lnTo>
                    <a:pt x="2763" y="3558"/>
                  </a:lnTo>
                  <a:lnTo>
                    <a:pt x="2867" y="3600"/>
                  </a:lnTo>
                  <a:lnTo>
                    <a:pt x="2867" y="3537"/>
                  </a:lnTo>
                  <a:lnTo>
                    <a:pt x="2930" y="3537"/>
                  </a:lnTo>
                  <a:lnTo>
                    <a:pt x="3014" y="3600"/>
                  </a:lnTo>
                  <a:lnTo>
                    <a:pt x="3076" y="3621"/>
                  </a:lnTo>
                  <a:lnTo>
                    <a:pt x="3244" y="3746"/>
                  </a:lnTo>
                  <a:lnTo>
                    <a:pt x="3327" y="3767"/>
                  </a:lnTo>
                  <a:lnTo>
                    <a:pt x="3495" y="3913"/>
                  </a:lnTo>
                  <a:lnTo>
                    <a:pt x="3516" y="3955"/>
                  </a:lnTo>
                  <a:lnTo>
                    <a:pt x="3641" y="3934"/>
                  </a:lnTo>
                  <a:lnTo>
                    <a:pt x="3767" y="4018"/>
                  </a:lnTo>
                  <a:lnTo>
                    <a:pt x="3913" y="4018"/>
                  </a:lnTo>
                  <a:lnTo>
                    <a:pt x="3976" y="4039"/>
                  </a:lnTo>
                  <a:lnTo>
                    <a:pt x="4060" y="3976"/>
                  </a:lnTo>
                  <a:lnTo>
                    <a:pt x="4144" y="3976"/>
                  </a:lnTo>
                  <a:lnTo>
                    <a:pt x="4248" y="4039"/>
                  </a:lnTo>
                  <a:lnTo>
                    <a:pt x="4374" y="4060"/>
                  </a:lnTo>
                  <a:lnTo>
                    <a:pt x="4436" y="4081"/>
                  </a:lnTo>
                  <a:lnTo>
                    <a:pt x="4562" y="4060"/>
                  </a:lnTo>
                  <a:lnTo>
                    <a:pt x="4583" y="4018"/>
                  </a:lnTo>
                  <a:lnTo>
                    <a:pt x="4541" y="3955"/>
                  </a:lnTo>
                  <a:lnTo>
                    <a:pt x="4499" y="3913"/>
                  </a:lnTo>
                  <a:lnTo>
                    <a:pt x="4604" y="3809"/>
                  </a:lnTo>
                  <a:lnTo>
                    <a:pt x="4688" y="3704"/>
                  </a:lnTo>
                  <a:lnTo>
                    <a:pt x="4792" y="3704"/>
                  </a:lnTo>
                  <a:lnTo>
                    <a:pt x="4897" y="3725"/>
                  </a:lnTo>
                  <a:lnTo>
                    <a:pt x="4980" y="3809"/>
                  </a:lnTo>
                  <a:lnTo>
                    <a:pt x="5064" y="3767"/>
                  </a:lnTo>
                  <a:lnTo>
                    <a:pt x="5294" y="3746"/>
                  </a:lnTo>
                  <a:lnTo>
                    <a:pt x="5336" y="3704"/>
                  </a:lnTo>
                  <a:lnTo>
                    <a:pt x="5420" y="3641"/>
                  </a:lnTo>
                  <a:lnTo>
                    <a:pt x="5650" y="3537"/>
                  </a:lnTo>
                  <a:lnTo>
                    <a:pt x="5734" y="3558"/>
                  </a:lnTo>
                  <a:lnTo>
                    <a:pt x="5755" y="3600"/>
                  </a:lnTo>
                  <a:lnTo>
                    <a:pt x="5796" y="3600"/>
                  </a:lnTo>
                  <a:lnTo>
                    <a:pt x="5817" y="3662"/>
                  </a:lnTo>
                  <a:lnTo>
                    <a:pt x="5859" y="3662"/>
                  </a:lnTo>
                  <a:lnTo>
                    <a:pt x="5943" y="3621"/>
                  </a:lnTo>
                  <a:lnTo>
                    <a:pt x="6068" y="3621"/>
                  </a:lnTo>
                  <a:lnTo>
                    <a:pt x="6152" y="3600"/>
                  </a:lnTo>
                  <a:lnTo>
                    <a:pt x="6236" y="3600"/>
                  </a:lnTo>
                  <a:lnTo>
                    <a:pt x="6320" y="3495"/>
                  </a:lnTo>
                  <a:lnTo>
                    <a:pt x="6278" y="3453"/>
                  </a:lnTo>
                  <a:lnTo>
                    <a:pt x="6278" y="3411"/>
                  </a:lnTo>
                  <a:lnTo>
                    <a:pt x="6361" y="3411"/>
                  </a:lnTo>
                  <a:lnTo>
                    <a:pt x="6445" y="3453"/>
                  </a:lnTo>
                  <a:lnTo>
                    <a:pt x="6633" y="3453"/>
                  </a:lnTo>
                  <a:lnTo>
                    <a:pt x="6675" y="3495"/>
                  </a:lnTo>
                  <a:lnTo>
                    <a:pt x="6759" y="3516"/>
                  </a:lnTo>
                  <a:lnTo>
                    <a:pt x="6843" y="3558"/>
                  </a:lnTo>
                  <a:lnTo>
                    <a:pt x="7073" y="3558"/>
                  </a:lnTo>
                  <a:lnTo>
                    <a:pt x="7094" y="3600"/>
                  </a:lnTo>
                  <a:lnTo>
                    <a:pt x="7282" y="3516"/>
                  </a:lnTo>
                  <a:lnTo>
                    <a:pt x="7408" y="3516"/>
                  </a:lnTo>
                  <a:lnTo>
                    <a:pt x="7512" y="3558"/>
                  </a:lnTo>
                  <a:lnTo>
                    <a:pt x="7533" y="3600"/>
                  </a:lnTo>
                  <a:lnTo>
                    <a:pt x="7533" y="3558"/>
                  </a:lnTo>
                  <a:lnTo>
                    <a:pt x="7491" y="3495"/>
                  </a:lnTo>
                  <a:lnTo>
                    <a:pt x="7387" y="3432"/>
                  </a:lnTo>
                  <a:lnTo>
                    <a:pt x="7303" y="3390"/>
                  </a:lnTo>
                  <a:lnTo>
                    <a:pt x="7303" y="3202"/>
                  </a:lnTo>
                  <a:lnTo>
                    <a:pt x="7303" y="3139"/>
                  </a:lnTo>
                  <a:lnTo>
                    <a:pt x="7219" y="3077"/>
                  </a:lnTo>
                  <a:lnTo>
                    <a:pt x="7010" y="3035"/>
                  </a:lnTo>
                  <a:lnTo>
                    <a:pt x="6968" y="2972"/>
                  </a:lnTo>
                  <a:lnTo>
                    <a:pt x="6989" y="2867"/>
                  </a:lnTo>
                  <a:lnTo>
                    <a:pt x="6947" y="2805"/>
                  </a:lnTo>
                  <a:lnTo>
                    <a:pt x="6843" y="2784"/>
                  </a:lnTo>
                  <a:lnTo>
                    <a:pt x="6780" y="2721"/>
                  </a:lnTo>
                  <a:lnTo>
                    <a:pt x="6759" y="2553"/>
                  </a:lnTo>
                  <a:lnTo>
                    <a:pt x="6738" y="2491"/>
                  </a:lnTo>
                  <a:lnTo>
                    <a:pt x="6550" y="2365"/>
                  </a:lnTo>
                  <a:lnTo>
                    <a:pt x="6487" y="2386"/>
                  </a:lnTo>
                  <a:lnTo>
                    <a:pt x="6382" y="2344"/>
                  </a:lnTo>
                  <a:lnTo>
                    <a:pt x="6361" y="2365"/>
                  </a:lnTo>
                  <a:lnTo>
                    <a:pt x="6257" y="2344"/>
                  </a:lnTo>
                  <a:lnTo>
                    <a:pt x="6131" y="2240"/>
                  </a:lnTo>
                  <a:lnTo>
                    <a:pt x="6173" y="2177"/>
                  </a:lnTo>
                  <a:lnTo>
                    <a:pt x="6215" y="2135"/>
                  </a:lnTo>
                  <a:lnTo>
                    <a:pt x="6278" y="2072"/>
                  </a:lnTo>
                  <a:lnTo>
                    <a:pt x="6320" y="1989"/>
                  </a:lnTo>
                  <a:lnTo>
                    <a:pt x="6257" y="1926"/>
                  </a:lnTo>
                  <a:lnTo>
                    <a:pt x="6152" y="1926"/>
                  </a:lnTo>
                  <a:lnTo>
                    <a:pt x="6048" y="1863"/>
                  </a:lnTo>
                  <a:lnTo>
                    <a:pt x="6006" y="1779"/>
                  </a:lnTo>
                  <a:lnTo>
                    <a:pt x="5922" y="1737"/>
                  </a:lnTo>
                  <a:lnTo>
                    <a:pt x="5817" y="1737"/>
                  </a:lnTo>
                  <a:lnTo>
                    <a:pt x="5692" y="1654"/>
                  </a:lnTo>
                  <a:lnTo>
                    <a:pt x="5608" y="1612"/>
                  </a:lnTo>
                  <a:lnTo>
                    <a:pt x="5587" y="1465"/>
                  </a:lnTo>
                  <a:lnTo>
                    <a:pt x="5629" y="1403"/>
                  </a:lnTo>
                  <a:lnTo>
                    <a:pt x="5545" y="1361"/>
                  </a:lnTo>
                  <a:lnTo>
                    <a:pt x="5399" y="1361"/>
                  </a:lnTo>
                  <a:lnTo>
                    <a:pt x="5336" y="1424"/>
                  </a:lnTo>
                  <a:lnTo>
                    <a:pt x="5211" y="1424"/>
                  </a:lnTo>
                  <a:lnTo>
                    <a:pt x="5106" y="1340"/>
                  </a:lnTo>
                  <a:lnTo>
                    <a:pt x="5106" y="1152"/>
                  </a:lnTo>
                  <a:lnTo>
                    <a:pt x="5169" y="1047"/>
                  </a:lnTo>
                  <a:lnTo>
                    <a:pt x="5190" y="1005"/>
                  </a:lnTo>
                  <a:lnTo>
                    <a:pt x="5211" y="880"/>
                  </a:lnTo>
                  <a:lnTo>
                    <a:pt x="5190" y="796"/>
                  </a:lnTo>
                  <a:lnTo>
                    <a:pt x="5085" y="566"/>
                  </a:lnTo>
                  <a:lnTo>
                    <a:pt x="4918" y="377"/>
                  </a:lnTo>
                  <a:lnTo>
                    <a:pt x="4897" y="294"/>
                  </a:lnTo>
                  <a:lnTo>
                    <a:pt x="4771" y="189"/>
                  </a:lnTo>
                  <a:lnTo>
                    <a:pt x="4813" y="168"/>
                  </a:lnTo>
                  <a:lnTo>
                    <a:pt x="4813" y="84"/>
                  </a:lnTo>
                  <a:lnTo>
                    <a:pt x="475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2336;p45"/>
            <p:cNvSpPr/>
            <p:nvPr/>
          </p:nvSpPr>
          <p:spPr>
            <a:xfrm>
              <a:off x="3809372" y="2919523"/>
              <a:ext cx="106405" cy="94483"/>
            </a:xfrm>
            <a:custGeom>
              <a:avLst/>
              <a:gdLst/>
              <a:ahLst/>
              <a:cxnLst/>
              <a:rect l="l" t="t" r="r" b="b"/>
              <a:pathLst>
                <a:path w="8936" h="8308" extrusionOk="0">
                  <a:moveTo>
                    <a:pt x="1068" y="1"/>
                  </a:moveTo>
                  <a:lnTo>
                    <a:pt x="1047" y="42"/>
                  </a:lnTo>
                  <a:lnTo>
                    <a:pt x="1089" y="252"/>
                  </a:lnTo>
                  <a:lnTo>
                    <a:pt x="1152" y="314"/>
                  </a:lnTo>
                  <a:lnTo>
                    <a:pt x="1026" y="482"/>
                  </a:lnTo>
                  <a:lnTo>
                    <a:pt x="670" y="691"/>
                  </a:lnTo>
                  <a:lnTo>
                    <a:pt x="670" y="775"/>
                  </a:lnTo>
                  <a:lnTo>
                    <a:pt x="566" y="900"/>
                  </a:lnTo>
                  <a:lnTo>
                    <a:pt x="440" y="900"/>
                  </a:lnTo>
                  <a:lnTo>
                    <a:pt x="357" y="963"/>
                  </a:lnTo>
                  <a:lnTo>
                    <a:pt x="357" y="1047"/>
                  </a:lnTo>
                  <a:lnTo>
                    <a:pt x="336" y="1109"/>
                  </a:lnTo>
                  <a:lnTo>
                    <a:pt x="398" y="1298"/>
                  </a:lnTo>
                  <a:lnTo>
                    <a:pt x="398" y="1423"/>
                  </a:lnTo>
                  <a:lnTo>
                    <a:pt x="357" y="1465"/>
                  </a:lnTo>
                  <a:lnTo>
                    <a:pt x="357" y="1507"/>
                  </a:lnTo>
                  <a:lnTo>
                    <a:pt x="336" y="1570"/>
                  </a:lnTo>
                  <a:lnTo>
                    <a:pt x="294" y="1674"/>
                  </a:lnTo>
                  <a:lnTo>
                    <a:pt x="189" y="1716"/>
                  </a:lnTo>
                  <a:lnTo>
                    <a:pt x="147" y="1737"/>
                  </a:lnTo>
                  <a:lnTo>
                    <a:pt x="85" y="1737"/>
                  </a:lnTo>
                  <a:lnTo>
                    <a:pt x="22" y="1800"/>
                  </a:lnTo>
                  <a:lnTo>
                    <a:pt x="22" y="2009"/>
                  </a:lnTo>
                  <a:lnTo>
                    <a:pt x="85" y="2030"/>
                  </a:lnTo>
                  <a:lnTo>
                    <a:pt x="147" y="2156"/>
                  </a:lnTo>
                  <a:lnTo>
                    <a:pt x="147" y="2553"/>
                  </a:lnTo>
                  <a:lnTo>
                    <a:pt x="189" y="2762"/>
                  </a:lnTo>
                  <a:lnTo>
                    <a:pt x="189" y="2825"/>
                  </a:lnTo>
                  <a:lnTo>
                    <a:pt x="189" y="3139"/>
                  </a:lnTo>
                  <a:lnTo>
                    <a:pt x="252" y="3286"/>
                  </a:lnTo>
                  <a:lnTo>
                    <a:pt x="210" y="3599"/>
                  </a:lnTo>
                  <a:lnTo>
                    <a:pt x="189" y="3662"/>
                  </a:lnTo>
                  <a:lnTo>
                    <a:pt x="231" y="3788"/>
                  </a:lnTo>
                  <a:lnTo>
                    <a:pt x="252" y="3997"/>
                  </a:lnTo>
                  <a:lnTo>
                    <a:pt x="210" y="4081"/>
                  </a:lnTo>
                  <a:lnTo>
                    <a:pt x="85" y="4185"/>
                  </a:lnTo>
                  <a:lnTo>
                    <a:pt x="43" y="4227"/>
                  </a:lnTo>
                  <a:lnTo>
                    <a:pt x="1" y="4290"/>
                  </a:lnTo>
                  <a:lnTo>
                    <a:pt x="85" y="4353"/>
                  </a:lnTo>
                  <a:lnTo>
                    <a:pt x="210" y="4541"/>
                  </a:lnTo>
                  <a:lnTo>
                    <a:pt x="315" y="4771"/>
                  </a:lnTo>
                  <a:lnTo>
                    <a:pt x="357" y="4813"/>
                  </a:lnTo>
                  <a:lnTo>
                    <a:pt x="398" y="4938"/>
                  </a:lnTo>
                  <a:lnTo>
                    <a:pt x="357" y="5022"/>
                  </a:lnTo>
                  <a:lnTo>
                    <a:pt x="398" y="5169"/>
                  </a:lnTo>
                  <a:lnTo>
                    <a:pt x="440" y="5252"/>
                  </a:lnTo>
                  <a:lnTo>
                    <a:pt x="461" y="5357"/>
                  </a:lnTo>
                  <a:lnTo>
                    <a:pt x="545" y="5441"/>
                  </a:lnTo>
                  <a:lnTo>
                    <a:pt x="984" y="5441"/>
                  </a:lnTo>
                  <a:lnTo>
                    <a:pt x="1089" y="5503"/>
                  </a:lnTo>
                  <a:lnTo>
                    <a:pt x="1173" y="5650"/>
                  </a:lnTo>
                  <a:lnTo>
                    <a:pt x="1277" y="5880"/>
                  </a:lnTo>
                  <a:lnTo>
                    <a:pt x="1340" y="5922"/>
                  </a:lnTo>
                  <a:lnTo>
                    <a:pt x="1403" y="6006"/>
                  </a:lnTo>
                  <a:lnTo>
                    <a:pt x="1486" y="6089"/>
                  </a:lnTo>
                  <a:lnTo>
                    <a:pt x="2491" y="6319"/>
                  </a:lnTo>
                  <a:lnTo>
                    <a:pt x="2595" y="6424"/>
                  </a:lnTo>
                  <a:lnTo>
                    <a:pt x="3118" y="6215"/>
                  </a:lnTo>
                  <a:lnTo>
                    <a:pt x="3746" y="5964"/>
                  </a:lnTo>
                  <a:lnTo>
                    <a:pt x="8391" y="8307"/>
                  </a:lnTo>
                  <a:lnTo>
                    <a:pt x="8391" y="8098"/>
                  </a:lnTo>
                  <a:lnTo>
                    <a:pt x="8935" y="8056"/>
                  </a:lnTo>
                  <a:lnTo>
                    <a:pt x="8705" y="2344"/>
                  </a:lnTo>
                  <a:lnTo>
                    <a:pt x="8621" y="2051"/>
                  </a:lnTo>
                  <a:lnTo>
                    <a:pt x="8580" y="1905"/>
                  </a:lnTo>
                  <a:lnTo>
                    <a:pt x="8621" y="1716"/>
                  </a:lnTo>
                  <a:lnTo>
                    <a:pt x="8705" y="1507"/>
                  </a:lnTo>
                  <a:lnTo>
                    <a:pt x="8705" y="1381"/>
                  </a:lnTo>
                  <a:lnTo>
                    <a:pt x="8663" y="1214"/>
                  </a:lnTo>
                  <a:lnTo>
                    <a:pt x="8705" y="984"/>
                  </a:lnTo>
                  <a:lnTo>
                    <a:pt x="8726" y="879"/>
                  </a:lnTo>
                  <a:lnTo>
                    <a:pt x="8684" y="733"/>
                  </a:lnTo>
                  <a:lnTo>
                    <a:pt x="8600" y="649"/>
                  </a:lnTo>
                  <a:lnTo>
                    <a:pt x="8496" y="628"/>
                  </a:lnTo>
                  <a:lnTo>
                    <a:pt x="8391" y="649"/>
                  </a:lnTo>
                  <a:lnTo>
                    <a:pt x="7994" y="586"/>
                  </a:lnTo>
                  <a:lnTo>
                    <a:pt x="7931" y="524"/>
                  </a:lnTo>
                  <a:lnTo>
                    <a:pt x="7764" y="524"/>
                  </a:lnTo>
                  <a:lnTo>
                    <a:pt x="7575" y="461"/>
                  </a:lnTo>
                  <a:lnTo>
                    <a:pt x="7533" y="377"/>
                  </a:lnTo>
                  <a:lnTo>
                    <a:pt x="7575" y="356"/>
                  </a:lnTo>
                  <a:lnTo>
                    <a:pt x="7554" y="314"/>
                  </a:lnTo>
                  <a:lnTo>
                    <a:pt x="7324" y="168"/>
                  </a:lnTo>
                  <a:lnTo>
                    <a:pt x="7199" y="168"/>
                  </a:lnTo>
                  <a:lnTo>
                    <a:pt x="7010" y="126"/>
                  </a:lnTo>
                  <a:lnTo>
                    <a:pt x="6948" y="105"/>
                  </a:lnTo>
                  <a:lnTo>
                    <a:pt x="6885" y="147"/>
                  </a:lnTo>
                  <a:lnTo>
                    <a:pt x="6780" y="63"/>
                  </a:lnTo>
                  <a:lnTo>
                    <a:pt x="6717" y="63"/>
                  </a:lnTo>
                  <a:lnTo>
                    <a:pt x="6529" y="168"/>
                  </a:lnTo>
                  <a:lnTo>
                    <a:pt x="6257" y="210"/>
                  </a:lnTo>
                  <a:lnTo>
                    <a:pt x="6006" y="314"/>
                  </a:lnTo>
                  <a:lnTo>
                    <a:pt x="5880" y="440"/>
                  </a:lnTo>
                  <a:lnTo>
                    <a:pt x="5839" y="586"/>
                  </a:lnTo>
                  <a:lnTo>
                    <a:pt x="5776" y="670"/>
                  </a:lnTo>
                  <a:lnTo>
                    <a:pt x="5755" y="963"/>
                  </a:lnTo>
                  <a:lnTo>
                    <a:pt x="5859" y="1109"/>
                  </a:lnTo>
                  <a:lnTo>
                    <a:pt x="5943" y="1361"/>
                  </a:lnTo>
                  <a:lnTo>
                    <a:pt x="5880" y="1486"/>
                  </a:lnTo>
                  <a:lnTo>
                    <a:pt x="5734" y="1633"/>
                  </a:lnTo>
                  <a:lnTo>
                    <a:pt x="5692" y="1695"/>
                  </a:lnTo>
                  <a:lnTo>
                    <a:pt x="5525" y="1842"/>
                  </a:lnTo>
                  <a:lnTo>
                    <a:pt x="5378" y="1905"/>
                  </a:lnTo>
                  <a:lnTo>
                    <a:pt x="5148" y="1800"/>
                  </a:lnTo>
                  <a:lnTo>
                    <a:pt x="4918" y="1612"/>
                  </a:lnTo>
                  <a:lnTo>
                    <a:pt x="4730" y="1486"/>
                  </a:lnTo>
                  <a:lnTo>
                    <a:pt x="4479" y="1319"/>
                  </a:lnTo>
                  <a:lnTo>
                    <a:pt x="4060" y="1172"/>
                  </a:lnTo>
                  <a:lnTo>
                    <a:pt x="3872" y="1151"/>
                  </a:lnTo>
                  <a:lnTo>
                    <a:pt x="3788" y="1172"/>
                  </a:lnTo>
                  <a:lnTo>
                    <a:pt x="3579" y="1172"/>
                  </a:lnTo>
                  <a:lnTo>
                    <a:pt x="3390" y="1068"/>
                  </a:lnTo>
                  <a:lnTo>
                    <a:pt x="3223" y="733"/>
                  </a:lnTo>
                  <a:lnTo>
                    <a:pt x="3223" y="545"/>
                  </a:lnTo>
                  <a:lnTo>
                    <a:pt x="3056" y="356"/>
                  </a:lnTo>
                  <a:lnTo>
                    <a:pt x="2700" y="314"/>
                  </a:lnTo>
                  <a:lnTo>
                    <a:pt x="2512" y="168"/>
                  </a:lnTo>
                  <a:lnTo>
                    <a:pt x="2198" y="168"/>
                  </a:lnTo>
                  <a:lnTo>
                    <a:pt x="2010" y="105"/>
                  </a:lnTo>
                  <a:lnTo>
                    <a:pt x="1591" y="168"/>
                  </a:lnTo>
                  <a:lnTo>
                    <a:pt x="1298" y="126"/>
                  </a:lnTo>
                  <a:lnTo>
                    <a:pt x="1194" y="21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2337;p45"/>
            <p:cNvSpPr/>
            <p:nvPr/>
          </p:nvSpPr>
          <p:spPr>
            <a:xfrm>
              <a:off x="3795917" y="2888589"/>
              <a:ext cx="27173" cy="50699"/>
            </a:xfrm>
            <a:custGeom>
              <a:avLst/>
              <a:gdLst/>
              <a:ahLst/>
              <a:cxnLst/>
              <a:rect l="l" t="t" r="r" b="b"/>
              <a:pathLst>
                <a:path w="2282" h="4458" extrusionOk="0">
                  <a:moveTo>
                    <a:pt x="1235" y="0"/>
                  </a:moveTo>
                  <a:lnTo>
                    <a:pt x="1110" y="21"/>
                  </a:lnTo>
                  <a:lnTo>
                    <a:pt x="1110" y="105"/>
                  </a:lnTo>
                  <a:lnTo>
                    <a:pt x="1026" y="21"/>
                  </a:lnTo>
                  <a:lnTo>
                    <a:pt x="859" y="42"/>
                  </a:lnTo>
                  <a:lnTo>
                    <a:pt x="650" y="147"/>
                  </a:lnTo>
                  <a:lnTo>
                    <a:pt x="524" y="272"/>
                  </a:lnTo>
                  <a:lnTo>
                    <a:pt x="503" y="356"/>
                  </a:lnTo>
                  <a:lnTo>
                    <a:pt x="524" y="440"/>
                  </a:lnTo>
                  <a:lnTo>
                    <a:pt x="503" y="586"/>
                  </a:lnTo>
                  <a:lnTo>
                    <a:pt x="503" y="775"/>
                  </a:lnTo>
                  <a:lnTo>
                    <a:pt x="399" y="1047"/>
                  </a:lnTo>
                  <a:lnTo>
                    <a:pt x="440" y="1193"/>
                  </a:lnTo>
                  <a:lnTo>
                    <a:pt x="503" y="1298"/>
                  </a:lnTo>
                  <a:lnTo>
                    <a:pt x="524" y="1319"/>
                  </a:lnTo>
                  <a:lnTo>
                    <a:pt x="482" y="1381"/>
                  </a:lnTo>
                  <a:lnTo>
                    <a:pt x="419" y="1465"/>
                  </a:lnTo>
                  <a:lnTo>
                    <a:pt x="503" y="1528"/>
                  </a:lnTo>
                  <a:lnTo>
                    <a:pt x="440" y="1591"/>
                  </a:lnTo>
                  <a:lnTo>
                    <a:pt x="419" y="1800"/>
                  </a:lnTo>
                  <a:lnTo>
                    <a:pt x="336" y="1842"/>
                  </a:lnTo>
                  <a:lnTo>
                    <a:pt x="294" y="1925"/>
                  </a:lnTo>
                  <a:lnTo>
                    <a:pt x="210" y="1946"/>
                  </a:lnTo>
                  <a:lnTo>
                    <a:pt x="85" y="2114"/>
                  </a:lnTo>
                  <a:lnTo>
                    <a:pt x="1" y="2365"/>
                  </a:lnTo>
                  <a:lnTo>
                    <a:pt x="64" y="2407"/>
                  </a:lnTo>
                  <a:lnTo>
                    <a:pt x="106" y="2553"/>
                  </a:lnTo>
                  <a:lnTo>
                    <a:pt x="85" y="2616"/>
                  </a:lnTo>
                  <a:lnTo>
                    <a:pt x="168" y="2741"/>
                  </a:lnTo>
                  <a:lnTo>
                    <a:pt x="210" y="2741"/>
                  </a:lnTo>
                  <a:lnTo>
                    <a:pt x="399" y="2888"/>
                  </a:lnTo>
                  <a:lnTo>
                    <a:pt x="419" y="3034"/>
                  </a:lnTo>
                  <a:lnTo>
                    <a:pt x="545" y="3076"/>
                  </a:lnTo>
                  <a:lnTo>
                    <a:pt x="608" y="3139"/>
                  </a:lnTo>
                  <a:lnTo>
                    <a:pt x="712" y="3160"/>
                  </a:lnTo>
                  <a:lnTo>
                    <a:pt x="838" y="3306"/>
                  </a:lnTo>
                  <a:lnTo>
                    <a:pt x="1215" y="4457"/>
                  </a:lnTo>
                  <a:lnTo>
                    <a:pt x="1277" y="4457"/>
                  </a:lnTo>
                  <a:lnTo>
                    <a:pt x="1319" y="4436"/>
                  </a:lnTo>
                  <a:lnTo>
                    <a:pt x="1424" y="4394"/>
                  </a:lnTo>
                  <a:lnTo>
                    <a:pt x="1466" y="4290"/>
                  </a:lnTo>
                  <a:lnTo>
                    <a:pt x="1487" y="4227"/>
                  </a:lnTo>
                  <a:lnTo>
                    <a:pt x="1487" y="4185"/>
                  </a:lnTo>
                  <a:lnTo>
                    <a:pt x="1528" y="4143"/>
                  </a:lnTo>
                  <a:lnTo>
                    <a:pt x="1528" y="4018"/>
                  </a:lnTo>
                  <a:lnTo>
                    <a:pt x="1466" y="3829"/>
                  </a:lnTo>
                  <a:lnTo>
                    <a:pt x="1487" y="3767"/>
                  </a:lnTo>
                  <a:lnTo>
                    <a:pt x="1487" y="3683"/>
                  </a:lnTo>
                  <a:lnTo>
                    <a:pt x="1570" y="3620"/>
                  </a:lnTo>
                  <a:lnTo>
                    <a:pt x="1696" y="3620"/>
                  </a:lnTo>
                  <a:lnTo>
                    <a:pt x="1800" y="3495"/>
                  </a:lnTo>
                  <a:lnTo>
                    <a:pt x="1800" y="3411"/>
                  </a:lnTo>
                  <a:lnTo>
                    <a:pt x="2156" y="3202"/>
                  </a:lnTo>
                  <a:lnTo>
                    <a:pt x="2282" y="3034"/>
                  </a:lnTo>
                  <a:lnTo>
                    <a:pt x="2219" y="2972"/>
                  </a:lnTo>
                  <a:lnTo>
                    <a:pt x="2177" y="2762"/>
                  </a:lnTo>
                  <a:lnTo>
                    <a:pt x="2198" y="2721"/>
                  </a:lnTo>
                  <a:lnTo>
                    <a:pt x="2156" y="2679"/>
                  </a:lnTo>
                  <a:lnTo>
                    <a:pt x="1968" y="2574"/>
                  </a:lnTo>
                  <a:lnTo>
                    <a:pt x="1947" y="2532"/>
                  </a:lnTo>
                  <a:lnTo>
                    <a:pt x="1947" y="2448"/>
                  </a:lnTo>
                  <a:lnTo>
                    <a:pt x="1863" y="2407"/>
                  </a:lnTo>
                  <a:lnTo>
                    <a:pt x="1842" y="2428"/>
                  </a:lnTo>
                  <a:lnTo>
                    <a:pt x="1842" y="2469"/>
                  </a:lnTo>
                  <a:lnTo>
                    <a:pt x="1779" y="2511"/>
                  </a:lnTo>
                  <a:lnTo>
                    <a:pt x="1696" y="2469"/>
                  </a:lnTo>
                  <a:lnTo>
                    <a:pt x="1675" y="2365"/>
                  </a:lnTo>
                  <a:lnTo>
                    <a:pt x="1591" y="2407"/>
                  </a:lnTo>
                  <a:lnTo>
                    <a:pt x="1424" y="2260"/>
                  </a:lnTo>
                  <a:lnTo>
                    <a:pt x="1340" y="2114"/>
                  </a:lnTo>
                  <a:lnTo>
                    <a:pt x="1382" y="1925"/>
                  </a:lnTo>
                  <a:lnTo>
                    <a:pt x="1675" y="1737"/>
                  </a:lnTo>
                  <a:lnTo>
                    <a:pt x="1842" y="1570"/>
                  </a:lnTo>
                  <a:lnTo>
                    <a:pt x="1884" y="1507"/>
                  </a:lnTo>
                  <a:lnTo>
                    <a:pt x="1842" y="1465"/>
                  </a:lnTo>
                  <a:lnTo>
                    <a:pt x="1884" y="1381"/>
                  </a:lnTo>
                  <a:lnTo>
                    <a:pt x="1863" y="1298"/>
                  </a:lnTo>
                  <a:lnTo>
                    <a:pt x="1842" y="1277"/>
                  </a:lnTo>
                  <a:lnTo>
                    <a:pt x="1842" y="1088"/>
                  </a:lnTo>
                  <a:lnTo>
                    <a:pt x="1654" y="1005"/>
                  </a:lnTo>
                  <a:lnTo>
                    <a:pt x="1528" y="837"/>
                  </a:lnTo>
                  <a:lnTo>
                    <a:pt x="1549" y="670"/>
                  </a:lnTo>
                  <a:lnTo>
                    <a:pt x="1675" y="586"/>
                  </a:lnTo>
                  <a:lnTo>
                    <a:pt x="1696" y="482"/>
                  </a:lnTo>
                  <a:lnTo>
                    <a:pt x="1800" y="314"/>
                  </a:lnTo>
                  <a:lnTo>
                    <a:pt x="1800" y="210"/>
                  </a:lnTo>
                  <a:lnTo>
                    <a:pt x="1759" y="147"/>
                  </a:lnTo>
                  <a:lnTo>
                    <a:pt x="1549" y="335"/>
                  </a:lnTo>
                  <a:lnTo>
                    <a:pt x="1487" y="419"/>
                  </a:lnTo>
                  <a:lnTo>
                    <a:pt x="1424" y="377"/>
                  </a:lnTo>
                  <a:lnTo>
                    <a:pt x="1340" y="168"/>
                  </a:lnTo>
                  <a:lnTo>
                    <a:pt x="1277" y="168"/>
                  </a:lnTo>
                  <a:lnTo>
                    <a:pt x="1277" y="63"/>
                  </a:lnTo>
                  <a:lnTo>
                    <a:pt x="123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2338;p45"/>
            <p:cNvSpPr/>
            <p:nvPr/>
          </p:nvSpPr>
          <p:spPr>
            <a:xfrm>
              <a:off x="3689035" y="2890250"/>
              <a:ext cx="138044" cy="127554"/>
            </a:xfrm>
            <a:custGeom>
              <a:avLst/>
              <a:gdLst/>
              <a:ahLst/>
              <a:cxnLst/>
              <a:rect l="l" t="t" r="r" b="b"/>
              <a:pathLst>
                <a:path w="11593" h="11216" extrusionOk="0">
                  <a:moveTo>
                    <a:pt x="8307" y="1"/>
                  </a:moveTo>
                  <a:lnTo>
                    <a:pt x="8161" y="22"/>
                  </a:lnTo>
                  <a:lnTo>
                    <a:pt x="8140" y="106"/>
                  </a:lnTo>
                  <a:lnTo>
                    <a:pt x="8035" y="126"/>
                  </a:lnTo>
                  <a:lnTo>
                    <a:pt x="7994" y="210"/>
                  </a:lnTo>
                  <a:lnTo>
                    <a:pt x="7910" y="189"/>
                  </a:lnTo>
                  <a:lnTo>
                    <a:pt x="7805" y="189"/>
                  </a:lnTo>
                  <a:lnTo>
                    <a:pt x="7701" y="294"/>
                  </a:lnTo>
                  <a:lnTo>
                    <a:pt x="7575" y="294"/>
                  </a:lnTo>
                  <a:lnTo>
                    <a:pt x="7491" y="168"/>
                  </a:lnTo>
                  <a:lnTo>
                    <a:pt x="7324" y="168"/>
                  </a:lnTo>
                  <a:lnTo>
                    <a:pt x="7261" y="126"/>
                  </a:lnTo>
                  <a:lnTo>
                    <a:pt x="7115" y="168"/>
                  </a:lnTo>
                  <a:lnTo>
                    <a:pt x="6989" y="126"/>
                  </a:lnTo>
                  <a:lnTo>
                    <a:pt x="6947" y="168"/>
                  </a:lnTo>
                  <a:lnTo>
                    <a:pt x="6843" y="106"/>
                  </a:lnTo>
                  <a:lnTo>
                    <a:pt x="6759" y="126"/>
                  </a:lnTo>
                  <a:lnTo>
                    <a:pt x="6696" y="273"/>
                  </a:lnTo>
                  <a:lnTo>
                    <a:pt x="6571" y="273"/>
                  </a:lnTo>
                  <a:lnTo>
                    <a:pt x="6466" y="210"/>
                  </a:lnTo>
                  <a:lnTo>
                    <a:pt x="6320" y="336"/>
                  </a:lnTo>
                  <a:lnTo>
                    <a:pt x="6236" y="336"/>
                  </a:lnTo>
                  <a:lnTo>
                    <a:pt x="6110" y="273"/>
                  </a:lnTo>
                  <a:lnTo>
                    <a:pt x="5964" y="315"/>
                  </a:lnTo>
                  <a:lnTo>
                    <a:pt x="5629" y="315"/>
                  </a:lnTo>
                  <a:lnTo>
                    <a:pt x="5336" y="524"/>
                  </a:lnTo>
                  <a:lnTo>
                    <a:pt x="5190" y="545"/>
                  </a:lnTo>
                  <a:lnTo>
                    <a:pt x="5106" y="545"/>
                  </a:lnTo>
                  <a:lnTo>
                    <a:pt x="4981" y="629"/>
                  </a:lnTo>
                  <a:lnTo>
                    <a:pt x="4960" y="712"/>
                  </a:lnTo>
                  <a:lnTo>
                    <a:pt x="4897" y="817"/>
                  </a:lnTo>
                  <a:lnTo>
                    <a:pt x="4813" y="817"/>
                  </a:lnTo>
                  <a:lnTo>
                    <a:pt x="4792" y="796"/>
                  </a:lnTo>
                  <a:lnTo>
                    <a:pt x="4709" y="796"/>
                  </a:lnTo>
                  <a:lnTo>
                    <a:pt x="4646" y="817"/>
                  </a:lnTo>
                  <a:lnTo>
                    <a:pt x="4604" y="859"/>
                  </a:lnTo>
                  <a:lnTo>
                    <a:pt x="4457" y="901"/>
                  </a:lnTo>
                  <a:lnTo>
                    <a:pt x="4332" y="942"/>
                  </a:lnTo>
                  <a:lnTo>
                    <a:pt x="4248" y="1026"/>
                  </a:lnTo>
                  <a:lnTo>
                    <a:pt x="4227" y="1068"/>
                  </a:lnTo>
                  <a:lnTo>
                    <a:pt x="4123" y="1214"/>
                  </a:lnTo>
                  <a:lnTo>
                    <a:pt x="3934" y="1256"/>
                  </a:lnTo>
                  <a:lnTo>
                    <a:pt x="3767" y="1256"/>
                  </a:lnTo>
                  <a:lnTo>
                    <a:pt x="3830" y="1340"/>
                  </a:lnTo>
                  <a:lnTo>
                    <a:pt x="3851" y="1382"/>
                  </a:lnTo>
                  <a:lnTo>
                    <a:pt x="3913" y="1486"/>
                  </a:lnTo>
                  <a:lnTo>
                    <a:pt x="3934" y="1591"/>
                  </a:lnTo>
                  <a:lnTo>
                    <a:pt x="3955" y="1633"/>
                  </a:lnTo>
                  <a:lnTo>
                    <a:pt x="3955" y="1800"/>
                  </a:lnTo>
                  <a:lnTo>
                    <a:pt x="3955" y="2051"/>
                  </a:lnTo>
                  <a:lnTo>
                    <a:pt x="3976" y="2114"/>
                  </a:lnTo>
                  <a:lnTo>
                    <a:pt x="4039" y="2575"/>
                  </a:lnTo>
                  <a:lnTo>
                    <a:pt x="4123" y="2721"/>
                  </a:lnTo>
                  <a:lnTo>
                    <a:pt x="4144" y="2847"/>
                  </a:lnTo>
                  <a:lnTo>
                    <a:pt x="4227" y="2847"/>
                  </a:lnTo>
                  <a:lnTo>
                    <a:pt x="4269" y="2909"/>
                  </a:lnTo>
                  <a:lnTo>
                    <a:pt x="4353" y="2930"/>
                  </a:lnTo>
                  <a:lnTo>
                    <a:pt x="4395" y="2951"/>
                  </a:lnTo>
                  <a:lnTo>
                    <a:pt x="4332" y="3119"/>
                  </a:lnTo>
                  <a:lnTo>
                    <a:pt x="4353" y="3160"/>
                  </a:lnTo>
                  <a:lnTo>
                    <a:pt x="4269" y="3265"/>
                  </a:lnTo>
                  <a:lnTo>
                    <a:pt x="3600" y="3265"/>
                  </a:lnTo>
                  <a:lnTo>
                    <a:pt x="3453" y="3307"/>
                  </a:lnTo>
                  <a:lnTo>
                    <a:pt x="3307" y="3516"/>
                  </a:lnTo>
                  <a:lnTo>
                    <a:pt x="3202" y="3621"/>
                  </a:lnTo>
                  <a:lnTo>
                    <a:pt x="3118" y="3746"/>
                  </a:lnTo>
                  <a:lnTo>
                    <a:pt x="3139" y="3935"/>
                  </a:lnTo>
                  <a:lnTo>
                    <a:pt x="3097" y="4060"/>
                  </a:lnTo>
                  <a:lnTo>
                    <a:pt x="2700" y="4311"/>
                  </a:lnTo>
                  <a:lnTo>
                    <a:pt x="2072" y="4688"/>
                  </a:lnTo>
                  <a:lnTo>
                    <a:pt x="1612" y="4939"/>
                  </a:lnTo>
                  <a:lnTo>
                    <a:pt x="1361" y="5002"/>
                  </a:lnTo>
                  <a:lnTo>
                    <a:pt x="1152" y="5002"/>
                  </a:lnTo>
                  <a:lnTo>
                    <a:pt x="1047" y="5043"/>
                  </a:lnTo>
                  <a:lnTo>
                    <a:pt x="880" y="5043"/>
                  </a:lnTo>
                  <a:lnTo>
                    <a:pt x="587" y="5106"/>
                  </a:lnTo>
                  <a:lnTo>
                    <a:pt x="398" y="5211"/>
                  </a:lnTo>
                  <a:lnTo>
                    <a:pt x="294" y="5357"/>
                  </a:lnTo>
                  <a:lnTo>
                    <a:pt x="43" y="5546"/>
                  </a:lnTo>
                  <a:lnTo>
                    <a:pt x="43" y="6048"/>
                  </a:lnTo>
                  <a:lnTo>
                    <a:pt x="1" y="6194"/>
                  </a:lnTo>
                  <a:lnTo>
                    <a:pt x="2093" y="7617"/>
                  </a:lnTo>
                  <a:lnTo>
                    <a:pt x="5901" y="10128"/>
                  </a:lnTo>
                  <a:lnTo>
                    <a:pt x="5943" y="10379"/>
                  </a:lnTo>
                  <a:lnTo>
                    <a:pt x="6069" y="10484"/>
                  </a:lnTo>
                  <a:lnTo>
                    <a:pt x="6278" y="10484"/>
                  </a:lnTo>
                  <a:lnTo>
                    <a:pt x="6445" y="10546"/>
                  </a:lnTo>
                  <a:lnTo>
                    <a:pt x="6550" y="10672"/>
                  </a:lnTo>
                  <a:lnTo>
                    <a:pt x="6696" y="10735"/>
                  </a:lnTo>
                  <a:lnTo>
                    <a:pt x="6801" y="10797"/>
                  </a:lnTo>
                  <a:lnTo>
                    <a:pt x="6801" y="10902"/>
                  </a:lnTo>
                  <a:lnTo>
                    <a:pt x="6738" y="11090"/>
                  </a:lnTo>
                  <a:lnTo>
                    <a:pt x="6780" y="11174"/>
                  </a:lnTo>
                  <a:lnTo>
                    <a:pt x="6906" y="11216"/>
                  </a:lnTo>
                  <a:lnTo>
                    <a:pt x="7178" y="11195"/>
                  </a:lnTo>
                  <a:lnTo>
                    <a:pt x="7408" y="11111"/>
                  </a:lnTo>
                  <a:lnTo>
                    <a:pt x="8266" y="10902"/>
                  </a:lnTo>
                  <a:lnTo>
                    <a:pt x="8998" y="10253"/>
                  </a:lnTo>
                  <a:lnTo>
                    <a:pt x="11592" y="8663"/>
                  </a:lnTo>
                  <a:lnTo>
                    <a:pt x="11509" y="8580"/>
                  </a:lnTo>
                  <a:lnTo>
                    <a:pt x="11446" y="8496"/>
                  </a:lnTo>
                  <a:lnTo>
                    <a:pt x="11383" y="8454"/>
                  </a:lnTo>
                  <a:lnTo>
                    <a:pt x="11279" y="8224"/>
                  </a:lnTo>
                  <a:lnTo>
                    <a:pt x="11195" y="8077"/>
                  </a:lnTo>
                  <a:lnTo>
                    <a:pt x="11090" y="8015"/>
                  </a:lnTo>
                  <a:lnTo>
                    <a:pt x="10651" y="8015"/>
                  </a:lnTo>
                  <a:lnTo>
                    <a:pt x="10567" y="7931"/>
                  </a:lnTo>
                  <a:lnTo>
                    <a:pt x="10546" y="7826"/>
                  </a:lnTo>
                  <a:lnTo>
                    <a:pt x="10504" y="7743"/>
                  </a:lnTo>
                  <a:lnTo>
                    <a:pt x="10463" y="7596"/>
                  </a:lnTo>
                  <a:lnTo>
                    <a:pt x="10504" y="7512"/>
                  </a:lnTo>
                  <a:lnTo>
                    <a:pt x="10463" y="7387"/>
                  </a:lnTo>
                  <a:lnTo>
                    <a:pt x="10421" y="7345"/>
                  </a:lnTo>
                  <a:lnTo>
                    <a:pt x="10316" y="7115"/>
                  </a:lnTo>
                  <a:lnTo>
                    <a:pt x="10191" y="6927"/>
                  </a:lnTo>
                  <a:lnTo>
                    <a:pt x="10107" y="6864"/>
                  </a:lnTo>
                  <a:lnTo>
                    <a:pt x="10149" y="6801"/>
                  </a:lnTo>
                  <a:lnTo>
                    <a:pt x="10191" y="6759"/>
                  </a:lnTo>
                  <a:lnTo>
                    <a:pt x="10316" y="6655"/>
                  </a:lnTo>
                  <a:lnTo>
                    <a:pt x="10358" y="6571"/>
                  </a:lnTo>
                  <a:lnTo>
                    <a:pt x="10337" y="6362"/>
                  </a:lnTo>
                  <a:lnTo>
                    <a:pt x="10295" y="6236"/>
                  </a:lnTo>
                  <a:lnTo>
                    <a:pt x="10316" y="6173"/>
                  </a:lnTo>
                  <a:lnTo>
                    <a:pt x="10358" y="5860"/>
                  </a:lnTo>
                  <a:lnTo>
                    <a:pt x="10295" y="5713"/>
                  </a:lnTo>
                  <a:lnTo>
                    <a:pt x="10295" y="5399"/>
                  </a:lnTo>
                  <a:lnTo>
                    <a:pt x="10295" y="5336"/>
                  </a:lnTo>
                  <a:lnTo>
                    <a:pt x="10253" y="5127"/>
                  </a:lnTo>
                  <a:lnTo>
                    <a:pt x="10253" y="4730"/>
                  </a:lnTo>
                  <a:lnTo>
                    <a:pt x="10191" y="4604"/>
                  </a:lnTo>
                  <a:lnTo>
                    <a:pt x="10128" y="4583"/>
                  </a:lnTo>
                  <a:lnTo>
                    <a:pt x="10128" y="4374"/>
                  </a:lnTo>
                  <a:lnTo>
                    <a:pt x="10191" y="4311"/>
                  </a:lnTo>
                  <a:lnTo>
                    <a:pt x="9814" y="3160"/>
                  </a:lnTo>
                  <a:lnTo>
                    <a:pt x="9688" y="3014"/>
                  </a:lnTo>
                  <a:lnTo>
                    <a:pt x="9584" y="2993"/>
                  </a:lnTo>
                  <a:lnTo>
                    <a:pt x="9521" y="2930"/>
                  </a:lnTo>
                  <a:lnTo>
                    <a:pt x="9395" y="2888"/>
                  </a:lnTo>
                  <a:lnTo>
                    <a:pt x="9375" y="2742"/>
                  </a:lnTo>
                  <a:lnTo>
                    <a:pt x="9186" y="2595"/>
                  </a:lnTo>
                  <a:lnTo>
                    <a:pt x="9144" y="2595"/>
                  </a:lnTo>
                  <a:lnTo>
                    <a:pt x="9061" y="2470"/>
                  </a:lnTo>
                  <a:lnTo>
                    <a:pt x="9082" y="2407"/>
                  </a:lnTo>
                  <a:lnTo>
                    <a:pt x="9040" y="2261"/>
                  </a:lnTo>
                  <a:lnTo>
                    <a:pt x="8977" y="2219"/>
                  </a:lnTo>
                  <a:lnTo>
                    <a:pt x="9061" y="1968"/>
                  </a:lnTo>
                  <a:lnTo>
                    <a:pt x="9186" y="1800"/>
                  </a:lnTo>
                  <a:lnTo>
                    <a:pt x="9270" y="1779"/>
                  </a:lnTo>
                  <a:lnTo>
                    <a:pt x="9312" y="1696"/>
                  </a:lnTo>
                  <a:lnTo>
                    <a:pt x="9395" y="1654"/>
                  </a:lnTo>
                  <a:lnTo>
                    <a:pt x="9416" y="1445"/>
                  </a:lnTo>
                  <a:lnTo>
                    <a:pt x="9479" y="1382"/>
                  </a:lnTo>
                  <a:lnTo>
                    <a:pt x="9395" y="1319"/>
                  </a:lnTo>
                  <a:lnTo>
                    <a:pt x="9458" y="1235"/>
                  </a:lnTo>
                  <a:lnTo>
                    <a:pt x="9500" y="1173"/>
                  </a:lnTo>
                  <a:lnTo>
                    <a:pt x="9479" y="1152"/>
                  </a:lnTo>
                  <a:lnTo>
                    <a:pt x="9416" y="1047"/>
                  </a:lnTo>
                  <a:lnTo>
                    <a:pt x="9375" y="901"/>
                  </a:lnTo>
                  <a:lnTo>
                    <a:pt x="9479" y="629"/>
                  </a:lnTo>
                  <a:lnTo>
                    <a:pt x="9479" y="440"/>
                  </a:lnTo>
                  <a:lnTo>
                    <a:pt x="9500" y="294"/>
                  </a:lnTo>
                  <a:lnTo>
                    <a:pt x="9479" y="210"/>
                  </a:lnTo>
                  <a:lnTo>
                    <a:pt x="9500" y="126"/>
                  </a:lnTo>
                  <a:lnTo>
                    <a:pt x="9479" y="106"/>
                  </a:lnTo>
                  <a:lnTo>
                    <a:pt x="9291" y="126"/>
                  </a:lnTo>
                  <a:lnTo>
                    <a:pt x="9207" y="106"/>
                  </a:lnTo>
                  <a:lnTo>
                    <a:pt x="8977" y="189"/>
                  </a:lnTo>
                  <a:lnTo>
                    <a:pt x="8851" y="85"/>
                  </a:lnTo>
                  <a:lnTo>
                    <a:pt x="8684" y="22"/>
                  </a:lnTo>
                  <a:lnTo>
                    <a:pt x="8684" y="85"/>
                  </a:lnTo>
                  <a:lnTo>
                    <a:pt x="8579" y="189"/>
                  </a:lnTo>
                  <a:lnTo>
                    <a:pt x="8370" y="168"/>
                  </a:lnTo>
                  <a:lnTo>
                    <a:pt x="8370" y="64"/>
                  </a:lnTo>
                  <a:lnTo>
                    <a:pt x="83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2339;p45"/>
            <p:cNvSpPr/>
            <p:nvPr/>
          </p:nvSpPr>
          <p:spPr>
            <a:xfrm>
              <a:off x="3661636" y="2898825"/>
              <a:ext cx="79733" cy="60206"/>
            </a:xfrm>
            <a:custGeom>
              <a:avLst/>
              <a:gdLst/>
              <a:ahLst/>
              <a:cxnLst/>
              <a:rect l="l" t="t" r="r" b="b"/>
              <a:pathLst>
                <a:path w="6696" h="5294" extrusionOk="0">
                  <a:moveTo>
                    <a:pt x="4269" y="0"/>
                  </a:moveTo>
                  <a:lnTo>
                    <a:pt x="4164" y="42"/>
                  </a:lnTo>
                  <a:lnTo>
                    <a:pt x="4122" y="84"/>
                  </a:lnTo>
                  <a:lnTo>
                    <a:pt x="4038" y="84"/>
                  </a:lnTo>
                  <a:lnTo>
                    <a:pt x="3913" y="188"/>
                  </a:lnTo>
                  <a:lnTo>
                    <a:pt x="3871" y="502"/>
                  </a:lnTo>
                  <a:lnTo>
                    <a:pt x="3766" y="691"/>
                  </a:lnTo>
                  <a:lnTo>
                    <a:pt x="3745" y="921"/>
                  </a:lnTo>
                  <a:lnTo>
                    <a:pt x="3662" y="1046"/>
                  </a:lnTo>
                  <a:lnTo>
                    <a:pt x="3411" y="1318"/>
                  </a:lnTo>
                  <a:lnTo>
                    <a:pt x="3327" y="1318"/>
                  </a:lnTo>
                  <a:lnTo>
                    <a:pt x="3222" y="1402"/>
                  </a:lnTo>
                  <a:lnTo>
                    <a:pt x="2992" y="1465"/>
                  </a:lnTo>
                  <a:lnTo>
                    <a:pt x="2825" y="1632"/>
                  </a:lnTo>
                  <a:lnTo>
                    <a:pt x="2783" y="1632"/>
                  </a:lnTo>
                  <a:lnTo>
                    <a:pt x="2553" y="1779"/>
                  </a:lnTo>
                  <a:lnTo>
                    <a:pt x="2406" y="1841"/>
                  </a:lnTo>
                  <a:lnTo>
                    <a:pt x="2344" y="1967"/>
                  </a:lnTo>
                  <a:lnTo>
                    <a:pt x="2072" y="2155"/>
                  </a:lnTo>
                  <a:lnTo>
                    <a:pt x="2155" y="2365"/>
                  </a:lnTo>
                  <a:lnTo>
                    <a:pt x="2155" y="2490"/>
                  </a:lnTo>
                  <a:lnTo>
                    <a:pt x="1925" y="2699"/>
                  </a:lnTo>
                  <a:lnTo>
                    <a:pt x="1758" y="3013"/>
                  </a:lnTo>
                  <a:lnTo>
                    <a:pt x="1758" y="3118"/>
                  </a:lnTo>
                  <a:lnTo>
                    <a:pt x="1862" y="3327"/>
                  </a:lnTo>
                  <a:lnTo>
                    <a:pt x="1779" y="3536"/>
                  </a:lnTo>
                  <a:lnTo>
                    <a:pt x="1841" y="3599"/>
                  </a:lnTo>
                  <a:lnTo>
                    <a:pt x="1883" y="3662"/>
                  </a:lnTo>
                  <a:lnTo>
                    <a:pt x="1862" y="3829"/>
                  </a:lnTo>
                  <a:lnTo>
                    <a:pt x="1507" y="4248"/>
                  </a:lnTo>
                  <a:lnTo>
                    <a:pt x="1444" y="4394"/>
                  </a:lnTo>
                  <a:lnTo>
                    <a:pt x="1297" y="4582"/>
                  </a:lnTo>
                  <a:lnTo>
                    <a:pt x="1109" y="4603"/>
                  </a:lnTo>
                  <a:lnTo>
                    <a:pt x="712" y="4959"/>
                  </a:lnTo>
                  <a:lnTo>
                    <a:pt x="147" y="5064"/>
                  </a:lnTo>
                  <a:lnTo>
                    <a:pt x="0" y="5273"/>
                  </a:lnTo>
                  <a:lnTo>
                    <a:pt x="2344" y="5294"/>
                  </a:lnTo>
                  <a:lnTo>
                    <a:pt x="2344" y="4792"/>
                  </a:lnTo>
                  <a:lnTo>
                    <a:pt x="2595" y="4603"/>
                  </a:lnTo>
                  <a:lnTo>
                    <a:pt x="2699" y="4457"/>
                  </a:lnTo>
                  <a:lnTo>
                    <a:pt x="2888" y="4352"/>
                  </a:lnTo>
                  <a:lnTo>
                    <a:pt x="3181" y="4289"/>
                  </a:lnTo>
                  <a:lnTo>
                    <a:pt x="3348" y="4289"/>
                  </a:lnTo>
                  <a:lnTo>
                    <a:pt x="3453" y="4248"/>
                  </a:lnTo>
                  <a:lnTo>
                    <a:pt x="3662" y="4248"/>
                  </a:lnTo>
                  <a:lnTo>
                    <a:pt x="3913" y="4185"/>
                  </a:lnTo>
                  <a:lnTo>
                    <a:pt x="4373" y="3934"/>
                  </a:lnTo>
                  <a:lnTo>
                    <a:pt x="5001" y="3557"/>
                  </a:lnTo>
                  <a:lnTo>
                    <a:pt x="5398" y="3306"/>
                  </a:lnTo>
                  <a:lnTo>
                    <a:pt x="5440" y="3181"/>
                  </a:lnTo>
                  <a:lnTo>
                    <a:pt x="5419" y="2992"/>
                  </a:lnTo>
                  <a:lnTo>
                    <a:pt x="5503" y="2867"/>
                  </a:lnTo>
                  <a:lnTo>
                    <a:pt x="5608" y="2762"/>
                  </a:lnTo>
                  <a:lnTo>
                    <a:pt x="5754" y="2553"/>
                  </a:lnTo>
                  <a:lnTo>
                    <a:pt x="5901" y="2511"/>
                  </a:lnTo>
                  <a:lnTo>
                    <a:pt x="6570" y="2511"/>
                  </a:lnTo>
                  <a:lnTo>
                    <a:pt x="6654" y="2406"/>
                  </a:lnTo>
                  <a:lnTo>
                    <a:pt x="6633" y="2365"/>
                  </a:lnTo>
                  <a:lnTo>
                    <a:pt x="6696" y="2197"/>
                  </a:lnTo>
                  <a:lnTo>
                    <a:pt x="6654" y="2176"/>
                  </a:lnTo>
                  <a:lnTo>
                    <a:pt x="6570" y="2155"/>
                  </a:lnTo>
                  <a:lnTo>
                    <a:pt x="6528" y="2093"/>
                  </a:lnTo>
                  <a:lnTo>
                    <a:pt x="6445" y="2093"/>
                  </a:lnTo>
                  <a:lnTo>
                    <a:pt x="6424" y="1967"/>
                  </a:lnTo>
                  <a:lnTo>
                    <a:pt x="6340" y="1821"/>
                  </a:lnTo>
                  <a:lnTo>
                    <a:pt x="6277" y="1360"/>
                  </a:lnTo>
                  <a:lnTo>
                    <a:pt x="6256" y="1297"/>
                  </a:lnTo>
                  <a:lnTo>
                    <a:pt x="6256" y="1046"/>
                  </a:lnTo>
                  <a:lnTo>
                    <a:pt x="6256" y="879"/>
                  </a:lnTo>
                  <a:lnTo>
                    <a:pt x="6235" y="837"/>
                  </a:lnTo>
                  <a:lnTo>
                    <a:pt x="6214" y="732"/>
                  </a:lnTo>
                  <a:lnTo>
                    <a:pt x="6152" y="628"/>
                  </a:lnTo>
                  <a:lnTo>
                    <a:pt x="6131" y="586"/>
                  </a:lnTo>
                  <a:lnTo>
                    <a:pt x="6068" y="502"/>
                  </a:lnTo>
                  <a:lnTo>
                    <a:pt x="6005" y="523"/>
                  </a:lnTo>
                  <a:lnTo>
                    <a:pt x="5691" y="502"/>
                  </a:lnTo>
                  <a:lnTo>
                    <a:pt x="5608" y="419"/>
                  </a:lnTo>
                  <a:lnTo>
                    <a:pt x="5587" y="314"/>
                  </a:lnTo>
                  <a:lnTo>
                    <a:pt x="5524" y="293"/>
                  </a:lnTo>
                  <a:lnTo>
                    <a:pt x="5419" y="398"/>
                  </a:lnTo>
                  <a:lnTo>
                    <a:pt x="5231" y="460"/>
                  </a:lnTo>
                  <a:lnTo>
                    <a:pt x="5064" y="398"/>
                  </a:lnTo>
                  <a:lnTo>
                    <a:pt x="4959" y="398"/>
                  </a:lnTo>
                  <a:lnTo>
                    <a:pt x="4854" y="460"/>
                  </a:lnTo>
                  <a:lnTo>
                    <a:pt x="4666" y="481"/>
                  </a:lnTo>
                  <a:lnTo>
                    <a:pt x="4541" y="460"/>
                  </a:lnTo>
                  <a:lnTo>
                    <a:pt x="4373" y="293"/>
                  </a:lnTo>
                  <a:lnTo>
                    <a:pt x="4331" y="251"/>
                  </a:lnTo>
                  <a:lnTo>
                    <a:pt x="4290" y="147"/>
                  </a:lnTo>
                  <a:lnTo>
                    <a:pt x="4290" y="84"/>
                  </a:lnTo>
                  <a:lnTo>
                    <a:pt x="4290" y="42"/>
                  </a:lnTo>
                  <a:lnTo>
                    <a:pt x="426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2340;p45"/>
            <p:cNvSpPr/>
            <p:nvPr/>
          </p:nvSpPr>
          <p:spPr>
            <a:xfrm>
              <a:off x="3632974" y="2958780"/>
              <a:ext cx="56573" cy="43318"/>
            </a:xfrm>
            <a:custGeom>
              <a:avLst/>
              <a:gdLst/>
              <a:ahLst/>
              <a:cxnLst/>
              <a:rect l="l" t="t" r="r" b="b"/>
              <a:pathLst>
                <a:path w="4751" h="3809" extrusionOk="0">
                  <a:moveTo>
                    <a:pt x="2407" y="1"/>
                  </a:moveTo>
                  <a:lnTo>
                    <a:pt x="2177" y="315"/>
                  </a:lnTo>
                  <a:lnTo>
                    <a:pt x="2177" y="524"/>
                  </a:lnTo>
                  <a:lnTo>
                    <a:pt x="2072" y="545"/>
                  </a:lnTo>
                  <a:lnTo>
                    <a:pt x="1675" y="754"/>
                  </a:lnTo>
                  <a:lnTo>
                    <a:pt x="1633" y="859"/>
                  </a:lnTo>
                  <a:lnTo>
                    <a:pt x="1466" y="942"/>
                  </a:lnTo>
                  <a:lnTo>
                    <a:pt x="1528" y="1089"/>
                  </a:lnTo>
                  <a:lnTo>
                    <a:pt x="1194" y="1612"/>
                  </a:lnTo>
                  <a:lnTo>
                    <a:pt x="1152" y="1779"/>
                  </a:lnTo>
                  <a:lnTo>
                    <a:pt x="901" y="2030"/>
                  </a:lnTo>
                  <a:lnTo>
                    <a:pt x="796" y="2093"/>
                  </a:lnTo>
                  <a:lnTo>
                    <a:pt x="671" y="2365"/>
                  </a:lnTo>
                  <a:lnTo>
                    <a:pt x="671" y="2470"/>
                  </a:lnTo>
                  <a:lnTo>
                    <a:pt x="461" y="2763"/>
                  </a:lnTo>
                  <a:lnTo>
                    <a:pt x="419" y="2847"/>
                  </a:lnTo>
                  <a:lnTo>
                    <a:pt x="503" y="2888"/>
                  </a:lnTo>
                  <a:lnTo>
                    <a:pt x="398" y="2930"/>
                  </a:lnTo>
                  <a:lnTo>
                    <a:pt x="210" y="3265"/>
                  </a:lnTo>
                  <a:lnTo>
                    <a:pt x="147" y="3286"/>
                  </a:lnTo>
                  <a:lnTo>
                    <a:pt x="64" y="3370"/>
                  </a:lnTo>
                  <a:lnTo>
                    <a:pt x="85" y="3495"/>
                  </a:lnTo>
                  <a:lnTo>
                    <a:pt x="1" y="3621"/>
                  </a:lnTo>
                  <a:lnTo>
                    <a:pt x="43" y="3809"/>
                  </a:lnTo>
                  <a:lnTo>
                    <a:pt x="2344" y="3809"/>
                  </a:lnTo>
                  <a:lnTo>
                    <a:pt x="2303" y="2742"/>
                  </a:lnTo>
                  <a:lnTo>
                    <a:pt x="2386" y="2575"/>
                  </a:lnTo>
                  <a:lnTo>
                    <a:pt x="2512" y="2512"/>
                  </a:lnTo>
                  <a:lnTo>
                    <a:pt x="2658" y="2470"/>
                  </a:lnTo>
                  <a:lnTo>
                    <a:pt x="2867" y="2470"/>
                  </a:lnTo>
                  <a:lnTo>
                    <a:pt x="2888" y="963"/>
                  </a:lnTo>
                  <a:lnTo>
                    <a:pt x="4709" y="984"/>
                  </a:lnTo>
                  <a:lnTo>
                    <a:pt x="4709" y="168"/>
                  </a:lnTo>
                  <a:lnTo>
                    <a:pt x="4751" y="22"/>
                  </a:lnTo>
                  <a:lnTo>
                    <a:pt x="24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341;p45"/>
            <p:cNvSpPr/>
            <p:nvPr/>
          </p:nvSpPr>
          <p:spPr>
            <a:xfrm>
              <a:off x="3632736" y="2960691"/>
              <a:ext cx="81233" cy="85430"/>
            </a:xfrm>
            <a:custGeom>
              <a:avLst/>
              <a:gdLst/>
              <a:ahLst/>
              <a:cxnLst/>
              <a:rect l="l" t="t" r="r" b="b"/>
              <a:pathLst>
                <a:path w="6822" h="7512" extrusionOk="0">
                  <a:moveTo>
                    <a:pt x="4729" y="0"/>
                  </a:moveTo>
                  <a:lnTo>
                    <a:pt x="4729" y="816"/>
                  </a:lnTo>
                  <a:lnTo>
                    <a:pt x="2908" y="795"/>
                  </a:lnTo>
                  <a:lnTo>
                    <a:pt x="2887" y="2302"/>
                  </a:lnTo>
                  <a:lnTo>
                    <a:pt x="2678" y="2302"/>
                  </a:lnTo>
                  <a:lnTo>
                    <a:pt x="2532" y="2344"/>
                  </a:lnTo>
                  <a:lnTo>
                    <a:pt x="2406" y="2407"/>
                  </a:lnTo>
                  <a:lnTo>
                    <a:pt x="2323" y="2574"/>
                  </a:lnTo>
                  <a:lnTo>
                    <a:pt x="2364" y="3641"/>
                  </a:lnTo>
                  <a:lnTo>
                    <a:pt x="63" y="3641"/>
                  </a:lnTo>
                  <a:lnTo>
                    <a:pt x="63" y="3662"/>
                  </a:lnTo>
                  <a:lnTo>
                    <a:pt x="0" y="3808"/>
                  </a:lnTo>
                  <a:lnTo>
                    <a:pt x="0" y="4039"/>
                  </a:lnTo>
                  <a:lnTo>
                    <a:pt x="126" y="3871"/>
                  </a:lnTo>
                  <a:lnTo>
                    <a:pt x="188" y="4018"/>
                  </a:lnTo>
                  <a:lnTo>
                    <a:pt x="209" y="4039"/>
                  </a:lnTo>
                  <a:lnTo>
                    <a:pt x="293" y="3976"/>
                  </a:lnTo>
                  <a:lnTo>
                    <a:pt x="439" y="4248"/>
                  </a:lnTo>
                  <a:lnTo>
                    <a:pt x="398" y="4331"/>
                  </a:lnTo>
                  <a:lnTo>
                    <a:pt x="418" y="4436"/>
                  </a:lnTo>
                  <a:lnTo>
                    <a:pt x="398" y="4645"/>
                  </a:lnTo>
                  <a:lnTo>
                    <a:pt x="314" y="4645"/>
                  </a:lnTo>
                  <a:lnTo>
                    <a:pt x="230" y="4687"/>
                  </a:lnTo>
                  <a:lnTo>
                    <a:pt x="418" y="4917"/>
                  </a:lnTo>
                  <a:lnTo>
                    <a:pt x="523" y="5524"/>
                  </a:lnTo>
                  <a:lnTo>
                    <a:pt x="481" y="5943"/>
                  </a:lnTo>
                  <a:lnTo>
                    <a:pt x="335" y="6131"/>
                  </a:lnTo>
                  <a:lnTo>
                    <a:pt x="272" y="6487"/>
                  </a:lnTo>
                  <a:lnTo>
                    <a:pt x="209" y="6738"/>
                  </a:lnTo>
                  <a:lnTo>
                    <a:pt x="314" y="6654"/>
                  </a:lnTo>
                  <a:lnTo>
                    <a:pt x="398" y="6654"/>
                  </a:lnTo>
                  <a:lnTo>
                    <a:pt x="523" y="6549"/>
                  </a:lnTo>
                  <a:lnTo>
                    <a:pt x="837" y="6487"/>
                  </a:lnTo>
                  <a:lnTo>
                    <a:pt x="1130" y="6382"/>
                  </a:lnTo>
                  <a:lnTo>
                    <a:pt x="1235" y="6382"/>
                  </a:lnTo>
                  <a:lnTo>
                    <a:pt x="1486" y="6466"/>
                  </a:lnTo>
                  <a:lnTo>
                    <a:pt x="1653" y="6487"/>
                  </a:lnTo>
                  <a:lnTo>
                    <a:pt x="1779" y="6654"/>
                  </a:lnTo>
                  <a:lnTo>
                    <a:pt x="1779" y="6738"/>
                  </a:lnTo>
                  <a:lnTo>
                    <a:pt x="1862" y="6759"/>
                  </a:lnTo>
                  <a:lnTo>
                    <a:pt x="1946" y="6696"/>
                  </a:lnTo>
                  <a:lnTo>
                    <a:pt x="1988" y="6738"/>
                  </a:lnTo>
                  <a:lnTo>
                    <a:pt x="2071" y="6738"/>
                  </a:lnTo>
                  <a:lnTo>
                    <a:pt x="2113" y="6780"/>
                  </a:lnTo>
                  <a:lnTo>
                    <a:pt x="2155" y="6905"/>
                  </a:lnTo>
                  <a:lnTo>
                    <a:pt x="2281" y="7010"/>
                  </a:lnTo>
                  <a:lnTo>
                    <a:pt x="2281" y="7156"/>
                  </a:lnTo>
                  <a:lnTo>
                    <a:pt x="2406" y="7177"/>
                  </a:lnTo>
                  <a:lnTo>
                    <a:pt x="2427" y="7303"/>
                  </a:lnTo>
                  <a:lnTo>
                    <a:pt x="2532" y="7324"/>
                  </a:lnTo>
                  <a:lnTo>
                    <a:pt x="2699" y="7428"/>
                  </a:lnTo>
                  <a:lnTo>
                    <a:pt x="2720" y="7512"/>
                  </a:lnTo>
                  <a:lnTo>
                    <a:pt x="2846" y="7407"/>
                  </a:lnTo>
                  <a:lnTo>
                    <a:pt x="3034" y="7407"/>
                  </a:lnTo>
                  <a:lnTo>
                    <a:pt x="3097" y="7261"/>
                  </a:lnTo>
                  <a:lnTo>
                    <a:pt x="3097" y="7177"/>
                  </a:lnTo>
                  <a:lnTo>
                    <a:pt x="3097" y="6947"/>
                  </a:lnTo>
                  <a:lnTo>
                    <a:pt x="3264" y="6884"/>
                  </a:lnTo>
                  <a:lnTo>
                    <a:pt x="3411" y="6884"/>
                  </a:lnTo>
                  <a:lnTo>
                    <a:pt x="3431" y="7052"/>
                  </a:lnTo>
                  <a:lnTo>
                    <a:pt x="3515" y="7219"/>
                  </a:lnTo>
                  <a:lnTo>
                    <a:pt x="3578" y="7282"/>
                  </a:lnTo>
                  <a:lnTo>
                    <a:pt x="3724" y="6989"/>
                  </a:lnTo>
                  <a:lnTo>
                    <a:pt x="3996" y="6863"/>
                  </a:lnTo>
                  <a:lnTo>
                    <a:pt x="4143" y="6905"/>
                  </a:lnTo>
                  <a:lnTo>
                    <a:pt x="4164" y="7093"/>
                  </a:lnTo>
                  <a:lnTo>
                    <a:pt x="4206" y="7156"/>
                  </a:lnTo>
                  <a:lnTo>
                    <a:pt x="4310" y="7052"/>
                  </a:lnTo>
                  <a:lnTo>
                    <a:pt x="4394" y="7052"/>
                  </a:lnTo>
                  <a:lnTo>
                    <a:pt x="4457" y="7114"/>
                  </a:lnTo>
                  <a:lnTo>
                    <a:pt x="4520" y="7156"/>
                  </a:lnTo>
                  <a:lnTo>
                    <a:pt x="6570" y="7156"/>
                  </a:lnTo>
                  <a:lnTo>
                    <a:pt x="6758" y="6633"/>
                  </a:lnTo>
                  <a:lnTo>
                    <a:pt x="6570" y="6528"/>
                  </a:lnTo>
                  <a:lnTo>
                    <a:pt x="6131" y="1423"/>
                  </a:lnTo>
                  <a:lnTo>
                    <a:pt x="6821" y="1423"/>
                  </a:lnTo>
                  <a:lnTo>
                    <a:pt x="47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342;p45"/>
            <p:cNvSpPr/>
            <p:nvPr/>
          </p:nvSpPr>
          <p:spPr>
            <a:xfrm>
              <a:off x="3665125" y="2976874"/>
              <a:ext cx="112121" cy="99236"/>
            </a:xfrm>
            <a:custGeom>
              <a:avLst/>
              <a:gdLst/>
              <a:ahLst/>
              <a:cxnLst/>
              <a:rect l="l" t="t" r="r" b="b"/>
              <a:pathLst>
                <a:path w="9416" h="8726" extrusionOk="0">
                  <a:moveTo>
                    <a:pt x="3411" y="0"/>
                  </a:moveTo>
                  <a:lnTo>
                    <a:pt x="3850" y="5105"/>
                  </a:lnTo>
                  <a:lnTo>
                    <a:pt x="4038" y="5210"/>
                  </a:lnTo>
                  <a:lnTo>
                    <a:pt x="3850" y="5733"/>
                  </a:lnTo>
                  <a:lnTo>
                    <a:pt x="1800" y="5733"/>
                  </a:lnTo>
                  <a:lnTo>
                    <a:pt x="1737" y="5691"/>
                  </a:lnTo>
                  <a:lnTo>
                    <a:pt x="1674" y="5629"/>
                  </a:lnTo>
                  <a:lnTo>
                    <a:pt x="1590" y="5629"/>
                  </a:lnTo>
                  <a:lnTo>
                    <a:pt x="1486" y="5733"/>
                  </a:lnTo>
                  <a:lnTo>
                    <a:pt x="1444" y="5670"/>
                  </a:lnTo>
                  <a:lnTo>
                    <a:pt x="1423" y="5482"/>
                  </a:lnTo>
                  <a:lnTo>
                    <a:pt x="1276" y="5440"/>
                  </a:lnTo>
                  <a:lnTo>
                    <a:pt x="1004" y="5566"/>
                  </a:lnTo>
                  <a:lnTo>
                    <a:pt x="858" y="5859"/>
                  </a:lnTo>
                  <a:lnTo>
                    <a:pt x="795" y="5796"/>
                  </a:lnTo>
                  <a:lnTo>
                    <a:pt x="711" y="5629"/>
                  </a:lnTo>
                  <a:lnTo>
                    <a:pt x="691" y="5461"/>
                  </a:lnTo>
                  <a:lnTo>
                    <a:pt x="544" y="5461"/>
                  </a:lnTo>
                  <a:lnTo>
                    <a:pt x="377" y="5524"/>
                  </a:lnTo>
                  <a:lnTo>
                    <a:pt x="377" y="5754"/>
                  </a:lnTo>
                  <a:lnTo>
                    <a:pt x="377" y="5838"/>
                  </a:lnTo>
                  <a:lnTo>
                    <a:pt x="314" y="5984"/>
                  </a:lnTo>
                  <a:lnTo>
                    <a:pt x="126" y="5984"/>
                  </a:lnTo>
                  <a:lnTo>
                    <a:pt x="0" y="6089"/>
                  </a:lnTo>
                  <a:lnTo>
                    <a:pt x="84" y="6173"/>
                  </a:lnTo>
                  <a:lnTo>
                    <a:pt x="84" y="6277"/>
                  </a:lnTo>
                  <a:lnTo>
                    <a:pt x="105" y="6361"/>
                  </a:lnTo>
                  <a:lnTo>
                    <a:pt x="63" y="6591"/>
                  </a:lnTo>
                  <a:lnTo>
                    <a:pt x="84" y="6675"/>
                  </a:lnTo>
                  <a:lnTo>
                    <a:pt x="209" y="6800"/>
                  </a:lnTo>
                  <a:lnTo>
                    <a:pt x="272" y="6926"/>
                  </a:lnTo>
                  <a:lnTo>
                    <a:pt x="335" y="7010"/>
                  </a:lnTo>
                  <a:lnTo>
                    <a:pt x="398" y="6989"/>
                  </a:lnTo>
                  <a:lnTo>
                    <a:pt x="481" y="7030"/>
                  </a:lnTo>
                  <a:lnTo>
                    <a:pt x="502" y="7114"/>
                  </a:lnTo>
                  <a:lnTo>
                    <a:pt x="586" y="7219"/>
                  </a:lnTo>
                  <a:lnTo>
                    <a:pt x="586" y="7261"/>
                  </a:lnTo>
                  <a:lnTo>
                    <a:pt x="523" y="7344"/>
                  </a:lnTo>
                  <a:lnTo>
                    <a:pt x="544" y="7428"/>
                  </a:lnTo>
                  <a:lnTo>
                    <a:pt x="691" y="7512"/>
                  </a:lnTo>
                  <a:lnTo>
                    <a:pt x="691" y="7616"/>
                  </a:lnTo>
                  <a:lnTo>
                    <a:pt x="649" y="7679"/>
                  </a:lnTo>
                  <a:lnTo>
                    <a:pt x="732" y="7721"/>
                  </a:lnTo>
                  <a:lnTo>
                    <a:pt x="837" y="7658"/>
                  </a:lnTo>
                  <a:lnTo>
                    <a:pt x="921" y="7679"/>
                  </a:lnTo>
                  <a:lnTo>
                    <a:pt x="1046" y="7784"/>
                  </a:lnTo>
                  <a:lnTo>
                    <a:pt x="1214" y="7784"/>
                  </a:lnTo>
                  <a:lnTo>
                    <a:pt x="1318" y="7721"/>
                  </a:lnTo>
                  <a:lnTo>
                    <a:pt x="1381" y="7679"/>
                  </a:lnTo>
                  <a:lnTo>
                    <a:pt x="1486" y="7533"/>
                  </a:lnTo>
                  <a:lnTo>
                    <a:pt x="1632" y="7533"/>
                  </a:lnTo>
                  <a:lnTo>
                    <a:pt x="1779" y="7616"/>
                  </a:lnTo>
                  <a:lnTo>
                    <a:pt x="1800" y="7554"/>
                  </a:lnTo>
                  <a:lnTo>
                    <a:pt x="1904" y="7533"/>
                  </a:lnTo>
                  <a:lnTo>
                    <a:pt x="1946" y="7574"/>
                  </a:lnTo>
                  <a:lnTo>
                    <a:pt x="2072" y="7679"/>
                  </a:lnTo>
                  <a:lnTo>
                    <a:pt x="2113" y="7826"/>
                  </a:lnTo>
                  <a:lnTo>
                    <a:pt x="2092" y="7972"/>
                  </a:lnTo>
                  <a:lnTo>
                    <a:pt x="2155" y="8035"/>
                  </a:lnTo>
                  <a:lnTo>
                    <a:pt x="2281" y="8056"/>
                  </a:lnTo>
                  <a:lnTo>
                    <a:pt x="2281" y="8098"/>
                  </a:lnTo>
                  <a:lnTo>
                    <a:pt x="2176" y="8265"/>
                  </a:lnTo>
                  <a:lnTo>
                    <a:pt x="2113" y="8411"/>
                  </a:lnTo>
                  <a:lnTo>
                    <a:pt x="2113" y="8411"/>
                  </a:lnTo>
                  <a:lnTo>
                    <a:pt x="2218" y="8390"/>
                  </a:lnTo>
                  <a:lnTo>
                    <a:pt x="2281" y="8307"/>
                  </a:lnTo>
                  <a:lnTo>
                    <a:pt x="2364" y="8307"/>
                  </a:lnTo>
                  <a:lnTo>
                    <a:pt x="2364" y="8411"/>
                  </a:lnTo>
                  <a:lnTo>
                    <a:pt x="2385" y="8495"/>
                  </a:lnTo>
                  <a:lnTo>
                    <a:pt x="2385" y="8558"/>
                  </a:lnTo>
                  <a:lnTo>
                    <a:pt x="2532" y="8579"/>
                  </a:lnTo>
                  <a:lnTo>
                    <a:pt x="2595" y="8621"/>
                  </a:lnTo>
                  <a:lnTo>
                    <a:pt x="2595" y="8704"/>
                  </a:lnTo>
                  <a:lnTo>
                    <a:pt x="2783" y="8600"/>
                  </a:lnTo>
                  <a:lnTo>
                    <a:pt x="2846" y="8600"/>
                  </a:lnTo>
                  <a:lnTo>
                    <a:pt x="2992" y="8683"/>
                  </a:lnTo>
                  <a:lnTo>
                    <a:pt x="3222" y="8683"/>
                  </a:lnTo>
                  <a:lnTo>
                    <a:pt x="3264" y="8662"/>
                  </a:lnTo>
                  <a:lnTo>
                    <a:pt x="3264" y="8600"/>
                  </a:lnTo>
                  <a:lnTo>
                    <a:pt x="3452" y="8558"/>
                  </a:lnTo>
                  <a:lnTo>
                    <a:pt x="3620" y="8579"/>
                  </a:lnTo>
                  <a:lnTo>
                    <a:pt x="3578" y="8621"/>
                  </a:lnTo>
                  <a:lnTo>
                    <a:pt x="3620" y="8683"/>
                  </a:lnTo>
                  <a:lnTo>
                    <a:pt x="3787" y="8725"/>
                  </a:lnTo>
                  <a:lnTo>
                    <a:pt x="3892" y="8579"/>
                  </a:lnTo>
                  <a:lnTo>
                    <a:pt x="3976" y="8516"/>
                  </a:lnTo>
                  <a:lnTo>
                    <a:pt x="3997" y="8390"/>
                  </a:lnTo>
                  <a:lnTo>
                    <a:pt x="3976" y="8307"/>
                  </a:lnTo>
                  <a:lnTo>
                    <a:pt x="3976" y="8181"/>
                  </a:lnTo>
                  <a:lnTo>
                    <a:pt x="4080" y="8160"/>
                  </a:lnTo>
                  <a:lnTo>
                    <a:pt x="4059" y="7993"/>
                  </a:lnTo>
                  <a:lnTo>
                    <a:pt x="4038" y="7888"/>
                  </a:lnTo>
                  <a:lnTo>
                    <a:pt x="4143" y="7826"/>
                  </a:lnTo>
                  <a:lnTo>
                    <a:pt x="4269" y="7679"/>
                  </a:lnTo>
                  <a:lnTo>
                    <a:pt x="4457" y="7407"/>
                  </a:lnTo>
                  <a:lnTo>
                    <a:pt x="4561" y="7219"/>
                  </a:lnTo>
                  <a:lnTo>
                    <a:pt x="4582" y="7135"/>
                  </a:lnTo>
                  <a:lnTo>
                    <a:pt x="4708" y="6926"/>
                  </a:lnTo>
                  <a:lnTo>
                    <a:pt x="4792" y="6905"/>
                  </a:lnTo>
                  <a:lnTo>
                    <a:pt x="4813" y="6821"/>
                  </a:lnTo>
                  <a:lnTo>
                    <a:pt x="4980" y="6800"/>
                  </a:lnTo>
                  <a:lnTo>
                    <a:pt x="5043" y="6821"/>
                  </a:lnTo>
                  <a:lnTo>
                    <a:pt x="5336" y="6738"/>
                  </a:lnTo>
                  <a:lnTo>
                    <a:pt x="5398" y="6612"/>
                  </a:lnTo>
                  <a:lnTo>
                    <a:pt x="5712" y="6403"/>
                  </a:lnTo>
                  <a:lnTo>
                    <a:pt x="6152" y="6173"/>
                  </a:lnTo>
                  <a:lnTo>
                    <a:pt x="6277" y="6047"/>
                  </a:lnTo>
                  <a:lnTo>
                    <a:pt x="6465" y="5942"/>
                  </a:lnTo>
                  <a:lnTo>
                    <a:pt x="6758" y="5901"/>
                  </a:lnTo>
                  <a:lnTo>
                    <a:pt x="6884" y="5880"/>
                  </a:lnTo>
                  <a:lnTo>
                    <a:pt x="7072" y="5942"/>
                  </a:lnTo>
                  <a:lnTo>
                    <a:pt x="7177" y="5942"/>
                  </a:lnTo>
                  <a:lnTo>
                    <a:pt x="7198" y="5984"/>
                  </a:lnTo>
                  <a:lnTo>
                    <a:pt x="7219" y="5963"/>
                  </a:lnTo>
                  <a:lnTo>
                    <a:pt x="7344" y="5984"/>
                  </a:lnTo>
                  <a:lnTo>
                    <a:pt x="7742" y="5963"/>
                  </a:lnTo>
                  <a:lnTo>
                    <a:pt x="7867" y="5963"/>
                  </a:lnTo>
                  <a:lnTo>
                    <a:pt x="8035" y="5880"/>
                  </a:lnTo>
                  <a:lnTo>
                    <a:pt x="8390" y="5880"/>
                  </a:lnTo>
                  <a:lnTo>
                    <a:pt x="8558" y="5775"/>
                  </a:lnTo>
                  <a:lnTo>
                    <a:pt x="8746" y="5775"/>
                  </a:lnTo>
                  <a:lnTo>
                    <a:pt x="8893" y="5670"/>
                  </a:lnTo>
                  <a:lnTo>
                    <a:pt x="9186" y="5524"/>
                  </a:lnTo>
                  <a:lnTo>
                    <a:pt x="9227" y="5377"/>
                  </a:lnTo>
                  <a:lnTo>
                    <a:pt x="9269" y="5210"/>
                  </a:lnTo>
                  <a:lnTo>
                    <a:pt x="9332" y="5126"/>
                  </a:lnTo>
                  <a:lnTo>
                    <a:pt x="9395" y="4624"/>
                  </a:lnTo>
                  <a:lnTo>
                    <a:pt x="9416" y="3494"/>
                  </a:lnTo>
                  <a:lnTo>
                    <a:pt x="9186" y="3578"/>
                  </a:lnTo>
                  <a:lnTo>
                    <a:pt x="8914" y="3599"/>
                  </a:lnTo>
                  <a:lnTo>
                    <a:pt x="8788" y="3557"/>
                  </a:lnTo>
                  <a:lnTo>
                    <a:pt x="8746" y="3473"/>
                  </a:lnTo>
                  <a:lnTo>
                    <a:pt x="8809" y="3285"/>
                  </a:lnTo>
                  <a:lnTo>
                    <a:pt x="8809" y="3180"/>
                  </a:lnTo>
                  <a:lnTo>
                    <a:pt x="8704" y="3118"/>
                  </a:lnTo>
                  <a:lnTo>
                    <a:pt x="8558" y="3055"/>
                  </a:lnTo>
                  <a:lnTo>
                    <a:pt x="8453" y="2929"/>
                  </a:lnTo>
                  <a:lnTo>
                    <a:pt x="8286" y="2867"/>
                  </a:lnTo>
                  <a:lnTo>
                    <a:pt x="8077" y="2867"/>
                  </a:lnTo>
                  <a:lnTo>
                    <a:pt x="7951" y="2762"/>
                  </a:lnTo>
                  <a:lnTo>
                    <a:pt x="7909" y="2511"/>
                  </a:lnTo>
                  <a:lnTo>
                    <a:pt x="41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2343;p45"/>
            <p:cNvSpPr/>
            <p:nvPr/>
          </p:nvSpPr>
          <p:spPr>
            <a:xfrm>
              <a:off x="3712457" y="3043733"/>
              <a:ext cx="51833" cy="35948"/>
            </a:xfrm>
            <a:custGeom>
              <a:avLst/>
              <a:gdLst/>
              <a:ahLst/>
              <a:cxnLst/>
              <a:rect l="l" t="t" r="r" b="b"/>
              <a:pathLst>
                <a:path w="4353" h="3161" extrusionOk="0">
                  <a:moveTo>
                    <a:pt x="2909" y="1"/>
                  </a:moveTo>
                  <a:lnTo>
                    <a:pt x="2783" y="22"/>
                  </a:lnTo>
                  <a:lnTo>
                    <a:pt x="2490" y="63"/>
                  </a:lnTo>
                  <a:lnTo>
                    <a:pt x="2302" y="168"/>
                  </a:lnTo>
                  <a:lnTo>
                    <a:pt x="2177" y="294"/>
                  </a:lnTo>
                  <a:lnTo>
                    <a:pt x="1737" y="524"/>
                  </a:lnTo>
                  <a:lnTo>
                    <a:pt x="1423" y="733"/>
                  </a:lnTo>
                  <a:lnTo>
                    <a:pt x="1361" y="859"/>
                  </a:lnTo>
                  <a:lnTo>
                    <a:pt x="1068" y="942"/>
                  </a:lnTo>
                  <a:lnTo>
                    <a:pt x="1005" y="921"/>
                  </a:lnTo>
                  <a:lnTo>
                    <a:pt x="838" y="942"/>
                  </a:lnTo>
                  <a:lnTo>
                    <a:pt x="817" y="1026"/>
                  </a:lnTo>
                  <a:lnTo>
                    <a:pt x="733" y="1047"/>
                  </a:lnTo>
                  <a:lnTo>
                    <a:pt x="607" y="1256"/>
                  </a:lnTo>
                  <a:lnTo>
                    <a:pt x="586" y="1340"/>
                  </a:lnTo>
                  <a:lnTo>
                    <a:pt x="482" y="1528"/>
                  </a:lnTo>
                  <a:lnTo>
                    <a:pt x="294" y="1800"/>
                  </a:lnTo>
                  <a:lnTo>
                    <a:pt x="168" y="1947"/>
                  </a:lnTo>
                  <a:lnTo>
                    <a:pt x="63" y="2009"/>
                  </a:lnTo>
                  <a:lnTo>
                    <a:pt x="84" y="2114"/>
                  </a:lnTo>
                  <a:lnTo>
                    <a:pt x="105" y="2281"/>
                  </a:lnTo>
                  <a:lnTo>
                    <a:pt x="1" y="2302"/>
                  </a:lnTo>
                  <a:lnTo>
                    <a:pt x="1" y="2428"/>
                  </a:lnTo>
                  <a:lnTo>
                    <a:pt x="22" y="2511"/>
                  </a:lnTo>
                  <a:lnTo>
                    <a:pt x="1" y="2637"/>
                  </a:lnTo>
                  <a:lnTo>
                    <a:pt x="22" y="2637"/>
                  </a:lnTo>
                  <a:lnTo>
                    <a:pt x="189" y="2783"/>
                  </a:lnTo>
                  <a:lnTo>
                    <a:pt x="398" y="2888"/>
                  </a:lnTo>
                  <a:lnTo>
                    <a:pt x="503" y="2888"/>
                  </a:lnTo>
                  <a:lnTo>
                    <a:pt x="545" y="2930"/>
                  </a:lnTo>
                  <a:lnTo>
                    <a:pt x="649" y="2930"/>
                  </a:lnTo>
                  <a:lnTo>
                    <a:pt x="754" y="2993"/>
                  </a:lnTo>
                  <a:lnTo>
                    <a:pt x="838" y="3097"/>
                  </a:lnTo>
                  <a:lnTo>
                    <a:pt x="1026" y="3160"/>
                  </a:lnTo>
                  <a:lnTo>
                    <a:pt x="1151" y="3139"/>
                  </a:lnTo>
                  <a:lnTo>
                    <a:pt x="1256" y="3055"/>
                  </a:lnTo>
                  <a:lnTo>
                    <a:pt x="1340" y="3055"/>
                  </a:lnTo>
                  <a:lnTo>
                    <a:pt x="1423" y="3139"/>
                  </a:lnTo>
                  <a:lnTo>
                    <a:pt x="1549" y="3139"/>
                  </a:lnTo>
                  <a:lnTo>
                    <a:pt x="1549" y="2993"/>
                  </a:lnTo>
                  <a:lnTo>
                    <a:pt x="1465" y="2825"/>
                  </a:lnTo>
                  <a:lnTo>
                    <a:pt x="1423" y="2783"/>
                  </a:lnTo>
                  <a:lnTo>
                    <a:pt x="1361" y="2595"/>
                  </a:lnTo>
                  <a:lnTo>
                    <a:pt x="1382" y="2470"/>
                  </a:lnTo>
                  <a:lnTo>
                    <a:pt x="1591" y="2428"/>
                  </a:lnTo>
                  <a:lnTo>
                    <a:pt x="2365" y="2428"/>
                  </a:lnTo>
                  <a:lnTo>
                    <a:pt x="2574" y="2386"/>
                  </a:lnTo>
                  <a:lnTo>
                    <a:pt x="2721" y="2386"/>
                  </a:lnTo>
                  <a:lnTo>
                    <a:pt x="2846" y="2323"/>
                  </a:lnTo>
                  <a:lnTo>
                    <a:pt x="2930" y="2323"/>
                  </a:lnTo>
                  <a:lnTo>
                    <a:pt x="3537" y="2491"/>
                  </a:lnTo>
                  <a:lnTo>
                    <a:pt x="3558" y="2428"/>
                  </a:lnTo>
                  <a:lnTo>
                    <a:pt x="3683" y="2386"/>
                  </a:lnTo>
                  <a:lnTo>
                    <a:pt x="3683" y="2281"/>
                  </a:lnTo>
                  <a:lnTo>
                    <a:pt x="3767" y="2198"/>
                  </a:lnTo>
                  <a:lnTo>
                    <a:pt x="3767" y="2093"/>
                  </a:lnTo>
                  <a:lnTo>
                    <a:pt x="3871" y="2051"/>
                  </a:lnTo>
                  <a:lnTo>
                    <a:pt x="3955" y="2072"/>
                  </a:lnTo>
                  <a:lnTo>
                    <a:pt x="4143" y="1967"/>
                  </a:lnTo>
                  <a:lnTo>
                    <a:pt x="4206" y="1967"/>
                  </a:lnTo>
                  <a:lnTo>
                    <a:pt x="4353" y="1800"/>
                  </a:lnTo>
                  <a:lnTo>
                    <a:pt x="4353" y="1737"/>
                  </a:lnTo>
                  <a:lnTo>
                    <a:pt x="4311" y="1737"/>
                  </a:lnTo>
                  <a:lnTo>
                    <a:pt x="4185" y="1570"/>
                  </a:lnTo>
                  <a:lnTo>
                    <a:pt x="4248" y="1465"/>
                  </a:lnTo>
                  <a:lnTo>
                    <a:pt x="4248" y="1361"/>
                  </a:lnTo>
                  <a:lnTo>
                    <a:pt x="4185" y="1319"/>
                  </a:lnTo>
                  <a:lnTo>
                    <a:pt x="4185" y="1256"/>
                  </a:lnTo>
                  <a:lnTo>
                    <a:pt x="4102" y="1214"/>
                  </a:lnTo>
                  <a:lnTo>
                    <a:pt x="3871" y="1340"/>
                  </a:lnTo>
                  <a:lnTo>
                    <a:pt x="3662" y="1214"/>
                  </a:lnTo>
                  <a:lnTo>
                    <a:pt x="3662" y="963"/>
                  </a:lnTo>
                  <a:lnTo>
                    <a:pt x="3118" y="607"/>
                  </a:lnTo>
                  <a:lnTo>
                    <a:pt x="3118" y="419"/>
                  </a:lnTo>
                  <a:lnTo>
                    <a:pt x="3202" y="314"/>
                  </a:lnTo>
                  <a:lnTo>
                    <a:pt x="3202" y="168"/>
                  </a:lnTo>
                  <a:lnTo>
                    <a:pt x="3223" y="105"/>
                  </a:lnTo>
                  <a:lnTo>
                    <a:pt x="3202" y="63"/>
                  </a:lnTo>
                  <a:lnTo>
                    <a:pt x="3097" y="63"/>
                  </a:lnTo>
                  <a:lnTo>
                    <a:pt x="290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2344;p45"/>
            <p:cNvSpPr/>
            <p:nvPr/>
          </p:nvSpPr>
          <p:spPr>
            <a:xfrm>
              <a:off x="3628997" y="3033259"/>
              <a:ext cx="44355" cy="30956"/>
            </a:xfrm>
            <a:custGeom>
              <a:avLst/>
              <a:gdLst/>
              <a:ahLst/>
              <a:cxnLst/>
              <a:rect l="l" t="t" r="r" b="b"/>
              <a:pathLst>
                <a:path w="3725" h="2722" extrusionOk="0">
                  <a:moveTo>
                    <a:pt x="1444" y="1"/>
                  </a:moveTo>
                  <a:lnTo>
                    <a:pt x="1151" y="106"/>
                  </a:lnTo>
                  <a:lnTo>
                    <a:pt x="837" y="168"/>
                  </a:lnTo>
                  <a:lnTo>
                    <a:pt x="712" y="273"/>
                  </a:lnTo>
                  <a:lnTo>
                    <a:pt x="628" y="273"/>
                  </a:lnTo>
                  <a:lnTo>
                    <a:pt x="523" y="357"/>
                  </a:lnTo>
                  <a:lnTo>
                    <a:pt x="502" y="524"/>
                  </a:lnTo>
                  <a:lnTo>
                    <a:pt x="377" y="817"/>
                  </a:lnTo>
                  <a:lnTo>
                    <a:pt x="0" y="1131"/>
                  </a:lnTo>
                  <a:lnTo>
                    <a:pt x="188" y="1298"/>
                  </a:lnTo>
                  <a:lnTo>
                    <a:pt x="314" y="1528"/>
                  </a:lnTo>
                  <a:lnTo>
                    <a:pt x="419" y="1528"/>
                  </a:lnTo>
                  <a:lnTo>
                    <a:pt x="419" y="1654"/>
                  </a:lnTo>
                  <a:lnTo>
                    <a:pt x="398" y="1654"/>
                  </a:lnTo>
                  <a:lnTo>
                    <a:pt x="523" y="1759"/>
                  </a:lnTo>
                  <a:lnTo>
                    <a:pt x="440" y="1821"/>
                  </a:lnTo>
                  <a:lnTo>
                    <a:pt x="481" y="1863"/>
                  </a:lnTo>
                  <a:lnTo>
                    <a:pt x="732" y="1863"/>
                  </a:lnTo>
                  <a:lnTo>
                    <a:pt x="795" y="1842"/>
                  </a:lnTo>
                  <a:lnTo>
                    <a:pt x="900" y="1842"/>
                  </a:lnTo>
                  <a:lnTo>
                    <a:pt x="1109" y="1675"/>
                  </a:lnTo>
                  <a:lnTo>
                    <a:pt x="1256" y="1612"/>
                  </a:lnTo>
                  <a:lnTo>
                    <a:pt x="1360" y="1633"/>
                  </a:lnTo>
                  <a:lnTo>
                    <a:pt x="1486" y="1633"/>
                  </a:lnTo>
                  <a:lnTo>
                    <a:pt x="1674" y="1759"/>
                  </a:lnTo>
                  <a:lnTo>
                    <a:pt x="1779" y="1759"/>
                  </a:lnTo>
                  <a:lnTo>
                    <a:pt x="2051" y="1926"/>
                  </a:lnTo>
                  <a:lnTo>
                    <a:pt x="2093" y="1884"/>
                  </a:lnTo>
                  <a:lnTo>
                    <a:pt x="2155" y="1968"/>
                  </a:lnTo>
                  <a:lnTo>
                    <a:pt x="2093" y="2052"/>
                  </a:lnTo>
                  <a:lnTo>
                    <a:pt x="1967" y="2052"/>
                  </a:lnTo>
                  <a:lnTo>
                    <a:pt x="1779" y="1968"/>
                  </a:lnTo>
                  <a:lnTo>
                    <a:pt x="1632" y="1926"/>
                  </a:lnTo>
                  <a:lnTo>
                    <a:pt x="1528" y="1926"/>
                  </a:lnTo>
                  <a:lnTo>
                    <a:pt x="1381" y="1821"/>
                  </a:lnTo>
                  <a:lnTo>
                    <a:pt x="1318" y="1842"/>
                  </a:lnTo>
                  <a:lnTo>
                    <a:pt x="1235" y="1926"/>
                  </a:lnTo>
                  <a:lnTo>
                    <a:pt x="1214" y="1884"/>
                  </a:lnTo>
                  <a:lnTo>
                    <a:pt x="1130" y="1863"/>
                  </a:lnTo>
                  <a:lnTo>
                    <a:pt x="1005" y="1947"/>
                  </a:lnTo>
                  <a:lnTo>
                    <a:pt x="900" y="1968"/>
                  </a:lnTo>
                  <a:lnTo>
                    <a:pt x="795" y="2093"/>
                  </a:lnTo>
                  <a:lnTo>
                    <a:pt x="419" y="2093"/>
                  </a:lnTo>
                  <a:lnTo>
                    <a:pt x="377" y="2156"/>
                  </a:lnTo>
                  <a:lnTo>
                    <a:pt x="377" y="2282"/>
                  </a:lnTo>
                  <a:lnTo>
                    <a:pt x="314" y="2344"/>
                  </a:lnTo>
                  <a:lnTo>
                    <a:pt x="335" y="2386"/>
                  </a:lnTo>
                  <a:lnTo>
                    <a:pt x="481" y="2303"/>
                  </a:lnTo>
                  <a:lnTo>
                    <a:pt x="691" y="2386"/>
                  </a:lnTo>
                  <a:lnTo>
                    <a:pt x="544" y="2470"/>
                  </a:lnTo>
                  <a:lnTo>
                    <a:pt x="502" y="2449"/>
                  </a:lnTo>
                  <a:lnTo>
                    <a:pt x="398" y="2407"/>
                  </a:lnTo>
                  <a:lnTo>
                    <a:pt x="398" y="2407"/>
                  </a:lnTo>
                  <a:lnTo>
                    <a:pt x="440" y="2470"/>
                  </a:lnTo>
                  <a:lnTo>
                    <a:pt x="419" y="2575"/>
                  </a:lnTo>
                  <a:lnTo>
                    <a:pt x="586" y="2616"/>
                  </a:lnTo>
                  <a:lnTo>
                    <a:pt x="753" y="2512"/>
                  </a:lnTo>
                  <a:lnTo>
                    <a:pt x="1151" y="2554"/>
                  </a:lnTo>
                  <a:lnTo>
                    <a:pt x="1256" y="2407"/>
                  </a:lnTo>
                  <a:lnTo>
                    <a:pt x="1465" y="2344"/>
                  </a:lnTo>
                  <a:lnTo>
                    <a:pt x="1988" y="2344"/>
                  </a:lnTo>
                  <a:lnTo>
                    <a:pt x="2113" y="2386"/>
                  </a:lnTo>
                  <a:lnTo>
                    <a:pt x="2113" y="2365"/>
                  </a:lnTo>
                  <a:lnTo>
                    <a:pt x="2260" y="2344"/>
                  </a:lnTo>
                  <a:lnTo>
                    <a:pt x="2595" y="2365"/>
                  </a:lnTo>
                  <a:lnTo>
                    <a:pt x="2825" y="2470"/>
                  </a:lnTo>
                  <a:lnTo>
                    <a:pt x="2929" y="2554"/>
                  </a:lnTo>
                  <a:lnTo>
                    <a:pt x="3118" y="2554"/>
                  </a:lnTo>
                  <a:lnTo>
                    <a:pt x="3306" y="2616"/>
                  </a:lnTo>
                  <a:lnTo>
                    <a:pt x="3411" y="2554"/>
                  </a:lnTo>
                  <a:lnTo>
                    <a:pt x="3515" y="2575"/>
                  </a:lnTo>
                  <a:lnTo>
                    <a:pt x="3557" y="2616"/>
                  </a:lnTo>
                  <a:lnTo>
                    <a:pt x="3683" y="2616"/>
                  </a:lnTo>
                  <a:lnTo>
                    <a:pt x="3683" y="2721"/>
                  </a:lnTo>
                  <a:lnTo>
                    <a:pt x="3725" y="2658"/>
                  </a:lnTo>
                  <a:lnTo>
                    <a:pt x="3725" y="2554"/>
                  </a:lnTo>
                  <a:lnTo>
                    <a:pt x="3578" y="2470"/>
                  </a:lnTo>
                  <a:lnTo>
                    <a:pt x="3557" y="2386"/>
                  </a:lnTo>
                  <a:lnTo>
                    <a:pt x="3620" y="2303"/>
                  </a:lnTo>
                  <a:lnTo>
                    <a:pt x="3620" y="2261"/>
                  </a:lnTo>
                  <a:lnTo>
                    <a:pt x="3536" y="2156"/>
                  </a:lnTo>
                  <a:lnTo>
                    <a:pt x="3515" y="2072"/>
                  </a:lnTo>
                  <a:lnTo>
                    <a:pt x="3432" y="2031"/>
                  </a:lnTo>
                  <a:lnTo>
                    <a:pt x="3369" y="2052"/>
                  </a:lnTo>
                  <a:lnTo>
                    <a:pt x="3306" y="1968"/>
                  </a:lnTo>
                  <a:lnTo>
                    <a:pt x="3243" y="1842"/>
                  </a:lnTo>
                  <a:lnTo>
                    <a:pt x="3118" y="1717"/>
                  </a:lnTo>
                  <a:lnTo>
                    <a:pt x="3097" y="1633"/>
                  </a:lnTo>
                  <a:lnTo>
                    <a:pt x="3139" y="1403"/>
                  </a:lnTo>
                  <a:lnTo>
                    <a:pt x="3118" y="1319"/>
                  </a:lnTo>
                  <a:lnTo>
                    <a:pt x="3118" y="1215"/>
                  </a:lnTo>
                  <a:lnTo>
                    <a:pt x="3034" y="1131"/>
                  </a:lnTo>
                  <a:lnTo>
                    <a:pt x="3013" y="1047"/>
                  </a:lnTo>
                  <a:lnTo>
                    <a:pt x="2846" y="943"/>
                  </a:lnTo>
                  <a:lnTo>
                    <a:pt x="2741" y="922"/>
                  </a:lnTo>
                  <a:lnTo>
                    <a:pt x="2720" y="796"/>
                  </a:lnTo>
                  <a:lnTo>
                    <a:pt x="2595" y="775"/>
                  </a:lnTo>
                  <a:lnTo>
                    <a:pt x="2595" y="629"/>
                  </a:lnTo>
                  <a:lnTo>
                    <a:pt x="2469" y="524"/>
                  </a:lnTo>
                  <a:lnTo>
                    <a:pt x="2427" y="399"/>
                  </a:lnTo>
                  <a:lnTo>
                    <a:pt x="2385" y="357"/>
                  </a:lnTo>
                  <a:lnTo>
                    <a:pt x="2302" y="357"/>
                  </a:lnTo>
                  <a:lnTo>
                    <a:pt x="2260" y="315"/>
                  </a:lnTo>
                  <a:lnTo>
                    <a:pt x="2176" y="378"/>
                  </a:lnTo>
                  <a:lnTo>
                    <a:pt x="2093" y="357"/>
                  </a:lnTo>
                  <a:lnTo>
                    <a:pt x="2093" y="273"/>
                  </a:lnTo>
                  <a:lnTo>
                    <a:pt x="1967" y="106"/>
                  </a:lnTo>
                  <a:lnTo>
                    <a:pt x="1800" y="85"/>
                  </a:lnTo>
                  <a:lnTo>
                    <a:pt x="154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2345;p45"/>
            <p:cNvSpPr/>
            <p:nvPr/>
          </p:nvSpPr>
          <p:spPr>
            <a:xfrm>
              <a:off x="3633975" y="3059916"/>
              <a:ext cx="21195" cy="12146"/>
            </a:xfrm>
            <a:custGeom>
              <a:avLst/>
              <a:gdLst/>
              <a:ahLst/>
              <a:cxnLst/>
              <a:rect l="l" t="t" r="r" b="b"/>
              <a:pathLst>
                <a:path w="1780" h="1068" extrusionOk="0">
                  <a:moveTo>
                    <a:pt x="1047" y="0"/>
                  </a:moveTo>
                  <a:lnTo>
                    <a:pt x="838" y="63"/>
                  </a:lnTo>
                  <a:lnTo>
                    <a:pt x="733" y="210"/>
                  </a:lnTo>
                  <a:lnTo>
                    <a:pt x="335" y="168"/>
                  </a:lnTo>
                  <a:lnTo>
                    <a:pt x="168" y="272"/>
                  </a:lnTo>
                  <a:lnTo>
                    <a:pt x="1" y="231"/>
                  </a:lnTo>
                  <a:lnTo>
                    <a:pt x="1" y="231"/>
                  </a:lnTo>
                  <a:lnTo>
                    <a:pt x="63" y="314"/>
                  </a:lnTo>
                  <a:lnTo>
                    <a:pt x="273" y="335"/>
                  </a:lnTo>
                  <a:lnTo>
                    <a:pt x="335" y="335"/>
                  </a:lnTo>
                  <a:lnTo>
                    <a:pt x="231" y="419"/>
                  </a:lnTo>
                  <a:lnTo>
                    <a:pt x="335" y="524"/>
                  </a:lnTo>
                  <a:lnTo>
                    <a:pt x="440" y="524"/>
                  </a:lnTo>
                  <a:lnTo>
                    <a:pt x="482" y="586"/>
                  </a:lnTo>
                  <a:lnTo>
                    <a:pt x="545" y="586"/>
                  </a:lnTo>
                  <a:lnTo>
                    <a:pt x="691" y="544"/>
                  </a:lnTo>
                  <a:lnTo>
                    <a:pt x="838" y="524"/>
                  </a:lnTo>
                  <a:lnTo>
                    <a:pt x="1005" y="586"/>
                  </a:lnTo>
                  <a:lnTo>
                    <a:pt x="942" y="649"/>
                  </a:lnTo>
                  <a:lnTo>
                    <a:pt x="649" y="649"/>
                  </a:lnTo>
                  <a:lnTo>
                    <a:pt x="691" y="691"/>
                  </a:lnTo>
                  <a:lnTo>
                    <a:pt x="796" y="691"/>
                  </a:lnTo>
                  <a:lnTo>
                    <a:pt x="838" y="754"/>
                  </a:lnTo>
                  <a:lnTo>
                    <a:pt x="817" y="796"/>
                  </a:lnTo>
                  <a:lnTo>
                    <a:pt x="859" y="796"/>
                  </a:lnTo>
                  <a:lnTo>
                    <a:pt x="733" y="963"/>
                  </a:lnTo>
                  <a:lnTo>
                    <a:pt x="963" y="942"/>
                  </a:lnTo>
                  <a:lnTo>
                    <a:pt x="963" y="1047"/>
                  </a:lnTo>
                  <a:lnTo>
                    <a:pt x="1005" y="1068"/>
                  </a:lnTo>
                  <a:lnTo>
                    <a:pt x="1131" y="1047"/>
                  </a:lnTo>
                  <a:lnTo>
                    <a:pt x="1214" y="879"/>
                  </a:lnTo>
                  <a:lnTo>
                    <a:pt x="1319" y="858"/>
                  </a:lnTo>
                  <a:lnTo>
                    <a:pt x="1465" y="775"/>
                  </a:lnTo>
                  <a:lnTo>
                    <a:pt x="1675" y="733"/>
                  </a:lnTo>
                  <a:lnTo>
                    <a:pt x="1758" y="670"/>
                  </a:lnTo>
                  <a:lnTo>
                    <a:pt x="1779" y="565"/>
                  </a:lnTo>
                  <a:lnTo>
                    <a:pt x="1695" y="482"/>
                  </a:lnTo>
                  <a:lnTo>
                    <a:pt x="1695" y="314"/>
                  </a:lnTo>
                  <a:lnTo>
                    <a:pt x="1737" y="210"/>
                  </a:lnTo>
                  <a:lnTo>
                    <a:pt x="1695" y="42"/>
                  </a:lnTo>
                  <a:lnTo>
                    <a:pt x="157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46" name="Google Shape;2346;p45"/>
            <p:cNvGrpSpPr/>
            <p:nvPr/>
          </p:nvGrpSpPr>
          <p:grpSpPr>
            <a:xfrm>
              <a:off x="3632736" y="3051591"/>
              <a:ext cx="63288" cy="45217"/>
              <a:chOff x="3450375" y="3038225"/>
              <a:chExt cx="132875" cy="99400"/>
            </a:xfrm>
          </p:grpSpPr>
          <p:sp>
            <p:nvSpPr>
              <p:cNvPr id="2347" name="Google Shape;2347;p45"/>
              <p:cNvSpPr/>
              <p:nvPr/>
            </p:nvSpPr>
            <p:spPr>
              <a:xfrm>
                <a:off x="3450375" y="3038225"/>
                <a:ext cx="4605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545" extrusionOk="0">
                    <a:moveTo>
                      <a:pt x="942" y="0"/>
                    </a:moveTo>
                    <a:lnTo>
                      <a:pt x="795" y="63"/>
                    </a:lnTo>
                    <a:lnTo>
                      <a:pt x="586" y="230"/>
                    </a:lnTo>
                    <a:lnTo>
                      <a:pt x="481" y="230"/>
                    </a:lnTo>
                    <a:lnTo>
                      <a:pt x="418" y="251"/>
                    </a:lnTo>
                    <a:lnTo>
                      <a:pt x="167" y="251"/>
                    </a:lnTo>
                    <a:lnTo>
                      <a:pt x="188" y="335"/>
                    </a:lnTo>
                    <a:lnTo>
                      <a:pt x="314" y="419"/>
                    </a:lnTo>
                    <a:lnTo>
                      <a:pt x="439" y="377"/>
                    </a:lnTo>
                    <a:lnTo>
                      <a:pt x="439" y="377"/>
                    </a:lnTo>
                    <a:lnTo>
                      <a:pt x="377" y="460"/>
                    </a:lnTo>
                    <a:lnTo>
                      <a:pt x="209" y="460"/>
                    </a:lnTo>
                    <a:lnTo>
                      <a:pt x="105" y="314"/>
                    </a:lnTo>
                    <a:lnTo>
                      <a:pt x="0" y="419"/>
                    </a:lnTo>
                    <a:lnTo>
                      <a:pt x="63" y="481"/>
                    </a:lnTo>
                    <a:lnTo>
                      <a:pt x="63" y="544"/>
                    </a:lnTo>
                    <a:lnTo>
                      <a:pt x="105" y="481"/>
                    </a:lnTo>
                    <a:lnTo>
                      <a:pt x="481" y="481"/>
                    </a:lnTo>
                    <a:lnTo>
                      <a:pt x="586" y="356"/>
                    </a:lnTo>
                    <a:lnTo>
                      <a:pt x="691" y="335"/>
                    </a:lnTo>
                    <a:lnTo>
                      <a:pt x="816" y="251"/>
                    </a:lnTo>
                    <a:lnTo>
                      <a:pt x="900" y="272"/>
                    </a:lnTo>
                    <a:lnTo>
                      <a:pt x="921" y="314"/>
                    </a:lnTo>
                    <a:lnTo>
                      <a:pt x="1004" y="230"/>
                    </a:lnTo>
                    <a:lnTo>
                      <a:pt x="1067" y="209"/>
                    </a:lnTo>
                    <a:lnTo>
                      <a:pt x="1214" y="314"/>
                    </a:lnTo>
                    <a:lnTo>
                      <a:pt x="1318" y="314"/>
                    </a:lnTo>
                    <a:lnTo>
                      <a:pt x="1465" y="356"/>
                    </a:lnTo>
                    <a:lnTo>
                      <a:pt x="1653" y="440"/>
                    </a:lnTo>
                    <a:lnTo>
                      <a:pt x="1779" y="440"/>
                    </a:lnTo>
                    <a:lnTo>
                      <a:pt x="1841" y="356"/>
                    </a:lnTo>
                    <a:lnTo>
                      <a:pt x="1779" y="272"/>
                    </a:lnTo>
                    <a:lnTo>
                      <a:pt x="1737" y="314"/>
                    </a:lnTo>
                    <a:lnTo>
                      <a:pt x="1465" y="147"/>
                    </a:lnTo>
                    <a:lnTo>
                      <a:pt x="1360" y="147"/>
                    </a:lnTo>
                    <a:lnTo>
                      <a:pt x="1172" y="21"/>
                    </a:lnTo>
                    <a:lnTo>
                      <a:pt x="1046" y="21"/>
                    </a:lnTo>
                    <a:lnTo>
                      <a:pt x="94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Google Shape;2348;p45"/>
              <p:cNvSpPr/>
              <p:nvPr/>
            </p:nvSpPr>
            <p:spPr>
              <a:xfrm>
                <a:off x="3481225" y="3056525"/>
                <a:ext cx="102025" cy="81100"/>
              </a:xfrm>
              <a:custGeom>
                <a:avLst/>
                <a:gdLst/>
                <a:ahLst/>
                <a:cxnLst/>
                <a:rect l="l" t="t" r="r" b="b"/>
                <a:pathLst>
                  <a:path w="4081" h="3244" extrusionOk="0">
                    <a:moveTo>
                      <a:pt x="712" y="0"/>
                    </a:moveTo>
                    <a:lnTo>
                      <a:pt x="565" y="21"/>
                    </a:lnTo>
                    <a:lnTo>
                      <a:pt x="565" y="42"/>
                    </a:lnTo>
                    <a:lnTo>
                      <a:pt x="607" y="210"/>
                    </a:lnTo>
                    <a:lnTo>
                      <a:pt x="565" y="314"/>
                    </a:lnTo>
                    <a:lnTo>
                      <a:pt x="565" y="482"/>
                    </a:lnTo>
                    <a:lnTo>
                      <a:pt x="649" y="565"/>
                    </a:lnTo>
                    <a:lnTo>
                      <a:pt x="628" y="670"/>
                    </a:lnTo>
                    <a:lnTo>
                      <a:pt x="545" y="733"/>
                    </a:lnTo>
                    <a:lnTo>
                      <a:pt x="335" y="775"/>
                    </a:lnTo>
                    <a:lnTo>
                      <a:pt x="189" y="858"/>
                    </a:lnTo>
                    <a:lnTo>
                      <a:pt x="84" y="879"/>
                    </a:lnTo>
                    <a:lnTo>
                      <a:pt x="1" y="1046"/>
                    </a:lnTo>
                    <a:lnTo>
                      <a:pt x="21" y="1005"/>
                    </a:lnTo>
                    <a:lnTo>
                      <a:pt x="105" y="1109"/>
                    </a:lnTo>
                    <a:lnTo>
                      <a:pt x="42" y="1319"/>
                    </a:lnTo>
                    <a:lnTo>
                      <a:pt x="189" y="1507"/>
                    </a:lnTo>
                    <a:lnTo>
                      <a:pt x="314" y="1528"/>
                    </a:lnTo>
                    <a:lnTo>
                      <a:pt x="398" y="1570"/>
                    </a:lnTo>
                    <a:lnTo>
                      <a:pt x="440" y="1486"/>
                    </a:lnTo>
                    <a:lnTo>
                      <a:pt x="545" y="1528"/>
                    </a:lnTo>
                    <a:lnTo>
                      <a:pt x="503" y="1570"/>
                    </a:lnTo>
                    <a:lnTo>
                      <a:pt x="503" y="1674"/>
                    </a:lnTo>
                    <a:lnTo>
                      <a:pt x="545" y="1716"/>
                    </a:lnTo>
                    <a:lnTo>
                      <a:pt x="670" y="1716"/>
                    </a:lnTo>
                    <a:lnTo>
                      <a:pt x="733" y="1904"/>
                    </a:lnTo>
                    <a:lnTo>
                      <a:pt x="879" y="1988"/>
                    </a:lnTo>
                    <a:lnTo>
                      <a:pt x="963" y="2051"/>
                    </a:lnTo>
                    <a:lnTo>
                      <a:pt x="1047" y="2030"/>
                    </a:lnTo>
                    <a:lnTo>
                      <a:pt x="1235" y="1946"/>
                    </a:lnTo>
                    <a:lnTo>
                      <a:pt x="1235" y="1884"/>
                    </a:lnTo>
                    <a:lnTo>
                      <a:pt x="1381" y="1716"/>
                    </a:lnTo>
                    <a:lnTo>
                      <a:pt x="1486" y="1632"/>
                    </a:lnTo>
                    <a:lnTo>
                      <a:pt x="1612" y="1570"/>
                    </a:lnTo>
                    <a:lnTo>
                      <a:pt x="2114" y="1570"/>
                    </a:lnTo>
                    <a:lnTo>
                      <a:pt x="2197" y="1716"/>
                    </a:lnTo>
                    <a:lnTo>
                      <a:pt x="2239" y="1821"/>
                    </a:lnTo>
                    <a:lnTo>
                      <a:pt x="2407" y="2093"/>
                    </a:lnTo>
                    <a:lnTo>
                      <a:pt x="2386" y="2156"/>
                    </a:lnTo>
                    <a:lnTo>
                      <a:pt x="2490" y="2260"/>
                    </a:lnTo>
                    <a:lnTo>
                      <a:pt x="2490" y="2365"/>
                    </a:lnTo>
                    <a:lnTo>
                      <a:pt x="2407" y="2407"/>
                    </a:lnTo>
                    <a:lnTo>
                      <a:pt x="2407" y="2511"/>
                    </a:lnTo>
                    <a:lnTo>
                      <a:pt x="2449" y="2532"/>
                    </a:lnTo>
                    <a:lnTo>
                      <a:pt x="2449" y="2574"/>
                    </a:lnTo>
                    <a:lnTo>
                      <a:pt x="2595" y="2532"/>
                    </a:lnTo>
                    <a:lnTo>
                      <a:pt x="2637" y="2532"/>
                    </a:lnTo>
                    <a:lnTo>
                      <a:pt x="2867" y="2449"/>
                    </a:lnTo>
                    <a:lnTo>
                      <a:pt x="3014" y="2511"/>
                    </a:lnTo>
                    <a:lnTo>
                      <a:pt x="3055" y="2637"/>
                    </a:lnTo>
                    <a:lnTo>
                      <a:pt x="3181" y="2721"/>
                    </a:lnTo>
                    <a:lnTo>
                      <a:pt x="3160" y="2930"/>
                    </a:lnTo>
                    <a:lnTo>
                      <a:pt x="3139" y="3055"/>
                    </a:lnTo>
                    <a:lnTo>
                      <a:pt x="3286" y="3202"/>
                    </a:lnTo>
                    <a:lnTo>
                      <a:pt x="3369" y="3202"/>
                    </a:lnTo>
                    <a:lnTo>
                      <a:pt x="3537" y="3076"/>
                    </a:lnTo>
                    <a:lnTo>
                      <a:pt x="3578" y="3076"/>
                    </a:lnTo>
                    <a:lnTo>
                      <a:pt x="3683" y="3181"/>
                    </a:lnTo>
                    <a:lnTo>
                      <a:pt x="3704" y="3244"/>
                    </a:lnTo>
                    <a:lnTo>
                      <a:pt x="3704" y="3202"/>
                    </a:lnTo>
                    <a:lnTo>
                      <a:pt x="3809" y="3181"/>
                    </a:lnTo>
                    <a:lnTo>
                      <a:pt x="3976" y="2846"/>
                    </a:lnTo>
                    <a:lnTo>
                      <a:pt x="3976" y="2721"/>
                    </a:lnTo>
                    <a:lnTo>
                      <a:pt x="3955" y="2658"/>
                    </a:lnTo>
                    <a:lnTo>
                      <a:pt x="3850" y="2553"/>
                    </a:lnTo>
                    <a:lnTo>
                      <a:pt x="3850" y="2469"/>
                    </a:lnTo>
                    <a:lnTo>
                      <a:pt x="3913" y="2428"/>
                    </a:lnTo>
                    <a:lnTo>
                      <a:pt x="3997" y="2449"/>
                    </a:lnTo>
                    <a:lnTo>
                      <a:pt x="4018" y="2365"/>
                    </a:lnTo>
                    <a:lnTo>
                      <a:pt x="3955" y="2239"/>
                    </a:lnTo>
                    <a:lnTo>
                      <a:pt x="3871" y="2218"/>
                    </a:lnTo>
                    <a:lnTo>
                      <a:pt x="3871" y="2009"/>
                    </a:lnTo>
                    <a:lnTo>
                      <a:pt x="3892" y="1925"/>
                    </a:lnTo>
                    <a:lnTo>
                      <a:pt x="3871" y="1674"/>
                    </a:lnTo>
                    <a:lnTo>
                      <a:pt x="3809" y="1612"/>
                    </a:lnTo>
                    <a:lnTo>
                      <a:pt x="3809" y="1507"/>
                    </a:lnTo>
                    <a:lnTo>
                      <a:pt x="4060" y="1423"/>
                    </a:lnTo>
                    <a:lnTo>
                      <a:pt x="4081" y="1402"/>
                    </a:lnTo>
                    <a:lnTo>
                      <a:pt x="4081" y="1319"/>
                    </a:lnTo>
                    <a:lnTo>
                      <a:pt x="4018" y="1277"/>
                    </a:lnTo>
                    <a:lnTo>
                      <a:pt x="3871" y="1256"/>
                    </a:lnTo>
                    <a:lnTo>
                      <a:pt x="3871" y="1193"/>
                    </a:lnTo>
                    <a:lnTo>
                      <a:pt x="3850" y="1109"/>
                    </a:lnTo>
                    <a:lnTo>
                      <a:pt x="3850" y="1005"/>
                    </a:lnTo>
                    <a:lnTo>
                      <a:pt x="3767" y="1005"/>
                    </a:lnTo>
                    <a:lnTo>
                      <a:pt x="3704" y="1088"/>
                    </a:lnTo>
                    <a:lnTo>
                      <a:pt x="3599" y="1109"/>
                    </a:lnTo>
                    <a:lnTo>
                      <a:pt x="3599" y="1109"/>
                    </a:lnTo>
                    <a:lnTo>
                      <a:pt x="3662" y="963"/>
                    </a:lnTo>
                    <a:lnTo>
                      <a:pt x="3767" y="796"/>
                    </a:lnTo>
                    <a:lnTo>
                      <a:pt x="3767" y="754"/>
                    </a:lnTo>
                    <a:lnTo>
                      <a:pt x="3641" y="733"/>
                    </a:lnTo>
                    <a:lnTo>
                      <a:pt x="3578" y="670"/>
                    </a:lnTo>
                    <a:lnTo>
                      <a:pt x="3599" y="524"/>
                    </a:lnTo>
                    <a:lnTo>
                      <a:pt x="3558" y="377"/>
                    </a:lnTo>
                    <a:lnTo>
                      <a:pt x="3432" y="272"/>
                    </a:lnTo>
                    <a:lnTo>
                      <a:pt x="3390" y="231"/>
                    </a:lnTo>
                    <a:lnTo>
                      <a:pt x="3286" y="252"/>
                    </a:lnTo>
                    <a:lnTo>
                      <a:pt x="3265" y="314"/>
                    </a:lnTo>
                    <a:lnTo>
                      <a:pt x="3118" y="231"/>
                    </a:lnTo>
                    <a:lnTo>
                      <a:pt x="2972" y="231"/>
                    </a:lnTo>
                    <a:lnTo>
                      <a:pt x="2867" y="377"/>
                    </a:lnTo>
                    <a:lnTo>
                      <a:pt x="2804" y="419"/>
                    </a:lnTo>
                    <a:lnTo>
                      <a:pt x="2700" y="482"/>
                    </a:lnTo>
                    <a:lnTo>
                      <a:pt x="2532" y="482"/>
                    </a:lnTo>
                    <a:lnTo>
                      <a:pt x="2407" y="377"/>
                    </a:lnTo>
                    <a:lnTo>
                      <a:pt x="2323" y="356"/>
                    </a:lnTo>
                    <a:lnTo>
                      <a:pt x="2218" y="419"/>
                    </a:lnTo>
                    <a:lnTo>
                      <a:pt x="2135" y="377"/>
                    </a:lnTo>
                    <a:lnTo>
                      <a:pt x="2135" y="272"/>
                    </a:lnTo>
                    <a:lnTo>
                      <a:pt x="2009" y="272"/>
                    </a:lnTo>
                    <a:lnTo>
                      <a:pt x="1967" y="231"/>
                    </a:lnTo>
                    <a:lnTo>
                      <a:pt x="1863" y="210"/>
                    </a:lnTo>
                    <a:lnTo>
                      <a:pt x="1758" y="272"/>
                    </a:lnTo>
                    <a:lnTo>
                      <a:pt x="1570" y="210"/>
                    </a:lnTo>
                    <a:lnTo>
                      <a:pt x="1381" y="210"/>
                    </a:lnTo>
                    <a:lnTo>
                      <a:pt x="1277" y="126"/>
                    </a:lnTo>
                    <a:lnTo>
                      <a:pt x="1047" y="21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49" name="Google Shape;2349;p45"/>
            <p:cNvSpPr/>
            <p:nvPr/>
          </p:nvSpPr>
          <p:spPr>
            <a:xfrm>
              <a:off x="3657897" y="3077759"/>
              <a:ext cx="19195" cy="21903"/>
            </a:xfrm>
            <a:custGeom>
              <a:avLst/>
              <a:gdLst/>
              <a:ahLst/>
              <a:cxnLst/>
              <a:rect l="l" t="t" r="r" b="b"/>
              <a:pathLst>
                <a:path w="1612" h="1926" extrusionOk="0">
                  <a:moveTo>
                    <a:pt x="733" y="1"/>
                  </a:moveTo>
                  <a:lnTo>
                    <a:pt x="607" y="63"/>
                  </a:lnTo>
                  <a:lnTo>
                    <a:pt x="502" y="147"/>
                  </a:lnTo>
                  <a:lnTo>
                    <a:pt x="356" y="315"/>
                  </a:lnTo>
                  <a:lnTo>
                    <a:pt x="356" y="377"/>
                  </a:lnTo>
                  <a:lnTo>
                    <a:pt x="168" y="461"/>
                  </a:lnTo>
                  <a:lnTo>
                    <a:pt x="84" y="482"/>
                  </a:lnTo>
                  <a:lnTo>
                    <a:pt x="42" y="587"/>
                  </a:lnTo>
                  <a:lnTo>
                    <a:pt x="0" y="670"/>
                  </a:lnTo>
                  <a:lnTo>
                    <a:pt x="105" y="733"/>
                  </a:lnTo>
                  <a:lnTo>
                    <a:pt x="42" y="880"/>
                  </a:lnTo>
                  <a:lnTo>
                    <a:pt x="63" y="963"/>
                  </a:lnTo>
                  <a:lnTo>
                    <a:pt x="168" y="984"/>
                  </a:lnTo>
                  <a:lnTo>
                    <a:pt x="251" y="1172"/>
                  </a:lnTo>
                  <a:lnTo>
                    <a:pt x="251" y="1298"/>
                  </a:lnTo>
                  <a:lnTo>
                    <a:pt x="377" y="1424"/>
                  </a:lnTo>
                  <a:lnTo>
                    <a:pt x="482" y="1382"/>
                  </a:lnTo>
                  <a:lnTo>
                    <a:pt x="482" y="1403"/>
                  </a:lnTo>
                  <a:lnTo>
                    <a:pt x="419" y="1507"/>
                  </a:lnTo>
                  <a:lnTo>
                    <a:pt x="502" y="1591"/>
                  </a:lnTo>
                  <a:lnTo>
                    <a:pt x="586" y="1675"/>
                  </a:lnTo>
                  <a:lnTo>
                    <a:pt x="565" y="1737"/>
                  </a:lnTo>
                  <a:lnTo>
                    <a:pt x="691" y="1779"/>
                  </a:lnTo>
                  <a:lnTo>
                    <a:pt x="1005" y="1926"/>
                  </a:lnTo>
                  <a:lnTo>
                    <a:pt x="1046" y="1926"/>
                  </a:lnTo>
                  <a:lnTo>
                    <a:pt x="1088" y="1842"/>
                  </a:lnTo>
                  <a:lnTo>
                    <a:pt x="1151" y="1696"/>
                  </a:lnTo>
                  <a:lnTo>
                    <a:pt x="1298" y="1633"/>
                  </a:lnTo>
                  <a:lnTo>
                    <a:pt x="1402" y="1507"/>
                  </a:lnTo>
                  <a:lnTo>
                    <a:pt x="1402" y="1403"/>
                  </a:lnTo>
                  <a:lnTo>
                    <a:pt x="1444" y="1256"/>
                  </a:lnTo>
                  <a:lnTo>
                    <a:pt x="1528" y="1214"/>
                  </a:lnTo>
                  <a:lnTo>
                    <a:pt x="1528" y="1152"/>
                  </a:lnTo>
                  <a:lnTo>
                    <a:pt x="1549" y="1005"/>
                  </a:lnTo>
                  <a:lnTo>
                    <a:pt x="1570" y="1005"/>
                  </a:lnTo>
                  <a:lnTo>
                    <a:pt x="1570" y="963"/>
                  </a:lnTo>
                  <a:lnTo>
                    <a:pt x="1528" y="942"/>
                  </a:lnTo>
                  <a:lnTo>
                    <a:pt x="1528" y="838"/>
                  </a:lnTo>
                  <a:lnTo>
                    <a:pt x="1611" y="796"/>
                  </a:lnTo>
                  <a:lnTo>
                    <a:pt x="1611" y="691"/>
                  </a:lnTo>
                  <a:lnTo>
                    <a:pt x="1507" y="587"/>
                  </a:lnTo>
                  <a:lnTo>
                    <a:pt x="1528" y="524"/>
                  </a:lnTo>
                  <a:lnTo>
                    <a:pt x="1360" y="252"/>
                  </a:lnTo>
                  <a:lnTo>
                    <a:pt x="1318" y="147"/>
                  </a:lnTo>
                  <a:lnTo>
                    <a:pt x="123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2350;p45"/>
            <p:cNvSpPr/>
            <p:nvPr/>
          </p:nvSpPr>
          <p:spPr>
            <a:xfrm>
              <a:off x="3670352" y="3087756"/>
              <a:ext cx="27911" cy="28568"/>
            </a:xfrm>
            <a:custGeom>
              <a:avLst/>
              <a:gdLst/>
              <a:ahLst/>
              <a:cxnLst/>
              <a:rect l="l" t="t" r="r" b="b"/>
              <a:pathLst>
                <a:path w="2344" h="2512" extrusionOk="0">
                  <a:moveTo>
                    <a:pt x="942" y="1"/>
                  </a:moveTo>
                  <a:lnTo>
                    <a:pt x="712" y="84"/>
                  </a:lnTo>
                  <a:lnTo>
                    <a:pt x="670" y="84"/>
                  </a:lnTo>
                  <a:lnTo>
                    <a:pt x="524" y="126"/>
                  </a:lnTo>
                  <a:lnTo>
                    <a:pt x="503" y="126"/>
                  </a:lnTo>
                  <a:lnTo>
                    <a:pt x="482" y="273"/>
                  </a:lnTo>
                  <a:lnTo>
                    <a:pt x="482" y="335"/>
                  </a:lnTo>
                  <a:lnTo>
                    <a:pt x="398" y="377"/>
                  </a:lnTo>
                  <a:lnTo>
                    <a:pt x="356" y="524"/>
                  </a:lnTo>
                  <a:lnTo>
                    <a:pt x="356" y="628"/>
                  </a:lnTo>
                  <a:lnTo>
                    <a:pt x="252" y="754"/>
                  </a:lnTo>
                  <a:lnTo>
                    <a:pt x="105" y="817"/>
                  </a:lnTo>
                  <a:lnTo>
                    <a:pt x="42" y="963"/>
                  </a:lnTo>
                  <a:lnTo>
                    <a:pt x="0" y="1047"/>
                  </a:lnTo>
                  <a:lnTo>
                    <a:pt x="168" y="1047"/>
                  </a:lnTo>
                  <a:lnTo>
                    <a:pt x="252" y="1109"/>
                  </a:lnTo>
                  <a:lnTo>
                    <a:pt x="210" y="1172"/>
                  </a:lnTo>
                  <a:lnTo>
                    <a:pt x="293" y="1235"/>
                  </a:lnTo>
                  <a:lnTo>
                    <a:pt x="461" y="1444"/>
                  </a:lnTo>
                  <a:lnTo>
                    <a:pt x="524" y="1444"/>
                  </a:lnTo>
                  <a:lnTo>
                    <a:pt x="775" y="1591"/>
                  </a:lnTo>
                  <a:lnTo>
                    <a:pt x="796" y="1591"/>
                  </a:lnTo>
                  <a:lnTo>
                    <a:pt x="1130" y="1967"/>
                  </a:lnTo>
                  <a:lnTo>
                    <a:pt x="1256" y="1988"/>
                  </a:lnTo>
                  <a:lnTo>
                    <a:pt x="1716" y="2302"/>
                  </a:lnTo>
                  <a:lnTo>
                    <a:pt x="2260" y="2511"/>
                  </a:lnTo>
                  <a:lnTo>
                    <a:pt x="2260" y="2386"/>
                  </a:lnTo>
                  <a:lnTo>
                    <a:pt x="2197" y="2281"/>
                  </a:lnTo>
                  <a:lnTo>
                    <a:pt x="2260" y="2156"/>
                  </a:lnTo>
                  <a:lnTo>
                    <a:pt x="2239" y="2072"/>
                  </a:lnTo>
                  <a:lnTo>
                    <a:pt x="2260" y="1967"/>
                  </a:lnTo>
                  <a:lnTo>
                    <a:pt x="2302" y="1884"/>
                  </a:lnTo>
                  <a:lnTo>
                    <a:pt x="2260" y="1800"/>
                  </a:lnTo>
                  <a:lnTo>
                    <a:pt x="2344" y="1758"/>
                  </a:lnTo>
                  <a:lnTo>
                    <a:pt x="2302" y="1653"/>
                  </a:lnTo>
                  <a:lnTo>
                    <a:pt x="2239" y="1633"/>
                  </a:lnTo>
                  <a:lnTo>
                    <a:pt x="2156" y="1570"/>
                  </a:lnTo>
                  <a:lnTo>
                    <a:pt x="2093" y="1465"/>
                  </a:lnTo>
                  <a:lnTo>
                    <a:pt x="2030" y="1444"/>
                  </a:lnTo>
                  <a:lnTo>
                    <a:pt x="1967" y="1444"/>
                  </a:lnTo>
                  <a:lnTo>
                    <a:pt x="1884" y="1361"/>
                  </a:lnTo>
                  <a:lnTo>
                    <a:pt x="1779" y="1361"/>
                  </a:lnTo>
                  <a:lnTo>
                    <a:pt x="1758" y="1381"/>
                  </a:lnTo>
                  <a:lnTo>
                    <a:pt x="1653" y="1361"/>
                  </a:lnTo>
                  <a:lnTo>
                    <a:pt x="1633" y="1256"/>
                  </a:lnTo>
                  <a:lnTo>
                    <a:pt x="1716" y="1151"/>
                  </a:lnTo>
                  <a:lnTo>
                    <a:pt x="1821" y="942"/>
                  </a:lnTo>
                  <a:lnTo>
                    <a:pt x="1758" y="837"/>
                  </a:lnTo>
                  <a:lnTo>
                    <a:pt x="1779" y="796"/>
                  </a:lnTo>
                  <a:lnTo>
                    <a:pt x="1758" y="733"/>
                  </a:lnTo>
                  <a:lnTo>
                    <a:pt x="1653" y="628"/>
                  </a:lnTo>
                  <a:lnTo>
                    <a:pt x="1612" y="628"/>
                  </a:lnTo>
                  <a:lnTo>
                    <a:pt x="1444" y="754"/>
                  </a:lnTo>
                  <a:lnTo>
                    <a:pt x="1361" y="754"/>
                  </a:lnTo>
                  <a:lnTo>
                    <a:pt x="1214" y="607"/>
                  </a:lnTo>
                  <a:lnTo>
                    <a:pt x="1235" y="482"/>
                  </a:lnTo>
                  <a:lnTo>
                    <a:pt x="1256" y="273"/>
                  </a:lnTo>
                  <a:lnTo>
                    <a:pt x="1130" y="189"/>
                  </a:lnTo>
                  <a:lnTo>
                    <a:pt x="1089" y="63"/>
                  </a:lnTo>
                  <a:lnTo>
                    <a:pt x="94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2351;p45"/>
            <p:cNvSpPr/>
            <p:nvPr/>
          </p:nvSpPr>
          <p:spPr>
            <a:xfrm>
              <a:off x="3689785" y="3073722"/>
              <a:ext cx="42617" cy="42840"/>
            </a:xfrm>
            <a:custGeom>
              <a:avLst/>
              <a:gdLst/>
              <a:ahLst/>
              <a:cxnLst/>
              <a:rect l="l" t="t" r="r" b="b"/>
              <a:pathLst>
                <a:path w="3579" h="3767" extrusionOk="0">
                  <a:moveTo>
                    <a:pt x="1905" y="0"/>
                  </a:moveTo>
                  <a:lnTo>
                    <a:pt x="1821" y="63"/>
                  </a:lnTo>
                  <a:lnTo>
                    <a:pt x="1716" y="209"/>
                  </a:lnTo>
                  <a:lnTo>
                    <a:pt x="1549" y="167"/>
                  </a:lnTo>
                  <a:lnTo>
                    <a:pt x="1507" y="105"/>
                  </a:lnTo>
                  <a:lnTo>
                    <a:pt x="1549" y="63"/>
                  </a:lnTo>
                  <a:lnTo>
                    <a:pt x="1381" y="42"/>
                  </a:lnTo>
                  <a:lnTo>
                    <a:pt x="1193" y="84"/>
                  </a:lnTo>
                  <a:lnTo>
                    <a:pt x="1193" y="146"/>
                  </a:lnTo>
                  <a:lnTo>
                    <a:pt x="1151" y="167"/>
                  </a:lnTo>
                  <a:lnTo>
                    <a:pt x="921" y="167"/>
                  </a:lnTo>
                  <a:lnTo>
                    <a:pt x="775" y="84"/>
                  </a:lnTo>
                  <a:lnTo>
                    <a:pt x="712" y="84"/>
                  </a:lnTo>
                  <a:lnTo>
                    <a:pt x="503" y="209"/>
                  </a:lnTo>
                  <a:lnTo>
                    <a:pt x="252" y="293"/>
                  </a:lnTo>
                  <a:lnTo>
                    <a:pt x="252" y="398"/>
                  </a:lnTo>
                  <a:lnTo>
                    <a:pt x="314" y="460"/>
                  </a:lnTo>
                  <a:lnTo>
                    <a:pt x="335" y="711"/>
                  </a:lnTo>
                  <a:lnTo>
                    <a:pt x="314" y="795"/>
                  </a:lnTo>
                  <a:lnTo>
                    <a:pt x="314" y="1004"/>
                  </a:lnTo>
                  <a:lnTo>
                    <a:pt x="398" y="1025"/>
                  </a:lnTo>
                  <a:lnTo>
                    <a:pt x="461" y="1151"/>
                  </a:lnTo>
                  <a:lnTo>
                    <a:pt x="440" y="1235"/>
                  </a:lnTo>
                  <a:lnTo>
                    <a:pt x="356" y="1214"/>
                  </a:lnTo>
                  <a:lnTo>
                    <a:pt x="293" y="1255"/>
                  </a:lnTo>
                  <a:lnTo>
                    <a:pt x="293" y="1339"/>
                  </a:lnTo>
                  <a:lnTo>
                    <a:pt x="398" y="1444"/>
                  </a:lnTo>
                  <a:lnTo>
                    <a:pt x="419" y="1507"/>
                  </a:lnTo>
                  <a:lnTo>
                    <a:pt x="419" y="1632"/>
                  </a:lnTo>
                  <a:lnTo>
                    <a:pt x="252" y="1967"/>
                  </a:lnTo>
                  <a:lnTo>
                    <a:pt x="147" y="1988"/>
                  </a:lnTo>
                  <a:lnTo>
                    <a:pt x="147" y="2030"/>
                  </a:lnTo>
                  <a:lnTo>
                    <a:pt x="126" y="2071"/>
                  </a:lnTo>
                  <a:lnTo>
                    <a:pt x="189" y="2176"/>
                  </a:lnTo>
                  <a:lnTo>
                    <a:pt x="84" y="2385"/>
                  </a:lnTo>
                  <a:lnTo>
                    <a:pt x="1" y="2490"/>
                  </a:lnTo>
                  <a:lnTo>
                    <a:pt x="21" y="2595"/>
                  </a:lnTo>
                  <a:lnTo>
                    <a:pt x="126" y="2615"/>
                  </a:lnTo>
                  <a:lnTo>
                    <a:pt x="147" y="2595"/>
                  </a:lnTo>
                  <a:lnTo>
                    <a:pt x="252" y="2595"/>
                  </a:lnTo>
                  <a:lnTo>
                    <a:pt x="335" y="2678"/>
                  </a:lnTo>
                  <a:lnTo>
                    <a:pt x="398" y="2678"/>
                  </a:lnTo>
                  <a:lnTo>
                    <a:pt x="461" y="2699"/>
                  </a:lnTo>
                  <a:lnTo>
                    <a:pt x="524" y="2804"/>
                  </a:lnTo>
                  <a:lnTo>
                    <a:pt x="607" y="2867"/>
                  </a:lnTo>
                  <a:lnTo>
                    <a:pt x="670" y="2887"/>
                  </a:lnTo>
                  <a:lnTo>
                    <a:pt x="712" y="2992"/>
                  </a:lnTo>
                  <a:lnTo>
                    <a:pt x="628" y="3034"/>
                  </a:lnTo>
                  <a:lnTo>
                    <a:pt x="670" y="3118"/>
                  </a:lnTo>
                  <a:lnTo>
                    <a:pt x="628" y="3201"/>
                  </a:lnTo>
                  <a:lnTo>
                    <a:pt x="607" y="3306"/>
                  </a:lnTo>
                  <a:lnTo>
                    <a:pt x="628" y="3390"/>
                  </a:lnTo>
                  <a:lnTo>
                    <a:pt x="565" y="3515"/>
                  </a:lnTo>
                  <a:lnTo>
                    <a:pt x="628" y="3620"/>
                  </a:lnTo>
                  <a:lnTo>
                    <a:pt x="628" y="3745"/>
                  </a:lnTo>
                  <a:lnTo>
                    <a:pt x="712" y="3766"/>
                  </a:lnTo>
                  <a:lnTo>
                    <a:pt x="879" y="3599"/>
                  </a:lnTo>
                  <a:lnTo>
                    <a:pt x="1026" y="3599"/>
                  </a:lnTo>
                  <a:lnTo>
                    <a:pt x="1068" y="3536"/>
                  </a:lnTo>
                  <a:lnTo>
                    <a:pt x="1465" y="3390"/>
                  </a:lnTo>
                  <a:lnTo>
                    <a:pt x="1465" y="3327"/>
                  </a:lnTo>
                  <a:lnTo>
                    <a:pt x="1674" y="3306"/>
                  </a:lnTo>
                  <a:lnTo>
                    <a:pt x="2449" y="3306"/>
                  </a:lnTo>
                  <a:lnTo>
                    <a:pt x="2742" y="3201"/>
                  </a:lnTo>
                  <a:lnTo>
                    <a:pt x="3014" y="3327"/>
                  </a:lnTo>
                  <a:lnTo>
                    <a:pt x="3034" y="3201"/>
                  </a:lnTo>
                  <a:lnTo>
                    <a:pt x="3139" y="3180"/>
                  </a:lnTo>
                  <a:lnTo>
                    <a:pt x="3223" y="3306"/>
                  </a:lnTo>
                  <a:lnTo>
                    <a:pt x="3244" y="3285"/>
                  </a:lnTo>
                  <a:lnTo>
                    <a:pt x="3348" y="3285"/>
                  </a:lnTo>
                  <a:lnTo>
                    <a:pt x="3453" y="3243"/>
                  </a:lnTo>
                  <a:lnTo>
                    <a:pt x="3453" y="3097"/>
                  </a:lnTo>
                  <a:lnTo>
                    <a:pt x="3390" y="2992"/>
                  </a:lnTo>
                  <a:lnTo>
                    <a:pt x="3265" y="2971"/>
                  </a:lnTo>
                  <a:lnTo>
                    <a:pt x="3244" y="2804"/>
                  </a:lnTo>
                  <a:lnTo>
                    <a:pt x="3160" y="2595"/>
                  </a:lnTo>
                  <a:lnTo>
                    <a:pt x="3076" y="2511"/>
                  </a:lnTo>
                  <a:lnTo>
                    <a:pt x="3118" y="2469"/>
                  </a:lnTo>
                  <a:lnTo>
                    <a:pt x="3139" y="2448"/>
                  </a:lnTo>
                  <a:lnTo>
                    <a:pt x="3139" y="2176"/>
                  </a:lnTo>
                  <a:lnTo>
                    <a:pt x="3181" y="2092"/>
                  </a:lnTo>
                  <a:lnTo>
                    <a:pt x="3223" y="1967"/>
                  </a:lnTo>
                  <a:lnTo>
                    <a:pt x="3244" y="1883"/>
                  </a:lnTo>
                  <a:lnTo>
                    <a:pt x="3244" y="1758"/>
                  </a:lnTo>
                  <a:lnTo>
                    <a:pt x="3432" y="1507"/>
                  </a:lnTo>
                  <a:lnTo>
                    <a:pt x="3537" y="1423"/>
                  </a:lnTo>
                  <a:lnTo>
                    <a:pt x="3537" y="1318"/>
                  </a:lnTo>
                  <a:lnTo>
                    <a:pt x="3578" y="1193"/>
                  </a:lnTo>
                  <a:lnTo>
                    <a:pt x="3537" y="1025"/>
                  </a:lnTo>
                  <a:lnTo>
                    <a:pt x="3453" y="942"/>
                  </a:lnTo>
                  <a:lnTo>
                    <a:pt x="3453" y="879"/>
                  </a:lnTo>
                  <a:lnTo>
                    <a:pt x="3390" y="732"/>
                  </a:lnTo>
                  <a:lnTo>
                    <a:pt x="3453" y="565"/>
                  </a:lnTo>
                  <a:lnTo>
                    <a:pt x="3453" y="502"/>
                  </a:lnTo>
                  <a:lnTo>
                    <a:pt x="3327" y="502"/>
                  </a:lnTo>
                  <a:lnTo>
                    <a:pt x="3244" y="418"/>
                  </a:lnTo>
                  <a:lnTo>
                    <a:pt x="3160" y="418"/>
                  </a:lnTo>
                  <a:lnTo>
                    <a:pt x="3055" y="502"/>
                  </a:lnTo>
                  <a:lnTo>
                    <a:pt x="2930" y="523"/>
                  </a:lnTo>
                  <a:lnTo>
                    <a:pt x="2742" y="460"/>
                  </a:lnTo>
                  <a:lnTo>
                    <a:pt x="2658" y="356"/>
                  </a:lnTo>
                  <a:lnTo>
                    <a:pt x="2553" y="293"/>
                  </a:lnTo>
                  <a:lnTo>
                    <a:pt x="2449" y="293"/>
                  </a:lnTo>
                  <a:lnTo>
                    <a:pt x="2407" y="251"/>
                  </a:lnTo>
                  <a:lnTo>
                    <a:pt x="2302" y="251"/>
                  </a:lnTo>
                  <a:lnTo>
                    <a:pt x="2093" y="146"/>
                  </a:lnTo>
                  <a:lnTo>
                    <a:pt x="19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2" name="Google Shape;2352;p45"/>
            <p:cNvSpPr/>
            <p:nvPr/>
          </p:nvSpPr>
          <p:spPr>
            <a:xfrm>
              <a:off x="3726412" y="3070151"/>
              <a:ext cx="29161" cy="43557"/>
            </a:xfrm>
            <a:custGeom>
              <a:avLst/>
              <a:gdLst/>
              <a:ahLst/>
              <a:cxnLst/>
              <a:rect l="l" t="t" r="r" b="b"/>
              <a:pathLst>
                <a:path w="2449" h="3830" extrusionOk="0">
                  <a:moveTo>
                    <a:pt x="1674" y="0"/>
                  </a:moveTo>
                  <a:lnTo>
                    <a:pt x="1549" y="63"/>
                  </a:lnTo>
                  <a:lnTo>
                    <a:pt x="1402" y="63"/>
                  </a:lnTo>
                  <a:lnTo>
                    <a:pt x="1193" y="105"/>
                  </a:lnTo>
                  <a:lnTo>
                    <a:pt x="419" y="105"/>
                  </a:lnTo>
                  <a:lnTo>
                    <a:pt x="210" y="147"/>
                  </a:lnTo>
                  <a:lnTo>
                    <a:pt x="189" y="272"/>
                  </a:lnTo>
                  <a:lnTo>
                    <a:pt x="251" y="460"/>
                  </a:lnTo>
                  <a:lnTo>
                    <a:pt x="293" y="502"/>
                  </a:lnTo>
                  <a:lnTo>
                    <a:pt x="377" y="670"/>
                  </a:lnTo>
                  <a:lnTo>
                    <a:pt x="377" y="816"/>
                  </a:lnTo>
                  <a:lnTo>
                    <a:pt x="377" y="879"/>
                  </a:lnTo>
                  <a:lnTo>
                    <a:pt x="314" y="1046"/>
                  </a:lnTo>
                  <a:lnTo>
                    <a:pt x="377" y="1193"/>
                  </a:lnTo>
                  <a:lnTo>
                    <a:pt x="377" y="1256"/>
                  </a:lnTo>
                  <a:lnTo>
                    <a:pt x="461" y="1339"/>
                  </a:lnTo>
                  <a:lnTo>
                    <a:pt x="502" y="1507"/>
                  </a:lnTo>
                  <a:lnTo>
                    <a:pt x="461" y="1632"/>
                  </a:lnTo>
                  <a:lnTo>
                    <a:pt x="461" y="1737"/>
                  </a:lnTo>
                  <a:lnTo>
                    <a:pt x="356" y="1821"/>
                  </a:lnTo>
                  <a:lnTo>
                    <a:pt x="168" y="2072"/>
                  </a:lnTo>
                  <a:lnTo>
                    <a:pt x="168" y="2197"/>
                  </a:lnTo>
                  <a:lnTo>
                    <a:pt x="147" y="2281"/>
                  </a:lnTo>
                  <a:lnTo>
                    <a:pt x="105" y="2406"/>
                  </a:lnTo>
                  <a:lnTo>
                    <a:pt x="63" y="2490"/>
                  </a:lnTo>
                  <a:lnTo>
                    <a:pt x="63" y="2762"/>
                  </a:lnTo>
                  <a:lnTo>
                    <a:pt x="42" y="2783"/>
                  </a:lnTo>
                  <a:lnTo>
                    <a:pt x="0" y="2825"/>
                  </a:lnTo>
                  <a:lnTo>
                    <a:pt x="84" y="2909"/>
                  </a:lnTo>
                  <a:lnTo>
                    <a:pt x="168" y="3118"/>
                  </a:lnTo>
                  <a:lnTo>
                    <a:pt x="189" y="3285"/>
                  </a:lnTo>
                  <a:lnTo>
                    <a:pt x="314" y="3306"/>
                  </a:lnTo>
                  <a:lnTo>
                    <a:pt x="377" y="3411"/>
                  </a:lnTo>
                  <a:lnTo>
                    <a:pt x="377" y="3557"/>
                  </a:lnTo>
                  <a:lnTo>
                    <a:pt x="272" y="3599"/>
                  </a:lnTo>
                  <a:lnTo>
                    <a:pt x="168" y="3599"/>
                  </a:lnTo>
                  <a:lnTo>
                    <a:pt x="147" y="3620"/>
                  </a:lnTo>
                  <a:lnTo>
                    <a:pt x="168" y="3662"/>
                  </a:lnTo>
                  <a:lnTo>
                    <a:pt x="482" y="3725"/>
                  </a:lnTo>
                  <a:lnTo>
                    <a:pt x="712" y="3829"/>
                  </a:lnTo>
                  <a:lnTo>
                    <a:pt x="1214" y="3599"/>
                  </a:lnTo>
                  <a:lnTo>
                    <a:pt x="1549" y="3557"/>
                  </a:lnTo>
                  <a:lnTo>
                    <a:pt x="1863" y="3306"/>
                  </a:lnTo>
                  <a:lnTo>
                    <a:pt x="2135" y="3181"/>
                  </a:lnTo>
                  <a:lnTo>
                    <a:pt x="2448" y="3118"/>
                  </a:lnTo>
                  <a:lnTo>
                    <a:pt x="2386" y="3034"/>
                  </a:lnTo>
                  <a:lnTo>
                    <a:pt x="2302" y="2971"/>
                  </a:lnTo>
                  <a:lnTo>
                    <a:pt x="2260" y="2929"/>
                  </a:lnTo>
                  <a:lnTo>
                    <a:pt x="2197" y="2804"/>
                  </a:lnTo>
                  <a:lnTo>
                    <a:pt x="2176" y="2657"/>
                  </a:lnTo>
                  <a:lnTo>
                    <a:pt x="2197" y="2490"/>
                  </a:lnTo>
                  <a:lnTo>
                    <a:pt x="2197" y="2448"/>
                  </a:lnTo>
                  <a:lnTo>
                    <a:pt x="2260" y="2302"/>
                  </a:lnTo>
                  <a:lnTo>
                    <a:pt x="2260" y="1967"/>
                  </a:lnTo>
                  <a:lnTo>
                    <a:pt x="2197" y="1883"/>
                  </a:lnTo>
                  <a:lnTo>
                    <a:pt x="2239" y="1674"/>
                  </a:lnTo>
                  <a:lnTo>
                    <a:pt x="2176" y="1611"/>
                  </a:lnTo>
                  <a:lnTo>
                    <a:pt x="2239" y="1528"/>
                  </a:lnTo>
                  <a:lnTo>
                    <a:pt x="2197" y="1423"/>
                  </a:lnTo>
                  <a:lnTo>
                    <a:pt x="2155" y="1360"/>
                  </a:lnTo>
                  <a:lnTo>
                    <a:pt x="2176" y="1297"/>
                  </a:lnTo>
                  <a:lnTo>
                    <a:pt x="2197" y="1214"/>
                  </a:lnTo>
                  <a:lnTo>
                    <a:pt x="2197" y="1004"/>
                  </a:lnTo>
                  <a:lnTo>
                    <a:pt x="2155" y="1004"/>
                  </a:lnTo>
                  <a:lnTo>
                    <a:pt x="2093" y="942"/>
                  </a:lnTo>
                  <a:lnTo>
                    <a:pt x="2093" y="732"/>
                  </a:lnTo>
                  <a:lnTo>
                    <a:pt x="2135" y="586"/>
                  </a:lnTo>
                  <a:lnTo>
                    <a:pt x="1988" y="502"/>
                  </a:lnTo>
                  <a:lnTo>
                    <a:pt x="1946" y="419"/>
                  </a:lnTo>
                  <a:lnTo>
                    <a:pt x="1821" y="293"/>
                  </a:lnTo>
                  <a:lnTo>
                    <a:pt x="1821" y="209"/>
                  </a:lnTo>
                  <a:lnTo>
                    <a:pt x="1758" y="168"/>
                  </a:lnTo>
                  <a:lnTo>
                    <a:pt x="171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3" name="Google Shape;2353;p45"/>
            <p:cNvSpPr/>
            <p:nvPr/>
          </p:nvSpPr>
          <p:spPr>
            <a:xfrm>
              <a:off x="3746846" y="3070151"/>
              <a:ext cx="13956" cy="35459"/>
            </a:xfrm>
            <a:custGeom>
              <a:avLst/>
              <a:gdLst/>
              <a:ahLst/>
              <a:cxnLst/>
              <a:rect l="l" t="t" r="r" b="b"/>
              <a:pathLst>
                <a:path w="1172" h="3118" extrusionOk="0">
                  <a:moveTo>
                    <a:pt x="0" y="0"/>
                  </a:moveTo>
                  <a:lnTo>
                    <a:pt x="42" y="168"/>
                  </a:lnTo>
                  <a:lnTo>
                    <a:pt x="105" y="209"/>
                  </a:lnTo>
                  <a:lnTo>
                    <a:pt x="105" y="293"/>
                  </a:lnTo>
                  <a:lnTo>
                    <a:pt x="230" y="419"/>
                  </a:lnTo>
                  <a:lnTo>
                    <a:pt x="272" y="502"/>
                  </a:lnTo>
                  <a:lnTo>
                    <a:pt x="419" y="586"/>
                  </a:lnTo>
                  <a:lnTo>
                    <a:pt x="377" y="732"/>
                  </a:lnTo>
                  <a:lnTo>
                    <a:pt x="377" y="942"/>
                  </a:lnTo>
                  <a:lnTo>
                    <a:pt x="439" y="1004"/>
                  </a:lnTo>
                  <a:lnTo>
                    <a:pt x="481" y="1004"/>
                  </a:lnTo>
                  <a:lnTo>
                    <a:pt x="481" y="1214"/>
                  </a:lnTo>
                  <a:lnTo>
                    <a:pt x="460" y="1297"/>
                  </a:lnTo>
                  <a:lnTo>
                    <a:pt x="439" y="1360"/>
                  </a:lnTo>
                  <a:lnTo>
                    <a:pt x="481" y="1423"/>
                  </a:lnTo>
                  <a:lnTo>
                    <a:pt x="523" y="1528"/>
                  </a:lnTo>
                  <a:lnTo>
                    <a:pt x="460" y="1611"/>
                  </a:lnTo>
                  <a:lnTo>
                    <a:pt x="523" y="1674"/>
                  </a:lnTo>
                  <a:lnTo>
                    <a:pt x="481" y="1883"/>
                  </a:lnTo>
                  <a:lnTo>
                    <a:pt x="544" y="1967"/>
                  </a:lnTo>
                  <a:lnTo>
                    <a:pt x="544" y="2302"/>
                  </a:lnTo>
                  <a:lnTo>
                    <a:pt x="481" y="2448"/>
                  </a:lnTo>
                  <a:lnTo>
                    <a:pt x="481" y="2490"/>
                  </a:lnTo>
                  <a:lnTo>
                    <a:pt x="460" y="2657"/>
                  </a:lnTo>
                  <a:lnTo>
                    <a:pt x="481" y="2804"/>
                  </a:lnTo>
                  <a:lnTo>
                    <a:pt x="544" y="2929"/>
                  </a:lnTo>
                  <a:lnTo>
                    <a:pt x="586" y="2971"/>
                  </a:lnTo>
                  <a:lnTo>
                    <a:pt x="670" y="3034"/>
                  </a:lnTo>
                  <a:lnTo>
                    <a:pt x="732" y="3118"/>
                  </a:lnTo>
                  <a:lnTo>
                    <a:pt x="774" y="3118"/>
                  </a:lnTo>
                  <a:lnTo>
                    <a:pt x="1088" y="2929"/>
                  </a:lnTo>
                  <a:lnTo>
                    <a:pt x="1151" y="2929"/>
                  </a:lnTo>
                  <a:lnTo>
                    <a:pt x="1172" y="2825"/>
                  </a:lnTo>
                  <a:lnTo>
                    <a:pt x="1088" y="2699"/>
                  </a:lnTo>
                  <a:lnTo>
                    <a:pt x="1088" y="2553"/>
                  </a:lnTo>
                  <a:lnTo>
                    <a:pt x="1046" y="2385"/>
                  </a:lnTo>
                  <a:lnTo>
                    <a:pt x="1067" y="1716"/>
                  </a:lnTo>
                  <a:lnTo>
                    <a:pt x="1067" y="1611"/>
                  </a:lnTo>
                  <a:lnTo>
                    <a:pt x="1109" y="1528"/>
                  </a:lnTo>
                  <a:lnTo>
                    <a:pt x="1109" y="1402"/>
                  </a:lnTo>
                  <a:lnTo>
                    <a:pt x="1088" y="1297"/>
                  </a:lnTo>
                  <a:lnTo>
                    <a:pt x="1088" y="1130"/>
                  </a:lnTo>
                  <a:lnTo>
                    <a:pt x="1046" y="900"/>
                  </a:lnTo>
                  <a:lnTo>
                    <a:pt x="900" y="586"/>
                  </a:lnTo>
                  <a:lnTo>
                    <a:pt x="858" y="565"/>
                  </a:lnTo>
                  <a:lnTo>
                    <a:pt x="774" y="481"/>
                  </a:lnTo>
                  <a:lnTo>
                    <a:pt x="649" y="398"/>
                  </a:lnTo>
                  <a:lnTo>
                    <a:pt x="628" y="209"/>
                  </a:lnTo>
                  <a:lnTo>
                    <a:pt x="649" y="168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4" name="Google Shape;2354;p45"/>
            <p:cNvSpPr/>
            <p:nvPr/>
          </p:nvSpPr>
          <p:spPr>
            <a:xfrm>
              <a:off x="3754312" y="3061110"/>
              <a:ext cx="21445" cy="42840"/>
            </a:xfrm>
            <a:custGeom>
              <a:avLst/>
              <a:gdLst/>
              <a:ahLst/>
              <a:cxnLst/>
              <a:rect l="l" t="t" r="r" b="b"/>
              <a:pathLst>
                <a:path w="1801" h="3767" extrusionOk="0">
                  <a:moveTo>
                    <a:pt x="1047" y="0"/>
                  </a:moveTo>
                  <a:lnTo>
                    <a:pt x="984" y="105"/>
                  </a:lnTo>
                  <a:lnTo>
                    <a:pt x="1005" y="147"/>
                  </a:lnTo>
                  <a:lnTo>
                    <a:pt x="900" y="209"/>
                  </a:lnTo>
                  <a:lnTo>
                    <a:pt x="838" y="209"/>
                  </a:lnTo>
                  <a:lnTo>
                    <a:pt x="838" y="272"/>
                  </a:lnTo>
                  <a:lnTo>
                    <a:pt x="691" y="439"/>
                  </a:lnTo>
                  <a:lnTo>
                    <a:pt x="628" y="439"/>
                  </a:lnTo>
                  <a:lnTo>
                    <a:pt x="440" y="544"/>
                  </a:lnTo>
                  <a:lnTo>
                    <a:pt x="356" y="523"/>
                  </a:lnTo>
                  <a:lnTo>
                    <a:pt x="252" y="565"/>
                  </a:lnTo>
                  <a:lnTo>
                    <a:pt x="252" y="670"/>
                  </a:lnTo>
                  <a:lnTo>
                    <a:pt x="168" y="753"/>
                  </a:lnTo>
                  <a:lnTo>
                    <a:pt x="168" y="858"/>
                  </a:lnTo>
                  <a:lnTo>
                    <a:pt x="43" y="900"/>
                  </a:lnTo>
                  <a:lnTo>
                    <a:pt x="22" y="963"/>
                  </a:lnTo>
                  <a:lnTo>
                    <a:pt x="1" y="1004"/>
                  </a:lnTo>
                  <a:lnTo>
                    <a:pt x="22" y="1193"/>
                  </a:lnTo>
                  <a:lnTo>
                    <a:pt x="147" y="1276"/>
                  </a:lnTo>
                  <a:lnTo>
                    <a:pt x="231" y="1360"/>
                  </a:lnTo>
                  <a:lnTo>
                    <a:pt x="273" y="1381"/>
                  </a:lnTo>
                  <a:lnTo>
                    <a:pt x="419" y="1695"/>
                  </a:lnTo>
                  <a:lnTo>
                    <a:pt x="461" y="1925"/>
                  </a:lnTo>
                  <a:lnTo>
                    <a:pt x="461" y="2092"/>
                  </a:lnTo>
                  <a:lnTo>
                    <a:pt x="482" y="2197"/>
                  </a:lnTo>
                  <a:lnTo>
                    <a:pt x="482" y="2323"/>
                  </a:lnTo>
                  <a:lnTo>
                    <a:pt x="440" y="2406"/>
                  </a:lnTo>
                  <a:lnTo>
                    <a:pt x="440" y="2511"/>
                  </a:lnTo>
                  <a:lnTo>
                    <a:pt x="419" y="3180"/>
                  </a:lnTo>
                  <a:lnTo>
                    <a:pt x="461" y="3348"/>
                  </a:lnTo>
                  <a:lnTo>
                    <a:pt x="461" y="3494"/>
                  </a:lnTo>
                  <a:lnTo>
                    <a:pt x="545" y="3620"/>
                  </a:lnTo>
                  <a:lnTo>
                    <a:pt x="524" y="3724"/>
                  </a:lnTo>
                  <a:lnTo>
                    <a:pt x="733" y="3766"/>
                  </a:lnTo>
                  <a:lnTo>
                    <a:pt x="1110" y="3620"/>
                  </a:lnTo>
                  <a:lnTo>
                    <a:pt x="1152" y="3620"/>
                  </a:lnTo>
                  <a:lnTo>
                    <a:pt x="1110" y="3515"/>
                  </a:lnTo>
                  <a:lnTo>
                    <a:pt x="1152" y="3243"/>
                  </a:lnTo>
                  <a:lnTo>
                    <a:pt x="1110" y="3139"/>
                  </a:lnTo>
                  <a:lnTo>
                    <a:pt x="1152" y="3055"/>
                  </a:lnTo>
                  <a:lnTo>
                    <a:pt x="1110" y="2825"/>
                  </a:lnTo>
                  <a:lnTo>
                    <a:pt x="1110" y="2720"/>
                  </a:lnTo>
                  <a:lnTo>
                    <a:pt x="1110" y="2657"/>
                  </a:lnTo>
                  <a:lnTo>
                    <a:pt x="1089" y="2616"/>
                  </a:lnTo>
                  <a:lnTo>
                    <a:pt x="1110" y="2553"/>
                  </a:lnTo>
                  <a:lnTo>
                    <a:pt x="1089" y="2469"/>
                  </a:lnTo>
                  <a:lnTo>
                    <a:pt x="1089" y="2427"/>
                  </a:lnTo>
                  <a:lnTo>
                    <a:pt x="1089" y="2302"/>
                  </a:lnTo>
                  <a:lnTo>
                    <a:pt x="1110" y="2218"/>
                  </a:lnTo>
                  <a:lnTo>
                    <a:pt x="1110" y="2113"/>
                  </a:lnTo>
                  <a:lnTo>
                    <a:pt x="1152" y="2051"/>
                  </a:lnTo>
                  <a:lnTo>
                    <a:pt x="1256" y="2009"/>
                  </a:lnTo>
                  <a:lnTo>
                    <a:pt x="1298" y="2009"/>
                  </a:lnTo>
                  <a:lnTo>
                    <a:pt x="1361" y="1946"/>
                  </a:lnTo>
                  <a:lnTo>
                    <a:pt x="1403" y="1841"/>
                  </a:lnTo>
                  <a:lnTo>
                    <a:pt x="1486" y="1716"/>
                  </a:lnTo>
                  <a:lnTo>
                    <a:pt x="1528" y="1611"/>
                  </a:lnTo>
                  <a:lnTo>
                    <a:pt x="1612" y="1569"/>
                  </a:lnTo>
                  <a:lnTo>
                    <a:pt x="1696" y="1569"/>
                  </a:lnTo>
                  <a:lnTo>
                    <a:pt x="1716" y="1507"/>
                  </a:lnTo>
                  <a:lnTo>
                    <a:pt x="1591" y="1381"/>
                  </a:lnTo>
                  <a:lnTo>
                    <a:pt x="1591" y="1318"/>
                  </a:lnTo>
                  <a:lnTo>
                    <a:pt x="1633" y="1255"/>
                  </a:lnTo>
                  <a:lnTo>
                    <a:pt x="1779" y="1255"/>
                  </a:lnTo>
                  <a:lnTo>
                    <a:pt x="1800" y="1172"/>
                  </a:lnTo>
                  <a:lnTo>
                    <a:pt x="1737" y="963"/>
                  </a:lnTo>
                  <a:lnTo>
                    <a:pt x="1716" y="837"/>
                  </a:lnTo>
                  <a:lnTo>
                    <a:pt x="1570" y="691"/>
                  </a:lnTo>
                  <a:lnTo>
                    <a:pt x="1528" y="628"/>
                  </a:lnTo>
                  <a:lnTo>
                    <a:pt x="1570" y="481"/>
                  </a:lnTo>
                  <a:lnTo>
                    <a:pt x="1591" y="481"/>
                  </a:lnTo>
                  <a:lnTo>
                    <a:pt x="1465" y="314"/>
                  </a:lnTo>
                  <a:lnTo>
                    <a:pt x="1319" y="272"/>
                  </a:lnTo>
                  <a:lnTo>
                    <a:pt x="1214" y="147"/>
                  </a:lnTo>
                  <a:lnTo>
                    <a:pt x="10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5" name="Google Shape;2355;p45"/>
            <p:cNvSpPr/>
            <p:nvPr/>
          </p:nvSpPr>
          <p:spPr>
            <a:xfrm>
              <a:off x="3838283" y="2987337"/>
              <a:ext cx="71755" cy="108994"/>
            </a:xfrm>
            <a:custGeom>
              <a:avLst/>
              <a:gdLst/>
              <a:ahLst/>
              <a:cxnLst/>
              <a:rect l="l" t="t" r="r" b="b"/>
              <a:pathLst>
                <a:path w="6026" h="9584" extrusionOk="0">
                  <a:moveTo>
                    <a:pt x="1318" y="1"/>
                  </a:moveTo>
                  <a:lnTo>
                    <a:pt x="690" y="252"/>
                  </a:lnTo>
                  <a:lnTo>
                    <a:pt x="732" y="336"/>
                  </a:lnTo>
                  <a:lnTo>
                    <a:pt x="1025" y="1110"/>
                  </a:lnTo>
                  <a:lnTo>
                    <a:pt x="1004" y="1277"/>
                  </a:lnTo>
                  <a:lnTo>
                    <a:pt x="962" y="1361"/>
                  </a:lnTo>
                  <a:lnTo>
                    <a:pt x="1360" y="1821"/>
                  </a:lnTo>
                  <a:lnTo>
                    <a:pt x="1339" y="2030"/>
                  </a:lnTo>
                  <a:lnTo>
                    <a:pt x="1255" y="2114"/>
                  </a:lnTo>
                  <a:lnTo>
                    <a:pt x="1109" y="3202"/>
                  </a:lnTo>
                  <a:lnTo>
                    <a:pt x="1130" y="4039"/>
                  </a:lnTo>
                  <a:lnTo>
                    <a:pt x="167" y="5022"/>
                  </a:lnTo>
                  <a:lnTo>
                    <a:pt x="126" y="5085"/>
                  </a:lnTo>
                  <a:lnTo>
                    <a:pt x="0" y="5085"/>
                  </a:lnTo>
                  <a:lnTo>
                    <a:pt x="0" y="5169"/>
                  </a:lnTo>
                  <a:lnTo>
                    <a:pt x="21" y="5901"/>
                  </a:lnTo>
                  <a:lnTo>
                    <a:pt x="105" y="5922"/>
                  </a:lnTo>
                  <a:lnTo>
                    <a:pt x="272" y="6131"/>
                  </a:lnTo>
                  <a:lnTo>
                    <a:pt x="335" y="6278"/>
                  </a:lnTo>
                  <a:lnTo>
                    <a:pt x="628" y="6424"/>
                  </a:lnTo>
                  <a:lnTo>
                    <a:pt x="753" y="6529"/>
                  </a:lnTo>
                  <a:lnTo>
                    <a:pt x="795" y="6717"/>
                  </a:lnTo>
                  <a:lnTo>
                    <a:pt x="837" y="6759"/>
                  </a:lnTo>
                  <a:lnTo>
                    <a:pt x="858" y="6864"/>
                  </a:lnTo>
                  <a:lnTo>
                    <a:pt x="942" y="7031"/>
                  </a:lnTo>
                  <a:lnTo>
                    <a:pt x="942" y="7115"/>
                  </a:lnTo>
                  <a:lnTo>
                    <a:pt x="921" y="7157"/>
                  </a:lnTo>
                  <a:lnTo>
                    <a:pt x="900" y="7219"/>
                  </a:lnTo>
                  <a:lnTo>
                    <a:pt x="962" y="7282"/>
                  </a:lnTo>
                  <a:lnTo>
                    <a:pt x="921" y="7429"/>
                  </a:lnTo>
                  <a:lnTo>
                    <a:pt x="837" y="7491"/>
                  </a:lnTo>
                  <a:lnTo>
                    <a:pt x="858" y="7596"/>
                  </a:lnTo>
                  <a:lnTo>
                    <a:pt x="962" y="7763"/>
                  </a:lnTo>
                  <a:lnTo>
                    <a:pt x="1046" y="7805"/>
                  </a:lnTo>
                  <a:lnTo>
                    <a:pt x="1067" y="7910"/>
                  </a:lnTo>
                  <a:lnTo>
                    <a:pt x="1234" y="8056"/>
                  </a:lnTo>
                  <a:lnTo>
                    <a:pt x="1276" y="8077"/>
                  </a:lnTo>
                  <a:lnTo>
                    <a:pt x="1234" y="8119"/>
                  </a:lnTo>
                  <a:lnTo>
                    <a:pt x="1151" y="8098"/>
                  </a:lnTo>
                  <a:lnTo>
                    <a:pt x="1067" y="8077"/>
                  </a:lnTo>
                  <a:lnTo>
                    <a:pt x="942" y="8056"/>
                  </a:lnTo>
                  <a:lnTo>
                    <a:pt x="900" y="8077"/>
                  </a:lnTo>
                  <a:lnTo>
                    <a:pt x="795" y="8056"/>
                  </a:lnTo>
                  <a:lnTo>
                    <a:pt x="690" y="8077"/>
                  </a:lnTo>
                  <a:lnTo>
                    <a:pt x="628" y="8056"/>
                  </a:lnTo>
                  <a:lnTo>
                    <a:pt x="439" y="8056"/>
                  </a:lnTo>
                  <a:lnTo>
                    <a:pt x="439" y="8161"/>
                  </a:lnTo>
                  <a:lnTo>
                    <a:pt x="418" y="8203"/>
                  </a:lnTo>
                  <a:lnTo>
                    <a:pt x="418" y="8307"/>
                  </a:lnTo>
                  <a:lnTo>
                    <a:pt x="418" y="8370"/>
                  </a:lnTo>
                  <a:lnTo>
                    <a:pt x="502" y="8412"/>
                  </a:lnTo>
                  <a:lnTo>
                    <a:pt x="502" y="8496"/>
                  </a:lnTo>
                  <a:lnTo>
                    <a:pt x="607" y="8517"/>
                  </a:lnTo>
                  <a:lnTo>
                    <a:pt x="816" y="8705"/>
                  </a:lnTo>
                  <a:lnTo>
                    <a:pt x="1025" y="8914"/>
                  </a:lnTo>
                  <a:lnTo>
                    <a:pt x="1109" y="8998"/>
                  </a:lnTo>
                  <a:lnTo>
                    <a:pt x="1214" y="9144"/>
                  </a:lnTo>
                  <a:lnTo>
                    <a:pt x="1276" y="9312"/>
                  </a:lnTo>
                  <a:lnTo>
                    <a:pt x="1318" y="9416"/>
                  </a:lnTo>
                  <a:lnTo>
                    <a:pt x="1360" y="9458"/>
                  </a:lnTo>
                  <a:lnTo>
                    <a:pt x="1381" y="9584"/>
                  </a:lnTo>
                  <a:lnTo>
                    <a:pt x="1486" y="9584"/>
                  </a:lnTo>
                  <a:lnTo>
                    <a:pt x="1590" y="9563"/>
                  </a:lnTo>
                  <a:lnTo>
                    <a:pt x="1758" y="9563"/>
                  </a:lnTo>
                  <a:lnTo>
                    <a:pt x="1799" y="9437"/>
                  </a:lnTo>
                  <a:lnTo>
                    <a:pt x="1799" y="9312"/>
                  </a:lnTo>
                  <a:lnTo>
                    <a:pt x="1883" y="9249"/>
                  </a:lnTo>
                  <a:lnTo>
                    <a:pt x="1946" y="9312"/>
                  </a:lnTo>
                  <a:lnTo>
                    <a:pt x="1988" y="9437"/>
                  </a:lnTo>
                  <a:lnTo>
                    <a:pt x="2051" y="9479"/>
                  </a:lnTo>
                  <a:lnTo>
                    <a:pt x="2155" y="9458"/>
                  </a:lnTo>
                  <a:lnTo>
                    <a:pt x="2281" y="9354"/>
                  </a:lnTo>
                  <a:lnTo>
                    <a:pt x="2469" y="9312"/>
                  </a:lnTo>
                  <a:lnTo>
                    <a:pt x="2595" y="9207"/>
                  </a:lnTo>
                  <a:lnTo>
                    <a:pt x="2929" y="9123"/>
                  </a:lnTo>
                  <a:lnTo>
                    <a:pt x="3097" y="9123"/>
                  </a:lnTo>
                  <a:lnTo>
                    <a:pt x="3159" y="9019"/>
                  </a:lnTo>
                  <a:lnTo>
                    <a:pt x="3327" y="8914"/>
                  </a:lnTo>
                  <a:lnTo>
                    <a:pt x="3306" y="8831"/>
                  </a:lnTo>
                  <a:lnTo>
                    <a:pt x="3243" y="8831"/>
                  </a:lnTo>
                  <a:lnTo>
                    <a:pt x="3139" y="8726"/>
                  </a:lnTo>
                  <a:lnTo>
                    <a:pt x="3159" y="8621"/>
                  </a:lnTo>
                  <a:lnTo>
                    <a:pt x="3243" y="8579"/>
                  </a:lnTo>
                  <a:lnTo>
                    <a:pt x="3327" y="8600"/>
                  </a:lnTo>
                  <a:lnTo>
                    <a:pt x="3452" y="8579"/>
                  </a:lnTo>
                  <a:lnTo>
                    <a:pt x="3557" y="8621"/>
                  </a:lnTo>
                  <a:lnTo>
                    <a:pt x="3683" y="8642"/>
                  </a:lnTo>
                  <a:lnTo>
                    <a:pt x="3850" y="8621"/>
                  </a:lnTo>
                  <a:lnTo>
                    <a:pt x="4080" y="8600"/>
                  </a:lnTo>
                  <a:lnTo>
                    <a:pt x="4185" y="8517"/>
                  </a:lnTo>
                  <a:lnTo>
                    <a:pt x="4289" y="8475"/>
                  </a:lnTo>
                  <a:lnTo>
                    <a:pt x="4310" y="8370"/>
                  </a:lnTo>
                  <a:lnTo>
                    <a:pt x="4289" y="8286"/>
                  </a:lnTo>
                  <a:lnTo>
                    <a:pt x="4310" y="8182"/>
                  </a:lnTo>
                  <a:lnTo>
                    <a:pt x="4394" y="8119"/>
                  </a:lnTo>
                  <a:lnTo>
                    <a:pt x="4394" y="8056"/>
                  </a:lnTo>
                  <a:lnTo>
                    <a:pt x="4478" y="7952"/>
                  </a:lnTo>
                  <a:lnTo>
                    <a:pt x="4520" y="7973"/>
                  </a:lnTo>
                  <a:lnTo>
                    <a:pt x="4582" y="7973"/>
                  </a:lnTo>
                  <a:lnTo>
                    <a:pt x="4687" y="7805"/>
                  </a:lnTo>
                  <a:lnTo>
                    <a:pt x="4771" y="7784"/>
                  </a:lnTo>
                  <a:lnTo>
                    <a:pt x="4729" y="7701"/>
                  </a:lnTo>
                  <a:lnTo>
                    <a:pt x="4771" y="7638"/>
                  </a:lnTo>
                  <a:lnTo>
                    <a:pt x="4917" y="7554"/>
                  </a:lnTo>
                  <a:lnTo>
                    <a:pt x="5022" y="7470"/>
                  </a:lnTo>
                  <a:lnTo>
                    <a:pt x="5147" y="7470"/>
                  </a:lnTo>
                  <a:lnTo>
                    <a:pt x="5231" y="7533"/>
                  </a:lnTo>
                  <a:lnTo>
                    <a:pt x="5356" y="7450"/>
                  </a:lnTo>
                  <a:lnTo>
                    <a:pt x="5398" y="7387"/>
                  </a:lnTo>
                  <a:lnTo>
                    <a:pt x="5419" y="7366"/>
                  </a:lnTo>
                  <a:lnTo>
                    <a:pt x="5419" y="7282"/>
                  </a:lnTo>
                  <a:lnTo>
                    <a:pt x="5461" y="7219"/>
                  </a:lnTo>
                  <a:lnTo>
                    <a:pt x="5419" y="7136"/>
                  </a:lnTo>
                  <a:lnTo>
                    <a:pt x="5189" y="7052"/>
                  </a:lnTo>
                  <a:lnTo>
                    <a:pt x="5147" y="6947"/>
                  </a:lnTo>
                  <a:lnTo>
                    <a:pt x="5147" y="6822"/>
                  </a:lnTo>
                  <a:lnTo>
                    <a:pt x="5105" y="6717"/>
                  </a:lnTo>
                  <a:lnTo>
                    <a:pt x="5147" y="6634"/>
                  </a:lnTo>
                  <a:lnTo>
                    <a:pt x="5084" y="6592"/>
                  </a:lnTo>
                  <a:lnTo>
                    <a:pt x="5126" y="6529"/>
                  </a:lnTo>
                  <a:lnTo>
                    <a:pt x="5126" y="6445"/>
                  </a:lnTo>
                  <a:lnTo>
                    <a:pt x="5084" y="6424"/>
                  </a:lnTo>
                  <a:lnTo>
                    <a:pt x="4938" y="6529"/>
                  </a:lnTo>
                  <a:lnTo>
                    <a:pt x="4875" y="6445"/>
                  </a:lnTo>
                  <a:lnTo>
                    <a:pt x="4875" y="6320"/>
                  </a:lnTo>
                  <a:lnTo>
                    <a:pt x="5043" y="6131"/>
                  </a:lnTo>
                  <a:lnTo>
                    <a:pt x="5105" y="6027"/>
                  </a:lnTo>
                  <a:lnTo>
                    <a:pt x="5084" y="5922"/>
                  </a:lnTo>
                  <a:lnTo>
                    <a:pt x="4980" y="5880"/>
                  </a:lnTo>
                  <a:lnTo>
                    <a:pt x="5001" y="5797"/>
                  </a:lnTo>
                  <a:lnTo>
                    <a:pt x="5126" y="5713"/>
                  </a:lnTo>
                  <a:lnTo>
                    <a:pt x="5189" y="5587"/>
                  </a:lnTo>
                  <a:lnTo>
                    <a:pt x="5126" y="5545"/>
                  </a:lnTo>
                  <a:lnTo>
                    <a:pt x="5105" y="5441"/>
                  </a:lnTo>
                  <a:lnTo>
                    <a:pt x="5210" y="5357"/>
                  </a:lnTo>
                  <a:lnTo>
                    <a:pt x="5252" y="5357"/>
                  </a:lnTo>
                  <a:lnTo>
                    <a:pt x="5461" y="5085"/>
                  </a:lnTo>
                  <a:lnTo>
                    <a:pt x="5524" y="4960"/>
                  </a:lnTo>
                  <a:lnTo>
                    <a:pt x="5461" y="4876"/>
                  </a:lnTo>
                  <a:lnTo>
                    <a:pt x="5461" y="4750"/>
                  </a:lnTo>
                  <a:lnTo>
                    <a:pt x="5566" y="4667"/>
                  </a:lnTo>
                  <a:lnTo>
                    <a:pt x="5712" y="4667"/>
                  </a:lnTo>
                  <a:lnTo>
                    <a:pt x="5817" y="4729"/>
                  </a:lnTo>
                  <a:lnTo>
                    <a:pt x="5921" y="4646"/>
                  </a:lnTo>
                  <a:lnTo>
                    <a:pt x="6026" y="4625"/>
                  </a:lnTo>
                  <a:lnTo>
                    <a:pt x="5963" y="2344"/>
                  </a:lnTo>
                  <a:lnTo>
                    <a:pt x="13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6" name="Google Shape;2356;p45"/>
            <p:cNvSpPr/>
            <p:nvPr/>
          </p:nvSpPr>
          <p:spPr>
            <a:xfrm>
              <a:off x="3829555" y="3057778"/>
              <a:ext cx="2251" cy="1194"/>
            </a:xfrm>
            <a:custGeom>
              <a:avLst/>
              <a:gdLst/>
              <a:ahLst/>
              <a:cxnLst/>
              <a:rect l="l" t="t" r="r" b="b"/>
              <a:pathLst>
                <a:path w="189" h="105" extrusionOk="0">
                  <a:moveTo>
                    <a:pt x="189" y="0"/>
                  </a:moveTo>
                  <a:lnTo>
                    <a:pt x="1" y="42"/>
                  </a:lnTo>
                  <a:lnTo>
                    <a:pt x="63" y="105"/>
                  </a:lnTo>
                  <a:lnTo>
                    <a:pt x="168" y="84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2357;p45"/>
            <p:cNvSpPr/>
            <p:nvPr/>
          </p:nvSpPr>
          <p:spPr>
            <a:xfrm>
              <a:off x="3749584" y="2988770"/>
              <a:ext cx="104905" cy="77822"/>
            </a:xfrm>
            <a:custGeom>
              <a:avLst/>
              <a:gdLst/>
              <a:ahLst/>
              <a:cxnLst/>
              <a:rect l="l" t="t" r="r" b="b"/>
              <a:pathLst>
                <a:path w="8810" h="6843" extrusionOk="0">
                  <a:moveTo>
                    <a:pt x="6507" y="0"/>
                  </a:moveTo>
                  <a:lnTo>
                    <a:pt x="3913" y="1590"/>
                  </a:lnTo>
                  <a:lnTo>
                    <a:pt x="3181" y="2239"/>
                  </a:lnTo>
                  <a:lnTo>
                    <a:pt x="2323" y="2448"/>
                  </a:lnTo>
                  <a:lnTo>
                    <a:pt x="2302" y="3578"/>
                  </a:lnTo>
                  <a:lnTo>
                    <a:pt x="2239" y="4080"/>
                  </a:lnTo>
                  <a:lnTo>
                    <a:pt x="2176" y="4164"/>
                  </a:lnTo>
                  <a:lnTo>
                    <a:pt x="2134" y="4331"/>
                  </a:lnTo>
                  <a:lnTo>
                    <a:pt x="2093" y="4478"/>
                  </a:lnTo>
                  <a:lnTo>
                    <a:pt x="1800" y="4624"/>
                  </a:lnTo>
                  <a:lnTo>
                    <a:pt x="1653" y="4729"/>
                  </a:lnTo>
                  <a:lnTo>
                    <a:pt x="1465" y="4729"/>
                  </a:lnTo>
                  <a:lnTo>
                    <a:pt x="1297" y="4834"/>
                  </a:lnTo>
                  <a:lnTo>
                    <a:pt x="942" y="4834"/>
                  </a:lnTo>
                  <a:lnTo>
                    <a:pt x="774" y="4917"/>
                  </a:lnTo>
                  <a:lnTo>
                    <a:pt x="649" y="4917"/>
                  </a:lnTo>
                  <a:lnTo>
                    <a:pt x="251" y="4938"/>
                  </a:lnTo>
                  <a:lnTo>
                    <a:pt x="126" y="4917"/>
                  </a:lnTo>
                  <a:lnTo>
                    <a:pt x="84" y="5001"/>
                  </a:lnTo>
                  <a:lnTo>
                    <a:pt x="84" y="5147"/>
                  </a:lnTo>
                  <a:lnTo>
                    <a:pt x="0" y="5252"/>
                  </a:lnTo>
                  <a:lnTo>
                    <a:pt x="0" y="5440"/>
                  </a:lnTo>
                  <a:lnTo>
                    <a:pt x="544" y="5796"/>
                  </a:lnTo>
                  <a:lnTo>
                    <a:pt x="544" y="6047"/>
                  </a:lnTo>
                  <a:lnTo>
                    <a:pt x="753" y="6173"/>
                  </a:lnTo>
                  <a:lnTo>
                    <a:pt x="984" y="6047"/>
                  </a:lnTo>
                  <a:lnTo>
                    <a:pt x="1067" y="6089"/>
                  </a:lnTo>
                  <a:lnTo>
                    <a:pt x="1067" y="6152"/>
                  </a:lnTo>
                  <a:lnTo>
                    <a:pt x="1130" y="6194"/>
                  </a:lnTo>
                  <a:lnTo>
                    <a:pt x="1130" y="6298"/>
                  </a:lnTo>
                  <a:lnTo>
                    <a:pt x="1067" y="6403"/>
                  </a:lnTo>
                  <a:lnTo>
                    <a:pt x="1193" y="6570"/>
                  </a:lnTo>
                  <a:lnTo>
                    <a:pt x="1297" y="6570"/>
                  </a:lnTo>
                  <a:lnTo>
                    <a:pt x="1402" y="6508"/>
                  </a:lnTo>
                  <a:lnTo>
                    <a:pt x="1381" y="6466"/>
                  </a:lnTo>
                  <a:lnTo>
                    <a:pt x="1444" y="6361"/>
                  </a:lnTo>
                  <a:lnTo>
                    <a:pt x="1611" y="6508"/>
                  </a:lnTo>
                  <a:lnTo>
                    <a:pt x="1716" y="6633"/>
                  </a:lnTo>
                  <a:lnTo>
                    <a:pt x="1862" y="6675"/>
                  </a:lnTo>
                  <a:lnTo>
                    <a:pt x="1988" y="6842"/>
                  </a:lnTo>
                  <a:lnTo>
                    <a:pt x="2072" y="6780"/>
                  </a:lnTo>
                  <a:lnTo>
                    <a:pt x="2072" y="6717"/>
                  </a:lnTo>
                  <a:lnTo>
                    <a:pt x="2009" y="6696"/>
                  </a:lnTo>
                  <a:lnTo>
                    <a:pt x="1925" y="6528"/>
                  </a:lnTo>
                  <a:lnTo>
                    <a:pt x="1967" y="6487"/>
                  </a:lnTo>
                  <a:lnTo>
                    <a:pt x="1967" y="6403"/>
                  </a:lnTo>
                  <a:lnTo>
                    <a:pt x="2072" y="6298"/>
                  </a:lnTo>
                  <a:lnTo>
                    <a:pt x="2176" y="6298"/>
                  </a:lnTo>
                  <a:lnTo>
                    <a:pt x="2176" y="6215"/>
                  </a:lnTo>
                  <a:lnTo>
                    <a:pt x="2113" y="6173"/>
                  </a:lnTo>
                  <a:lnTo>
                    <a:pt x="2093" y="6068"/>
                  </a:lnTo>
                  <a:lnTo>
                    <a:pt x="2113" y="6005"/>
                  </a:lnTo>
                  <a:lnTo>
                    <a:pt x="2134" y="5984"/>
                  </a:lnTo>
                  <a:lnTo>
                    <a:pt x="2113" y="5943"/>
                  </a:lnTo>
                  <a:lnTo>
                    <a:pt x="2113" y="5880"/>
                  </a:lnTo>
                  <a:lnTo>
                    <a:pt x="2239" y="5775"/>
                  </a:lnTo>
                  <a:lnTo>
                    <a:pt x="2323" y="5754"/>
                  </a:lnTo>
                  <a:lnTo>
                    <a:pt x="2385" y="5733"/>
                  </a:lnTo>
                  <a:lnTo>
                    <a:pt x="2490" y="5692"/>
                  </a:lnTo>
                  <a:lnTo>
                    <a:pt x="2804" y="5692"/>
                  </a:lnTo>
                  <a:lnTo>
                    <a:pt x="2846" y="5650"/>
                  </a:lnTo>
                  <a:lnTo>
                    <a:pt x="2930" y="5650"/>
                  </a:lnTo>
                  <a:lnTo>
                    <a:pt x="3013" y="5671"/>
                  </a:lnTo>
                  <a:lnTo>
                    <a:pt x="3160" y="5692"/>
                  </a:lnTo>
                  <a:lnTo>
                    <a:pt x="3243" y="5733"/>
                  </a:lnTo>
                  <a:lnTo>
                    <a:pt x="3327" y="5754"/>
                  </a:lnTo>
                  <a:lnTo>
                    <a:pt x="3494" y="5796"/>
                  </a:lnTo>
                  <a:lnTo>
                    <a:pt x="3557" y="5880"/>
                  </a:lnTo>
                  <a:lnTo>
                    <a:pt x="3683" y="6068"/>
                  </a:lnTo>
                  <a:lnTo>
                    <a:pt x="3787" y="6152"/>
                  </a:lnTo>
                  <a:lnTo>
                    <a:pt x="3850" y="6110"/>
                  </a:lnTo>
                  <a:lnTo>
                    <a:pt x="3913" y="6047"/>
                  </a:lnTo>
                  <a:lnTo>
                    <a:pt x="3997" y="6005"/>
                  </a:lnTo>
                  <a:lnTo>
                    <a:pt x="4080" y="5984"/>
                  </a:lnTo>
                  <a:lnTo>
                    <a:pt x="4227" y="5964"/>
                  </a:lnTo>
                  <a:lnTo>
                    <a:pt x="4269" y="5943"/>
                  </a:lnTo>
                  <a:lnTo>
                    <a:pt x="4373" y="5943"/>
                  </a:lnTo>
                  <a:lnTo>
                    <a:pt x="4478" y="6005"/>
                  </a:lnTo>
                  <a:lnTo>
                    <a:pt x="4478" y="6068"/>
                  </a:lnTo>
                  <a:lnTo>
                    <a:pt x="4582" y="6089"/>
                  </a:lnTo>
                  <a:lnTo>
                    <a:pt x="4750" y="6194"/>
                  </a:lnTo>
                  <a:lnTo>
                    <a:pt x="4896" y="6215"/>
                  </a:lnTo>
                  <a:lnTo>
                    <a:pt x="5126" y="6298"/>
                  </a:lnTo>
                  <a:lnTo>
                    <a:pt x="5231" y="6319"/>
                  </a:lnTo>
                  <a:lnTo>
                    <a:pt x="5357" y="6256"/>
                  </a:lnTo>
                  <a:lnTo>
                    <a:pt x="5524" y="6047"/>
                  </a:lnTo>
                  <a:lnTo>
                    <a:pt x="5629" y="5984"/>
                  </a:lnTo>
                  <a:lnTo>
                    <a:pt x="5943" y="6005"/>
                  </a:lnTo>
                  <a:lnTo>
                    <a:pt x="6068" y="5964"/>
                  </a:lnTo>
                  <a:lnTo>
                    <a:pt x="6319" y="5984"/>
                  </a:lnTo>
                  <a:lnTo>
                    <a:pt x="6507" y="6068"/>
                  </a:lnTo>
                  <a:lnTo>
                    <a:pt x="6675" y="6089"/>
                  </a:lnTo>
                  <a:lnTo>
                    <a:pt x="6717" y="6110"/>
                  </a:lnTo>
                  <a:lnTo>
                    <a:pt x="6905" y="6068"/>
                  </a:lnTo>
                  <a:lnTo>
                    <a:pt x="6926" y="6047"/>
                  </a:lnTo>
                  <a:lnTo>
                    <a:pt x="7031" y="5984"/>
                  </a:lnTo>
                  <a:lnTo>
                    <a:pt x="7093" y="5943"/>
                  </a:lnTo>
                  <a:lnTo>
                    <a:pt x="7156" y="5901"/>
                  </a:lnTo>
                  <a:lnTo>
                    <a:pt x="7240" y="5943"/>
                  </a:lnTo>
                  <a:lnTo>
                    <a:pt x="7303" y="5901"/>
                  </a:lnTo>
                  <a:lnTo>
                    <a:pt x="7323" y="5838"/>
                  </a:lnTo>
                  <a:lnTo>
                    <a:pt x="7365" y="5733"/>
                  </a:lnTo>
                  <a:lnTo>
                    <a:pt x="7470" y="5775"/>
                  </a:lnTo>
                  <a:lnTo>
                    <a:pt x="7470" y="5775"/>
                  </a:lnTo>
                  <a:lnTo>
                    <a:pt x="7449" y="5043"/>
                  </a:lnTo>
                  <a:lnTo>
                    <a:pt x="7449" y="4959"/>
                  </a:lnTo>
                  <a:lnTo>
                    <a:pt x="7575" y="4959"/>
                  </a:lnTo>
                  <a:lnTo>
                    <a:pt x="7616" y="4896"/>
                  </a:lnTo>
                  <a:lnTo>
                    <a:pt x="8579" y="3913"/>
                  </a:lnTo>
                  <a:lnTo>
                    <a:pt x="8558" y="3076"/>
                  </a:lnTo>
                  <a:lnTo>
                    <a:pt x="8704" y="1988"/>
                  </a:lnTo>
                  <a:lnTo>
                    <a:pt x="8788" y="1904"/>
                  </a:lnTo>
                  <a:lnTo>
                    <a:pt x="8809" y="1695"/>
                  </a:lnTo>
                  <a:lnTo>
                    <a:pt x="8411" y="1235"/>
                  </a:lnTo>
                  <a:lnTo>
                    <a:pt x="8453" y="1151"/>
                  </a:lnTo>
                  <a:lnTo>
                    <a:pt x="8474" y="984"/>
                  </a:lnTo>
                  <a:lnTo>
                    <a:pt x="8181" y="210"/>
                  </a:lnTo>
                  <a:lnTo>
                    <a:pt x="8139" y="126"/>
                  </a:lnTo>
                  <a:lnTo>
                    <a:pt x="7616" y="335"/>
                  </a:lnTo>
                  <a:lnTo>
                    <a:pt x="7512" y="230"/>
                  </a:lnTo>
                  <a:lnTo>
                    <a:pt x="650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6CBC2"/>
                </a:solidFill>
              </a:endParaRPr>
            </a:p>
          </p:txBody>
        </p:sp>
        <p:sp>
          <p:nvSpPr>
            <p:cNvPr id="2358" name="Google Shape;2358;p45"/>
            <p:cNvSpPr/>
            <p:nvPr/>
          </p:nvSpPr>
          <p:spPr>
            <a:xfrm>
              <a:off x="3767267" y="3053013"/>
              <a:ext cx="78744" cy="64493"/>
            </a:xfrm>
            <a:custGeom>
              <a:avLst/>
              <a:gdLst/>
              <a:ahLst/>
              <a:cxnLst/>
              <a:rect l="l" t="t" r="r" b="b"/>
              <a:pathLst>
                <a:path w="6613" h="5671" extrusionOk="0">
                  <a:moveTo>
                    <a:pt x="1361" y="1"/>
                  </a:moveTo>
                  <a:lnTo>
                    <a:pt x="1319" y="43"/>
                  </a:lnTo>
                  <a:lnTo>
                    <a:pt x="1005" y="43"/>
                  </a:lnTo>
                  <a:lnTo>
                    <a:pt x="900" y="84"/>
                  </a:lnTo>
                  <a:lnTo>
                    <a:pt x="838" y="105"/>
                  </a:lnTo>
                  <a:lnTo>
                    <a:pt x="754" y="126"/>
                  </a:lnTo>
                  <a:lnTo>
                    <a:pt x="628" y="231"/>
                  </a:lnTo>
                  <a:lnTo>
                    <a:pt x="628" y="294"/>
                  </a:lnTo>
                  <a:lnTo>
                    <a:pt x="649" y="335"/>
                  </a:lnTo>
                  <a:lnTo>
                    <a:pt x="628" y="356"/>
                  </a:lnTo>
                  <a:lnTo>
                    <a:pt x="608" y="419"/>
                  </a:lnTo>
                  <a:lnTo>
                    <a:pt x="628" y="524"/>
                  </a:lnTo>
                  <a:lnTo>
                    <a:pt x="691" y="566"/>
                  </a:lnTo>
                  <a:lnTo>
                    <a:pt x="691" y="649"/>
                  </a:lnTo>
                  <a:lnTo>
                    <a:pt x="587" y="649"/>
                  </a:lnTo>
                  <a:lnTo>
                    <a:pt x="482" y="754"/>
                  </a:lnTo>
                  <a:lnTo>
                    <a:pt x="482" y="838"/>
                  </a:lnTo>
                  <a:lnTo>
                    <a:pt x="440" y="879"/>
                  </a:lnTo>
                  <a:lnTo>
                    <a:pt x="524" y="1047"/>
                  </a:lnTo>
                  <a:lnTo>
                    <a:pt x="587" y="1068"/>
                  </a:lnTo>
                  <a:lnTo>
                    <a:pt x="587" y="1131"/>
                  </a:lnTo>
                  <a:lnTo>
                    <a:pt x="503" y="1193"/>
                  </a:lnTo>
                  <a:lnTo>
                    <a:pt x="482" y="1193"/>
                  </a:lnTo>
                  <a:lnTo>
                    <a:pt x="440" y="1340"/>
                  </a:lnTo>
                  <a:lnTo>
                    <a:pt x="482" y="1403"/>
                  </a:lnTo>
                  <a:lnTo>
                    <a:pt x="628" y="1549"/>
                  </a:lnTo>
                  <a:lnTo>
                    <a:pt x="649" y="1675"/>
                  </a:lnTo>
                  <a:lnTo>
                    <a:pt x="712" y="1884"/>
                  </a:lnTo>
                  <a:lnTo>
                    <a:pt x="691" y="1967"/>
                  </a:lnTo>
                  <a:lnTo>
                    <a:pt x="545" y="1967"/>
                  </a:lnTo>
                  <a:lnTo>
                    <a:pt x="503" y="2030"/>
                  </a:lnTo>
                  <a:lnTo>
                    <a:pt x="503" y="2093"/>
                  </a:lnTo>
                  <a:lnTo>
                    <a:pt x="628" y="2219"/>
                  </a:lnTo>
                  <a:lnTo>
                    <a:pt x="608" y="2281"/>
                  </a:lnTo>
                  <a:lnTo>
                    <a:pt x="524" y="2281"/>
                  </a:lnTo>
                  <a:lnTo>
                    <a:pt x="440" y="2323"/>
                  </a:lnTo>
                  <a:lnTo>
                    <a:pt x="398" y="2428"/>
                  </a:lnTo>
                  <a:lnTo>
                    <a:pt x="315" y="2553"/>
                  </a:lnTo>
                  <a:lnTo>
                    <a:pt x="273" y="2658"/>
                  </a:lnTo>
                  <a:lnTo>
                    <a:pt x="210" y="2721"/>
                  </a:lnTo>
                  <a:lnTo>
                    <a:pt x="168" y="2721"/>
                  </a:lnTo>
                  <a:lnTo>
                    <a:pt x="64" y="2763"/>
                  </a:lnTo>
                  <a:lnTo>
                    <a:pt x="22" y="2825"/>
                  </a:lnTo>
                  <a:lnTo>
                    <a:pt x="22" y="2930"/>
                  </a:lnTo>
                  <a:lnTo>
                    <a:pt x="1" y="3014"/>
                  </a:lnTo>
                  <a:lnTo>
                    <a:pt x="1" y="3139"/>
                  </a:lnTo>
                  <a:lnTo>
                    <a:pt x="1" y="3181"/>
                  </a:lnTo>
                  <a:lnTo>
                    <a:pt x="22" y="3265"/>
                  </a:lnTo>
                  <a:lnTo>
                    <a:pt x="1" y="3328"/>
                  </a:lnTo>
                  <a:lnTo>
                    <a:pt x="22" y="3369"/>
                  </a:lnTo>
                  <a:lnTo>
                    <a:pt x="22" y="3432"/>
                  </a:lnTo>
                  <a:lnTo>
                    <a:pt x="22" y="3537"/>
                  </a:lnTo>
                  <a:lnTo>
                    <a:pt x="64" y="3767"/>
                  </a:lnTo>
                  <a:lnTo>
                    <a:pt x="22" y="3851"/>
                  </a:lnTo>
                  <a:lnTo>
                    <a:pt x="64" y="3955"/>
                  </a:lnTo>
                  <a:lnTo>
                    <a:pt x="22" y="4227"/>
                  </a:lnTo>
                  <a:lnTo>
                    <a:pt x="64" y="4332"/>
                  </a:lnTo>
                  <a:lnTo>
                    <a:pt x="294" y="4395"/>
                  </a:lnTo>
                  <a:lnTo>
                    <a:pt x="482" y="4311"/>
                  </a:lnTo>
                  <a:lnTo>
                    <a:pt x="900" y="4541"/>
                  </a:lnTo>
                  <a:lnTo>
                    <a:pt x="1131" y="4750"/>
                  </a:lnTo>
                  <a:lnTo>
                    <a:pt x="1256" y="5043"/>
                  </a:lnTo>
                  <a:lnTo>
                    <a:pt x="1256" y="5232"/>
                  </a:lnTo>
                  <a:lnTo>
                    <a:pt x="1340" y="5273"/>
                  </a:lnTo>
                  <a:lnTo>
                    <a:pt x="1424" y="5462"/>
                  </a:lnTo>
                  <a:lnTo>
                    <a:pt x="1549" y="5587"/>
                  </a:lnTo>
                  <a:lnTo>
                    <a:pt x="1758" y="5671"/>
                  </a:lnTo>
                  <a:lnTo>
                    <a:pt x="2323" y="5629"/>
                  </a:lnTo>
                  <a:lnTo>
                    <a:pt x="2428" y="5566"/>
                  </a:lnTo>
                  <a:lnTo>
                    <a:pt x="2512" y="5587"/>
                  </a:lnTo>
                  <a:lnTo>
                    <a:pt x="2784" y="5483"/>
                  </a:lnTo>
                  <a:lnTo>
                    <a:pt x="2888" y="5545"/>
                  </a:lnTo>
                  <a:lnTo>
                    <a:pt x="3014" y="5524"/>
                  </a:lnTo>
                  <a:lnTo>
                    <a:pt x="3056" y="5357"/>
                  </a:lnTo>
                  <a:lnTo>
                    <a:pt x="3160" y="5462"/>
                  </a:lnTo>
                  <a:lnTo>
                    <a:pt x="3223" y="5441"/>
                  </a:lnTo>
                  <a:lnTo>
                    <a:pt x="3223" y="5357"/>
                  </a:lnTo>
                  <a:lnTo>
                    <a:pt x="3369" y="5211"/>
                  </a:lnTo>
                  <a:lnTo>
                    <a:pt x="3432" y="5043"/>
                  </a:lnTo>
                  <a:lnTo>
                    <a:pt x="3432" y="4918"/>
                  </a:lnTo>
                  <a:lnTo>
                    <a:pt x="3411" y="4792"/>
                  </a:lnTo>
                  <a:lnTo>
                    <a:pt x="3474" y="4729"/>
                  </a:lnTo>
                  <a:lnTo>
                    <a:pt x="3474" y="4646"/>
                  </a:lnTo>
                  <a:lnTo>
                    <a:pt x="3558" y="4583"/>
                  </a:lnTo>
                  <a:lnTo>
                    <a:pt x="3662" y="4499"/>
                  </a:lnTo>
                  <a:lnTo>
                    <a:pt x="3725" y="4436"/>
                  </a:lnTo>
                  <a:lnTo>
                    <a:pt x="3893" y="4311"/>
                  </a:lnTo>
                  <a:lnTo>
                    <a:pt x="3872" y="4206"/>
                  </a:lnTo>
                  <a:lnTo>
                    <a:pt x="3893" y="4123"/>
                  </a:lnTo>
                  <a:lnTo>
                    <a:pt x="4039" y="4123"/>
                  </a:lnTo>
                  <a:lnTo>
                    <a:pt x="4081" y="4060"/>
                  </a:lnTo>
                  <a:lnTo>
                    <a:pt x="4102" y="4081"/>
                  </a:lnTo>
                  <a:lnTo>
                    <a:pt x="4269" y="4123"/>
                  </a:lnTo>
                  <a:lnTo>
                    <a:pt x="4353" y="4123"/>
                  </a:lnTo>
                  <a:lnTo>
                    <a:pt x="4458" y="4185"/>
                  </a:lnTo>
                  <a:lnTo>
                    <a:pt x="4499" y="4311"/>
                  </a:lnTo>
                  <a:lnTo>
                    <a:pt x="4604" y="4374"/>
                  </a:lnTo>
                  <a:lnTo>
                    <a:pt x="4688" y="4395"/>
                  </a:lnTo>
                  <a:lnTo>
                    <a:pt x="4792" y="4332"/>
                  </a:lnTo>
                  <a:lnTo>
                    <a:pt x="4876" y="4206"/>
                  </a:lnTo>
                  <a:lnTo>
                    <a:pt x="4876" y="4164"/>
                  </a:lnTo>
                  <a:lnTo>
                    <a:pt x="4918" y="4081"/>
                  </a:lnTo>
                  <a:lnTo>
                    <a:pt x="5002" y="4060"/>
                  </a:lnTo>
                  <a:lnTo>
                    <a:pt x="5085" y="3955"/>
                  </a:lnTo>
                  <a:lnTo>
                    <a:pt x="5085" y="3872"/>
                  </a:lnTo>
                  <a:lnTo>
                    <a:pt x="5106" y="3746"/>
                  </a:lnTo>
                  <a:lnTo>
                    <a:pt x="5294" y="3558"/>
                  </a:lnTo>
                  <a:lnTo>
                    <a:pt x="5315" y="3453"/>
                  </a:lnTo>
                  <a:lnTo>
                    <a:pt x="5294" y="3369"/>
                  </a:lnTo>
                  <a:lnTo>
                    <a:pt x="5336" y="3286"/>
                  </a:lnTo>
                  <a:lnTo>
                    <a:pt x="5504" y="3139"/>
                  </a:lnTo>
                  <a:lnTo>
                    <a:pt x="5608" y="3056"/>
                  </a:lnTo>
                  <a:lnTo>
                    <a:pt x="5629" y="2930"/>
                  </a:lnTo>
                  <a:lnTo>
                    <a:pt x="5650" y="2846"/>
                  </a:lnTo>
                  <a:lnTo>
                    <a:pt x="5629" y="2658"/>
                  </a:lnTo>
                  <a:lnTo>
                    <a:pt x="5734" y="2595"/>
                  </a:lnTo>
                  <a:lnTo>
                    <a:pt x="5880" y="2553"/>
                  </a:lnTo>
                  <a:lnTo>
                    <a:pt x="5964" y="2428"/>
                  </a:lnTo>
                  <a:lnTo>
                    <a:pt x="5985" y="2302"/>
                  </a:lnTo>
                  <a:lnTo>
                    <a:pt x="5985" y="2135"/>
                  </a:lnTo>
                  <a:lnTo>
                    <a:pt x="5985" y="2030"/>
                  </a:lnTo>
                  <a:lnTo>
                    <a:pt x="6048" y="1926"/>
                  </a:lnTo>
                  <a:lnTo>
                    <a:pt x="6152" y="1758"/>
                  </a:lnTo>
                  <a:lnTo>
                    <a:pt x="6194" y="1695"/>
                  </a:lnTo>
                  <a:lnTo>
                    <a:pt x="6236" y="1654"/>
                  </a:lnTo>
                  <a:lnTo>
                    <a:pt x="6341" y="1570"/>
                  </a:lnTo>
                  <a:lnTo>
                    <a:pt x="6382" y="1570"/>
                  </a:lnTo>
                  <a:lnTo>
                    <a:pt x="6466" y="1465"/>
                  </a:lnTo>
                  <a:lnTo>
                    <a:pt x="6592" y="1403"/>
                  </a:lnTo>
                  <a:lnTo>
                    <a:pt x="6613" y="1340"/>
                  </a:lnTo>
                  <a:lnTo>
                    <a:pt x="6571" y="1193"/>
                  </a:lnTo>
                  <a:lnTo>
                    <a:pt x="6571" y="1131"/>
                  </a:lnTo>
                  <a:lnTo>
                    <a:pt x="6550" y="1047"/>
                  </a:lnTo>
                  <a:lnTo>
                    <a:pt x="6445" y="984"/>
                  </a:lnTo>
                  <a:lnTo>
                    <a:pt x="6382" y="921"/>
                  </a:lnTo>
                  <a:lnTo>
                    <a:pt x="6382" y="733"/>
                  </a:lnTo>
                  <a:lnTo>
                    <a:pt x="6362" y="628"/>
                  </a:lnTo>
                  <a:lnTo>
                    <a:pt x="6299" y="503"/>
                  </a:lnTo>
                  <a:lnTo>
                    <a:pt x="6236" y="356"/>
                  </a:lnTo>
                  <a:lnTo>
                    <a:pt x="6069" y="147"/>
                  </a:lnTo>
                  <a:lnTo>
                    <a:pt x="5985" y="126"/>
                  </a:lnTo>
                  <a:lnTo>
                    <a:pt x="5880" y="84"/>
                  </a:lnTo>
                  <a:lnTo>
                    <a:pt x="5838" y="189"/>
                  </a:lnTo>
                  <a:lnTo>
                    <a:pt x="5818" y="252"/>
                  </a:lnTo>
                  <a:lnTo>
                    <a:pt x="5755" y="294"/>
                  </a:lnTo>
                  <a:lnTo>
                    <a:pt x="5671" y="252"/>
                  </a:lnTo>
                  <a:lnTo>
                    <a:pt x="5608" y="294"/>
                  </a:lnTo>
                  <a:lnTo>
                    <a:pt x="5546" y="335"/>
                  </a:lnTo>
                  <a:lnTo>
                    <a:pt x="5441" y="398"/>
                  </a:lnTo>
                  <a:lnTo>
                    <a:pt x="5399" y="503"/>
                  </a:lnTo>
                  <a:lnTo>
                    <a:pt x="5294" y="524"/>
                  </a:lnTo>
                  <a:lnTo>
                    <a:pt x="5232" y="461"/>
                  </a:lnTo>
                  <a:lnTo>
                    <a:pt x="5190" y="440"/>
                  </a:lnTo>
                  <a:lnTo>
                    <a:pt x="5022" y="419"/>
                  </a:lnTo>
                  <a:lnTo>
                    <a:pt x="4834" y="335"/>
                  </a:lnTo>
                  <a:lnTo>
                    <a:pt x="4583" y="315"/>
                  </a:lnTo>
                  <a:lnTo>
                    <a:pt x="4458" y="356"/>
                  </a:lnTo>
                  <a:lnTo>
                    <a:pt x="4144" y="335"/>
                  </a:lnTo>
                  <a:lnTo>
                    <a:pt x="4039" y="398"/>
                  </a:lnTo>
                  <a:lnTo>
                    <a:pt x="3872" y="607"/>
                  </a:lnTo>
                  <a:lnTo>
                    <a:pt x="3746" y="670"/>
                  </a:lnTo>
                  <a:lnTo>
                    <a:pt x="3641" y="649"/>
                  </a:lnTo>
                  <a:lnTo>
                    <a:pt x="3411" y="566"/>
                  </a:lnTo>
                  <a:lnTo>
                    <a:pt x="3265" y="545"/>
                  </a:lnTo>
                  <a:lnTo>
                    <a:pt x="3097" y="440"/>
                  </a:lnTo>
                  <a:lnTo>
                    <a:pt x="2993" y="419"/>
                  </a:lnTo>
                  <a:lnTo>
                    <a:pt x="2993" y="356"/>
                  </a:lnTo>
                  <a:lnTo>
                    <a:pt x="2888" y="294"/>
                  </a:lnTo>
                  <a:lnTo>
                    <a:pt x="2784" y="294"/>
                  </a:lnTo>
                  <a:lnTo>
                    <a:pt x="2742" y="315"/>
                  </a:lnTo>
                  <a:lnTo>
                    <a:pt x="2595" y="335"/>
                  </a:lnTo>
                  <a:lnTo>
                    <a:pt x="2512" y="356"/>
                  </a:lnTo>
                  <a:lnTo>
                    <a:pt x="2428" y="398"/>
                  </a:lnTo>
                  <a:lnTo>
                    <a:pt x="2365" y="461"/>
                  </a:lnTo>
                  <a:lnTo>
                    <a:pt x="2302" y="503"/>
                  </a:lnTo>
                  <a:lnTo>
                    <a:pt x="2198" y="419"/>
                  </a:lnTo>
                  <a:lnTo>
                    <a:pt x="2072" y="231"/>
                  </a:lnTo>
                  <a:lnTo>
                    <a:pt x="2009" y="147"/>
                  </a:lnTo>
                  <a:lnTo>
                    <a:pt x="1842" y="105"/>
                  </a:lnTo>
                  <a:lnTo>
                    <a:pt x="1758" y="84"/>
                  </a:lnTo>
                  <a:lnTo>
                    <a:pt x="1675" y="43"/>
                  </a:lnTo>
                  <a:lnTo>
                    <a:pt x="1528" y="22"/>
                  </a:lnTo>
                  <a:lnTo>
                    <a:pt x="144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9" name="Google Shape;2359;p45"/>
            <p:cNvSpPr/>
            <p:nvPr/>
          </p:nvSpPr>
          <p:spPr>
            <a:xfrm>
              <a:off x="3805645" y="3058722"/>
              <a:ext cx="52322" cy="74968"/>
            </a:xfrm>
            <a:custGeom>
              <a:avLst/>
              <a:gdLst/>
              <a:ahLst/>
              <a:cxnLst/>
              <a:rect l="l" t="t" r="r" b="b"/>
              <a:pathLst>
                <a:path w="4394" h="6592" extrusionOk="0">
                  <a:moveTo>
                    <a:pt x="3076" y="1"/>
                  </a:moveTo>
                  <a:lnTo>
                    <a:pt x="3139" y="126"/>
                  </a:lnTo>
                  <a:lnTo>
                    <a:pt x="3159" y="231"/>
                  </a:lnTo>
                  <a:lnTo>
                    <a:pt x="3159" y="419"/>
                  </a:lnTo>
                  <a:lnTo>
                    <a:pt x="3222" y="482"/>
                  </a:lnTo>
                  <a:lnTo>
                    <a:pt x="3327" y="545"/>
                  </a:lnTo>
                  <a:lnTo>
                    <a:pt x="3348" y="629"/>
                  </a:lnTo>
                  <a:lnTo>
                    <a:pt x="3348" y="691"/>
                  </a:lnTo>
                  <a:lnTo>
                    <a:pt x="3390" y="838"/>
                  </a:lnTo>
                  <a:lnTo>
                    <a:pt x="3369" y="901"/>
                  </a:lnTo>
                  <a:lnTo>
                    <a:pt x="3243" y="963"/>
                  </a:lnTo>
                  <a:lnTo>
                    <a:pt x="3159" y="1068"/>
                  </a:lnTo>
                  <a:lnTo>
                    <a:pt x="3118" y="1068"/>
                  </a:lnTo>
                  <a:lnTo>
                    <a:pt x="3013" y="1152"/>
                  </a:lnTo>
                  <a:lnTo>
                    <a:pt x="2971" y="1193"/>
                  </a:lnTo>
                  <a:lnTo>
                    <a:pt x="2929" y="1256"/>
                  </a:lnTo>
                  <a:lnTo>
                    <a:pt x="2825" y="1424"/>
                  </a:lnTo>
                  <a:lnTo>
                    <a:pt x="2762" y="1528"/>
                  </a:lnTo>
                  <a:lnTo>
                    <a:pt x="2762" y="1633"/>
                  </a:lnTo>
                  <a:lnTo>
                    <a:pt x="2762" y="1800"/>
                  </a:lnTo>
                  <a:lnTo>
                    <a:pt x="2741" y="1926"/>
                  </a:lnTo>
                  <a:lnTo>
                    <a:pt x="2657" y="2051"/>
                  </a:lnTo>
                  <a:lnTo>
                    <a:pt x="2511" y="2093"/>
                  </a:lnTo>
                  <a:lnTo>
                    <a:pt x="2406" y="2156"/>
                  </a:lnTo>
                  <a:lnTo>
                    <a:pt x="2427" y="2344"/>
                  </a:lnTo>
                  <a:lnTo>
                    <a:pt x="2406" y="2428"/>
                  </a:lnTo>
                  <a:lnTo>
                    <a:pt x="2385" y="2554"/>
                  </a:lnTo>
                  <a:lnTo>
                    <a:pt x="2281" y="2637"/>
                  </a:lnTo>
                  <a:lnTo>
                    <a:pt x="2113" y="2784"/>
                  </a:lnTo>
                  <a:lnTo>
                    <a:pt x="2071" y="2867"/>
                  </a:lnTo>
                  <a:lnTo>
                    <a:pt x="2092" y="2951"/>
                  </a:lnTo>
                  <a:lnTo>
                    <a:pt x="2071" y="3056"/>
                  </a:lnTo>
                  <a:lnTo>
                    <a:pt x="1883" y="3244"/>
                  </a:lnTo>
                  <a:lnTo>
                    <a:pt x="1862" y="3370"/>
                  </a:lnTo>
                  <a:lnTo>
                    <a:pt x="1862" y="3453"/>
                  </a:lnTo>
                  <a:lnTo>
                    <a:pt x="1779" y="3558"/>
                  </a:lnTo>
                  <a:lnTo>
                    <a:pt x="1695" y="3579"/>
                  </a:lnTo>
                  <a:lnTo>
                    <a:pt x="1653" y="3662"/>
                  </a:lnTo>
                  <a:lnTo>
                    <a:pt x="1653" y="3704"/>
                  </a:lnTo>
                  <a:lnTo>
                    <a:pt x="1569" y="3830"/>
                  </a:lnTo>
                  <a:lnTo>
                    <a:pt x="1465" y="3893"/>
                  </a:lnTo>
                  <a:lnTo>
                    <a:pt x="1381" y="3872"/>
                  </a:lnTo>
                  <a:lnTo>
                    <a:pt x="1276" y="3809"/>
                  </a:lnTo>
                  <a:lnTo>
                    <a:pt x="1235" y="3683"/>
                  </a:lnTo>
                  <a:lnTo>
                    <a:pt x="1130" y="3621"/>
                  </a:lnTo>
                  <a:lnTo>
                    <a:pt x="1046" y="3621"/>
                  </a:lnTo>
                  <a:lnTo>
                    <a:pt x="879" y="3579"/>
                  </a:lnTo>
                  <a:lnTo>
                    <a:pt x="858" y="3558"/>
                  </a:lnTo>
                  <a:lnTo>
                    <a:pt x="816" y="3621"/>
                  </a:lnTo>
                  <a:lnTo>
                    <a:pt x="670" y="3621"/>
                  </a:lnTo>
                  <a:lnTo>
                    <a:pt x="649" y="3704"/>
                  </a:lnTo>
                  <a:lnTo>
                    <a:pt x="670" y="3809"/>
                  </a:lnTo>
                  <a:lnTo>
                    <a:pt x="502" y="3934"/>
                  </a:lnTo>
                  <a:lnTo>
                    <a:pt x="439" y="3997"/>
                  </a:lnTo>
                  <a:lnTo>
                    <a:pt x="335" y="4081"/>
                  </a:lnTo>
                  <a:lnTo>
                    <a:pt x="251" y="4144"/>
                  </a:lnTo>
                  <a:lnTo>
                    <a:pt x="251" y="4227"/>
                  </a:lnTo>
                  <a:lnTo>
                    <a:pt x="188" y="4290"/>
                  </a:lnTo>
                  <a:lnTo>
                    <a:pt x="209" y="4416"/>
                  </a:lnTo>
                  <a:lnTo>
                    <a:pt x="209" y="4541"/>
                  </a:lnTo>
                  <a:lnTo>
                    <a:pt x="146" y="4709"/>
                  </a:lnTo>
                  <a:lnTo>
                    <a:pt x="0" y="4855"/>
                  </a:lnTo>
                  <a:lnTo>
                    <a:pt x="0" y="4939"/>
                  </a:lnTo>
                  <a:lnTo>
                    <a:pt x="84" y="4960"/>
                  </a:lnTo>
                  <a:lnTo>
                    <a:pt x="188" y="4918"/>
                  </a:lnTo>
                  <a:lnTo>
                    <a:pt x="230" y="5274"/>
                  </a:lnTo>
                  <a:lnTo>
                    <a:pt x="335" y="5274"/>
                  </a:lnTo>
                  <a:lnTo>
                    <a:pt x="398" y="5357"/>
                  </a:lnTo>
                  <a:lnTo>
                    <a:pt x="565" y="5274"/>
                  </a:lnTo>
                  <a:lnTo>
                    <a:pt x="649" y="5399"/>
                  </a:lnTo>
                  <a:lnTo>
                    <a:pt x="628" y="5483"/>
                  </a:lnTo>
                  <a:lnTo>
                    <a:pt x="628" y="5650"/>
                  </a:lnTo>
                  <a:lnTo>
                    <a:pt x="732" y="5797"/>
                  </a:lnTo>
                  <a:lnTo>
                    <a:pt x="732" y="6006"/>
                  </a:lnTo>
                  <a:lnTo>
                    <a:pt x="649" y="6215"/>
                  </a:lnTo>
                  <a:lnTo>
                    <a:pt x="753" y="6299"/>
                  </a:lnTo>
                  <a:lnTo>
                    <a:pt x="649" y="6403"/>
                  </a:lnTo>
                  <a:lnTo>
                    <a:pt x="649" y="6403"/>
                  </a:lnTo>
                  <a:lnTo>
                    <a:pt x="732" y="6383"/>
                  </a:lnTo>
                  <a:lnTo>
                    <a:pt x="816" y="6383"/>
                  </a:lnTo>
                  <a:lnTo>
                    <a:pt x="837" y="6403"/>
                  </a:lnTo>
                  <a:lnTo>
                    <a:pt x="1507" y="6403"/>
                  </a:lnTo>
                  <a:lnTo>
                    <a:pt x="1548" y="6383"/>
                  </a:lnTo>
                  <a:lnTo>
                    <a:pt x="1590" y="6341"/>
                  </a:lnTo>
                  <a:lnTo>
                    <a:pt x="1653" y="6383"/>
                  </a:lnTo>
                  <a:lnTo>
                    <a:pt x="1695" y="6320"/>
                  </a:lnTo>
                  <a:lnTo>
                    <a:pt x="1862" y="6341"/>
                  </a:lnTo>
                  <a:lnTo>
                    <a:pt x="1904" y="6320"/>
                  </a:lnTo>
                  <a:lnTo>
                    <a:pt x="2092" y="6320"/>
                  </a:lnTo>
                  <a:lnTo>
                    <a:pt x="2134" y="6341"/>
                  </a:lnTo>
                  <a:lnTo>
                    <a:pt x="2239" y="6320"/>
                  </a:lnTo>
                  <a:lnTo>
                    <a:pt x="2323" y="6320"/>
                  </a:lnTo>
                  <a:lnTo>
                    <a:pt x="2323" y="6341"/>
                  </a:lnTo>
                  <a:lnTo>
                    <a:pt x="2490" y="6383"/>
                  </a:lnTo>
                  <a:lnTo>
                    <a:pt x="2511" y="6341"/>
                  </a:lnTo>
                  <a:lnTo>
                    <a:pt x="2553" y="6341"/>
                  </a:lnTo>
                  <a:lnTo>
                    <a:pt x="2595" y="6403"/>
                  </a:lnTo>
                  <a:lnTo>
                    <a:pt x="3327" y="6403"/>
                  </a:lnTo>
                  <a:lnTo>
                    <a:pt x="3390" y="6424"/>
                  </a:lnTo>
                  <a:lnTo>
                    <a:pt x="3431" y="6403"/>
                  </a:lnTo>
                  <a:lnTo>
                    <a:pt x="3452" y="6403"/>
                  </a:lnTo>
                  <a:lnTo>
                    <a:pt x="3536" y="6487"/>
                  </a:lnTo>
                  <a:lnTo>
                    <a:pt x="3578" y="6445"/>
                  </a:lnTo>
                  <a:lnTo>
                    <a:pt x="3662" y="6487"/>
                  </a:lnTo>
                  <a:lnTo>
                    <a:pt x="3683" y="6529"/>
                  </a:lnTo>
                  <a:lnTo>
                    <a:pt x="3745" y="6508"/>
                  </a:lnTo>
                  <a:lnTo>
                    <a:pt x="3766" y="6487"/>
                  </a:lnTo>
                  <a:lnTo>
                    <a:pt x="3808" y="6487"/>
                  </a:lnTo>
                  <a:lnTo>
                    <a:pt x="3892" y="6550"/>
                  </a:lnTo>
                  <a:lnTo>
                    <a:pt x="3955" y="6529"/>
                  </a:lnTo>
                  <a:lnTo>
                    <a:pt x="4059" y="6529"/>
                  </a:lnTo>
                  <a:lnTo>
                    <a:pt x="4101" y="6550"/>
                  </a:lnTo>
                  <a:lnTo>
                    <a:pt x="4206" y="6550"/>
                  </a:lnTo>
                  <a:lnTo>
                    <a:pt x="4206" y="6592"/>
                  </a:lnTo>
                  <a:lnTo>
                    <a:pt x="4289" y="6592"/>
                  </a:lnTo>
                  <a:lnTo>
                    <a:pt x="4310" y="6529"/>
                  </a:lnTo>
                  <a:lnTo>
                    <a:pt x="4268" y="6424"/>
                  </a:lnTo>
                  <a:lnTo>
                    <a:pt x="4268" y="6403"/>
                  </a:lnTo>
                  <a:lnTo>
                    <a:pt x="4331" y="6299"/>
                  </a:lnTo>
                  <a:lnTo>
                    <a:pt x="4373" y="6215"/>
                  </a:lnTo>
                  <a:lnTo>
                    <a:pt x="4394" y="6194"/>
                  </a:lnTo>
                  <a:lnTo>
                    <a:pt x="4373" y="6194"/>
                  </a:lnTo>
                  <a:lnTo>
                    <a:pt x="4331" y="6131"/>
                  </a:lnTo>
                  <a:lnTo>
                    <a:pt x="4331" y="6069"/>
                  </a:lnTo>
                  <a:lnTo>
                    <a:pt x="4331" y="5922"/>
                  </a:lnTo>
                  <a:lnTo>
                    <a:pt x="4164" y="5797"/>
                  </a:lnTo>
                  <a:lnTo>
                    <a:pt x="4080" y="5713"/>
                  </a:lnTo>
                  <a:lnTo>
                    <a:pt x="3996" y="5567"/>
                  </a:lnTo>
                  <a:lnTo>
                    <a:pt x="3850" y="5357"/>
                  </a:lnTo>
                  <a:lnTo>
                    <a:pt x="3808" y="5232"/>
                  </a:lnTo>
                  <a:lnTo>
                    <a:pt x="3703" y="5127"/>
                  </a:lnTo>
                  <a:lnTo>
                    <a:pt x="3557" y="5043"/>
                  </a:lnTo>
                  <a:lnTo>
                    <a:pt x="3494" y="4981"/>
                  </a:lnTo>
                  <a:lnTo>
                    <a:pt x="3494" y="4750"/>
                  </a:lnTo>
                  <a:lnTo>
                    <a:pt x="3473" y="4625"/>
                  </a:lnTo>
                  <a:lnTo>
                    <a:pt x="3452" y="4458"/>
                  </a:lnTo>
                  <a:lnTo>
                    <a:pt x="3473" y="4332"/>
                  </a:lnTo>
                  <a:lnTo>
                    <a:pt x="3431" y="4186"/>
                  </a:lnTo>
                  <a:lnTo>
                    <a:pt x="3390" y="4039"/>
                  </a:lnTo>
                  <a:lnTo>
                    <a:pt x="3452" y="3976"/>
                  </a:lnTo>
                  <a:lnTo>
                    <a:pt x="3536" y="3976"/>
                  </a:lnTo>
                  <a:lnTo>
                    <a:pt x="3641" y="3788"/>
                  </a:lnTo>
                  <a:lnTo>
                    <a:pt x="3683" y="3662"/>
                  </a:lnTo>
                  <a:lnTo>
                    <a:pt x="3787" y="3474"/>
                  </a:lnTo>
                  <a:lnTo>
                    <a:pt x="3850" y="3349"/>
                  </a:lnTo>
                  <a:lnTo>
                    <a:pt x="3955" y="3307"/>
                  </a:lnTo>
                  <a:lnTo>
                    <a:pt x="4059" y="3160"/>
                  </a:lnTo>
                  <a:lnTo>
                    <a:pt x="4059" y="3139"/>
                  </a:lnTo>
                  <a:lnTo>
                    <a:pt x="4017" y="3035"/>
                  </a:lnTo>
                  <a:lnTo>
                    <a:pt x="3955" y="2867"/>
                  </a:lnTo>
                  <a:lnTo>
                    <a:pt x="3850" y="2721"/>
                  </a:lnTo>
                  <a:lnTo>
                    <a:pt x="3766" y="2637"/>
                  </a:lnTo>
                  <a:lnTo>
                    <a:pt x="3557" y="2428"/>
                  </a:lnTo>
                  <a:lnTo>
                    <a:pt x="3348" y="2240"/>
                  </a:lnTo>
                  <a:lnTo>
                    <a:pt x="3243" y="2219"/>
                  </a:lnTo>
                  <a:lnTo>
                    <a:pt x="3243" y="2135"/>
                  </a:lnTo>
                  <a:lnTo>
                    <a:pt x="3159" y="2093"/>
                  </a:lnTo>
                  <a:lnTo>
                    <a:pt x="3159" y="2030"/>
                  </a:lnTo>
                  <a:lnTo>
                    <a:pt x="3159" y="1926"/>
                  </a:lnTo>
                  <a:lnTo>
                    <a:pt x="3180" y="1884"/>
                  </a:lnTo>
                  <a:lnTo>
                    <a:pt x="3180" y="1779"/>
                  </a:lnTo>
                  <a:lnTo>
                    <a:pt x="3369" y="1779"/>
                  </a:lnTo>
                  <a:lnTo>
                    <a:pt x="3431" y="1800"/>
                  </a:lnTo>
                  <a:lnTo>
                    <a:pt x="3536" y="1779"/>
                  </a:lnTo>
                  <a:lnTo>
                    <a:pt x="3641" y="1800"/>
                  </a:lnTo>
                  <a:lnTo>
                    <a:pt x="3683" y="1779"/>
                  </a:lnTo>
                  <a:lnTo>
                    <a:pt x="3808" y="1800"/>
                  </a:lnTo>
                  <a:lnTo>
                    <a:pt x="3892" y="1821"/>
                  </a:lnTo>
                  <a:lnTo>
                    <a:pt x="3975" y="1842"/>
                  </a:lnTo>
                  <a:lnTo>
                    <a:pt x="4017" y="1800"/>
                  </a:lnTo>
                  <a:lnTo>
                    <a:pt x="3975" y="1779"/>
                  </a:lnTo>
                  <a:lnTo>
                    <a:pt x="3808" y="1633"/>
                  </a:lnTo>
                  <a:lnTo>
                    <a:pt x="3787" y="1528"/>
                  </a:lnTo>
                  <a:lnTo>
                    <a:pt x="3703" y="1486"/>
                  </a:lnTo>
                  <a:lnTo>
                    <a:pt x="3599" y="1319"/>
                  </a:lnTo>
                  <a:lnTo>
                    <a:pt x="3578" y="1214"/>
                  </a:lnTo>
                  <a:lnTo>
                    <a:pt x="3662" y="1152"/>
                  </a:lnTo>
                  <a:lnTo>
                    <a:pt x="3703" y="1005"/>
                  </a:lnTo>
                  <a:lnTo>
                    <a:pt x="3641" y="942"/>
                  </a:lnTo>
                  <a:lnTo>
                    <a:pt x="3662" y="880"/>
                  </a:lnTo>
                  <a:lnTo>
                    <a:pt x="3683" y="838"/>
                  </a:lnTo>
                  <a:lnTo>
                    <a:pt x="3683" y="754"/>
                  </a:lnTo>
                  <a:lnTo>
                    <a:pt x="3599" y="587"/>
                  </a:lnTo>
                  <a:lnTo>
                    <a:pt x="3578" y="482"/>
                  </a:lnTo>
                  <a:lnTo>
                    <a:pt x="3536" y="440"/>
                  </a:lnTo>
                  <a:lnTo>
                    <a:pt x="3494" y="252"/>
                  </a:lnTo>
                  <a:lnTo>
                    <a:pt x="3369" y="147"/>
                  </a:lnTo>
                  <a:lnTo>
                    <a:pt x="307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0" name="Google Shape;2360;p45"/>
            <p:cNvSpPr/>
            <p:nvPr/>
          </p:nvSpPr>
          <p:spPr>
            <a:xfrm>
              <a:off x="3805883" y="3130585"/>
              <a:ext cx="39378" cy="40702"/>
            </a:xfrm>
            <a:custGeom>
              <a:avLst/>
              <a:gdLst/>
              <a:ahLst/>
              <a:cxnLst/>
              <a:rect l="l" t="t" r="r" b="b"/>
              <a:pathLst>
                <a:path w="3307" h="3579" extrusionOk="0">
                  <a:moveTo>
                    <a:pt x="1675" y="1"/>
                  </a:moveTo>
                  <a:lnTo>
                    <a:pt x="1633" y="64"/>
                  </a:lnTo>
                  <a:lnTo>
                    <a:pt x="1570" y="22"/>
                  </a:lnTo>
                  <a:lnTo>
                    <a:pt x="1528" y="64"/>
                  </a:lnTo>
                  <a:lnTo>
                    <a:pt x="1487" y="84"/>
                  </a:lnTo>
                  <a:lnTo>
                    <a:pt x="1487" y="754"/>
                  </a:lnTo>
                  <a:lnTo>
                    <a:pt x="712" y="754"/>
                  </a:lnTo>
                  <a:lnTo>
                    <a:pt x="691" y="733"/>
                  </a:lnTo>
                  <a:lnTo>
                    <a:pt x="608" y="754"/>
                  </a:lnTo>
                  <a:lnTo>
                    <a:pt x="524" y="817"/>
                  </a:lnTo>
                  <a:lnTo>
                    <a:pt x="482" y="796"/>
                  </a:lnTo>
                  <a:lnTo>
                    <a:pt x="482" y="921"/>
                  </a:lnTo>
                  <a:lnTo>
                    <a:pt x="336" y="942"/>
                  </a:lnTo>
                  <a:lnTo>
                    <a:pt x="440" y="1131"/>
                  </a:lnTo>
                  <a:lnTo>
                    <a:pt x="629" y="1172"/>
                  </a:lnTo>
                  <a:lnTo>
                    <a:pt x="378" y="1235"/>
                  </a:lnTo>
                  <a:lnTo>
                    <a:pt x="315" y="1152"/>
                  </a:lnTo>
                  <a:lnTo>
                    <a:pt x="294" y="1340"/>
                  </a:lnTo>
                  <a:lnTo>
                    <a:pt x="273" y="1654"/>
                  </a:lnTo>
                  <a:lnTo>
                    <a:pt x="168" y="1737"/>
                  </a:lnTo>
                  <a:lnTo>
                    <a:pt x="22" y="1675"/>
                  </a:lnTo>
                  <a:lnTo>
                    <a:pt x="1" y="1758"/>
                  </a:lnTo>
                  <a:lnTo>
                    <a:pt x="126" y="1988"/>
                  </a:lnTo>
                  <a:lnTo>
                    <a:pt x="210" y="2051"/>
                  </a:lnTo>
                  <a:lnTo>
                    <a:pt x="210" y="2156"/>
                  </a:lnTo>
                  <a:lnTo>
                    <a:pt x="315" y="2281"/>
                  </a:lnTo>
                  <a:lnTo>
                    <a:pt x="315" y="2470"/>
                  </a:lnTo>
                  <a:lnTo>
                    <a:pt x="398" y="2533"/>
                  </a:lnTo>
                  <a:lnTo>
                    <a:pt x="440" y="2679"/>
                  </a:lnTo>
                  <a:lnTo>
                    <a:pt x="608" y="2805"/>
                  </a:lnTo>
                  <a:lnTo>
                    <a:pt x="545" y="2825"/>
                  </a:lnTo>
                  <a:lnTo>
                    <a:pt x="712" y="2993"/>
                  </a:lnTo>
                  <a:lnTo>
                    <a:pt x="963" y="3202"/>
                  </a:lnTo>
                  <a:lnTo>
                    <a:pt x="1026" y="3328"/>
                  </a:lnTo>
                  <a:lnTo>
                    <a:pt x="1235" y="3432"/>
                  </a:lnTo>
                  <a:lnTo>
                    <a:pt x="1256" y="3537"/>
                  </a:lnTo>
                  <a:lnTo>
                    <a:pt x="1361" y="3558"/>
                  </a:lnTo>
                  <a:lnTo>
                    <a:pt x="1382" y="3579"/>
                  </a:lnTo>
                  <a:lnTo>
                    <a:pt x="1466" y="3474"/>
                  </a:lnTo>
                  <a:lnTo>
                    <a:pt x="1466" y="3411"/>
                  </a:lnTo>
                  <a:lnTo>
                    <a:pt x="1528" y="3369"/>
                  </a:lnTo>
                  <a:lnTo>
                    <a:pt x="1633" y="3369"/>
                  </a:lnTo>
                  <a:lnTo>
                    <a:pt x="1675" y="3307"/>
                  </a:lnTo>
                  <a:lnTo>
                    <a:pt x="1696" y="3307"/>
                  </a:lnTo>
                  <a:lnTo>
                    <a:pt x="1884" y="3432"/>
                  </a:lnTo>
                  <a:lnTo>
                    <a:pt x="1884" y="3328"/>
                  </a:lnTo>
                  <a:lnTo>
                    <a:pt x="1863" y="3035"/>
                  </a:lnTo>
                  <a:lnTo>
                    <a:pt x="1779" y="2951"/>
                  </a:lnTo>
                  <a:lnTo>
                    <a:pt x="1696" y="2930"/>
                  </a:lnTo>
                  <a:lnTo>
                    <a:pt x="1633" y="2951"/>
                  </a:lnTo>
                  <a:lnTo>
                    <a:pt x="1549" y="2993"/>
                  </a:lnTo>
                  <a:lnTo>
                    <a:pt x="1549" y="2846"/>
                  </a:lnTo>
                  <a:lnTo>
                    <a:pt x="1528" y="2784"/>
                  </a:lnTo>
                  <a:lnTo>
                    <a:pt x="1570" y="2721"/>
                  </a:lnTo>
                  <a:lnTo>
                    <a:pt x="1675" y="2721"/>
                  </a:lnTo>
                  <a:lnTo>
                    <a:pt x="1800" y="2784"/>
                  </a:lnTo>
                  <a:lnTo>
                    <a:pt x="1863" y="2721"/>
                  </a:lnTo>
                  <a:lnTo>
                    <a:pt x="1884" y="2679"/>
                  </a:lnTo>
                  <a:lnTo>
                    <a:pt x="1968" y="2679"/>
                  </a:lnTo>
                  <a:lnTo>
                    <a:pt x="2177" y="2637"/>
                  </a:lnTo>
                  <a:lnTo>
                    <a:pt x="2198" y="2574"/>
                  </a:lnTo>
                  <a:lnTo>
                    <a:pt x="2177" y="2407"/>
                  </a:lnTo>
                  <a:lnTo>
                    <a:pt x="2219" y="2365"/>
                  </a:lnTo>
                  <a:lnTo>
                    <a:pt x="2365" y="2365"/>
                  </a:lnTo>
                  <a:lnTo>
                    <a:pt x="2428" y="2595"/>
                  </a:lnTo>
                  <a:lnTo>
                    <a:pt x="2512" y="2700"/>
                  </a:lnTo>
                  <a:lnTo>
                    <a:pt x="2637" y="2637"/>
                  </a:lnTo>
                  <a:lnTo>
                    <a:pt x="2721" y="2679"/>
                  </a:lnTo>
                  <a:lnTo>
                    <a:pt x="2805" y="2616"/>
                  </a:lnTo>
                  <a:lnTo>
                    <a:pt x="2909" y="2616"/>
                  </a:lnTo>
                  <a:lnTo>
                    <a:pt x="3035" y="2679"/>
                  </a:lnTo>
                  <a:lnTo>
                    <a:pt x="3056" y="2742"/>
                  </a:lnTo>
                  <a:lnTo>
                    <a:pt x="3119" y="2742"/>
                  </a:lnTo>
                  <a:lnTo>
                    <a:pt x="3119" y="2637"/>
                  </a:lnTo>
                  <a:lnTo>
                    <a:pt x="3098" y="2533"/>
                  </a:lnTo>
                  <a:lnTo>
                    <a:pt x="3244" y="2114"/>
                  </a:lnTo>
                  <a:lnTo>
                    <a:pt x="3307" y="1884"/>
                  </a:lnTo>
                  <a:lnTo>
                    <a:pt x="3307" y="1779"/>
                  </a:lnTo>
                  <a:lnTo>
                    <a:pt x="3244" y="1696"/>
                  </a:lnTo>
                  <a:lnTo>
                    <a:pt x="3223" y="1654"/>
                  </a:lnTo>
                  <a:lnTo>
                    <a:pt x="3139" y="1570"/>
                  </a:lnTo>
                  <a:lnTo>
                    <a:pt x="3119" y="1528"/>
                  </a:lnTo>
                  <a:lnTo>
                    <a:pt x="3035" y="1486"/>
                  </a:lnTo>
                  <a:lnTo>
                    <a:pt x="3014" y="1444"/>
                  </a:lnTo>
                  <a:lnTo>
                    <a:pt x="2993" y="1382"/>
                  </a:lnTo>
                  <a:lnTo>
                    <a:pt x="2993" y="1340"/>
                  </a:lnTo>
                  <a:lnTo>
                    <a:pt x="3035" y="1319"/>
                  </a:lnTo>
                  <a:lnTo>
                    <a:pt x="3056" y="1277"/>
                  </a:lnTo>
                  <a:lnTo>
                    <a:pt x="3119" y="1277"/>
                  </a:lnTo>
                  <a:lnTo>
                    <a:pt x="3098" y="1214"/>
                  </a:lnTo>
                  <a:lnTo>
                    <a:pt x="3056" y="1172"/>
                  </a:lnTo>
                  <a:lnTo>
                    <a:pt x="3056" y="1110"/>
                  </a:lnTo>
                  <a:lnTo>
                    <a:pt x="3202" y="1026"/>
                  </a:lnTo>
                  <a:lnTo>
                    <a:pt x="3307" y="1005"/>
                  </a:lnTo>
                  <a:lnTo>
                    <a:pt x="3307" y="900"/>
                  </a:lnTo>
                  <a:lnTo>
                    <a:pt x="3265" y="838"/>
                  </a:lnTo>
                  <a:lnTo>
                    <a:pt x="3307" y="754"/>
                  </a:lnTo>
                  <a:lnTo>
                    <a:pt x="3307" y="587"/>
                  </a:lnTo>
                  <a:lnTo>
                    <a:pt x="3244" y="545"/>
                  </a:lnTo>
                  <a:lnTo>
                    <a:pt x="3056" y="524"/>
                  </a:lnTo>
                  <a:lnTo>
                    <a:pt x="2930" y="587"/>
                  </a:lnTo>
                  <a:lnTo>
                    <a:pt x="2805" y="628"/>
                  </a:lnTo>
                  <a:lnTo>
                    <a:pt x="2721" y="608"/>
                  </a:lnTo>
                  <a:lnTo>
                    <a:pt x="2616" y="649"/>
                  </a:lnTo>
                  <a:lnTo>
                    <a:pt x="2575" y="608"/>
                  </a:lnTo>
                  <a:lnTo>
                    <a:pt x="2595" y="545"/>
                  </a:lnTo>
                  <a:lnTo>
                    <a:pt x="2575" y="440"/>
                  </a:lnTo>
                  <a:lnTo>
                    <a:pt x="2575" y="315"/>
                  </a:lnTo>
                  <a:lnTo>
                    <a:pt x="2533" y="189"/>
                  </a:lnTo>
                  <a:lnTo>
                    <a:pt x="2575" y="84"/>
                  </a:lnTo>
                  <a:lnTo>
                    <a:pt x="2533" y="22"/>
                  </a:lnTo>
                  <a:lnTo>
                    <a:pt x="2491" y="22"/>
                  </a:lnTo>
                  <a:lnTo>
                    <a:pt x="2470" y="64"/>
                  </a:lnTo>
                  <a:lnTo>
                    <a:pt x="2303" y="22"/>
                  </a:lnTo>
                  <a:lnTo>
                    <a:pt x="2303" y="1"/>
                  </a:lnTo>
                  <a:lnTo>
                    <a:pt x="2219" y="1"/>
                  </a:lnTo>
                  <a:lnTo>
                    <a:pt x="2114" y="22"/>
                  </a:lnTo>
                  <a:lnTo>
                    <a:pt x="2072" y="1"/>
                  </a:lnTo>
                  <a:lnTo>
                    <a:pt x="1884" y="1"/>
                  </a:lnTo>
                  <a:lnTo>
                    <a:pt x="1842" y="22"/>
                  </a:lnTo>
                  <a:lnTo>
                    <a:pt x="167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1" name="Google Shape;2361;p45"/>
            <p:cNvSpPr/>
            <p:nvPr/>
          </p:nvSpPr>
          <p:spPr>
            <a:xfrm>
              <a:off x="3809622" y="3131301"/>
              <a:ext cx="13967" cy="8575"/>
            </a:xfrm>
            <a:custGeom>
              <a:avLst/>
              <a:gdLst/>
              <a:ahLst/>
              <a:cxnLst/>
              <a:rect l="l" t="t" r="r" b="b"/>
              <a:pathLst>
                <a:path w="1173" h="754" extrusionOk="0">
                  <a:moveTo>
                    <a:pt x="398" y="1"/>
                  </a:moveTo>
                  <a:lnTo>
                    <a:pt x="315" y="21"/>
                  </a:lnTo>
                  <a:lnTo>
                    <a:pt x="294" y="42"/>
                  </a:lnTo>
                  <a:lnTo>
                    <a:pt x="336" y="147"/>
                  </a:lnTo>
                  <a:lnTo>
                    <a:pt x="168" y="335"/>
                  </a:lnTo>
                  <a:lnTo>
                    <a:pt x="1" y="628"/>
                  </a:lnTo>
                  <a:lnTo>
                    <a:pt x="168" y="691"/>
                  </a:lnTo>
                  <a:lnTo>
                    <a:pt x="168" y="733"/>
                  </a:lnTo>
                  <a:lnTo>
                    <a:pt x="210" y="754"/>
                  </a:lnTo>
                  <a:lnTo>
                    <a:pt x="294" y="691"/>
                  </a:lnTo>
                  <a:lnTo>
                    <a:pt x="377" y="670"/>
                  </a:lnTo>
                  <a:lnTo>
                    <a:pt x="398" y="691"/>
                  </a:lnTo>
                  <a:lnTo>
                    <a:pt x="1173" y="691"/>
                  </a:lnTo>
                  <a:lnTo>
                    <a:pt x="1173" y="21"/>
                  </a:lnTo>
                  <a:lnTo>
                    <a:pt x="503" y="21"/>
                  </a:lnTo>
                  <a:lnTo>
                    <a:pt x="4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2362;p45"/>
            <p:cNvSpPr/>
            <p:nvPr/>
          </p:nvSpPr>
          <p:spPr>
            <a:xfrm>
              <a:off x="3822327" y="3120122"/>
              <a:ext cx="52834" cy="59023"/>
            </a:xfrm>
            <a:custGeom>
              <a:avLst/>
              <a:gdLst/>
              <a:ahLst/>
              <a:cxnLst/>
              <a:rect l="l" t="t" r="r" b="b"/>
              <a:pathLst>
                <a:path w="4437" h="5190" extrusionOk="0">
                  <a:moveTo>
                    <a:pt x="3935" y="0"/>
                  </a:moveTo>
                  <a:lnTo>
                    <a:pt x="3872" y="63"/>
                  </a:lnTo>
                  <a:lnTo>
                    <a:pt x="3767" y="42"/>
                  </a:lnTo>
                  <a:lnTo>
                    <a:pt x="3537" y="147"/>
                  </a:lnTo>
                  <a:lnTo>
                    <a:pt x="3495" y="188"/>
                  </a:lnTo>
                  <a:lnTo>
                    <a:pt x="3391" y="209"/>
                  </a:lnTo>
                  <a:lnTo>
                    <a:pt x="3244" y="377"/>
                  </a:lnTo>
                  <a:lnTo>
                    <a:pt x="2972" y="816"/>
                  </a:lnTo>
                  <a:lnTo>
                    <a:pt x="2930" y="900"/>
                  </a:lnTo>
                  <a:lnTo>
                    <a:pt x="2867" y="1004"/>
                  </a:lnTo>
                  <a:lnTo>
                    <a:pt x="2867" y="1025"/>
                  </a:lnTo>
                  <a:lnTo>
                    <a:pt x="2909" y="1130"/>
                  </a:lnTo>
                  <a:lnTo>
                    <a:pt x="2888" y="1193"/>
                  </a:lnTo>
                  <a:lnTo>
                    <a:pt x="2805" y="1193"/>
                  </a:lnTo>
                  <a:lnTo>
                    <a:pt x="2805" y="1151"/>
                  </a:lnTo>
                  <a:lnTo>
                    <a:pt x="2700" y="1151"/>
                  </a:lnTo>
                  <a:lnTo>
                    <a:pt x="2658" y="1130"/>
                  </a:lnTo>
                  <a:lnTo>
                    <a:pt x="2554" y="1130"/>
                  </a:lnTo>
                  <a:lnTo>
                    <a:pt x="2491" y="1151"/>
                  </a:lnTo>
                  <a:lnTo>
                    <a:pt x="2407" y="1088"/>
                  </a:lnTo>
                  <a:lnTo>
                    <a:pt x="2365" y="1088"/>
                  </a:lnTo>
                  <a:lnTo>
                    <a:pt x="2344" y="1109"/>
                  </a:lnTo>
                  <a:lnTo>
                    <a:pt x="2282" y="1130"/>
                  </a:lnTo>
                  <a:lnTo>
                    <a:pt x="2261" y="1088"/>
                  </a:lnTo>
                  <a:lnTo>
                    <a:pt x="2177" y="1046"/>
                  </a:lnTo>
                  <a:lnTo>
                    <a:pt x="2135" y="1088"/>
                  </a:lnTo>
                  <a:lnTo>
                    <a:pt x="2051" y="1004"/>
                  </a:lnTo>
                  <a:lnTo>
                    <a:pt x="2030" y="1004"/>
                  </a:lnTo>
                  <a:lnTo>
                    <a:pt x="1989" y="1025"/>
                  </a:lnTo>
                  <a:lnTo>
                    <a:pt x="1926" y="1004"/>
                  </a:lnTo>
                  <a:lnTo>
                    <a:pt x="1194" y="1004"/>
                  </a:lnTo>
                  <a:lnTo>
                    <a:pt x="1152" y="1109"/>
                  </a:lnTo>
                  <a:lnTo>
                    <a:pt x="1194" y="1235"/>
                  </a:lnTo>
                  <a:lnTo>
                    <a:pt x="1194" y="1360"/>
                  </a:lnTo>
                  <a:lnTo>
                    <a:pt x="1214" y="1465"/>
                  </a:lnTo>
                  <a:lnTo>
                    <a:pt x="1194" y="1528"/>
                  </a:lnTo>
                  <a:lnTo>
                    <a:pt x="1235" y="1569"/>
                  </a:lnTo>
                  <a:lnTo>
                    <a:pt x="1340" y="1528"/>
                  </a:lnTo>
                  <a:lnTo>
                    <a:pt x="1424" y="1548"/>
                  </a:lnTo>
                  <a:lnTo>
                    <a:pt x="1549" y="1507"/>
                  </a:lnTo>
                  <a:lnTo>
                    <a:pt x="1675" y="1444"/>
                  </a:lnTo>
                  <a:lnTo>
                    <a:pt x="1863" y="1465"/>
                  </a:lnTo>
                  <a:lnTo>
                    <a:pt x="1926" y="1507"/>
                  </a:lnTo>
                  <a:lnTo>
                    <a:pt x="1926" y="1674"/>
                  </a:lnTo>
                  <a:lnTo>
                    <a:pt x="1884" y="1758"/>
                  </a:lnTo>
                  <a:lnTo>
                    <a:pt x="1926" y="1820"/>
                  </a:lnTo>
                  <a:lnTo>
                    <a:pt x="1926" y="1925"/>
                  </a:lnTo>
                  <a:lnTo>
                    <a:pt x="1821" y="1946"/>
                  </a:lnTo>
                  <a:lnTo>
                    <a:pt x="1675" y="2030"/>
                  </a:lnTo>
                  <a:lnTo>
                    <a:pt x="1675" y="2092"/>
                  </a:lnTo>
                  <a:lnTo>
                    <a:pt x="1717" y="2134"/>
                  </a:lnTo>
                  <a:lnTo>
                    <a:pt x="1738" y="2197"/>
                  </a:lnTo>
                  <a:lnTo>
                    <a:pt x="1675" y="2197"/>
                  </a:lnTo>
                  <a:lnTo>
                    <a:pt x="1654" y="2239"/>
                  </a:lnTo>
                  <a:lnTo>
                    <a:pt x="1612" y="2260"/>
                  </a:lnTo>
                  <a:lnTo>
                    <a:pt x="1612" y="2302"/>
                  </a:lnTo>
                  <a:lnTo>
                    <a:pt x="1633" y="2364"/>
                  </a:lnTo>
                  <a:lnTo>
                    <a:pt x="1654" y="2406"/>
                  </a:lnTo>
                  <a:lnTo>
                    <a:pt x="1738" y="2448"/>
                  </a:lnTo>
                  <a:lnTo>
                    <a:pt x="1758" y="2490"/>
                  </a:lnTo>
                  <a:lnTo>
                    <a:pt x="1842" y="2574"/>
                  </a:lnTo>
                  <a:lnTo>
                    <a:pt x="1863" y="2616"/>
                  </a:lnTo>
                  <a:lnTo>
                    <a:pt x="1926" y="2699"/>
                  </a:lnTo>
                  <a:lnTo>
                    <a:pt x="1926" y="2804"/>
                  </a:lnTo>
                  <a:lnTo>
                    <a:pt x="1863" y="3034"/>
                  </a:lnTo>
                  <a:lnTo>
                    <a:pt x="1717" y="3453"/>
                  </a:lnTo>
                  <a:lnTo>
                    <a:pt x="1738" y="3557"/>
                  </a:lnTo>
                  <a:lnTo>
                    <a:pt x="1738" y="3662"/>
                  </a:lnTo>
                  <a:lnTo>
                    <a:pt x="1675" y="3662"/>
                  </a:lnTo>
                  <a:lnTo>
                    <a:pt x="1654" y="3599"/>
                  </a:lnTo>
                  <a:lnTo>
                    <a:pt x="1528" y="3536"/>
                  </a:lnTo>
                  <a:lnTo>
                    <a:pt x="1424" y="3536"/>
                  </a:lnTo>
                  <a:lnTo>
                    <a:pt x="1340" y="3599"/>
                  </a:lnTo>
                  <a:lnTo>
                    <a:pt x="1256" y="3557"/>
                  </a:lnTo>
                  <a:lnTo>
                    <a:pt x="1131" y="3620"/>
                  </a:lnTo>
                  <a:lnTo>
                    <a:pt x="1047" y="3515"/>
                  </a:lnTo>
                  <a:lnTo>
                    <a:pt x="984" y="3285"/>
                  </a:lnTo>
                  <a:lnTo>
                    <a:pt x="838" y="3285"/>
                  </a:lnTo>
                  <a:lnTo>
                    <a:pt x="796" y="3327"/>
                  </a:lnTo>
                  <a:lnTo>
                    <a:pt x="817" y="3494"/>
                  </a:lnTo>
                  <a:lnTo>
                    <a:pt x="796" y="3557"/>
                  </a:lnTo>
                  <a:lnTo>
                    <a:pt x="587" y="3599"/>
                  </a:lnTo>
                  <a:lnTo>
                    <a:pt x="503" y="3599"/>
                  </a:lnTo>
                  <a:lnTo>
                    <a:pt x="482" y="3641"/>
                  </a:lnTo>
                  <a:lnTo>
                    <a:pt x="419" y="3704"/>
                  </a:lnTo>
                  <a:lnTo>
                    <a:pt x="294" y="3641"/>
                  </a:lnTo>
                  <a:lnTo>
                    <a:pt x="189" y="3641"/>
                  </a:lnTo>
                  <a:lnTo>
                    <a:pt x="147" y="3704"/>
                  </a:lnTo>
                  <a:lnTo>
                    <a:pt x="168" y="3766"/>
                  </a:lnTo>
                  <a:lnTo>
                    <a:pt x="168" y="3913"/>
                  </a:lnTo>
                  <a:lnTo>
                    <a:pt x="252" y="3871"/>
                  </a:lnTo>
                  <a:lnTo>
                    <a:pt x="315" y="3850"/>
                  </a:lnTo>
                  <a:lnTo>
                    <a:pt x="398" y="3871"/>
                  </a:lnTo>
                  <a:lnTo>
                    <a:pt x="482" y="3955"/>
                  </a:lnTo>
                  <a:lnTo>
                    <a:pt x="503" y="4248"/>
                  </a:lnTo>
                  <a:lnTo>
                    <a:pt x="503" y="4352"/>
                  </a:lnTo>
                  <a:lnTo>
                    <a:pt x="315" y="4227"/>
                  </a:lnTo>
                  <a:lnTo>
                    <a:pt x="294" y="4227"/>
                  </a:lnTo>
                  <a:lnTo>
                    <a:pt x="252" y="4289"/>
                  </a:lnTo>
                  <a:lnTo>
                    <a:pt x="147" y="4289"/>
                  </a:lnTo>
                  <a:lnTo>
                    <a:pt x="85" y="4331"/>
                  </a:lnTo>
                  <a:lnTo>
                    <a:pt x="85" y="4394"/>
                  </a:lnTo>
                  <a:lnTo>
                    <a:pt x="1" y="4499"/>
                  </a:lnTo>
                  <a:lnTo>
                    <a:pt x="106" y="4603"/>
                  </a:lnTo>
                  <a:lnTo>
                    <a:pt x="168" y="4687"/>
                  </a:lnTo>
                  <a:lnTo>
                    <a:pt x="315" y="4792"/>
                  </a:lnTo>
                  <a:lnTo>
                    <a:pt x="315" y="4896"/>
                  </a:lnTo>
                  <a:lnTo>
                    <a:pt x="419" y="5001"/>
                  </a:lnTo>
                  <a:lnTo>
                    <a:pt x="419" y="5126"/>
                  </a:lnTo>
                  <a:lnTo>
                    <a:pt x="482" y="5189"/>
                  </a:lnTo>
                  <a:lnTo>
                    <a:pt x="524" y="5168"/>
                  </a:lnTo>
                  <a:lnTo>
                    <a:pt x="608" y="5022"/>
                  </a:lnTo>
                  <a:lnTo>
                    <a:pt x="629" y="5022"/>
                  </a:lnTo>
                  <a:lnTo>
                    <a:pt x="712" y="4980"/>
                  </a:lnTo>
                  <a:lnTo>
                    <a:pt x="775" y="4875"/>
                  </a:lnTo>
                  <a:lnTo>
                    <a:pt x="838" y="4854"/>
                  </a:lnTo>
                  <a:lnTo>
                    <a:pt x="942" y="4771"/>
                  </a:lnTo>
                  <a:lnTo>
                    <a:pt x="1005" y="4771"/>
                  </a:lnTo>
                  <a:lnTo>
                    <a:pt x="1047" y="4813"/>
                  </a:lnTo>
                  <a:lnTo>
                    <a:pt x="1110" y="4896"/>
                  </a:lnTo>
                  <a:lnTo>
                    <a:pt x="1110" y="5001"/>
                  </a:lnTo>
                  <a:lnTo>
                    <a:pt x="1131" y="4980"/>
                  </a:lnTo>
                  <a:lnTo>
                    <a:pt x="1194" y="5001"/>
                  </a:lnTo>
                  <a:lnTo>
                    <a:pt x="1298" y="4959"/>
                  </a:lnTo>
                  <a:lnTo>
                    <a:pt x="1319" y="5001"/>
                  </a:lnTo>
                  <a:lnTo>
                    <a:pt x="1319" y="5064"/>
                  </a:lnTo>
                  <a:lnTo>
                    <a:pt x="1424" y="5064"/>
                  </a:lnTo>
                  <a:lnTo>
                    <a:pt x="1507" y="4980"/>
                  </a:lnTo>
                  <a:lnTo>
                    <a:pt x="1507" y="4875"/>
                  </a:lnTo>
                  <a:lnTo>
                    <a:pt x="1570" y="4854"/>
                  </a:lnTo>
                  <a:lnTo>
                    <a:pt x="1654" y="4875"/>
                  </a:lnTo>
                  <a:lnTo>
                    <a:pt x="1758" y="4771"/>
                  </a:lnTo>
                  <a:lnTo>
                    <a:pt x="1947" y="4708"/>
                  </a:lnTo>
                  <a:lnTo>
                    <a:pt x="1947" y="4771"/>
                  </a:lnTo>
                  <a:lnTo>
                    <a:pt x="1863" y="4896"/>
                  </a:lnTo>
                  <a:lnTo>
                    <a:pt x="1884" y="4917"/>
                  </a:lnTo>
                  <a:lnTo>
                    <a:pt x="1947" y="5022"/>
                  </a:lnTo>
                  <a:lnTo>
                    <a:pt x="2072" y="5105"/>
                  </a:lnTo>
                  <a:lnTo>
                    <a:pt x="2198" y="5022"/>
                  </a:lnTo>
                  <a:lnTo>
                    <a:pt x="2282" y="4917"/>
                  </a:lnTo>
                  <a:lnTo>
                    <a:pt x="2512" y="4687"/>
                  </a:lnTo>
                  <a:lnTo>
                    <a:pt x="2574" y="4603"/>
                  </a:lnTo>
                  <a:lnTo>
                    <a:pt x="2658" y="4541"/>
                  </a:lnTo>
                  <a:lnTo>
                    <a:pt x="2763" y="4499"/>
                  </a:lnTo>
                  <a:lnTo>
                    <a:pt x="2867" y="4352"/>
                  </a:lnTo>
                  <a:lnTo>
                    <a:pt x="2867" y="4248"/>
                  </a:lnTo>
                  <a:lnTo>
                    <a:pt x="2888" y="4080"/>
                  </a:lnTo>
                  <a:lnTo>
                    <a:pt x="2909" y="3766"/>
                  </a:lnTo>
                  <a:lnTo>
                    <a:pt x="2888" y="3745"/>
                  </a:lnTo>
                  <a:lnTo>
                    <a:pt x="2867" y="3557"/>
                  </a:lnTo>
                  <a:lnTo>
                    <a:pt x="2909" y="3453"/>
                  </a:lnTo>
                  <a:lnTo>
                    <a:pt x="3098" y="3285"/>
                  </a:lnTo>
                  <a:lnTo>
                    <a:pt x="3098" y="3139"/>
                  </a:lnTo>
                  <a:lnTo>
                    <a:pt x="3202" y="3013"/>
                  </a:lnTo>
                  <a:lnTo>
                    <a:pt x="3328" y="2908"/>
                  </a:lnTo>
                  <a:lnTo>
                    <a:pt x="3411" y="2929"/>
                  </a:lnTo>
                  <a:lnTo>
                    <a:pt x="3516" y="2867"/>
                  </a:lnTo>
                  <a:lnTo>
                    <a:pt x="3621" y="2825"/>
                  </a:lnTo>
                  <a:lnTo>
                    <a:pt x="3809" y="2511"/>
                  </a:lnTo>
                  <a:lnTo>
                    <a:pt x="3809" y="2344"/>
                  </a:lnTo>
                  <a:lnTo>
                    <a:pt x="3851" y="2155"/>
                  </a:lnTo>
                  <a:lnTo>
                    <a:pt x="3935" y="2092"/>
                  </a:lnTo>
                  <a:lnTo>
                    <a:pt x="3955" y="1946"/>
                  </a:lnTo>
                  <a:lnTo>
                    <a:pt x="3935" y="1925"/>
                  </a:lnTo>
                  <a:lnTo>
                    <a:pt x="3955" y="1737"/>
                  </a:lnTo>
                  <a:lnTo>
                    <a:pt x="3955" y="1653"/>
                  </a:lnTo>
                  <a:lnTo>
                    <a:pt x="3955" y="1507"/>
                  </a:lnTo>
                  <a:lnTo>
                    <a:pt x="4060" y="1402"/>
                  </a:lnTo>
                  <a:lnTo>
                    <a:pt x="4060" y="1256"/>
                  </a:lnTo>
                  <a:lnTo>
                    <a:pt x="4081" y="1130"/>
                  </a:lnTo>
                  <a:lnTo>
                    <a:pt x="4039" y="921"/>
                  </a:lnTo>
                  <a:lnTo>
                    <a:pt x="4290" y="607"/>
                  </a:lnTo>
                  <a:lnTo>
                    <a:pt x="4332" y="502"/>
                  </a:lnTo>
                  <a:lnTo>
                    <a:pt x="4437" y="460"/>
                  </a:lnTo>
                  <a:lnTo>
                    <a:pt x="4437" y="209"/>
                  </a:lnTo>
                  <a:lnTo>
                    <a:pt x="4374" y="105"/>
                  </a:lnTo>
                  <a:lnTo>
                    <a:pt x="4374" y="63"/>
                  </a:lnTo>
                  <a:lnTo>
                    <a:pt x="4290" y="84"/>
                  </a:lnTo>
                  <a:lnTo>
                    <a:pt x="4248" y="105"/>
                  </a:lnTo>
                  <a:lnTo>
                    <a:pt x="4144" y="63"/>
                  </a:lnTo>
                  <a:lnTo>
                    <a:pt x="412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2363;p45"/>
            <p:cNvSpPr/>
            <p:nvPr/>
          </p:nvSpPr>
          <p:spPr>
            <a:xfrm>
              <a:off x="3828067" y="3174369"/>
              <a:ext cx="7478" cy="9769"/>
            </a:xfrm>
            <a:custGeom>
              <a:avLst/>
              <a:gdLst/>
              <a:ahLst/>
              <a:cxnLst/>
              <a:rect l="l" t="t" r="r" b="b"/>
              <a:pathLst>
                <a:path w="628" h="859" extrusionOk="0">
                  <a:moveTo>
                    <a:pt x="460" y="1"/>
                  </a:moveTo>
                  <a:lnTo>
                    <a:pt x="356" y="84"/>
                  </a:lnTo>
                  <a:lnTo>
                    <a:pt x="293" y="105"/>
                  </a:lnTo>
                  <a:lnTo>
                    <a:pt x="230" y="210"/>
                  </a:lnTo>
                  <a:lnTo>
                    <a:pt x="147" y="252"/>
                  </a:lnTo>
                  <a:lnTo>
                    <a:pt x="126" y="252"/>
                  </a:lnTo>
                  <a:lnTo>
                    <a:pt x="42" y="398"/>
                  </a:lnTo>
                  <a:lnTo>
                    <a:pt x="0" y="419"/>
                  </a:lnTo>
                  <a:lnTo>
                    <a:pt x="84" y="503"/>
                  </a:lnTo>
                  <a:lnTo>
                    <a:pt x="105" y="670"/>
                  </a:lnTo>
                  <a:lnTo>
                    <a:pt x="42" y="775"/>
                  </a:lnTo>
                  <a:lnTo>
                    <a:pt x="84" y="859"/>
                  </a:lnTo>
                  <a:lnTo>
                    <a:pt x="188" y="775"/>
                  </a:lnTo>
                  <a:lnTo>
                    <a:pt x="293" y="775"/>
                  </a:lnTo>
                  <a:lnTo>
                    <a:pt x="356" y="712"/>
                  </a:lnTo>
                  <a:lnTo>
                    <a:pt x="335" y="503"/>
                  </a:lnTo>
                  <a:lnTo>
                    <a:pt x="398" y="440"/>
                  </a:lnTo>
                  <a:lnTo>
                    <a:pt x="523" y="335"/>
                  </a:lnTo>
                  <a:lnTo>
                    <a:pt x="628" y="231"/>
                  </a:lnTo>
                  <a:lnTo>
                    <a:pt x="628" y="126"/>
                  </a:lnTo>
                  <a:lnTo>
                    <a:pt x="565" y="43"/>
                  </a:lnTo>
                  <a:lnTo>
                    <a:pt x="5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2364;p45"/>
            <p:cNvSpPr/>
            <p:nvPr/>
          </p:nvSpPr>
          <p:spPr>
            <a:xfrm>
              <a:off x="3947654" y="3151533"/>
              <a:ext cx="76994" cy="74956"/>
            </a:xfrm>
            <a:custGeom>
              <a:avLst/>
              <a:gdLst/>
              <a:ahLst/>
              <a:cxnLst/>
              <a:rect l="l" t="t" r="r" b="b"/>
              <a:pathLst>
                <a:path w="6466" h="6591" extrusionOk="0">
                  <a:moveTo>
                    <a:pt x="2553" y="0"/>
                  </a:moveTo>
                  <a:lnTo>
                    <a:pt x="1779" y="42"/>
                  </a:lnTo>
                  <a:lnTo>
                    <a:pt x="858" y="42"/>
                  </a:lnTo>
                  <a:lnTo>
                    <a:pt x="816" y="105"/>
                  </a:lnTo>
                  <a:lnTo>
                    <a:pt x="754" y="105"/>
                  </a:lnTo>
                  <a:lnTo>
                    <a:pt x="712" y="146"/>
                  </a:lnTo>
                  <a:lnTo>
                    <a:pt x="775" y="230"/>
                  </a:lnTo>
                  <a:lnTo>
                    <a:pt x="858" y="314"/>
                  </a:lnTo>
                  <a:lnTo>
                    <a:pt x="858" y="356"/>
                  </a:lnTo>
                  <a:lnTo>
                    <a:pt x="921" y="439"/>
                  </a:lnTo>
                  <a:lnTo>
                    <a:pt x="963" y="628"/>
                  </a:lnTo>
                  <a:lnTo>
                    <a:pt x="984" y="732"/>
                  </a:lnTo>
                  <a:lnTo>
                    <a:pt x="942" y="795"/>
                  </a:lnTo>
                  <a:lnTo>
                    <a:pt x="942" y="879"/>
                  </a:lnTo>
                  <a:lnTo>
                    <a:pt x="879" y="942"/>
                  </a:lnTo>
                  <a:lnTo>
                    <a:pt x="816" y="963"/>
                  </a:lnTo>
                  <a:lnTo>
                    <a:pt x="754" y="963"/>
                  </a:lnTo>
                  <a:lnTo>
                    <a:pt x="733" y="942"/>
                  </a:lnTo>
                  <a:lnTo>
                    <a:pt x="733" y="983"/>
                  </a:lnTo>
                  <a:lnTo>
                    <a:pt x="754" y="1046"/>
                  </a:lnTo>
                  <a:lnTo>
                    <a:pt x="754" y="1109"/>
                  </a:lnTo>
                  <a:lnTo>
                    <a:pt x="858" y="1151"/>
                  </a:lnTo>
                  <a:lnTo>
                    <a:pt x="858" y="1214"/>
                  </a:lnTo>
                  <a:lnTo>
                    <a:pt x="942" y="1214"/>
                  </a:lnTo>
                  <a:lnTo>
                    <a:pt x="963" y="1402"/>
                  </a:lnTo>
                  <a:lnTo>
                    <a:pt x="963" y="1486"/>
                  </a:lnTo>
                  <a:lnTo>
                    <a:pt x="858" y="1590"/>
                  </a:lnTo>
                  <a:lnTo>
                    <a:pt x="775" y="1674"/>
                  </a:lnTo>
                  <a:lnTo>
                    <a:pt x="733" y="1716"/>
                  </a:lnTo>
                  <a:lnTo>
                    <a:pt x="565" y="1883"/>
                  </a:lnTo>
                  <a:lnTo>
                    <a:pt x="461" y="2030"/>
                  </a:lnTo>
                  <a:lnTo>
                    <a:pt x="293" y="2092"/>
                  </a:lnTo>
                  <a:lnTo>
                    <a:pt x="0" y="2092"/>
                  </a:lnTo>
                  <a:lnTo>
                    <a:pt x="84" y="2553"/>
                  </a:lnTo>
                  <a:lnTo>
                    <a:pt x="210" y="3243"/>
                  </a:lnTo>
                  <a:lnTo>
                    <a:pt x="628" y="3808"/>
                  </a:lnTo>
                  <a:lnTo>
                    <a:pt x="754" y="4248"/>
                  </a:lnTo>
                  <a:lnTo>
                    <a:pt x="942" y="4352"/>
                  </a:lnTo>
                  <a:lnTo>
                    <a:pt x="1026" y="4352"/>
                  </a:lnTo>
                  <a:lnTo>
                    <a:pt x="1130" y="4394"/>
                  </a:lnTo>
                  <a:lnTo>
                    <a:pt x="1172" y="4394"/>
                  </a:lnTo>
                  <a:lnTo>
                    <a:pt x="1256" y="4436"/>
                  </a:lnTo>
                  <a:lnTo>
                    <a:pt x="1256" y="4499"/>
                  </a:lnTo>
                  <a:lnTo>
                    <a:pt x="1340" y="4561"/>
                  </a:lnTo>
                  <a:lnTo>
                    <a:pt x="1444" y="4561"/>
                  </a:lnTo>
                  <a:lnTo>
                    <a:pt x="1695" y="4645"/>
                  </a:lnTo>
                  <a:lnTo>
                    <a:pt x="1779" y="4645"/>
                  </a:lnTo>
                  <a:lnTo>
                    <a:pt x="1821" y="4708"/>
                  </a:lnTo>
                  <a:lnTo>
                    <a:pt x="1884" y="4729"/>
                  </a:lnTo>
                  <a:lnTo>
                    <a:pt x="1925" y="4812"/>
                  </a:lnTo>
                  <a:lnTo>
                    <a:pt x="2030" y="4917"/>
                  </a:lnTo>
                  <a:lnTo>
                    <a:pt x="2093" y="4917"/>
                  </a:lnTo>
                  <a:lnTo>
                    <a:pt x="2093" y="4938"/>
                  </a:lnTo>
                  <a:lnTo>
                    <a:pt x="2114" y="4917"/>
                  </a:lnTo>
                  <a:lnTo>
                    <a:pt x="2177" y="4917"/>
                  </a:lnTo>
                  <a:lnTo>
                    <a:pt x="2197" y="4980"/>
                  </a:lnTo>
                  <a:lnTo>
                    <a:pt x="2281" y="4980"/>
                  </a:lnTo>
                  <a:lnTo>
                    <a:pt x="2302" y="5022"/>
                  </a:lnTo>
                  <a:lnTo>
                    <a:pt x="2323" y="4980"/>
                  </a:lnTo>
                  <a:lnTo>
                    <a:pt x="2407" y="5022"/>
                  </a:lnTo>
                  <a:lnTo>
                    <a:pt x="2428" y="5043"/>
                  </a:lnTo>
                  <a:lnTo>
                    <a:pt x="2490" y="5043"/>
                  </a:lnTo>
                  <a:lnTo>
                    <a:pt x="2511" y="5084"/>
                  </a:lnTo>
                  <a:lnTo>
                    <a:pt x="2553" y="5126"/>
                  </a:lnTo>
                  <a:lnTo>
                    <a:pt x="2637" y="5189"/>
                  </a:lnTo>
                  <a:lnTo>
                    <a:pt x="2825" y="5398"/>
                  </a:lnTo>
                  <a:lnTo>
                    <a:pt x="2846" y="5608"/>
                  </a:lnTo>
                  <a:lnTo>
                    <a:pt x="2846" y="6591"/>
                  </a:lnTo>
                  <a:lnTo>
                    <a:pt x="2951" y="6193"/>
                  </a:lnTo>
                  <a:lnTo>
                    <a:pt x="3495" y="6173"/>
                  </a:lnTo>
                  <a:lnTo>
                    <a:pt x="3599" y="6131"/>
                  </a:lnTo>
                  <a:lnTo>
                    <a:pt x="3641" y="6110"/>
                  </a:lnTo>
                  <a:lnTo>
                    <a:pt x="3704" y="6089"/>
                  </a:lnTo>
                  <a:lnTo>
                    <a:pt x="3704" y="6131"/>
                  </a:lnTo>
                  <a:lnTo>
                    <a:pt x="3788" y="6173"/>
                  </a:lnTo>
                  <a:lnTo>
                    <a:pt x="3871" y="6214"/>
                  </a:lnTo>
                  <a:lnTo>
                    <a:pt x="3955" y="6214"/>
                  </a:lnTo>
                  <a:lnTo>
                    <a:pt x="3997" y="6298"/>
                  </a:lnTo>
                  <a:lnTo>
                    <a:pt x="3976" y="6319"/>
                  </a:lnTo>
                  <a:lnTo>
                    <a:pt x="4164" y="6298"/>
                  </a:lnTo>
                  <a:lnTo>
                    <a:pt x="4269" y="6193"/>
                  </a:lnTo>
                  <a:lnTo>
                    <a:pt x="4332" y="6193"/>
                  </a:lnTo>
                  <a:lnTo>
                    <a:pt x="4394" y="6131"/>
                  </a:lnTo>
                  <a:lnTo>
                    <a:pt x="4436" y="6173"/>
                  </a:lnTo>
                  <a:lnTo>
                    <a:pt x="4436" y="6214"/>
                  </a:lnTo>
                  <a:lnTo>
                    <a:pt x="4520" y="6214"/>
                  </a:lnTo>
                  <a:lnTo>
                    <a:pt x="4604" y="6277"/>
                  </a:lnTo>
                  <a:lnTo>
                    <a:pt x="4729" y="6214"/>
                  </a:lnTo>
                  <a:lnTo>
                    <a:pt x="4897" y="6193"/>
                  </a:lnTo>
                  <a:lnTo>
                    <a:pt x="4918" y="6110"/>
                  </a:lnTo>
                  <a:lnTo>
                    <a:pt x="4897" y="6068"/>
                  </a:lnTo>
                  <a:lnTo>
                    <a:pt x="4938" y="6005"/>
                  </a:lnTo>
                  <a:lnTo>
                    <a:pt x="5043" y="6026"/>
                  </a:lnTo>
                  <a:lnTo>
                    <a:pt x="5127" y="6026"/>
                  </a:lnTo>
                  <a:lnTo>
                    <a:pt x="5210" y="6089"/>
                  </a:lnTo>
                  <a:lnTo>
                    <a:pt x="5315" y="6068"/>
                  </a:lnTo>
                  <a:lnTo>
                    <a:pt x="5357" y="6026"/>
                  </a:lnTo>
                  <a:lnTo>
                    <a:pt x="5566" y="5963"/>
                  </a:lnTo>
                  <a:lnTo>
                    <a:pt x="5650" y="5984"/>
                  </a:lnTo>
                  <a:lnTo>
                    <a:pt x="5754" y="5963"/>
                  </a:lnTo>
                  <a:lnTo>
                    <a:pt x="5775" y="5900"/>
                  </a:lnTo>
                  <a:lnTo>
                    <a:pt x="5901" y="5900"/>
                  </a:lnTo>
                  <a:lnTo>
                    <a:pt x="5985" y="5817"/>
                  </a:lnTo>
                  <a:lnTo>
                    <a:pt x="6110" y="5796"/>
                  </a:lnTo>
                  <a:lnTo>
                    <a:pt x="6194" y="5712"/>
                  </a:lnTo>
                  <a:lnTo>
                    <a:pt x="6278" y="5649"/>
                  </a:lnTo>
                  <a:lnTo>
                    <a:pt x="6382" y="5670"/>
                  </a:lnTo>
                  <a:lnTo>
                    <a:pt x="6424" y="5608"/>
                  </a:lnTo>
                  <a:lnTo>
                    <a:pt x="6466" y="5587"/>
                  </a:lnTo>
                  <a:lnTo>
                    <a:pt x="6424" y="5587"/>
                  </a:lnTo>
                  <a:lnTo>
                    <a:pt x="6424" y="5545"/>
                  </a:lnTo>
                  <a:lnTo>
                    <a:pt x="6298" y="5440"/>
                  </a:lnTo>
                  <a:lnTo>
                    <a:pt x="6173" y="5398"/>
                  </a:lnTo>
                  <a:lnTo>
                    <a:pt x="5964" y="5189"/>
                  </a:lnTo>
                  <a:lnTo>
                    <a:pt x="5985" y="5126"/>
                  </a:lnTo>
                  <a:lnTo>
                    <a:pt x="5901" y="4938"/>
                  </a:lnTo>
                  <a:lnTo>
                    <a:pt x="5859" y="4875"/>
                  </a:lnTo>
                  <a:lnTo>
                    <a:pt x="5901" y="4771"/>
                  </a:lnTo>
                  <a:lnTo>
                    <a:pt x="5859" y="4729"/>
                  </a:lnTo>
                  <a:lnTo>
                    <a:pt x="5838" y="4624"/>
                  </a:lnTo>
                  <a:lnTo>
                    <a:pt x="5796" y="4540"/>
                  </a:lnTo>
                  <a:lnTo>
                    <a:pt x="5838" y="4540"/>
                  </a:lnTo>
                  <a:lnTo>
                    <a:pt x="5775" y="4394"/>
                  </a:lnTo>
                  <a:lnTo>
                    <a:pt x="5754" y="4248"/>
                  </a:lnTo>
                  <a:lnTo>
                    <a:pt x="5838" y="4206"/>
                  </a:lnTo>
                  <a:lnTo>
                    <a:pt x="5838" y="4038"/>
                  </a:lnTo>
                  <a:lnTo>
                    <a:pt x="5754" y="3976"/>
                  </a:lnTo>
                  <a:lnTo>
                    <a:pt x="5754" y="3766"/>
                  </a:lnTo>
                  <a:lnTo>
                    <a:pt x="5775" y="3620"/>
                  </a:lnTo>
                  <a:lnTo>
                    <a:pt x="5859" y="3578"/>
                  </a:lnTo>
                  <a:lnTo>
                    <a:pt x="5880" y="3599"/>
                  </a:lnTo>
                  <a:lnTo>
                    <a:pt x="5943" y="3515"/>
                  </a:lnTo>
                  <a:lnTo>
                    <a:pt x="5859" y="3306"/>
                  </a:lnTo>
                  <a:lnTo>
                    <a:pt x="5775" y="3306"/>
                  </a:lnTo>
                  <a:lnTo>
                    <a:pt x="5650" y="3180"/>
                  </a:lnTo>
                  <a:lnTo>
                    <a:pt x="5482" y="3055"/>
                  </a:lnTo>
                  <a:lnTo>
                    <a:pt x="5482" y="2929"/>
                  </a:lnTo>
                  <a:lnTo>
                    <a:pt x="5566" y="2657"/>
                  </a:lnTo>
                  <a:lnTo>
                    <a:pt x="5692" y="2302"/>
                  </a:lnTo>
                  <a:lnTo>
                    <a:pt x="5754" y="2239"/>
                  </a:lnTo>
                  <a:lnTo>
                    <a:pt x="5734" y="2134"/>
                  </a:lnTo>
                  <a:lnTo>
                    <a:pt x="5692" y="2113"/>
                  </a:lnTo>
                  <a:lnTo>
                    <a:pt x="5734" y="2113"/>
                  </a:lnTo>
                  <a:lnTo>
                    <a:pt x="5022" y="1611"/>
                  </a:lnTo>
                  <a:lnTo>
                    <a:pt x="4959" y="1527"/>
                  </a:lnTo>
                  <a:lnTo>
                    <a:pt x="4938" y="1486"/>
                  </a:lnTo>
                  <a:lnTo>
                    <a:pt x="4959" y="1402"/>
                  </a:lnTo>
                  <a:lnTo>
                    <a:pt x="4834" y="1214"/>
                  </a:lnTo>
                  <a:lnTo>
                    <a:pt x="27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2365;p45"/>
            <p:cNvSpPr/>
            <p:nvPr/>
          </p:nvSpPr>
          <p:spPr>
            <a:xfrm>
              <a:off x="3945415" y="3152954"/>
              <a:ext cx="13956" cy="10963"/>
            </a:xfrm>
            <a:custGeom>
              <a:avLst/>
              <a:gdLst/>
              <a:ahLst/>
              <a:cxnLst/>
              <a:rect l="l" t="t" r="r" b="b"/>
              <a:pathLst>
                <a:path w="1172" h="964" extrusionOk="0">
                  <a:moveTo>
                    <a:pt x="795" y="1"/>
                  </a:moveTo>
                  <a:lnTo>
                    <a:pt x="795" y="84"/>
                  </a:lnTo>
                  <a:lnTo>
                    <a:pt x="732" y="126"/>
                  </a:lnTo>
                  <a:lnTo>
                    <a:pt x="649" y="126"/>
                  </a:lnTo>
                  <a:lnTo>
                    <a:pt x="607" y="84"/>
                  </a:lnTo>
                  <a:lnTo>
                    <a:pt x="544" y="42"/>
                  </a:lnTo>
                  <a:lnTo>
                    <a:pt x="440" y="126"/>
                  </a:lnTo>
                  <a:lnTo>
                    <a:pt x="377" y="147"/>
                  </a:lnTo>
                  <a:lnTo>
                    <a:pt x="335" y="126"/>
                  </a:lnTo>
                  <a:lnTo>
                    <a:pt x="209" y="231"/>
                  </a:lnTo>
                  <a:lnTo>
                    <a:pt x="105" y="356"/>
                  </a:lnTo>
                  <a:lnTo>
                    <a:pt x="0" y="733"/>
                  </a:lnTo>
                  <a:lnTo>
                    <a:pt x="0" y="817"/>
                  </a:lnTo>
                  <a:lnTo>
                    <a:pt x="209" y="817"/>
                  </a:lnTo>
                  <a:lnTo>
                    <a:pt x="272" y="921"/>
                  </a:lnTo>
                  <a:lnTo>
                    <a:pt x="335" y="963"/>
                  </a:lnTo>
                  <a:lnTo>
                    <a:pt x="398" y="921"/>
                  </a:lnTo>
                  <a:lnTo>
                    <a:pt x="419" y="921"/>
                  </a:lnTo>
                  <a:lnTo>
                    <a:pt x="481" y="963"/>
                  </a:lnTo>
                  <a:lnTo>
                    <a:pt x="607" y="921"/>
                  </a:lnTo>
                  <a:lnTo>
                    <a:pt x="607" y="858"/>
                  </a:lnTo>
                  <a:lnTo>
                    <a:pt x="691" y="670"/>
                  </a:lnTo>
                  <a:lnTo>
                    <a:pt x="649" y="566"/>
                  </a:lnTo>
                  <a:lnTo>
                    <a:pt x="712" y="566"/>
                  </a:lnTo>
                  <a:lnTo>
                    <a:pt x="753" y="628"/>
                  </a:lnTo>
                  <a:lnTo>
                    <a:pt x="816" y="628"/>
                  </a:lnTo>
                  <a:lnTo>
                    <a:pt x="858" y="733"/>
                  </a:lnTo>
                  <a:lnTo>
                    <a:pt x="921" y="754"/>
                  </a:lnTo>
                  <a:lnTo>
                    <a:pt x="921" y="817"/>
                  </a:lnTo>
                  <a:lnTo>
                    <a:pt x="942" y="838"/>
                  </a:lnTo>
                  <a:lnTo>
                    <a:pt x="1004" y="838"/>
                  </a:lnTo>
                  <a:lnTo>
                    <a:pt x="1067" y="817"/>
                  </a:lnTo>
                  <a:lnTo>
                    <a:pt x="1130" y="754"/>
                  </a:lnTo>
                  <a:lnTo>
                    <a:pt x="1130" y="670"/>
                  </a:lnTo>
                  <a:lnTo>
                    <a:pt x="1172" y="607"/>
                  </a:lnTo>
                  <a:lnTo>
                    <a:pt x="1151" y="503"/>
                  </a:lnTo>
                  <a:lnTo>
                    <a:pt x="1109" y="314"/>
                  </a:lnTo>
                  <a:lnTo>
                    <a:pt x="1046" y="231"/>
                  </a:lnTo>
                  <a:lnTo>
                    <a:pt x="1046" y="189"/>
                  </a:lnTo>
                  <a:lnTo>
                    <a:pt x="963" y="105"/>
                  </a:lnTo>
                  <a:lnTo>
                    <a:pt x="900" y="21"/>
                  </a:lnTo>
                  <a:lnTo>
                    <a:pt x="90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6" name="Google Shape;2366;p45"/>
            <p:cNvSpPr/>
            <p:nvPr/>
          </p:nvSpPr>
          <p:spPr>
            <a:xfrm>
              <a:off x="3945415" y="3159380"/>
              <a:ext cx="13706" cy="15956"/>
            </a:xfrm>
            <a:custGeom>
              <a:avLst/>
              <a:gdLst/>
              <a:ahLst/>
              <a:cxnLst/>
              <a:rect l="l" t="t" r="r" b="b"/>
              <a:pathLst>
                <a:path w="1151" h="1403" extrusionOk="0">
                  <a:moveTo>
                    <a:pt x="649" y="1"/>
                  </a:moveTo>
                  <a:lnTo>
                    <a:pt x="691" y="105"/>
                  </a:lnTo>
                  <a:lnTo>
                    <a:pt x="607" y="293"/>
                  </a:lnTo>
                  <a:lnTo>
                    <a:pt x="607" y="356"/>
                  </a:lnTo>
                  <a:lnTo>
                    <a:pt x="481" y="398"/>
                  </a:lnTo>
                  <a:lnTo>
                    <a:pt x="419" y="356"/>
                  </a:lnTo>
                  <a:lnTo>
                    <a:pt x="398" y="356"/>
                  </a:lnTo>
                  <a:lnTo>
                    <a:pt x="335" y="398"/>
                  </a:lnTo>
                  <a:lnTo>
                    <a:pt x="272" y="356"/>
                  </a:lnTo>
                  <a:lnTo>
                    <a:pt x="209" y="252"/>
                  </a:lnTo>
                  <a:lnTo>
                    <a:pt x="0" y="252"/>
                  </a:lnTo>
                  <a:lnTo>
                    <a:pt x="0" y="314"/>
                  </a:lnTo>
                  <a:lnTo>
                    <a:pt x="63" y="419"/>
                  </a:lnTo>
                  <a:lnTo>
                    <a:pt x="84" y="565"/>
                  </a:lnTo>
                  <a:lnTo>
                    <a:pt x="84" y="712"/>
                  </a:lnTo>
                  <a:lnTo>
                    <a:pt x="188" y="1402"/>
                  </a:lnTo>
                  <a:lnTo>
                    <a:pt x="481" y="1402"/>
                  </a:lnTo>
                  <a:lnTo>
                    <a:pt x="649" y="1340"/>
                  </a:lnTo>
                  <a:lnTo>
                    <a:pt x="753" y="1193"/>
                  </a:lnTo>
                  <a:lnTo>
                    <a:pt x="921" y="1026"/>
                  </a:lnTo>
                  <a:lnTo>
                    <a:pt x="963" y="984"/>
                  </a:lnTo>
                  <a:lnTo>
                    <a:pt x="1046" y="900"/>
                  </a:lnTo>
                  <a:lnTo>
                    <a:pt x="1151" y="796"/>
                  </a:lnTo>
                  <a:lnTo>
                    <a:pt x="1151" y="712"/>
                  </a:lnTo>
                  <a:lnTo>
                    <a:pt x="1130" y="524"/>
                  </a:lnTo>
                  <a:lnTo>
                    <a:pt x="1046" y="524"/>
                  </a:lnTo>
                  <a:lnTo>
                    <a:pt x="1046" y="461"/>
                  </a:lnTo>
                  <a:lnTo>
                    <a:pt x="942" y="419"/>
                  </a:lnTo>
                  <a:lnTo>
                    <a:pt x="942" y="356"/>
                  </a:lnTo>
                  <a:lnTo>
                    <a:pt x="921" y="293"/>
                  </a:lnTo>
                  <a:lnTo>
                    <a:pt x="921" y="252"/>
                  </a:lnTo>
                  <a:lnTo>
                    <a:pt x="921" y="189"/>
                  </a:lnTo>
                  <a:lnTo>
                    <a:pt x="858" y="168"/>
                  </a:lnTo>
                  <a:lnTo>
                    <a:pt x="816" y="63"/>
                  </a:lnTo>
                  <a:lnTo>
                    <a:pt x="753" y="63"/>
                  </a:lnTo>
                  <a:lnTo>
                    <a:pt x="7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7" name="Google Shape;2367;p45"/>
            <p:cNvSpPr/>
            <p:nvPr/>
          </p:nvSpPr>
          <p:spPr>
            <a:xfrm>
              <a:off x="3829055" y="3110126"/>
              <a:ext cx="131316" cy="124222"/>
            </a:xfrm>
            <a:custGeom>
              <a:avLst/>
              <a:gdLst/>
              <a:ahLst/>
              <a:cxnLst/>
              <a:rect l="l" t="t" r="r" b="b"/>
              <a:pathLst>
                <a:path w="11028" h="10923" extrusionOk="0">
                  <a:moveTo>
                    <a:pt x="7701" y="0"/>
                  </a:moveTo>
                  <a:lnTo>
                    <a:pt x="7701" y="42"/>
                  </a:lnTo>
                  <a:lnTo>
                    <a:pt x="7743" y="84"/>
                  </a:lnTo>
                  <a:lnTo>
                    <a:pt x="7659" y="189"/>
                  </a:lnTo>
                  <a:lnTo>
                    <a:pt x="7575" y="189"/>
                  </a:lnTo>
                  <a:lnTo>
                    <a:pt x="7491" y="210"/>
                  </a:lnTo>
                  <a:lnTo>
                    <a:pt x="7366" y="210"/>
                  </a:lnTo>
                  <a:lnTo>
                    <a:pt x="7282" y="251"/>
                  </a:lnTo>
                  <a:lnTo>
                    <a:pt x="7240" y="251"/>
                  </a:lnTo>
                  <a:lnTo>
                    <a:pt x="7219" y="189"/>
                  </a:lnTo>
                  <a:lnTo>
                    <a:pt x="7178" y="189"/>
                  </a:lnTo>
                  <a:lnTo>
                    <a:pt x="7157" y="147"/>
                  </a:lnTo>
                  <a:lnTo>
                    <a:pt x="7073" y="126"/>
                  </a:lnTo>
                  <a:lnTo>
                    <a:pt x="6843" y="230"/>
                  </a:lnTo>
                  <a:lnTo>
                    <a:pt x="6759" y="293"/>
                  </a:lnTo>
                  <a:lnTo>
                    <a:pt x="6717" y="335"/>
                  </a:lnTo>
                  <a:lnTo>
                    <a:pt x="6487" y="356"/>
                  </a:lnTo>
                  <a:lnTo>
                    <a:pt x="6403" y="398"/>
                  </a:lnTo>
                  <a:lnTo>
                    <a:pt x="6320" y="314"/>
                  </a:lnTo>
                  <a:lnTo>
                    <a:pt x="6215" y="293"/>
                  </a:lnTo>
                  <a:lnTo>
                    <a:pt x="6111" y="293"/>
                  </a:lnTo>
                  <a:lnTo>
                    <a:pt x="6027" y="398"/>
                  </a:lnTo>
                  <a:lnTo>
                    <a:pt x="5922" y="502"/>
                  </a:lnTo>
                  <a:lnTo>
                    <a:pt x="5964" y="544"/>
                  </a:lnTo>
                  <a:lnTo>
                    <a:pt x="6006" y="607"/>
                  </a:lnTo>
                  <a:lnTo>
                    <a:pt x="5985" y="649"/>
                  </a:lnTo>
                  <a:lnTo>
                    <a:pt x="5859" y="670"/>
                  </a:lnTo>
                  <a:lnTo>
                    <a:pt x="5797" y="649"/>
                  </a:lnTo>
                  <a:lnTo>
                    <a:pt x="5671" y="628"/>
                  </a:lnTo>
                  <a:lnTo>
                    <a:pt x="5567" y="565"/>
                  </a:lnTo>
                  <a:lnTo>
                    <a:pt x="5483" y="565"/>
                  </a:lnTo>
                  <a:lnTo>
                    <a:pt x="5399" y="628"/>
                  </a:lnTo>
                  <a:lnTo>
                    <a:pt x="5336" y="607"/>
                  </a:lnTo>
                  <a:lnTo>
                    <a:pt x="5190" y="607"/>
                  </a:lnTo>
                  <a:lnTo>
                    <a:pt x="5064" y="523"/>
                  </a:lnTo>
                  <a:lnTo>
                    <a:pt x="4939" y="544"/>
                  </a:lnTo>
                  <a:lnTo>
                    <a:pt x="4918" y="502"/>
                  </a:lnTo>
                  <a:lnTo>
                    <a:pt x="4750" y="356"/>
                  </a:lnTo>
                  <a:lnTo>
                    <a:pt x="4667" y="335"/>
                  </a:lnTo>
                  <a:lnTo>
                    <a:pt x="4499" y="210"/>
                  </a:lnTo>
                  <a:lnTo>
                    <a:pt x="4437" y="189"/>
                  </a:lnTo>
                  <a:lnTo>
                    <a:pt x="4353" y="126"/>
                  </a:lnTo>
                  <a:lnTo>
                    <a:pt x="4290" y="126"/>
                  </a:lnTo>
                  <a:lnTo>
                    <a:pt x="4290" y="189"/>
                  </a:lnTo>
                  <a:lnTo>
                    <a:pt x="4186" y="147"/>
                  </a:lnTo>
                  <a:lnTo>
                    <a:pt x="4102" y="251"/>
                  </a:lnTo>
                  <a:lnTo>
                    <a:pt x="4018" y="251"/>
                  </a:lnTo>
                  <a:lnTo>
                    <a:pt x="3976" y="293"/>
                  </a:lnTo>
                  <a:lnTo>
                    <a:pt x="3976" y="356"/>
                  </a:lnTo>
                  <a:lnTo>
                    <a:pt x="3914" y="440"/>
                  </a:lnTo>
                  <a:lnTo>
                    <a:pt x="3914" y="502"/>
                  </a:lnTo>
                  <a:lnTo>
                    <a:pt x="3872" y="544"/>
                  </a:lnTo>
                  <a:lnTo>
                    <a:pt x="3788" y="544"/>
                  </a:lnTo>
                  <a:lnTo>
                    <a:pt x="3788" y="607"/>
                  </a:lnTo>
                  <a:lnTo>
                    <a:pt x="3893" y="733"/>
                  </a:lnTo>
                  <a:lnTo>
                    <a:pt x="3830" y="774"/>
                  </a:lnTo>
                  <a:lnTo>
                    <a:pt x="3809" y="858"/>
                  </a:lnTo>
                  <a:lnTo>
                    <a:pt x="3809" y="984"/>
                  </a:lnTo>
                  <a:lnTo>
                    <a:pt x="3872" y="1088"/>
                  </a:lnTo>
                  <a:lnTo>
                    <a:pt x="3872" y="1339"/>
                  </a:lnTo>
                  <a:lnTo>
                    <a:pt x="3767" y="1381"/>
                  </a:lnTo>
                  <a:lnTo>
                    <a:pt x="3725" y="1486"/>
                  </a:lnTo>
                  <a:lnTo>
                    <a:pt x="3474" y="1800"/>
                  </a:lnTo>
                  <a:lnTo>
                    <a:pt x="3516" y="2009"/>
                  </a:lnTo>
                  <a:lnTo>
                    <a:pt x="3495" y="2135"/>
                  </a:lnTo>
                  <a:lnTo>
                    <a:pt x="3495" y="2281"/>
                  </a:lnTo>
                  <a:lnTo>
                    <a:pt x="3390" y="2386"/>
                  </a:lnTo>
                  <a:lnTo>
                    <a:pt x="3390" y="2532"/>
                  </a:lnTo>
                  <a:lnTo>
                    <a:pt x="3390" y="2616"/>
                  </a:lnTo>
                  <a:lnTo>
                    <a:pt x="3370" y="2804"/>
                  </a:lnTo>
                  <a:lnTo>
                    <a:pt x="3390" y="2825"/>
                  </a:lnTo>
                  <a:lnTo>
                    <a:pt x="3370" y="2971"/>
                  </a:lnTo>
                  <a:lnTo>
                    <a:pt x="3286" y="3034"/>
                  </a:lnTo>
                  <a:lnTo>
                    <a:pt x="3244" y="3223"/>
                  </a:lnTo>
                  <a:lnTo>
                    <a:pt x="3244" y="3390"/>
                  </a:lnTo>
                  <a:lnTo>
                    <a:pt x="3056" y="3704"/>
                  </a:lnTo>
                  <a:lnTo>
                    <a:pt x="2951" y="3746"/>
                  </a:lnTo>
                  <a:lnTo>
                    <a:pt x="2846" y="3808"/>
                  </a:lnTo>
                  <a:lnTo>
                    <a:pt x="2763" y="3787"/>
                  </a:lnTo>
                  <a:lnTo>
                    <a:pt x="2637" y="3892"/>
                  </a:lnTo>
                  <a:lnTo>
                    <a:pt x="2533" y="4018"/>
                  </a:lnTo>
                  <a:lnTo>
                    <a:pt x="2533" y="4164"/>
                  </a:lnTo>
                  <a:lnTo>
                    <a:pt x="2344" y="4332"/>
                  </a:lnTo>
                  <a:lnTo>
                    <a:pt x="2302" y="4436"/>
                  </a:lnTo>
                  <a:lnTo>
                    <a:pt x="2323" y="4624"/>
                  </a:lnTo>
                  <a:lnTo>
                    <a:pt x="2344" y="4645"/>
                  </a:lnTo>
                  <a:lnTo>
                    <a:pt x="2323" y="4959"/>
                  </a:lnTo>
                  <a:lnTo>
                    <a:pt x="2302" y="5127"/>
                  </a:lnTo>
                  <a:lnTo>
                    <a:pt x="2302" y="5231"/>
                  </a:lnTo>
                  <a:lnTo>
                    <a:pt x="2198" y="5378"/>
                  </a:lnTo>
                  <a:lnTo>
                    <a:pt x="2093" y="5420"/>
                  </a:lnTo>
                  <a:lnTo>
                    <a:pt x="2009" y="5482"/>
                  </a:lnTo>
                  <a:lnTo>
                    <a:pt x="1947" y="5566"/>
                  </a:lnTo>
                  <a:lnTo>
                    <a:pt x="1717" y="5796"/>
                  </a:lnTo>
                  <a:lnTo>
                    <a:pt x="1633" y="5901"/>
                  </a:lnTo>
                  <a:lnTo>
                    <a:pt x="1507" y="5984"/>
                  </a:lnTo>
                  <a:lnTo>
                    <a:pt x="1382" y="5901"/>
                  </a:lnTo>
                  <a:lnTo>
                    <a:pt x="1319" y="5796"/>
                  </a:lnTo>
                  <a:lnTo>
                    <a:pt x="1298" y="5775"/>
                  </a:lnTo>
                  <a:lnTo>
                    <a:pt x="1382" y="5650"/>
                  </a:lnTo>
                  <a:lnTo>
                    <a:pt x="1382" y="5587"/>
                  </a:lnTo>
                  <a:lnTo>
                    <a:pt x="1193" y="5650"/>
                  </a:lnTo>
                  <a:lnTo>
                    <a:pt x="1089" y="5754"/>
                  </a:lnTo>
                  <a:lnTo>
                    <a:pt x="1005" y="5733"/>
                  </a:lnTo>
                  <a:lnTo>
                    <a:pt x="942" y="5754"/>
                  </a:lnTo>
                  <a:lnTo>
                    <a:pt x="942" y="5859"/>
                  </a:lnTo>
                  <a:lnTo>
                    <a:pt x="859" y="5943"/>
                  </a:lnTo>
                  <a:lnTo>
                    <a:pt x="754" y="5943"/>
                  </a:lnTo>
                  <a:lnTo>
                    <a:pt x="754" y="5880"/>
                  </a:lnTo>
                  <a:lnTo>
                    <a:pt x="733" y="5838"/>
                  </a:lnTo>
                  <a:lnTo>
                    <a:pt x="629" y="5880"/>
                  </a:lnTo>
                  <a:lnTo>
                    <a:pt x="566" y="5859"/>
                  </a:lnTo>
                  <a:lnTo>
                    <a:pt x="440" y="5984"/>
                  </a:lnTo>
                  <a:lnTo>
                    <a:pt x="315" y="6089"/>
                  </a:lnTo>
                  <a:lnTo>
                    <a:pt x="252" y="6152"/>
                  </a:lnTo>
                  <a:lnTo>
                    <a:pt x="273" y="6361"/>
                  </a:lnTo>
                  <a:lnTo>
                    <a:pt x="210" y="6424"/>
                  </a:lnTo>
                  <a:lnTo>
                    <a:pt x="105" y="6424"/>
                  </a:lnTo>
                  <a:lnTo>
                    <a:pt x="1" y="6508"/>
                  </a:lnTo>
                  <a:lnTo>
                    <a:pt x="22" y="6570"/>
                  </a:lnTo>
                  <a:lnTo>
                    <a:pt x="210" y="6591"/>
                  </a:lnTo>
                  <a:lnTo>
                    <a:pt x="252" y="6633"/>
                  </a:lnTo>
                  <a:lnTo>
                    <a:pt x="273" y="6633"/>
                  </a:lnTo>
                  <a:lnTo>
                    <a:pt x="273" y="6612"/>
                  </a:lnTo>
                  <a:lnTo>
                    <a:pt x="315" y="6591"/>
                  </a:lnTo>
                  <a:lnTo>
                    <a:pt x="377" y="6591"/>
                  </a:lnTo>
                  <a:lnTo>
                    <a:pt x="482" y="6570"/>
                  </a:lnTo>
                  <a:lnTo>
                    <a:pt x="566" y="6528"/>
                  </a:lnTo>
                  <a:lnTo>
                    <a:pt x="1256" y="6528"/>
                  </a:lnTo>
                  <a:lnTo>
                    <a:pt x="1424" y="6570"/>
                  </a:lnTo>
                  <a:lnTo>
                    <a:pt x="1633" y="6528"/>
                  </a:lnTo>
                  <a:lnTo>
                    <a:pt x="2637" y="6528"/>
                  </a:lnTo>
                  <a:lnTo>
                    <a:pt x="2637" y="6612"/>
                  </a:lnTo>
                  <a:lnTo>
                    <a:pt x="2637" y="6633"/>
                  </a:lnTo>
                  <a:lnTo>
                    <a:pt x="2637" y="6717"/>
                  </a:lnTo>
                  <a:lnTo>
                    <a:pt x="2679" y="6780"/>
                  </a:lnTo>
                  <a:lnTo>
                    <a:pt x="2721" y="6842"/>
                  </a:lnTo>
                  <a:lnTo>
                    <a:pt x="2679" y="6905"/>
                  </a:lnTo>
                  <a:lnTo>
                    <a:pt x="2679" y="6989"/>
                  </a:lnTo>
                  <a:lnTo>
                    <a:pt x="2742" y="7093"/>
                  </a:lnTo>
                  <a:lnTo>
                    <a:pt x="2763" y="7219"/>
                  </a:lnTo>
                  <a:lnTo>
                    <a:pt x="2784" y="7261"/>
                  </a:lnTo>
                  <a:lnTo>
                    <a:pt x="2784" y="7345"/>
                  </a:lnTo>
                  <a:lnTo>
                    <a:pt x="2846" y="7365"/>
                  </a:lnTo>
                  <a:lnTo>
                    <a:pt x="2888" y="7449"/>
                  </a:lnTo>
                  <a:lnTo>
                    <a:pt x="2972" y="7554"/>
                  </a:lnTo>
                  <a:lnTo>
                    <a:pt x="2993" y="7763"/>
                  </a:lnTo>
                  <a:lnTo>
                    <a:pt x="3056" y="7784"/>
                  </a:lnTo>
                  <a:lnTo>
                    <a:pt x="3202" y="7784"/>
                  </a:lnTo>
                  <a:lnTo>
                    <a:pt x="3307" y="7763"/>
                  </a:lnTo>
                  <a:lnTo>
                    <a:pt x="3390" y="7784"/>
                  </a:lnTo>
                  <a:lnTo>
                    <a:pt x="3579" y="7826"/>
                  </a:lnTo>
                  <a:lnTo>
                    <a:pt x="3662" y="7763"/>
                  </a:lnTo>
                  <a:lnTo>
                    <a:pt x="4102" y="7742"/>
                  </a:lnTo>
                  <a:lnTo>
                    <a:pt x="4102" y="7575"/>
                  </a:lnTo>
                  <a:lnTo>
                    <a:pt x="4081" y="7470"/>
                  </a:lnTo>
                  <a:lnTo>
                    <a:pt x="4123" y="7449"/>
                  </a:lnTo>
                  <a:lnTo>
                    <a:pt x="4186" y="7345"/>
                  </a:lnTo>
                  <a:lnTo>
                    <a:pt x="4186" y="7198"/>
                  </a:lnTo>
                  <a:lnTo>
                    <a:pt x="4750" y="7156"/>
                  </a:lnTo>
                  <a:lnTo>
                    <a:pt x="4750" y="7114"/>
                  </a:lnTo>
                  <a:lnTo>
                    <a:pt x="4939" y="7135"/>
                  </a:lnTo>
                  <a:lnTo>
                    <a:pt x="4918" y="7219"/>
                  </a:lnTo>
                  <a:lnTo>
                    <a:pt x="4876" y="7261"/>
                  </a:lnTo>
                  <a:lnTo>
                    <a:pt x="4918" y="7324"/>
                  </a:lnTo>
                  <a:lnTo>
                    <a:pt x="5567" y="7365"/>
                  </a:lnTo>
                  <a:lnTo>
                    <a:pt x="5587" y="7449"/>
                  </a:lnTo>
                  <a:lnTo>
                    <a:pt x="5587" y="7533"/>
                  </a:lnTo>
                  <a:lnTo>
                    <a:pt x="5587" y="7617"/>
                  </a:lnTo>
                  <a:lnTo>
                    <a:pt x="5546" y="7721"/>
                  </a:lnTo>
                  <a:lnTo>
                    <a:pt x="5504" y="7826"/>
                  </a:lnTo>
                  <a:lnTo>
                    <a:pt x="5567" y="7889"/>
                  </a:lnTo>
                  <a:lnTo>
                    <a:pt x="5567" y="7972"/>
                  </a:lnTo>
                  <a:lnTo>
                    <a:pt x="5546" y="8035"/>
                  </a:lnTo>
                  <a:lnTo>
                    <a:pt x="5546" y="8056"/>
                  </a:lnTo>
                  <a:lnTo>
                    <a:pt x="5567" y="8140"/>
                  </a:lnTo>
                  <a:lnTo>
                    <a:pt x="5567" y="8349"/>
                  </a:lnTo>
                  <a:lnTo>
                    <a:pt x="5504" y="8453"/>
                  </a:lnTo>
                  <a:lnTo>
                    <a:pt x="5567" y="8495"/>
                  </a:lnTo>
                  <a:lnTo>
                    <a:pt x="5567" y="8579"/>
                  </a:lnTo>
                  <a:lnTo>
                    <a:pt x="5608" y="8621"/>
                  </a:lnTo>
                  <a:lnTo>
                    <a:pt x="5608" y="8705"/>
                  </a:lnTo>
                  <a:lnTo>
                    <a:pt x="5650" y="8725"/>
                  </a:lnTo>
                  <a:lnTo>
                    <a:pt x="5671" y="8788"/>
                  </a:lnTo>
                  <a:lnTo>
                    <a:pt x="5713" y="8809"/>
                  </a:lnTo>
                  <a:lnTo>
                    <a:pt x="5755" y="8872"/>
                  </a:lnTo>
                  <a:lnTo>
                    <a:pt x="5713" y="8935"/>
                  </a:lnTo>
                  <a:lnTo>
                    <a:pt x="5713" y="9018"/>
                  </a:lnTo>
                  <a:lnTo>
                    <a:pt x="5797" y="9081"/>
                  </a:lnTo>
                  <a:lnTo>
                    <a:pt x="5797" y="9144"/>
                  </a:lnTo>
                  <a:lnTo>
                    <a:pt x="5776" y="9186"/>
                  </a:lnTo>
                  <a:lnTo>
                    <a:pt x="5776" y="9311"/>
                  </a:lnTo>
                  <a:lnTo>
                    <a:pt x="5859" y="9353"/>
                  </a:lnTo>
                  <a:lnTo>
                    <a:pt x="5818" y="9437"/>
                  </a:lnTo>
                  <a:lnTo>
                    <a:pt x="5818" y="9458"/>
                  </a:lnTo>
                  <a:lnTo>
                    <a:pt x="5776" y="9500"/>
                  </a:lnTo>
                  <a:lnTo>
                    <a:pt x="5776" y="9625"/>
                  </a:lnTo>
                  <a:lnTo>
                    <a:pt x="5797" y="9646"/>
                  </a:lnTo>
                  <a:lnTo>
                    <a:pt x="5859" y="9646"/>
                  </a:lnTo>
                  <a:lnTo>
                    <a:pt x="5901" y="9625"/>
                  </a:lnTo>
                  <a:lnTo>
                    <a:pt x="5964" y="9604"/>
                  </a:lnTo>
                  <a:lnTo>
                    <a:pt x="5985" y="9562"/>
                  </a:lnTo>
                  <a:lnTo>
                    <a:pt x="6027" y="9562"/>
                  </a:lnTo>
                  <a:lnTo>
                    <a:pt x="6111" y="9625"/>
                  </a:lnTo>
                  <a:lnTo>
                    <a:pt x="6173" y="9646"/>
                  </a:lnTo>
                  <a:lnTo>
                    <a:pt x="6320" y="9646"/>
                  </a:lnTo>
                  <a:lnTo>
                    <a:pt x="6383" y="9667"/>
                  </a:lnTo>
                  <a:lnTo>
                    <a:pt x="6424" y="9646"/>
                  </a:lnTo>
                  <a:lnTo>
                    <a:pt x="6508" y="9625"/>
                  </a:lnTo>
                  <a:lnTo>
                    <a:pt x="6592" y="9562"/>
                  </a:lnTo>
                  <a:lnTo>
                    <a:pt x="6696" y="9541"/>
                  </a:lnTo>
                  <a:lnTo>
                    <a:pt x="6801" y="9541"/>
                  </a:lnTo>
                  <a:lnTo>
                    <a:pt x="6843" y="9604"/>
                  </a:lnTo>
                  <a:lnTo>
                    <a:pt x="6906" y="9562"/>
                  </a:lnTo>
                  <a:lnTo>
                    <a:pt x="7010" y="9625"/>
                  </a:lnTo>
                  <a:lnTo>
                    <a:pt x="7031" y="9646"/>
                  </a:lnTo>
                  <a:lnTo>
                    <a:pt x="7031" y="9751"/>
                  </a:lnTo>
                  <a:lnTo>
                    <a:pt x="7052" y="9772"/>
                  </a:lnTo>
                  <a:lnTo>
                    <a:pt x="7073" y="9814"/>
                  </a:lnTo>
                  <a:lnTo>
                    <a:pt x="7157" y="9751"/>
                  </a:lnTo>
                  <a:lnTo>
                    <a:pt x="7240" y="9709"/>
                  </a:lnTo>
                  <a:lnTo>
                    <a:pt x="7324" y="9709"/>
                  </a:lnTo>
                  <a:lnTo>
                    <a:pt x="7345" y="9667"/>
                  </a:lnTo>
                  <a:lnTo>
                    <a:pt x="7491" y="9625"/>
                  </a:lnTo>
                  <a:lnTo>
                    <a:pt x="7554" y="9625"/>
                  </a:lnTo>
                  <a:lnTo>
                    <a:pt x="7554" y="9751"/>
                  </a:lnTo>
                  <a:lnTo>
                    <a:pt x="7575" y="9814"/>
                  </a:lnTo>
                  <a:lnTo>
                    <a:pt x="7575" y="9876"/>
                  </a:lnTo>
                  <a:lnTo>
                    <a:pt x="7575" y="9939"/>
                  </a:lnTo>
                  <a:lnTo>
                    <a:pt x="7638" y="9939"/>
                  </a:lnTo>
                  <a:lnTo>
                    <a:pt x="7743" y="9981"/>
                  </a:lnTo>
                  <a:lnTo>
                    <a:pt x="7784" y="9981"/>
                  </a:lnTo>
                  <a:lnTo>
                    <a:pt x="7910" y="10065"/>
                  </a:lnTo>
                  <a:lnTo>
                    <a:pt x="8056" y="10086"/>
                  </a:lnTo>
                  <a:lnTo>
                    <a:pt x="8182" y="10127"/>
                  </a:lnTo>
                  <a:lnTo>
                    <a:pt x="8182" y="10148"/>
                  </a:lnTo>
                  <a:lnTo>
                    <a:pt x="8287" y="10148"/>
                  </a:lnTo>
                  <a:lnTo>
                    <a:pt x="8433" y="10086"/>
                  </a:lnTo>
                  <a:lnTo>
                    <a:pt x="8475" y="10044"/>
                  </a:lnTo>
                  <a:lnTo>
                    <a:pt x="8517" y="9876"/>
                  </a:lnTo>
                  <a:lnTo>
                    <a:pt x="8600" y="9876"/>
                  </a:lnTo>
                  <a:lnTo>
                    <a:pt x="8642" y="9855"/>
                  </a:lnTo>
                  <a:lnTo>
                    <a:pt x="8684" y="9855"/>
                  </a:lnTo>
                  <a:lnTo>
                    <a:pt x="8684" y="10023"/>
                  </a:lnTo>
                  <a:lnTo>
                    <a:pt x="8789" y="10127"/>
                  </a:lnTo>
                  <a:lnTo>
                    <a:pt x="8789" y="10190"/>
                  </a:lnTo>
                  <a:lnTo>
                    <a:pt x="8935" y="10274"/>
                  </a:lnTo>
                  <a:lnTo>
                    <a:pt x="9144" y="10337"/>
                  </a:lnTo>
                  <a:lnTo>
                    <a:pt x="9270" y="10441"/>
                  </a:lnTo>
                  <a:lnTo>
                    <a:pt x="9375" y="10588"/>
                  </a:lnTo>
                  <a:lnTo>
                    <a:pt x="9479" y="10671"/>
                  </a:lnTo>
                  <a:lnTo>
                    <a:pt x="9584" y="10797"/>
                  </a:lnTo>
                  <a:lnTo>
                    <a:pt x="9730" y="10922"/>
                  </a:lnTo>
                  <a:lnTo>
                    <a:pt x="9793" y="10922"/>
                  </a:lnTo>
                  <a:lnTo>
                    <a:pt x="9898" y="10902"/>
                  </a:lnTo>
                  <a:lnTo>
                    <a:pt x="9981" y="10860"/>
                  </a:lnTo>
                  <a:lnTo>
                    <a:pt x="10002" y="10881"/>
                  </a:lnTo>
                  <a:lnTo>
                    <a:pt x="10044" y="10902"/>
                  </a:lnTo>
                  <a:lnTo>
                    <a:pt x="10107" y="10922"/>
                  </a:lnTo>
                  <a:lnTo>
                    <a:pt x="10170" y="10881"/>
                  </a:lnTo>
                  <a:lnTo>
                    <a:pt x="10107" y="10253"/>
                  </a:lnTo>
                  <a:lnTo>
                    <a:pt x="10065" y="10232"/>
                  </a:lnTo>
                  <a:lnTo>
                    <a:pt x="9940" y="10253"/>
                  </a:lnTo>
                  <a:lnTo>
                    <a:pt x="9940" y="10337"/>
                  </a:lnTo>
                  <a:lnTo>
                    <a:pt x="9981" y="10378"/>
                  </a:lnTo>
                  <a:lnTo>
                    <a:pt x="9688" y="10378"/>
                  </a:lnTo>
                  <a:lnTo>
                    <a:pt x="9647" y="10295"/>
                  </a:lnTo>
                  <a:lnTo>
                    <a:pt x="9626" y="10232"/>
                  </a:lnTo>
                  <a:lnTo>
                    <a:pt x="9458" y="10065"/>
                  </a:lnTo>
                  <a:lnTo>
                    <a:pt x="9375" y="9981"/>
                  </a:lnTo>
                  <a:lnTo>
                    <a:pt x="9375" y="9855"/>
                  </a:lnTo>
                  <a:lnTo>
                    <a:pt x="9375" y="9521"/>
                  </a:lnTo>
                  <a:lnTo>
                    <a:pt x="9375" y="9437"/>
                  </a:lnTo>
                  <a:lnTo>
                    <a:pt x="9479" y="9332"/>
                  </a:lnTo>
                  <a:lnTo>
                    <a:pt x="9542" y="9290"/>
                  </a:lnTo>
                  <a:lnTo>
                    <a:pt x="9521" y="9249"/>
                  </a:lnTo>
                  <a:lnTo>
                    <a:pt x="9563" y="9228"/>
                  </a:lnTo>
                  <a:lnTo>
                    <a:pt x="9563" y="9102"/>
                  </a:lnTo>
                  <a:lnTo>
                    <a:pt x="9563" y="9018"/>
                  </a:lnTo>
                  <a:lnTo>
                    <a:pt x="9563" y="8935"/>
                  </a:lnTo>
                  <a:lnTo>
                    <a:pt x="9563" y="8872"/>
                  </a:lnTo>
                  <a:lnTo>
                    <a:pt x="9584" y="8809"/>
                  </a:lnTo>
                  <a:lnTo>
                    <a:pt x="9626" y="8767"/>
                  </a:lnTo>
                  <a:lnTo>
                    <a:pt x="9542" y="8725"/>
                  </a:lnTo>
                  <a:lnTo>
                    <a:pt x="9479" y="8663"/>
                  </a:lnTo>
                  <a:lnTo>
                    <a:pt x="9458" y="8558"/>
                  </a:lnTo>
                  <a:lnTo>
                    <a:pt x="9688" y="8077"/>
                  </a:lnTo>
                  <a:lnTo>
                    <a:pt x="10630" y="7868"/>
                  </a:lnTo>
                  <a:lnTo>
                    <a:pt x="10714" y="7889"/>
                  </a:lnTo>
                  <a:lnTo>
                    <a:pt x="10588" y="7449"/>
                  </a:lnTo>
                  <a:lnTo>
                    <a:pt x="10170" y="6884"/>
                  </a:lnTo>
                  <a:lnTo>
                    <a:pt x="10044" y="6194"/>
                  </a:lnTo>
                  <a:lnTo>
                    <a:pt x="9960" y="5733"/>
                  </a:lnTo>
                  <a:lnTo>
                    <a:pt x="9856" y="5043"/>
                  </a:lnTo>
                  <a:lnTo>
                    <a:pt x="9856" y="4896"/>
                  </a:lnTo>
                  <a:lnTo>
                    <a:pt x="9835" y="4750"/>
                  </a:lnTo>
                  <a:lnTo>
                    <a:pt x="9772" y="4645"/>
                  </a:lnTo>
                  <a:lnTo>
                    <a:pt x="9772" y="4583"/>
                  </a:lnTo>
                  <a:lnTo>
                    <a:pt x="9772" y="4499"/>
                  </a:lnTo>
                  <a:lnTo>
                    <a:pt x="9877" y="4122"/>
                  </a:lnTo>
                  <a:lnTo>
                    <a:pt x="9981" y="3997"/>
                  </a:lnTo>
                  <a:lnTo>
                    <a:pt x="10107" y="3892"/>
                  </a:lnTo>
                  <a:lnTo>
                    <a:pt x="10149" y="3871"/>
                  </a:lnTo>
                  <a:lnTo>
                    <a:pt x="10107" y="3746"/>
                  </a:lnTo>
                  <a:lnTo>
                    <a:pt x="10191" y="3536"/>
                  </a:lnTo>
                  <a:lnTo>
                    <a:pt x="10212" y="3327"/>
                  </a:lnTo>
                  <a:lnTo>
                    <a:pt x="10212" y="3160"/>
                  </a:lnTo>
                  <a:lnTo>
                    <a:pt x="10253" y="3118"/>
                  </a:lnTo>
                  <a:lnTo>
                    <a:pt x="10484" y="2699"/>
                  </a:lnTo>
                  <a:lnTo>
                    <a:pt x="10525" y="2616"/>
                  </a:lnTo>
                  <a:lnTo>
                    <a:pt x="10714" y="2407"/>
                  </a:lnTo>
                  <a:lnTo>
                    <a:pt x="11007" y="2009"/>
                  </a:lnTo>
                  <a:lnTo>
                    <a:pt x="11028" y="1925"/>
                  </a:lnTo>
                  <a:lnTo>
                    <a:pt x="10986" y="1863"/>
                  </a:lnTo>
                  <a:lnTo>
                    <a:pt x="10923" y="1779"/>
                  </a:lnTo>
                  <a:lnTo>
                    <a:pt x="10839" y="1716"/>
                  </a:lnTo>
                  <a:lnTo>
                    <a:pt x="10881" y="1591"/>
                  </a:lnTo>
                  <a:lnTo>
                    <a:pt x="10902" y="1381"/>
                  </a:lnTo>
                  <a:lnTo>
                    <a:pt x="10902" y="1235"/>
                  </a:lnTo>
                  <a:lnTo>
                    <a:pt x="10944" y="1151"/>
                  </a:lnTo>
                  <a:lnTo>
                    <a:pt x="10986" y="1047"/>
                  </a:lnTo>
                  <a:lnTo>
                    <a:pt x="10944" y="1026"/>
                  </a:lnTo>
                  <a:lnTo>
                    <a:pt x="10776" y="1026"/>
                  </a:lnTo>
                  <a:lnTo>
                    <a:pt x="10776" y="942"/>
                  </a:lnTo>
                  <a:lnTo>
                    <a:pt x="10735" y="858"/>
                  </a:lnTo>
                  <a:lnTo>
                    <a:pt x="10693" y="837"/>
                  </a:lnTo>
                  <a:lnTo>
                    <a:pt x="10672" y="733"/>
                  </a:lnTo>
                  <a:lnTo>
                    <a:pt x="10588" y="670"/>
                  </a:lnTo>
                  <a:lnTo>
                    <a:pt x="10463" y="628"/>
                  </a:lnTo>
                  <a:lnTo>
                    <a:pt x="10400" y="565"/>
                  </a:lnTo>
                  <a:lnTo>
                    <a:pt x="10358" y="502"/>
                  </a:lnTo>
                  <a:lnTo>
                    <a:pt x="10274" y="335"/>
                  </a:lnTo>
                  <a:lnTo>
                    <a:pt x="10212" y="314"/>
                  </a:lnTo>
                  <a:lnTo>
                    <a:pt x="10086" y="314"/>
                  </a:lnTo>
                  <a:lnTo>
                    <a:pt x="10044" y="398"/>
                  </a:lnTo>
                  <a:lnTo>
                    <a:pt x="9981" y="440"/>
                  </a:lnTo>
                  <a:lnTo>
                    <a:pt x="9877" y="502"/>
                  </a:lnTo>
                  <a:lnTo>
                    <a:pt x="9835" y="502"/>
                  </a:lnTo>
                  <a:lnTo>
                    <a:pt x="9793" y="440"/>
                  </a:lnTo>
                  <a:lnTo>
                    <a:pt x="9584" y="440"/>
                  </a:lnTo>
                  <a:lnTo>
                    <a:pt x="9521" y="502"/>
                  </a:lnTo>
                  <a:lnTo>
                    <a:pt x="9479" y="544"/>
                  </a:lnTo>
                  <a:lnTo>
                    <a:pt x="9416" y="565"/>
                  </a:lnTo>
                  <a:lnTo>
                    <a:pt x="9312" y="523"/>
                  </a:lnTo>
                  <a:lnTo>
                    <a:pt x="9165" y="440"/>
                  </a:lnTo>
                  <a:lnTo>
                    <a:pt x="9124" y="356"/>
                  </a:lnTo>
                  <a:lnTo>
                    <a:pt x="9040" y="335"/>
                  </a:lnTo>
                  <a:lnTo>
                    <a:pt x="8998" y="293"/>
                  </a:lnTo>
                  <a:lnTo>
                    <a:pt x="8956" y="189"/>
                  </a:lnTo>
                  <a:lnTo>
                    <a:pt x="8935" y="147"/>
                  </a:lnTo>
                  <a:lnTo>
                    <a:pt x="8831" y="105"/>
                  </a:lnTo>
                  <a:lnTo>
                    <a:pt x="8705" y="105"/>
                  </a:lnTo>
                  <a:lnTo>
                    <a:pt x="8517" y="189"/>
                  </a:lnTo>
                  <a:lnTo>
                    <a:pt x="8496" y="147"/>
                  </a:lnTo>
                  <a:lnTo>
                    <a:pt x="8266" y="147"/>
                  </a:lnTo>
                  <a:lnTo>
                    <a:pt x="8182" y="105"/>
                  </a:lnTo>
                  <a:lnTo>
                    <a:pt x="8098" y="84"/>
                  </a:lnTo>
                  <a:lnTo>
                    <a:pt x="8056" y="42"/>
                  </a:lnTo>
                  <a:lnTo>
                    <a:pt x="7868" y="42"/>
                  </a:lnTo>
                  <a:lnTo>
                    <a:pt x="77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6CBC2"/>
                </a:solidFill>
              </a:endParaRPr>
            </a:p>
          </p:txBody>
        </p:sp>
        <p:sp>
          <p:nvSpPr>
            <p:cNvPr id="2368" name="Google Shape;2368;p45"/>
            <p:cNvSpPr/>
            <p:nvPr/>
          </p:nvSpPr>
          <p:spPr>
            <a:xfrm>
              <a:off x="3970326" y="3207451"/>
              <a:ext cx="21934" cy="52837"/>
            </a:xfrm>
            <a:custGeom>
              <a:avLst/>
              <a:gdLst/>
              <a:ahLst/>
              <a:cxnLst/>
              <a:rect l="l" t="t" r="r" b="b"/>
              <a:pathLst>
                <a:path w="1842" h="4646" extrusionOk="0">
                  <a:moveTo>
                    <a:pt x="210" y="0"/>
                  </a:moveTo>
                  <a:lnTo>
                    <a:pt x="189" y="21"/>
                  </a:lnTo>
                  <a:lnTo>
                    <a:pt x="210" y="105"/>
                  </a:lnTo>
                  <a:lnTo>
                    <a:pt x="231" y="126"/>
                  </a:lnTo>
                  <a:lnTo>
                    <a:pt x="273" y="209"/>
                  </a:lnTo>
                  <a:lnTo>
                    <a:pt x="377" y="251"/>
                  </a:lnTo>
                  <a:lnTo>
                    <a:pt x="419" y="272"/>
                  </a:lnTo>
                  <a:lnTo>
                    <a:pt x="419" y="314"/>
                  </a:lnTo>
                  <a:lnTo>
                    <a:pt x="377" y="460"/>
                  </a:lnTo>
                  <a:lnTo>
                    <a:pt x="377" y="523"/>
                  </a:lnTo>
                  <a:lnTo>
                    <a:pt x="482" y="586"/>
                  </a:lnTo>
                  <a:lnTo>
                    <a:pt x="503" y="670"/>
                  </a:lnTo>
                  <a:lnTo>
                    <a:pt x="503" y="795"/>
                  </a:lnTo>
                  <a:lnTo>
                    <a:pt x="482" y="837"/>
                  </a:lnTo>
                  <a:lnTo>
                    <a:pt x="482" y="879"/>
                  </a:lnTo>
                  <a:lnTo>
                    <a:pt x="335" y="1004"/>
                  </a:lnTo>
                  <a:lnTo>
                    <a:pt x="335" y="1088"/>
                  </a:lnTo>
                  <a:lnTo>
                    <a:pt x="377" y="1193"/>
                  </a:lnTo>
                  <a:lnTo>
                    <a:pt x="377" y="1276"/>
                  </a:lnTo>
                  <a:lnTo>
                    <a:pt x="398" y="1360"/>
                  </a:lnTo>
                  <a:lnTo>
                    <a:pt x="335" y="1423"/>
                  </a:lnTo>
                  <a:lnTo>
                    <a:pt x="398" y="1507"/>
                  </a:lnTo>
                  <a:lnTo>
                    <a:pt x="398" y="1590"/>
                  </a:lnTo>
                  <a:lnTo>
                    <a:pt x="335" y="1611"/>
                  </a:lnTo>
                  <a:lnTo>
                    <a:pt x="377" y="1695"/>
                  </a:lnTo>
                  <a:lnTo>
                    <a:pt x="398" y="1737"/>
                  </a:lnTo>
                  <a:lnTo>
                    <a:pt x="440" y="1779"/>
                  </a:lnTo>
                  <a:lnTo>
                    <a:pt x="440" y="1820"/>
                  </a:lnTo>
                  <a:lnTo>
                    <a:pt x="398" y="1820"/>
                  </a:lnTo>
                  <a:lnTo>
                    <a:pt x="377" y="1904"/>
                  </a:lnTo>
                  <a:lnTo>
                    <a:pt x="293" y="1925"/>
                  </a:lnTo>
                  <a:lnTo>
                    <a:pt x="168" y="2030"/>
                  </a:lnTo>
                  <a:lnTo>
                    <a:pt x="126" y="2051"/>
                  </a:lnTo>
                  <a:lnTo>
                    <a:pt x="126" y="2134"/>
                  </a:lnTo>
                  <a:lnTo>
                    <a:pt x="168" y="2197"/>
                  </a:lnTo>
                  <a:lnTo>
                    <a:pt x="126" y="2260"/>
                  </a:lnTo>
                  <a:lnTo>
                    <a:pt x="126" y="2344"/>
                  </a:lnTo>
                  <a:lnTo>
                    <a:pt x="63" y="2448"/>
                  </a:lnTo>
                  <a:lnTo>
                    <a:pt x="1" y="2469"/>
                  </a:lnTo>
                  <a:lnTo>
                    <a:pt x="1" y="2532"/>
                  </a:lnTo>
                  <a:lnTo>
                    <a:pt x="84" y="2636"/>
                  </a:lnTo>
                  <a:lnTo>
                    <a:pt x="126" y="2741"/>
                  </a:lnTo>
                  <a:lnTo>
                    <a:pt x="168" y="2783"/>
                  </a:lnTo>
                  <a:lnTo>
                    <a:pt x="314" y="2762"/>
                  </a:lnTo>
                  <a:lnTo>
                    <a:pt x="335" y="2825"/>
                  </a:lnTo>
                  <a:lnTo>
                    <a:pt x="377" y="2867"/>
                  </a:lnTo>
                  <a:lnTo>
                    <a:pt x="419" y="2929"/>
                  </a:lnTo>
                  <a:lnTo>
                    <a:pt x="419" y="2992"/>
                  </a:lnTo>
                  <a:lnTo>
                    <a:pt x="524" y="3055"/>
                  </a:lnTo>
                  <a:lnTo>
                    <a:pt x="586" y="3034"/>
                  </a:lnTo>
                  <a:lnTo>
                    <a:pt x="628" y="3034"/>
                  </a:lnTo>
                  <a:lnTo>
                    <a:pt x="691" y="2971"/>
                  </a:lnTo>
                  <a:lnTo>
                    <a:pt x="817" y="2971"/>
                  </a:lnTo>
                  <a:lnTo>
                    <a:pt x="963" y="2992"/>
                  </a:lnTo>
                  <a:lnTo>
                    <a:pt x="1026" y="3097"/>
                  </a:lnTo>
                  <a:lnTo>
                    <a:pt x="1026" y="3264"/>
                  </a:lnTo>
                  <a:lnTo>
                    <a:pt x="1005" y="3390"/>
                  </a:lnTo>
                  <a:lnTo>
                    <a:pt x="900" y="3515"/>
                  </a:lnTo>
                  <a:lnTo>
                    <a:pt x="837" y="3662"/>
                  </a:lnTo>
                  <a:lnTo>
                    <a:pt x="796" y="3766"/>
                  </a:lnTo>
                  <a:lnTo>
                    <a:pt x="796" y="3871"/>
                  </a:lnTo>
                  <a:lnTo>
                    <a:pt x="837" y="3996"/>
                  </a:lnTo>
                  <a:lnTo>
                    <a:pt x="837" y="4080"/>
                  </a:lnTo>
                  <a:lnTo>
                    <a:pt x="942" y="4206"/>
                  </a:lnTo>
                  <a:lnTo>
                    <a:pt x="1047" y="4289"/>
                  </a:lnTo>
                  <a:lnTo>
                    <a:pt x="1130" y="4331"/>
                  </a:lnTo>
                  <a:lnTo>
                    <a:pt x="1172" y="4394"/>
                  </a:lnTo>
                  <a:lnTo>
                    <a:pt x="1256" y="4499"/>
                  </a:lnTo>
                  <a:lnTo>
                    <a:pt x="1235" y="4541"/>
                  </a:lnTo>
                  <a:lnTo>
                    <a:pt x="1256" y="4645"/>
                  </a:lnTo>
                  <a:lnTo>
                    <a:pt x="1361" y="4624"/>
                  </a:lnTo>
                  <a:lnTo>
                    <a:pt x="1381" y="4499"/>
                  </a:lnTo>
                  <a:lnTo>
                    <a:pt x="1361" y="4352"/>
                  </a:lnTo>
                  <a:lnTo>
                    <a:pt x="1423" y="4248"/>
                  </a:lnTo>
                  <a:lnTo>
                    <a:pt x="1423" y="4143"/>
                  </a:lnTo>
                  <a:lnTo>
                    <a:pt x="1486" y="3996"/>
                  </a:lnTo>
                  <a:lnTo>
                    <a:pt x="1591" y="3976"/>
                  </a:lnTo>
                  <a:lnTo>
                    <a:pt x="1674" y="3913"/>
                  </a:lnTo>
                  <a:lnTo>
                    <a:pt x="1695" y="3808"/>
                  </a:lnTo>
                  <a:lnTo>
                    <a:pt x="1737" y="3599"/>
                  </a:lnTo>
                  <a:lnTo>
                    <a:pt x="1653" y="3515"/>
                  </a:lnTo>
                  <a:lnTo>
                    <a:pt x="1674" y="3473"/>
                  </a:lnTo>
                  <a:lnTo>
                    <a:pt x="1653" y="3452"/>
                  </a:lnTo>
                  <a:lnTo>
                    <a:pt x="1674" y="3390"/>
                  </a:lnTo>
                  <a:lnTo>
                    <a:pt x="1737" y="3390"/>
                  </a:lnTo>
                  <a:lnTo>
                    <a:pt x="1758" y="3306"/>
                  </a:lnTo>
                  <a:lnTo>
                    <a:pt x="1842" y="3306"/>
                  </a:lnTo>
                  <a:lnTo>
                    <a:pt x="1842" y="3243"/>
                  </a:lnTo>
                  <a:lnTo>
                    <a:pt x="1779" y="3160"/>
                  </a:lnTo>
                  <a:lnTo>
                    <a:pt x="1737" y="3034"/>
                  </a:lnTo>
                  <a:lnTo>
                    <a:pt x="1591" y="2846"/>
                  </a:lnTo>
                  <a:lnTo>
                    <a:pt x="1570" y="2741"/>
                  </a:lnTo>
                  <a:lnTo>
                    <a:pt x="1361" y="2553"/>
                  </a:lnTo>
                  <a:lnTo>
                    <a:pt x="1319" y="2532"/>
                  </a:lnTo>
                  <a:lnTo>
                    <a:pt x="1277" y="2469"/>
                  </a:lnTo>
                  <a:lnTo>
                    <a:pt x="1172" y="2406"/>
                  </a:lnTo>
                  <a:lnTo>
                    <a:pt x="1005" y="2323"/>
                  </a:lnTo>
                  <a:lnTo>
                    <a:pt x="921" y="1779"/>
                  </a:lnTo>
                  <a:lnTo>
                    <a:pt x="942" y="1674"/>
                  </a:lnTo>
                  <a:lnTo>
                    <a:pt x="942" y="691"/>
                  </a:lnTo>
                  <a:lnTo>
                    <a:pt x="921" y="481"/>
                  </a:lnTo>
                  <a:lnTo>
                    <a:pt x="733" y="272"/>
                  </a:lnTo>
                  <a:lnTo>
                    <a:pt x="649" y="209"/>
                  </a:lnTo>
                  <a:lnTo>
                    <a:pt x="607" y="167"/>
                  </a:lnTo>
                  <a:lnTo>
                    <a:pt x="586" y="126"/>
                  </a:lnTo>
                  <a:lnTo>
                    <a:pt x="524" y="126"/>
                  </a:lnTo>
                  <a:lnTo>
                    <a:pt x="503" y="105"/>
                  </a:lnTo>
                  <a:lnTo>
                    <a:pt x="419" y="63"/>
                  </a:lnTo>
                  <a:lnTo>
                    <a:pt x="398" y="105"/>
                  </a:lnTo>
                  <a:lnTo>
                    <a:pt x="377" y="63"/>
                  </a:lnTo>
                  <a:lnTo>
                    <a:pt x="293" y="63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2369;p45"/>
            <p:cNvSpPr/>
            <p:nvPr/>
          </p:nvSpPr>
          <p:spPr>
            <a:xfrm>
              <a:off x="3895082" y="3199593"/>
              <a:ext cx="81233" cy="66165"/>
            </a:xfrm>
            <a:custGeom>
              <a:avLst/>
              <a:gdLst/>
              <a:ahLst/>
              <a:cxnLst/>
              <a:rect l="l" t="t" r="r" b="b"/>
              <a:pathLst>
                <a:path w="6822" h="5818" extrusionOk="0">
                  <a:moveTo>
                    <a:pt x="5085" y="1"/>
                  </a:moveTo>
                  <a:lnTo>
                    <a:pt x="4143" y="210"/>
                  </a:lnTo>
                  <a:lnTo>
                    <a:pt x="3913" y="691"/>
                  </a:lnTo>
                  <a:lnTo>
                    <a:pt x="3934" y="796"/>
                  </a:lnTo>
                  <a:lnTo>
                    <a:pt x="3997" y="858"/>
                  </a:lnTo>
                  <a:lnTo>
                    <a:pt x="4081" y="900"/>
                  </a:lnTo>
                  <a:lnTo>
                    <a:pt x="4039" y="942"/>
                  </a:lnTo>
                  <a:lnTo>
                    <a:pt x="4018" y="1005"/>
                  </a:lnTo>
                  <a:lnTo>
                    <a:pt x="4018" y="1068"/>
                  </a:lnTo>
                  <a:lnTo>
                    <a:pt x="4018" y="1151"/>
                  </a:lnTo>
                  <a:lnTo>
                    <a:pt x="4018" y="1235"/>
                  </a:lnTo>
                  <a:lnTo>
                    <a:pt x="4018" y="1361"/>
                  </a:lnTo>
                  <a:lnTo>
                    <a:pt x="3976" y="1382"/>
                  </a:lnTo>
                  <a:lnTo>
                    <a:pt x="3997" y="1423"/>
                  </a:lnTo>
                  <a:lnTo>
                    <a:pt x="3934" y="1465"/>
                  </a:lnTo>
                  <a:lnTo>
                    <a:pt x="3830" y="1570"/>
                  </a:lnTo>
                  <a:lnTo>
                    <a:pt x="3830" y="1654"/>
                  </a:lnTo>
                  <a:lnTo>
                    <a:pt x="3830" y="1988"/>
                  </a:lnTo>
                  <a:lnTo>
                    <a:pt x="3830" y="2114"/>
                  </a:lnTo>
                  <a:lnTo>
                    <a:pt x="3913" y="2198"/>
                  </a:lnTo>
                  <a:lnTo>
                    <a:pt x="4081" y="2365"/>
                  </a:lnTo>
                  <a:lnTo>
                    <a:pt x="4102" y="2428"/>
                  </a:lnTo>
                  <a:lnTo>
                    <a:pt x="4143" y="2511"/>
                  </a:lnTo>
                  <a:lnTo>
                    <a:pt x="4436" y="2511"/>
                  </a:lnTo>
                  <a:lnTo>
                    <a:pt x="4395" y="2470"/>
                  </a:lnTo>
                  <a:lnTo>
                    <a:pt x="4395" y="2386"/>
                  </a:lnTo>
                  <a:lnTo>
                    <a:pt x="4520" y="2365"/>
                  </a:lnTo>
                  <a:lnTo>
                    <a:pt x="4562" y="2386"/>
                  </a:lnTo>
                  <a:lnTo>
                    <a:pt x="4625" y="3014"/>
                  </a:lnTo>
                  <a:lnTo>
                    <a:pt x="4562" y="3055"/>
                  </a:lnTo>
                  <a:lnTo>
                    <a:pt x="4499" y="3035"/>
                  </a:lnTo>
                  <a:lnTo>
                    <a:pt x="4457" y="3014"/>
                  </a:lnTo>
                  <a:lnTo>
                    <a:pt x="4436" y="2993"/>
                  </a:lnTo>
                  <a:lnTo>
                    <a:pt x="4353" y="3035"/>
                  </a:lnTo>
                  <a:lnTo>
                    <a:pt x="4248" y="3055"/>
                  </a:lnTo>
                  <a:lnTo>
                    <a:pt x="4185" y="3055"/>
                  </a:lnTo>
                  <a:lnTo>
                    <a:pt x="4039" y="2930"/>
                  </a:lnTo>
                  <a:lnTo>
                    <a:pt x="3934" y="2804"/>
                  </a:lnTo>
                  <a:lnTo>
                    <a:pt x="3830" y="2721"/>
                  </a:lnTo>
                  <a:lnTo>
                    <a:pt x="3725" y="2574"/>
                  </a:lnTo>
                  <a:lnTo>
                    <a:pt x="3599" y="2470"/>
                  </a:lnTo>
                  <a:lnTo>
                    <a:pt x="3390" y="2407"/>
                  </a:lnTo>
                  <a:lnTo>
                    <a:pt x="3244" y="2323"/>
                  </a:lnTo>
                  <a:lnTo>
                    <a:pt x="3244" y="2260"/>
                  </a:lnTo>
                  <a:lnTo>
                    <a:pt x="3139" y="2156"/>
                  </a:lnTo>
                  <a:lnTo>
                    <a:pt x="3139" y="1988"/>
                  </a:lnTo>
                  <a:lnTo>
                    <a:pt x="3097" y="1988"/>
                  </a:lnTo>
                  <a:lnTo>
                    <a:pt x="3055" y="2009"/>
                  </a:lnTo>
                  <a:lnTo>
                    <a:pt x="2972" y="2009"/>
                  </a:lnTo>
                  <a:lnTo>
                    <a:pt x="2930" y="2177"/>
                  </a:lnTo>
                  <a:lnTo>
                    <a:pt x="2888" y="2219"/>
                  </a:lnTo>
                  <a:lnTo>
                    <a:pt x="2742" y="2281"/>
                  </a:lnTo>
                  <a:lnTo>
                    <a:pt x="2637" y="2281"/>
                  </a:lnTo>
                  <a:lnTo>
                    <a:pt x="2637" y="2260"/>
                  </a:lnTo>
                  <a:lnTo>
                    <a:pt x="2511" y="2219"/>
                  </a:lnTo>
                  <a:lnTo>
                    <a:pt x="2365" y="2198"/>
                  </a:lnTo>
                  <a:lnTo>
                    <a:pt x="2239" y="2114"/>
                  </a:lnTo>
                  <a:lnTo>
                    <a:pt x="2198" y="2114"/>
                  </a:lnTo>
                  <a:lnTo>
                    <a:pt x="2093" y="2072"/>
                  </a:lnTo>
                  <a:lnTo>
                    <a:pt x="2030" y="2072"/>
                  </a:lnTo>
                  <a:lnTo>
                    <a:pt x="2030" y="2009"/>
                  </a:lnTo>
                  <a:lnTo>
                    <a:pt x="2030" y="1947"/>
                  </a:lnTo>
                  <a:lnTo>
                    <a:pt x="2009" y="1884"/>
                  </a:lnTo>
                  <a:lnTo>
                    <a:pt x="2009" y="1758"/>
                  </a:lnTo>
                  <a:lnTo>
                    <a:pt x="1946" y="1758"/>
                  </a:lnTo>
                  <a:lnTo>
                    <a:pt x="1800" y="1800"/>
                  </a:lnTo>
                  <a:lnTo>
                    <a:pt x="1779" y="1842"/>
                  </a:lnTo>
                  <a:lnTo>
                    <a:pt x="1695" y="1842"/>
                  </a:lnTo>
                  <a:lnTo>
                    <a:pt x="1612" y="1884"/>
                  </a:lnTo>
                  <a:lnTo>
                    <a:pt x="1528" y="1947"/>
                  </a:lnTo>
                  <a:lnTo>
                    <a:pt x="1507" y="1905"/>
                  </a:lnTo>
                  <a:lnTo>
                    <a:pt x="1486" y="1884"/>
                  </a:lnTo>
                  <a:lnTo>
                    <a:pt x="1486" y="1779"/>
                  </a:lnTo>
                  <a:lnTo>
                    <a:pt x="1465" y="1758"/>
                  </a:lnTo>
                  <a:lnTo>
                    <a:pt x="1361" y="1695"/>
                  </a:lnTo>
                  <a:lnTo>
                    <a:pt x="1298" y="1737"/>
                  </a:lnTo>
                  <a:lnTo>
                    <a:pt x="1256" y="1674"/>
                  </a:lnTo>
                  <a:lnTo>
                    <a:pt x="1256" y="1695"/>
                  </a:lnTo>
                  <a:lnTo>
                    <a:pt x="1256" y="1758"/>
                  </a:lnTo>
                  <a:lnTo>
                    <a:pt x="1214" y="1779"/>
                  </a:lnTo>
                  <a:lnTo>
                    <a:pt x="1256" y="2009"/>
                  </a:lnTo>
                  <a:lnTo>
                    <a:pt x="1256" y="2219"/>
                  </a:lnTo>
                  <a:lnTo>
                    <a:pt x="1256" y="2365"/>
                  </a:lnTo>
                  <a:lnTo>
                    <a:pt x="1298" y="2470"/>
                  </a:lnTo>
                  <a:lnTo>
                    <a:pt x="1298" y="2574"/>
                  </a:lnTo>
                  <a:lnTo>
                    <a:pt x="1277" y="2616"/>
                  </a:lnTo>
                  <a:lnTo>
                    <a:pt x="1256" y="2783"/>
                  </a:lnTo>
                  <a:lnTo>
                    <a:pt x="1277" y="2825"/>
                  </a:lnTo>
                  <a:lnTo>
                    <a:pt x="42" y="2825"/>
                  </a:lnTo>
                  <a:lnTo>
                    <a:pt x="1" y="4771"/>
                  </a:lnTo>
                  <a:lnTo>
                    <a:pt x="22" y="4813"/>
                  </a:lnTo>
                  <a:lnTo>
                    <a:pt x="105" y="4918"/>
                  </a:lnTo>
                  <a:lnTo>
                    <a:pt x="168" y="4980"/>
                  </a:lnTo>
                  <a:lnTo>
                    <a:pt x="231" y="5043"/>
                  </a:lnTo>
                  <a:lnTo>
                    <a:pt x="314" y="5085"/>
                  </a:lnTo>
                  <a:lnTo>
                    <a:pt x="419" y="5232"/>
                  </a:lnTo>
                  <a:lnTo>
                    <a:pt x="482" y="5294"/>
                  </a:lnTo>
                  <a:lnTo>
                    <a:pt x="566" y="5336"/>
                  </a:lnTo>
                  <a:lnTo>
                    <a:pt x="628" y="5399"/>
                  </a:lnTo>
                  <a:lnTo>
                    <a:pt x="670" y="5462"/>
                  </a:lnTo>
                  <a:lnTo>
                    <a:pt x="754" y="5504"/>
                  </a:lnTo>
                  <a:lnTo>
                    <a:pt x="775" y="5608"/>
                  </a:lnTo>
                  <a:lnTo>
                    <a:pt x="1319" y="5462"/>
                  </a:lnTo>
                  <a:lnTo>
                    <a:pt x="1402" y="5504"/>
                  </a:lnTo>
                  <a:lnTo>
                    <a:pt x="1528" y="5441"/>
                  </a:lnTo>
                  <a:lnTo>
                    <a:pt x="1570" y="5462"/>
                  </a:lnTo>
                  <a:lnTo>
                    <a:pt x="1591" y="5462"/>
                  </a:lnTo>
                  <a:lnTo>
                    <a:pt x="1612" y="5504"/>
                  </a:lnTo>
                  <a:lnTo>
                    <a:pt x="1695" y="5504"/>
                  </a:lnTo>
                  <a:lnTo>
                    <a:pt x="1716" y="5524"/>
                  </a:lnTo>
                  <a:lnTo>
                    <a:pt x="1737" y="5524"/>
                  </a:lnTo>
                  <a:lnTo>
                    <a:pt x="1821" y="5629"/>
                  </a:lnTo>
                  <a:lnTo>
                    <a:pt x="1884" y="5629"/>
                  </a:lnTo>
                  <a:lnTo>
                    <a:pt x="2030" y="5650"/>
                  </a:lnTo>
                  <a:lnTo>
                    <a:pt x="2135" y="5713"/>
                  </a:lnTo>
                  <a:lnTo>
                    <a:pt x="2198" y="5755"/>
                  </a:lnTo>
                  <a:lnTo>
                    <a:pt x="2239" y="5755"/>
                  </a:lnTo>
                  <a:lnTo>
                    <a:pt x="2344" y="5671"/>
                  </a:lnTo>
                  <a:lnTo>
                    <a:pt x="2470" y="5650"/>
                  </a:lnTo>
                  <a:lnTo>
                    <a:pt x="2532" y="5713"/>
                  </a:lnTo>
                  <a:lnTo>
                    <a:pt x="2553" y="5671"/>
                  </a:lnTo>
                  <a:lnTo>
                    <a:pt x="2574" y="5713"/>
                  </a:lnTo>
                  <a:lnTo>
                    <a:pt x="2616" y="5713"/>
                  </a:lnTo>
                  <a:lnTo>
                    <a:pt x="2679" y="5776"/>
                  </a:lnTo>
                  <a:lnTo>
                    <a:pt x="2783" y="5817"/>
                  </a:lnTo>
                  <a:lnTo>
                    <a:pt x="2951" y="5755"/>
                  </a:lnTo>
                  <a:lnTo>
                    <a:pt x="3139" y="5504"/>
                  </a:lnTo>
                  <a:lnTo>
                    <a:pt x="3390" y="5190"/>
                  </a:lnTo>
                  <a:lnTo>
                    <a:pt x="3725" y="4939"/>
                  </a:lnTo>
                  <a:lnTo>
                    <a:pt x="3934" y="4876"/>
                  </a:lnTo>
                  <a:lnTo>
                    <a:pt x="3976" y="4834"/>
                  </a:lnTo>
                  <a:lnTo>
                    <a:pt x="3997" y="4792"/>
                  </a:lnTo>
                  <a:lnTo>
                    <a:pt x="3976" y="4729"/>
                  </a:lnTo>
                  <a:lnTo>
                    <a:pt x="3997" y="4687"/>
                  </a:lnTo>
                  <a:lnTo>
                    <a:pt x="3997" y="4625"/>
                  </a:lnTo>
                  <a:lnTo>
                    <a:pt x="4039" y="4562"/>
                  </a:lnTo>
                  <a:lnTo>
                    <a:pt x="4206" y="4457"/>
                  </a:lnTo>
                  <a:lnTo>
                    <a:pt x="4290" y="4415"/>
                  </a:lnTo>
                  <a:lnTo>
                    <a:pt x="4353" y="4395"/>
                  </a:lnTo>
                  <a:lnTo>
                    <a:pt x="4499" y="4353"/>
                  </a:lnTo>
                  <a:lnTo>
                    <a:pt x="4646" y="4353"/>
                  </a:lnTo>
                  <a:lnTo>
                    <a:pt x="4667" y="4395"/>
                  </a:lnTo>
                  <a:lnTo>
                    <a:pt x="4729" y="4374"/>
                  </a:lnTo>
                  <a:lnTo>
                    <a:pt x="4855" y="4395"/>
                  </a:lnTo>
                  <a:lnTo>
                    <a:pt x="4918" y="4395"/>
                  </a:lnTo>
                  <a:lnTo>
                    <a:pt x="4918" y="4311"/>
                  </a:lnTo>
                  <a:lnTo>
                    <a:pt x="4876" y="4143"/>
                  </a:lnTo>
                  <a:lnTo>
                    <a:pt x="4918" y="4060"/>
                  </a:lnTo>
                  <a:lnTo>
                    <a:pt x="5148" y="3955"/>
                  </a:lnTo>
                  <a:lnTo>
                    <a:pt x="5273" y="3955"/>
                  </a:lnTo>
                  <a:lnTo>
                    <a:pt x="5859" y="3683"/>
                  </a:lnTo>
                  <a:lnTo>
                    <a:pt x="5964" y="3662"/>
                  </a:lnTo>
                  <a:lnTo>
                    <a:pt x="6299" y="3537"/>
                  </a:lnTo>
                  <a:lnTo>
                    <a:pt x="6487" y="3474"/>
                  </a:lnTo>
                  <a:lnTo>
                    <a:pt x="6445" y="3432"/>
                  </a:lnTo>
                  <a:lnTo>
                    <a:pt x="6403" y="3327"/>
                  </a:lnTo>
                  <a:lnTo>
                    <a:pt x="6320" y="3223"/>
                  </a:lnTo>
                  <a:lnTo>
                    <a:pt x="6320" y="3160"/>
                  </a:lnTo>
                  <a:lnTo>
                    <a:pt x="6382" y="3139"/>
                  </a:lnTo>
                  <a:lnTo>
                    <a:pt x="6445" y="3035"/>
                  </a:lnTo>
                  <a:lnTo>
                    <a:pt x="6445" y="2951"/>
                  </a:lnTo>
                  <a:lnTo>
                    <a:pt x="6487" y="2888"/>
                  </a:lnTo>
                  <a:lnTo>
                    <a:pt x="6445" y="2825"/>
                  </a:lnTo>
                  <a:lnTo>
                    <a:pt x="6445" y="2742"/>
                  </a:lnTo>
                  <a:lnTo>
                    <a:pt x="6487" y="2721"/>
                  </a:lnTo>
                  <a:lnTo>
                    <a:pt x="6612" y="2616"/>
                  </a:lnTo>
                  <a:lnTo>
                    <a:pt x="6696" y="2595"/>
                  </a:lnTo>
                  <a:lnTo>
                    <a:pt x="6717" y="2511"/>
                  </a:lnTo>
                  <a:lnTo>
                    <a:pt x="6759" y="2511"/>
                  </a:lnTo>
                  <a:lnTo>
                    <a:pt x="6759" y="2470"/>
                  </a:lnTo>
                  <a:lnTo>
                    <a:pt x="6717" y="2428"/>
                  </a:lnTo>
                  <a:lnTo>
                    <a:pt x="6696" y="2386"/>
                  </a:lnTo>
                  <a:lnTo>
                    <a:pt x="6654" y="2302"/>
                  </a:lnTo>
                  <a:lnTo>
                    <a:pt x="6717" y="2281"/>
                  </a:lnTo>
                  <a:lnTo>
                    <a:pt x="6717" y="2198"/>
                  </a:lnTo>
                  <a:lnTo>
                    <a:pt x="6654" y="2114"/>
                  </a:lnTo>
                  <a:lnTo>
                    <a:pt x="6717" y="2051"/>
                  </a:lnTo>
                  <a:lnTo>
                    <a:pt x="6696" y="1967"/>
                  </a:lnTo>
                  <a:lnTo>
                    <a:pt x="6696" y="1884"/>
                  </a:lnTo>
                  <a:lnTo>
                    <a:pt x="6654" y="1779"/>
                  </a:lnTo>
                  <a:lnTo>
                    <a:pt x="6654" y="1695"/>
                  </a:lnTo>
                  <a:lnTo>
                    <a:pt x="6801" y="1570"/>
                  </a:lnTo>
                  <a:lnTo>
                    <a:pt x="6801" y="1528"/>
                  </a:lnTo>
                  <a:lnTo>
                    <a:pt x="6822" y="1486"/>
                  </a:lnTo>
                  <a:lnTo>
                    <a:pt x="6822" y="1361"/>
                  </a:lnTo>
                  <a:lnTo>
                    <a:pt x="6801" y="1277"/>
                  </a:lnTo>
                  <a:lnTo>
                    <a:pt x="6696" y="1214"/>
                  </a:lnTo>
                  <a:lnTo>
                    <a:pt x="6696" y="1151"/>
                  </a:lnTo>
                  <a:lnTo>
                    <a:pt x="6738" y="1005"/>
                  </a:lnTo>
                  <a:lnTo>
                    <a:pt x="6738" y="963"/>
                  </a:lnTo>
                  <a:lnTo>
                    <a:pt x="6696" y="942"/>
                  </a:lnTo>
                  <a:lnTo>
                    <a:pt x="6592" y="900"/>
                  </a:lnTo>
                  <a:lnTo>
                    <a:pt x="6550" y="817"/>
                  </a:lnTo>
                  <a:lnTo>
                    <a:pt x="6529" y="796"/>
                  </a:lnTo>
                  <a:lnTo>
                    <a:pt x="6508" y="712"/>
                  </a:lnTo>
                  <a:lnTo>
                    <a:pt x="6508" y="691"/>
                  </a:lnTo>
                  <a:lnTo>
                    <a:pt x="6445" y="691"/>
                  </a:lnTo>
                  <a:lnTo>
                    <a:pt x="6340" y="586"/>
                  </a:lnTo>
                  <a:lnTo>
                    <a:pt x="6299" y="503"/>
                  </a:lnTo>
                  <a:lnTo>
                    <a:pt x="6236" y="482"/>
                  </a:lnTo>
                  <a:lnTo>
                    <a:pt x="6194" y="419"/>
                  </a:lnTo>
                  <a:lnTo>
                    <a:pt x="6110" y="419"/>
                  </a:lnTo>
                  <a:lnTo>
                    <a:pt x="5859" y="335"/>
                  </a:lnTo>
                  <a:lnTo>
                    <a:pt x="5755" y="335"/>
                  </a:lnTo>
                  <a:lnTo>
                    <a:pt x="5671" y="273"/>
                  </a:lnTo>
                  <a:lnTo>
                    <a:pt x="5671" y="210"/>
                  </a:lnTo>
                  <a:lnTo>
                    <a:pt x="5587" y="168"/>
                  </a:lnTo>
                  <a:lnTo>
                    <a:pt x="5545" y="168"/>
                  </a:lnTo>
                  <a:lnTo>
                    <a:pt x="5441" y="126"/>
                  </a:lnTo>
                  <a:lnTo>
                    <a:pt x="5357" y="126"/>
                  </a:lnTo>
                  <a:lnTo>
                    <a:pt x="5169" y="22"/>
                  </a:lnTo>
                  <a:lnTo>
                    <a:pt x="508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2370;p45"/>
            <p:cNvSpPr/>
            <p:nvPr/>
          </p:nvSpPr>
          <p:spPr>
            <a:xfrm>
              <a:off x="3824328" y="3184365"/>
              <a:ext cx="86210" cy="81393"/>
            </a:xfrm>
            <a:custGeom>
              <a:avLst/>
              <a:gdLst/>
              <a:ahLst/>
              <a:cxnLst/>
              <a:rect l="l" t="t" r="r" b="b"/>
              <a:pathLst>
                <a:path w="7240" h="7157" extrusionOk="0">
                  <a:moveTo>
                    <a:pt x="963" y="0"/>
                  </a:moveTo>
                  <a:lnTo>
                    <a:pt x="879" y="42"/>
                  </a:lnTo>
                  <a:lnTo>
                    <a:pt x="774" y="63"/>
                  </a:lnTo>
                  <a:lnTo>
                    <a:pt x="712" y="63"/>
                  </a:lnTo>
                  <a:lnTo>
                    <a:pt x="670" y="84"/>
                  </a:lnTo>
                  <a:lnTo>
                    <a:pt x="670" y="105"/>
                  </a:lnTo>
                  <a:lnTo>
                    <a:pt x="649" y="105"/>
                  </a:lnTo>
                  <a:lnTo>
                    <a:pt x="502" y="189"/>
                  </a:lnTo>
                  <a:lnTo>
                    <a:pt x="544" y="273"/>
                  </a:lnTo>
                  <a:lnTo>
                    <a:pt x="544" y="356"/>
                  </a:lnTo>
                  <a:lnTo>
                    <a:pt x="858" y="712"/>
                  </a:lnTo>
                  <a:lnTo>
                    <a:pt x="879" y="1151"/>
                  </a:lnTo>
                  <a:lnTo>
                    <a:pt x="1046" y="1402"/>
                  </a:lnTo>
                  <a:lnTo>
                    <a:pt x="1026" y="1633"/>
                  </a:lnTo>
                  <a:lnTo>
                    <a:pt x="837" y="1863"/>
                  </a:lnTo>
                  <a:lnTo>
                    <a:pt x="942" y="1925"/>
                  </a:lnTo>
                  <a:lnTo>
                    <a:pt x="942" y="2135"/>
                  </a:lnTo>
                  <a:lnTo>
                    <a:pt x="1046" y="2260"/>
                  </a:lnTo>
                  <a:lnTo>
                    <a:pt x="1046" y="2407"/>
                  </a:lnTo>
                  <a:lnTo>
                    <a:pt x="1256" y="2783"/>
                  </a:lnTo>
                  <a:lnTo>
                    <a:pt x="1256" y="2867"/>
                  </a:lnTo>
                  <a:lnTo>
                    <a:pt x="1339" y="2972"/>
                  </a:lnTo>
                  <a:lnTo>
                    <a:pt x="1339" y="3453"/>
                  </a:lnTo>
                  <a:lnTo>
                    <a:pt x="1088" y="3871"/>
                  </a:lnTo>
                  <a:lnTo>
                    <a:pt x="1026" y="3871"/>
                  </a:lnTo>
                  <a:lnTo>
                    <a:pt x="754" y="4081"/>
                  </a:lnTo>
                  <a:lnTo>
                    <a:pt x="754" y="4227"/>
                  </a:lnTo>
                  <a:lnTo>
                    <a:pt x="440" y="4499"/>
                  </a:lnTo>
                  <a:lnTo>
                    <a:pt x="440" y="4687"/>
                  </a:lnTo>
                  <a:lnTo>
                    <a:pt x="398" y="4750"/>
                  </a:lnTo>
                  <a:lnTo>
                    <a:pt x="398" y="5210"/>
                  </a:lnTo>
                  <a:lnTo>
                    <a:pt x="230" y="5399"/>
                  </a:lnTo>
                  <a:lnTo>
                    <a:pt x="210" y="5608"/>
                  </a:lnTo>
                  <a:lnTo>
                    <a:pt x="42" y="5796"/>
                  </a:lnTo>
                  <a:lnTo>
                    <a:pt x="42" y="6006"/>
                  </a:lnTo>
                  <a:lnTo>
                    <a:pt x="21" y="6173"/>
                  </a:lnTo>
                  <a:lnTo>
                    <a:pt x="21" y="6466"/>
                  </a:lnTo>
                  <a:lnTo>
                    <a:pt x="0" y="6654"/>
                  </a:lnTo>
                  <a:lnTo>
                    <a:pt x="21" y="6696"/>
                  </a:lnTo>
                  <a:lnTo>
                    <a:pt x="105" y="6738"/>
                  </a:lnTo>
                  <a:lnTo>
                    <a:pt x="126" y="6759"/>
                  </a:lnTo>
                  <a:lnTo>
                    <a:pt x="189" y="6738"/>
                  </a:lnTo>
                  <a:lnTo>
                    <a:pt x="210" y="6654"/>
                  </a:lnTo>
                  <a:lnTo>
                    <a:pt x="398" y="6654"/>
                  </a:lnTo>
                  <a:lnTo>
                    <a:pt x="461" y="6696"/>
                  </a:lnTo>
                  <a:lnTo>
                    <a:pt x="523" y="6675"/>
                  </a:lnTo>
                  <a:lnTo>
                    <a:pt x="523" y="6591"/>
                  </a:lnTo>
                  <a:lnTo>
                    <a:pt x="712" y="6466"/>
                  </a:lnTo>
                  <a:lnTo>
                    <a:pt x="754" y="6466"/>
                  </a:lnTo>
                  <a:lnTo>
                    <a:pt x="858" y="6529"/>
                  </a:lnTo>
                  <a:lnTo>
                    <a:pt x="879" y="6529"/>
                  </a:lnTo>
                  <a:lnTo>
                    <a:pt x="921" y="6487"/>
                  </a:lnTo>
                  <a:lnTo>
                    <a:pt x="963" y="6466"/>
                  </a:lnTo>
                  <a:lnTo>
                    <a:pt x="1046" y="6529"/>
                  </a:lnTo>
                  <a:lnTo>
                    <a:pt x="1046" y="6550"/>
                  </a:lnTo>
                  <a:lnTo>
                    <a:pt x="1130" y="6571"/>
                  </a:lnTo>
                  <a:lnTo>
                    <a:pt x="1088" y="6633"/>
                  </a:lnTo>
                  <a:lnTo>
                    <a:pt x="1151" y="6654"/>
                  </a:lnTo>
                  <a:lnTo>
                    <a:pt x="1256" y="6759"/>
                  </a:lnTo>
                  <a:lnTo>
                    <a:pt x="1381" y="6801"/>
                  </a:lnTo>
                  <a:lnTo>
                    <a:pt x="1486" y="6759"/>
                  </a:lnTo>
                  <a:lnTo>
                    <a:pt x="1507" y="6759"/>
                  </a:lnTo>
                  <a:lnTo>
                    <a:pt x="1590" y="6696"/>
                  </a:lnTo>
                  <a:lnTo>
                    <a:pt x="1653" y="6696"/>
                  </a:lnTo>
                  <a:lnTo>
                    <a:pt x="1674" y="6738"/>
                  </a:lnTo>
                  <a:lnTo>
                    <a:pt x="3850" y="6738"/>
                  </a:lnTo>
                  <a:lnTo>
                    <a:pt x="3871" y="6759"/>
                  </a:lnTo>
                  <a:lnTo>
                    <a:pt x="3913" y="6863"/>
                  </a:lnTo>
                  <a:lnTo>
                    <a:pt x="3976" y="6905"/>
                  </a:lnTo>
                  <a:lnTo>
                    <a:pt x="4101" y="6968"/>
                  </a:lnTo>
                  <a:lnTo>
                    <a:pt x="4206" y="6989"/>
                  </a:lnTo>
                  <a:lnTo>
                    <a:pt x="4311" y="6968"/>
                  </a:lnTo>
                  <a:lnTo>
                    <a:pt x="4373" y="6989"/>
                  </a:lnTo>
                  <a:lnTo>
                    <a:pt x="4394" y="7052"/>
                  </a:lnTo>
                  <a:lnTo>
                    <a:pt x="4478" y="7073"/>
                  </a:lnTo>
                  <a:lnTo>
                    <a:pt x="4541" y="7010"/>
                  </a:lnTo>
                  <a:lnTo>
                    <a:pt x="4645" y="6989"/>
                  </a:lnTo>
                  <a:lnTo>
                    <a:pt x="4792" y="7010"/>
                  </a:lnTo>
                  <a:lnTo>
                    <a:pt x="4855" y="7010"/>
                  </a:lnTo>
                  <a:lnTo>
                    <a:pt x="4896" y="6947"/>
                  </a:lnTo>
                  <a:lnTo>
                    <a:pt x="4917" y="6968"/>
                  </a:lnTo>
                  <a:lnTo>
                    <a:pt x="4959" y="6968"/>
                  </a:lnTo>
                  <a:lnTo>
                    <a:pt x="5106" y="7094"/>
                  </a:lnTo>
                  <a:lnTo>
                    <a:pt x="5210" y="7115"/>
                  </a:lnTo>
                  <a:lnTo>
                    <a:pt x="5357" y="7115"/>
                  </a:lnTo>
                  <a:lnTo>
                    <a:pt x="5357" y="7073"/>
                  </a:lnTo>
                  <a:lnTo>
                    <a:pt x="5440" y="7052"/>
                  </a:lnTo>
                  <a:lnTo>
                    <a:pt x="5482" y="7073"/>
                  </a:lnTo>
                  <a:lnTo>
                    <a:pt x="5545" y="7094"/>
                  </a:lnTo>
                  <a:lnTo>
                    <a:pt x="5587" y="7073"/>
                  </a:lnTo>
                  <a:lnTo>
                    <a:pt x="5629" y="7115"/>
                  </a:lnTo>
                  <a:lnTo>
                    <a:pt x="5671" y="7115"/>
                  </a:lnTo>
                  <a:lnTo>
                    <a:pt x="5692" y="7156"/>
                  </a:lnTo>
                  <a:lnTo>
                    <a:pt x="5838" y="7156"/>
                  </a:lnTo>
                  <a:lnTo>
                    <a:pt x="6717" y="6947"/>
                  </a:lnTo>
                  <a:lnTo>
                    <a:pt x="6696" y="6843"/>
                  </a:lnTo>
                  <a:lnTo>
                    <a:pt x="6612" y="6801"/>
                  </a:lnTo>
                  <a:lnTo>
                    <a:pt x="6570" y="6738"/>
                  </a:lnTo>
                  <a:lnTo>
                    <a:pt x="6508" y="6675"/>
                  </a:lnTo>
                  <a:lnTo>
                    <a:pt x="6424" y="6633"/>
                  </a:lnTo>
                  <a:lnTo>
                    <a:pt x="6361" y="6571"/>
                  </a:lnTo>
                  <a:lnTo>
                    <a:pt x="6256" y="6424"/>
                  </a:lnTo>
                  <a:lnTo>
                    <a:pt x="6173" y="6382"/>
                  </a:lnTo>
                  <a:lnTo>
                    <a:pt x="6110" y="6319"/>
                  </a:lnTo>
                  <a:lnTo>
                    <a:pt x="6047" y="6257"/>
                  </a:lnTo>
                  <a:lnTo>
                    <a:pt x="5964" y="6152"/>
                  </a:lnTo>
                  <a:lnTo>
                    <a:pt x="5943" y="6110"/>
                  </a:lnTo>
                  <a:lnTo>
                    <a:pt x="5984" y="4164"/>
                  </a:lnTo>
                  <a:lnTo>
                    <a:pt x="7219" y="4164"/>
                  </a:lnTo>
                  <a:lnTo>
                    <a:pt x="7198" y="4122"/>
                  </a:lnTo>
                  <a:lnTo>
                    <a:pt x="7219" y="3955"/>
                  </a:lnTo>
                  <a:lnTo>
                    <a:pt x="7240" y="3913"/>
                  </a:lnTo>
                  <a:lnTo>
                    <a:pt x="7240" y="3809"/>
                  </a:lnTo>
                  <a:lnTo>
                    <a:pt x="7198" y="3704"/>
                  </a:lnTo>
                  <a:lnTo>
                    <a:pt x="7198" y="3558"/>
                  </a:lnTo>
                  <a:lnTo>
                    <a:pt x="7198" y="3348"/>
                  </a:lnTo>
                  <a:lnTo>
                    <a:pt x="7156" y="3118"/>
                  </a:lnTo>
                  <a:lnTo>
                    <a:pt x="7198" y="3097"/>
                  </a:lnTo>
                  <a:lnTo>
                    <a:pt x="7198" y="3034"/>
                  </a:lnTo>
                  <a:lnTo>
                    <a:pt x="7198" y="3013"/>
                  </a:lnTo>
                  <a:lnTo>
                    <a:pt x="7093" y="3013"/>
                  </a:lnTo>
                  <a:lnTo>
                    <a:pt x="6989" y="3034"/>
                  </a:lnTo>
                  <a:lnTo>
                    <a:pt x="6905" y="3097"/>
                  </a:lnTo>
                  <a:lnTo>
                    <a:pt x="6821" y="3118"/>
                  </a:lnTo>
                  <a:lnTo>
                    <a:pt x="6780" y="3139"/>
                  </a:lnTo>
                  <a:lnTo>
                    <a:pt x="6717" y="3118"/>
                  </a:lnTo>
                  <a:lnTo>
                    <a:pt x="6570" y="3118"/>
                  </a:lnTo>
                  <a:lnTo>
                    <a:pt x="6508" y="3097"/>
                  </a:lnTo>
                  <a:lnTo>
                    <a:pt x="6424" y="3034"/>
                  </a:lnTo>
                  <a:lnTo>
                    <a:pt x="6382" y="3034"/>
                  </a:lnTo>
                  <a:lnTo>
                    <a:pt x="6361" y="3076"/>
                  </a:lnTo>
                  <a:lnTo>
                    <a:pt x="6298" y="3097"/>
                  </a:lnTo>
                  <a:lnTo>
                    <a:pt x="6256" y="3118"/>
                  </a:lnTo>
                  <a:lnTo>
                    <a:pt x="6194" y="3118"/>
                  </a:lnTo>
                  <a:lnTo>
                    <a:pt x="6173" y="3097"/>
                  </a:lnTo>
                  <a:lnTo>
                    <a:pt x="6173" y="2972"/>
                  </a:lnTo>
                  <a:lnTo>
                    <a:pt x="6215" y="2930"/>
                  </a:lnTo>
                  <a:lnTo>
                    <a:pt x="6215" y="2909"/>
                  </a:lnTo>
                  <a:lnTo>
                    <a:pt x="6256" y="2825"/>
                  </a:lnTo>
                  <a:lnTo>
                    <a:pt x="6173" y="2783"/>
                  </a:lnTo>
                  <a:lnTo>
                    <a:pt x="6173" y="2658"/>
                  </a:lnTo>
                  <a:lnTo>
                    <a:pt x="6194" y="2616"/>
                  </a:lnTo>
                  <a:lnTo>
                    <a:pt x="6194" y="2553"/>
                  </a:lnTo>
                  <a:lnTo>
                    <a:pt x="6110" y="2490"/>
                  </a:lnTo>
                  <a:lnTo>
                    <a:pt x="6110" y="2407"/>
                  </a:lnTo>
                  <a:lnTo>
                    <a:pt x="6152" y="2344"/>
                  </a:lnTo>
                  <a:lnTo>
                    <a:pt x="6110" y="2281"/>
                  </a:lnTo>
                  <a:lnTo>
                    <a:pt x="6068" y="2260"/>
                  </a:lnTo>
                  <a:lnTo>
                    <a:pt x="6047" y="2197"/>
                  </a:lnTo>
                  <a:lnTo>
                    <a:pt x="6005" y="2177"/>
                  </a:lnTo>
                  <a:lnTo>
                    <a:pt x="6005" y="2093"/>
                  </a:lnTo>
                  <a:lnTo>
                    <a:pt x="5964" y="2051"/>
                  </a:lnTo>
                  <a:lnTo>
                    <a:pt x="5964" y="1967"/>
                  </a:lnTo>
                  <a:lnTo>
                    <a:pt x="5901" y="1925"/>
                  </a:lnTo>
                  <a:lnTo>
                    <a:pt x="5964" y="1821"/>
                  </a:lnTo>
                  <a:lnTo>
                    <a:pt x="5964" y="1612"/>
                  </a:lnTo>
                  <a:lnTo>
                    <a:pt x="5943" y="1528"/>
                  </a:lnTo>
                  <a:lnTo>
                    <a:pt x="5943" y="1507"/>
                  </a:lnTo>
                  <a:lnTo>
                    <a:pt x="5964" y="1444"/>
                  </a:lnTo>
                  <a:lnTo>
                    <a:pt x="5964" y="1361"/>
                  </a:lnTo>
                  <a:lnTo>
                    <a:pt x="5901" y="1298"/>
                  </a:lnTo>
                  <a:lnTo>
                    <a:pt x="5943" y="1193"/>
                  </a:lnTo>
                  <a:lnTo>
                    <a:pt x="5984" y="1089"/>
                  </a:lnTo>
                  <a:lnTo>
                    <a:pt x="5984" y="1005"/>
                  </a:lnTo>
                  <a:lnTo>
                    <a:pt x="5984" y="921"/>
                  </a:lnTo>
                  <a:lnTo>
                    <a:pt x="5964" y="837"/>
                  </a:lnTo>
                  <a:lnTo>
                    <a:pt x="5315" y="796"/>
                  </a:lnTo>
                  <a:lnTo>
                    <a:pt x="5273" y="733"/>
                  </a:lnTo>
                  <a:lnTo>
                    <a:pt x="5315" y="691"/>
                  </a:lnTo>
                  <a:lnTo>
                    <a:pt x="5336" y="607"/>
                  </a:lnTo>
                  <a:lnTo>
                    <a:pt x="5147" y="586"/>
                  </a:lnTo>
                  <a:lnTo>
                    <a:pt x="5147" y="628"/>
                  </a:lnTo>
                  <a:lnTo>
                    <a:pt x="4583" y="670"/>
                  </a:lnTo>
                  <a:lnTo>
                    <a:pt x="4583" y="817"/>
                  </a:lnTo>
                  <a:lnTo>
                    <a:pt x="4520" y="921"/>
                  </a:lnTo>
                  <a:lnTo>
                    <a:pt x="4478" y="942"/>
                  </a:lnTo>
                  <a:lnTo>
                    <a:pt x="4499" y="1047"/>
                  </a:lnTo>
                  <a:lnTo>
                    <a:pt x="4499" y="1214"/>
                  </a:lnTo>
                  <a:lnTo>
                    <a:pt x="4059" y="1235"/>
                  </a:lnTo>
                  <a:lnTo>
                    <a:pt x="3976" y="1298"/>
                  </a:lnTo>
                  <a:lnTo>
                    <a:pt x="3787" y="1256"/>
                  </a:lnTo>
                  <a:lnTo>
                    <a:pt x="3704" y="1235"/>
                  </a:lnTo>
                  <a:lnTo>
                    <a:pt x="3599" y="1256"/>
                  </a:lnTo>
                  <a:lnTo>
                    <a:pt x="3453" y="1256"/>
                  </a:lnTo>
                  <a:lnTo>
                    <a:pt x="3390" y="1235"/>
                  </a:lnTo>
                  <a:lnTo>
                    <a:pt x="3369" y="1026"/>
                  </a:lnTo>
                  <a:lnTo>
                    <a:pt x="3285" y="921"/>
                  </a:lnTo>
                  <a:lnTo>
                    <a:pt x="3243" y="837"/>
                  </a:lnTo>
                  <a:lnTo>
                    <a:pt x="3181" y="817"/>
                  </a:lnTo>
                  <a:lnTo>
                    <a:pt x="3181" y="733"/>
                  </a:lnTo>
                  <a:lnTo>
                    <a:pt x="3160" y="691"/>
                  </a:lnTo>
                  <a:lnTo>
                    <a:pt x="3139" y="565"/>
                  </a:lnTo>
                  <a:lnTo>
                    <a:pt x="3076" y="461"/>
                  </a:lnTo>
                  <a:lnTo>
                    <a:pt x="3076" y="377"/>
                  </a:lnTo>
                  <a:lnTo>
                    <a:pt x="3118" y="314"/>
                  </a:lnTo>
                  <a:lnTo>
                    <a:pt x="3076" y="252"/>
                  </a:lnTo>
                  <a:lnTo>
                    <a:pt x="3034" y="189"/>
                  </a:lnTo>
                  <a:lnTo>
                    <a:pt x="3034" y="105"/>
                  </a:lnTo>
                  <a:lnTo>
                    <a:pt x="3034" y="84"/>
                  </a:lnTo>
                  <a:lnTo>
                    <a:pt x="3034" y="0"/>
                  </a:lnTo>
                  <a:lnTo>
                    <a:pt x="2030" y="0"/>
                  </a:lnTo>
                  <a:lnTo>
                    <a:pt x="1821" y="42"/>
                  </a:lnTo>
                  <a:lnTo>
                    <a:pt x="1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2371;p45"/>
            <p:cNvSpPr/>
            <p:nvPr/>
          </p:nvSpPr>
          <p:spPr>
            <a:xfrm>
              <a:off x="3916754" y="3249086"/>
              <a:ext cx="53834" cy="46889"/>
            </a:xfrm>
            <a:custGeom>
              <a:avLst/>
              <a:gdLst/>
              <a:ahLst/>
              <a:cxnLst/>
              <a:rect l="l" t="t" r="r" b="b"/>
              <a:pathLst>
                <a:path w="4521" h="4123" extrusionOk="0">
                  <a:moveTo>
                    <a:pt x="2679" y="1"/>
                  </a:moveTo>
                  <a:lnTo>
                    <a:pt x="2533" y="43"/>
                  </a:lnTo>
                  <a:lnTo>
                    <a:pt x="2470" y="63"/>
                  </a:lnTo>
                  <a:lnTo>
                    <a:pt x="2386" y="105"/>
                  </a:lnTo>
                  <a:lnTo>
                    <a:pt x="2219" y="210"/>
                  </a:lnTo>
                  <a:lnTo>
                    <a:pt x="2177" y="273"/>
                  </a:lnTo>
                  <a:lnTo>
                    <a:pt x="2177" y="335"/>
                  </a:lnTo>
                  <a:lnTo>
                    <a:pt x="2156" y="377"/>
                  </a:lnTo>
                  <a:lnTo>
                    <a:pt x="2177" y="440"/>
                  </a:lnTo>
                  <a:lnTo>
                    <a:pt x="2156" y="482"/>
                  </a:lnTo>
                  <a:lnTo>
                    <a:pt x="2114" y="524"/>
                  </a:lnTo>
                  <a:lnTo>
                    <a:pt x="1905" y="587"/>
                  </a:lnTo>
                  <a:lnTo>
                    <a:pt x="1570" y="838"/>
                  </a:lnTo>
                  <a:lnTo>
                    <a:pt x="1319" y="1152"/>
                  </a:lnTo>
                  <a:lnTo>
                    <a:pt x="1131" y="1403"/>
                  </a:lnTo>
                  <a:lnTo>
                    <a:pt x="963" y="1465"/>
                  </a:lnTo>
                  <a:lnTo>
                    <a:pt x="859" y="1424"/>
                  </a:lnTo>
                  <a:lnTo>
                    <a:pt x="796" y="1361"/>
                  </a:lnTo>
                  <a:lnTo>
                    <a:pt x="754" y="1361"/>
                  </a:lnTo>
                  <a:lnTo>
                    <a:pt x="733" y="1319"/>
                  </a:lnTo>
                  <a:lnTo>
                    <a:pt x="712" y="1361"/>
                  </a:lnTo>
                  <a:lnTo>
                    <a:pt x="650" y="1298"/>
                  </a:lnTo>
                  <a:lnTo>
                    <a:pt x="524" y="1319"/>
                  </a:lnTo>
                  <a:lnTo>
                    <a:pt x="419" y="1403"/>
                  </a:lnTo>
                  <a:lnTo>
                    <a:pt x="378" y="1403"/>
                  </a:lnTo>
                  <a:lnTo>
                    <a:pt x="315" y="1361"/>
                  </a:lnTo>
                  <a:lnTo>
                    <a:pt x="210" y="1298"/>
                  </a:lnTo>
                  <a:lnTo>
                    <a:pt x="64" y="1277"/>
                  </a:lnTo>
                  <a:lnTo>
                    <a:pt x="1" y="1277"/>
                  </a:lnTo>
                  <a:lnTo>
                    <a:pt x="22" y="1319"/>
                  </a:lnTo>
                  <a:lnTo>
                    <a:pt x="22" y="1382"/>
                  </a:lnTo>
                  <a:lnTo>
                    <a:pt x="22" y="1424"/>
                  </a:lnTo>
                  <a:lnTo>
                    <a:pt x="22" y="1486"/>
                  </a:lnTo>
                  <a:lnTo>
                    <a:pt x="106" y="1570"/>
                  </a:lnTo>
                  <a:lnTo>
                    <a:pt x="168" y="1591"/>
                  </a:lnTo>
                  <a:lnTo>
                    <a:pt x="231" y="1633"/>
                  </a:lnTo>
                  <a:lnTo>
                    <a:pt x="294" y="1716"/>
                  </a:lnTo>
                  <a:lnTo>
                    <a:pt x="294" y="1779"/>
                  </a:lnTo>
                  <a:lnTo>
                    <a:pt x="315" y="1800"/>
                  </a:lnTo>
                  <a:lnTo>
                    <a:pt x="378" y="1884"/>
                  </a:lnTo>
                  <a:lnTo>
                    <a:pt x="398" y="1988"/>
                  </a:lnTo>
                  <a:lnTo>
                    <a:pt x="440" y="2030"/>
                  </a:lnTo>
                  <a:lnTo>
                    <a:pt x="503" y="2114"/>
                  </a:lnTo>
                  <a:lnTo>
                    <a:pt x="545" y="2156"/>
                  </a:lnTo>
                  <a:lnTo>
                    <a:pt x="587" y="2156"/>
                  </a:lnTo>
                  <a:lnTo>
                    <a:pt x="629" y="2240"/>
                  </a:lnTo>
                  <a:lnTo>
                    <a:pt x="796" y="2512"/>
                  </a:lnTo>
                  <a:lnTo>
                    <a:pt x="901" y="2574"/>
                  </a:lnTo>
                  <a:lnTo>
                    <a:pt x="1005" y="2637"/>
                  </a:lnTo>
                  <a:lnTo>
                    <a:pt x="1047" y="2679"/>
                  </a:lnTo>
                  <a:lnTo>
                    <a:pt x="1131" y="2742"/>
                  </a:lnTo>
                  <a:lnTo>
                    <a:pt x="1131" y="2763"/>
                  </a:lnTo>
                  <a:lnTo>
                    <a:pt x="1131" y="2825"/>
                  </a:lnTo>
                  <a:lnTo>
                    <a:pt x="1152" y="2867"/>
                  </a:lnTo>
                  <a:lnTo>
                    <a:pt x="1256" y="2888"/>
                  </a:lnTo>
                  <a:lnTo>
                    <a:pt x="1340" y="2972"/>
                  </a:lnTo>
                  <a:lnTo>
                    <a:pt x="1319" y="3056"/>
                  </a:lnTo>
                  <a:lnTo>
                    <a:pt x="1340" y="3181"/>
                  </a:lnTo>
                  <a:lnTo>
                    <a:pt x="1340" y="3265"/>
                  </a:lnTo>
                  <a:lnTo>
                    <a:pt x="1382" y="3369"/>
                  </a:lnTo>
                  <a:lnTo>
                    <a:pt x="1487" y="3453"/>
                  </a:lnTo>
                  <a:lnTo>
                    <a:pt x="1549" y="3558"/>
                  </a:lnTo>
                  <a:lnTo>
                    <a:pt x="1675" y="3579"/>
                  </a:lnTo>
                  <a:lnTo>
                    <a:pt x="1759" y="3558"/>
                  </a:lnTo>
                  <a:lnTo>
                    <a:pt x="1884" y="3600"/>
                  </a:lnTo>
                  <a:lnTo>
                    <a:pt x="1968" y="3600"/>
                  </a:lnTo>
                  <a:lnTo>
                    <a:pt x="2093" y="3683"/>
                  </a:lnTo>
                  <a:lnTo>
                    <a:pt x="2156" y="3683"/>
                  </a:lnTo>
                  <a:lnTo>
                    <a:pt x="2198" y="3725"/>
                  </a:lnTo>
                  <a:lnTo>
                    <a:pt x="2198" y="3788"/>
                  </a:lnTo>
                  <a:lnTo>
                    <a:pt x="2261" y="3830"/>
                  </a:lnTo>
                  <a:lnTo>
                    <a:pt x="2303" y="3893"/>
                  </a:lnTo>
                  <a:lnTo>
                    <a:pt x="2491" y="3872"/>
                  </a:lnTo>
                  <a:lnTo>
                    <a:pt x="2616" y="3893"/>
                  </a:lnTo>
                  <a:lnTo>
                    <a:pt x="2679" y="3976"/>
                  </a:lnTo>
                  <a:lnTo>
                    <a:pt x="2742" y="3976"/>
                  </a:lnTo>
                  <a:lnTo>
                    <a:pt x="2888" y="4018"/>
                  </a:lnTo>
                  <a:lnTo>
                    <a:pt x="2909" y="4039"/>
                  </a:lnTo>
                  <a:lnTo>
                    <a:pt x="3014" y="4018"/>
                  </a:lnTo>
                  <a:lnTo>
                    <a:pt x="3160" y="3997"/>
                  </a:lnTo>
                  <a:lnTo>
                    <a:pt x="3349" y="4039"/>
                  </a:lnTo>
                  <a:lnTo>
                    <a:pt x="3453" y="4123"/>
                  </a:lnTo>
                  <a:lnTo>
                    <a:pt x="4081" y="3474"/>
                  </a:lnTo>
                  <a:lnTo>
                    <a:pt x="4081" y="3286"/>
                  </a:lnTo>
                  <a:lnTo>
                    <a:pt x="4102" y="3202"/>
                  </a:lnTo>
                  <a:lnTo>
                    <a:pt x="4144" y="3056"/>
                  </a:lnTo>
                  <a:lnTo>
                    <a:pt x="4165" y="2972"/>
                  </a:lnTo>
                  <a:lnTo>
                    <a:pt x="4144" y="2867"/>
                  </a:lnTo>
                  <a:lnTo>
                    <a:pt x="4165" y="2784"/>
                  </a:lnTo>
                  <a:lnTo>
                    <a:pt x="4248" y="2784"/>
                  </a:lnTo>
                  <a:lnTo>
                    <a:pt x="4269" y="2742"/>
                  </a:lnTo>
                  <a:lnTo>
                    <a:pt x="4374" y="2637"/>
                  </a:lnTo>
                  <a:lnTo>
                    <a:pt x="4458" y="2532"/>
                  </a:lnTo>
                  <a:lnTo>
                    <a:pt x="4416" y="2449"/>
                  </a:lnTo>
                  <a:lnTo>
                    <a:pt x="4374" y="2407"/>
                  </a:lnTo>
                  <a:lnTo>
                    <a:pt x="4374" y="2302"/>
                  </a:lnTo>
                  <a:lnTo>
                    <a:pt x="4416" y="2240"/>
                  </a:lnTo>
                  <a:lnTo>
                    <a:pt x="4395" y="2135"/>
                  </a:lnTo>
                  <a:lnTo>
                    <a:pt x="4290" y="2051"/>
                  </a:lnTo>
                  <a:lnTo>
                    <a:pt x="4290" y="2009"/>
                  </a:lnTo>
                  <a:lnTo>
                    <a:pt x="4374" y="1988"/>
                  </a:lnTo>
                  <a:lnTo>
                    <a:pt x="4374" y="1842"/>
                  </a:lnTo>
                  <a:lnTo>
                    <a:pt x="4374" y="1737"/>
                  </a:lnTo>
                  <a:lnTo>
                    <a:pt x="4479" y="1696"/>
                  </a:lnTo>
                  <a:lnTo>
                    <a:pt x="4500" y="1612"/>
                  </a:lnTo>
                  <a:lnTo>
                    <a:pt x="4416" y="1612"/>
                  </a:lnTo>
                  <a:lnTo>
                    <a:pt x="4374" y="1570"/>
                  </a:lnTo>
                  <a:lnTo>
                    <a:pt x="4416" y="1465"/>
                  </a:lnTo>
                  <a:lnTo>
                    <a:pt x="4458" y="1298"/>
                  </a:lnTo>
                  <a:lnTo>
                    <a:pt x="4500" y="1214"/>
                  </a:lnTo>
                  <a:lnTo>
                    <a:pt x="4500" y="1152"/>
                  </a:lnTo>
                  <a:lnTo>
                    <a:pt x="4479" y="1068"/>
                  </a:lnTo>
                  <a:lnTo>
                    <a:pt x="4500" y="984"/>
                  </a:lnTo>
                  <a:lnTo>
                    <a:pt x="4479" y="900"/>
                  </a:lnTo>
                  <a:lnTo>
                    <a:pt x="4520" y="796"/>
                  </a:lnTo>
                  <a:lnTo>
                    <a:pt x="4520" y="733"/>
                  </a:lnTo>
                  <a:lnTo>
                    <a:pt x="4395" y="691"/>
                  </a:lnTo>
                  <a:lnTo>
                    <a:pt x="4353" y="628"/>
                  </a:lnTo>
                  <a:lnTo>
                    <a:pt x="4248" y="545"/>
                  </a:lnTo>
                  <a:lnTo>
                    <a:pt x="4060" y="545"/>
                  </a:lnTo>
                  <a:lnTo>
                    <a:pt x="3956" y="524"/>
                  </a:lnTo>
                  <a:lnTo>
                    <a:pt x="3851" y="377"/>
                  </a:lnTo>
                  <a:lnTo>
                    <a:pt x="3683" y="273"/>
                  </a:lnTo>
                  <a:lnTo>
                    <a:pt x="3537" y="252"/>
                  </a:lnTo>
                  <a:lnTo>
                    <a:pt x="3474" y="315"/>
                  </a:lnTo>
                  <a:lnTo>
                    <a:pt x="3432" y="335"/>
                  </a:lnTo>
                  <a:lnTo>
                    <a:pt x="3411" y="252"/>
                  </a:lnTo>
                  <a:lnTo>
                    <a:pt x="3328" y="252"/>
                  </a:lnTo>
                  <a:lnTo>
                    <a:pt x="3119" y="231"/>
                  </a:lnTo>
                  <a:lnTo>
                    <a:pt x="3098" y="43"/>
                  </a:lnTo>
                  <a:lnTo>
                    <a:pt x="3035" y="43"/>
                  </a:lnTo>
                  <a:lnTo>
                    <a:pt x="2909" y="22"/>
                  </a:lnTo>
                  <a:lnTo>
                    <a:pt x="2847" y="43"/>
                  </a:lnTo>
                  <a:lnTo>
                    <a:pt x="282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" name="Google Shape;2372;p45"/>
            <p:cNvSpPr/>
            <p:nvPr/>
          </p:nvSpPr>
          <p:spPr>
            <a:xfrm>
              <a:off x="3879638" y="3263609"/>
              <a:ext cx="64539" cy="61639"/>
            </a:xfrm>
            <a:custGeom>
              <a:avLst/>
              <a:gdLst/>
              <a:ahLst/>
              <a:cxnLst/>
              <a:rect l="l" t="t" r="r" b="b"/>
              <a:pathLst>
                <a:path w="5420" h="5420" extrusionOk="0">
                  <a:moveTo>
                    <a:pt x="3118" y="0"/>
                  </a:moveTo>
                  <a:lnTo>
                    <a:pt x="3013" y="21"/>
                  </a:lnTo>
                  <a:lnTo>
                    <a:pt x="2825" y="105"/>
                  </a:lnTo>
                  <a:lnTo>
                    <a:pt x="2762" y="147"/>
                  </a:lnTo>
                  <a:lnTo>
                    <a:pt x="2679" y="126"/>
                  </a:lnTo>
                  <a:lnTo>
                    <a:pt x="2658" y="105"/>
                  </a:lnTo>
                  <a:lnTo>
                    <a:pt x="2511" y="105"/>
                  </a:lnTo>
                  <a:lnTo>
                    <a:pt x="2407" y="230"/>
                  </a:lnTo>
                  <a:lnTo>
                    <a:pt x="2281" y="356"/>
                  </a:lnTo>
                  <a:lnTo>
                    <a:pt x="2093" y="502"/>
                  </a:lnTo>
                  <a:lnTo>
                    <a:pt x="2051" y="502"/>
                  </a:lnTo>
                  <a:lnTo>
                    <a:pt x="2072" y="419"/>
                  </a:lnTo>
                  <a:lnTo>
                    <a:pt x="2093" y="356"/>
                  </a:lnTo>
                  <a:lnTo>
                    <a:pt x="2051" y="335"/>
                  </a:lnTo>
                  <a:lnTo>
                    <a:pt x="2030" y="251"/>
                  </a:lnTo>
                  <a:lnTo>
                    <a:pt x="1988" y="230"/>
                  </a:lnTo>
                  <a:lnTo>
                    <a:pt x="1883" y="230"/>
                  </a:lnTo>
                  <a:lnTo>
                    <a:pt x="1716" y="293"/>
                  </a:lnTo>
                  <a:lnTo>
                    <a:pt x="1151" y="419"/>
                  </a:lnTo>
                  <a:lnTo>
                    <a:pt x="733" y="419"/>
                  </a:lnTo>
                  <a:lnTo>
                    <a:pt x="628" y="2490"/>
                  </a:lnTo>
                  <a:lnTo>
                    <a:pt x="105" y="2490"/>
                  </a:lnTo>
                  <a:lnTo>
                    <a:pt x="0" y="4310"/>
                  </a:lnTo>
                  <a:lnTo>
                    <a:pt x="210" y="4436"/>
                  </a:lnTo>
                  <a:lnTo>
                    <a:pt x="272" y="4624"/>
                  </a:lnTo>
                  <a:lnTo>
                    <a:pt x="419" y="4938"/>
                  </a:lnTo>
                  <a:lnTo>
                    <a:pt x="398" y="5105"/>
                  </a:lnTo>
                  <a:lnTo>
                    <a:pt x="314" y="5273"/>
                  </a:lnTo>
                  <a:lnTo>
                    <a:pt x="314" y="5377"/>
                  </a:lnTo>
                  <a:lnTo>
                    <a:pt x="482" y="5357"/>
                  </a:lnTo>
                  <a:lnTo>
                    <a:pt x="628" y="5419"/>
                  </a:lnTo>
                  <a:lnTo>
                    <a:pt x="712" y="5357"/>
                  </a:lnTo>
                  <a:lnTo>
                    <a:pt x="879" y="5377"/>
                  </a:lnTo>
                  <a:lnTo>
                    <a:pt x="942" y="5294"/>
                  </a:lnTo>
                  <a:lnTo>
                    <a:pt x="1088" y="5273"/>
                  </a:lnTo>
                  <a:lnTo>
                    <a:pt x="1193" y="5210"/>
                  </a:lnTo>
                  <a:lnTo>
                    <a:pt x="1235" y="5126"/>
                  </a:lnTo>
                  <a:lnTo>
                    <a:pt x="1423" y="5043"/>
                  </a:lnTo>
                  <a:lnTo>
                    <a:pt x="1528" y="4938"/>
                  </a:lnTo>
                  <a:lnTo>
                    <a:pt x="1611" y="4708"/>
                  </a:lnTo>
                  <a:lnTo>
                    <a:pt x="1758" y="4582"/>
                  </a:lnTo>
                  <a:lnTo>
                    <a:pt x="1925" y="4540"/>
                  </a:lnTo>
                  <a:lnTo>
                    <a:pt x="2093" y="4603"/>
                  </a:lnTo>
                  <a:lnTo>
                    <a:pt x="2155" y="4645"/>
                  </a:lnTo>
                  <a:lnTo>
                    <a:pt x="2239" y="4687"/>
                  </a:lnTo>
                  <a:lnTo>
                    <a:pt x="2448" y="4771"/>
                  </a:lnTo>
                  <a:lnTo>
                    <a:pt x="2511" y="4771"/>
                  </a:lnTo>
                  <a:lnTo>
                    <a:pt x="2616" y="4812"/>
                  </a:lnTo>
                  <a:lnTo>
                    <a:pt x="2762" y="4771"/>
                  </a:lnTo>
                  <a:lnTo>
                    <a:pt x="2888" y="4771"/>
                  </a:lnTo>
                  <a:lnTo>
                    <a:pt x="2992" y="4750"/>
                  </a:lnTo>
                  <a:lnTo>
                    <a:pt x="3013" y="4812"/>
                  </a:lnTo>
                  <a:lnTo>
                    <a:pt x="3097" y="4854"/>
                  </a:lnTo>
                  <a:lnTo>
                    <a:pt x="3223" y="4750"/>
                  </a:lnTo>
                  <a:lnTo>
                    <a:pt x="3202" y="4729"/>
                  </a:lnTo>
                  <a:lnTo>
                    <a:pt x="3223" y="4624"/>
                  </a:lnTo>
                  <a:lnTo>
                    <a:pt x="3223" y="4540"/>
                  </a:lnTo>
                  <a:lnTo>
                    <a:pt x="3285" y="4499"/>
                  </a:lnTo>
                  <a:lnTo>
                    <a:pt x="3285" y="4331"/>
                  </a:lnTo>
                  <a:lnTo>
                    <a:pt x="3327" y="4227"/>
                  </a:lnTo>
                  <a:lnTo>
                    <a:pt x="3432" y="4206"/>
                  </a:lnTo>
                  <a:lnTo>
                    <a:pt x="3515" y="4164"/>
                  </a:lnTo>
                  <a:lnTo>
                    <a:pt x="3599" y="4164"/>
                  </a:lnTo>
                  <a:lnTo>
                    <a:pt x="3641" y="4101"/>
                  </a:lnTo>
                  <a:lnTo>
                    <a:pt x="3662" y="4080"/>
                  </a:lnTo>
                  <a:lnTo>
                    <a:pt x="3704" y="3996"/>
                  </a:lnTo>
                  <a:lnTo>
                    <a:pt x="3767" y="3955"/>
                  </a:lnTo>
                  <a:lnTo>
                    <a:pt x="3850" y="3913"/>
                  </a:lnTo>
                  <a:lnTo>
                    <a:pt x="3871" y="3871"/>
                  </a:lnTo>
                  <a:lnTo>
                    <a:pt x="3955" y="3850"/>
                  </a:lnTo>
                  <a:lnTo>
                    <a:pt x="3955" y="3766"/>
                  </a:lnTo>
                  <a:lnTo>
                    <a:pt x="3934" y="3704"/>
                  </a:lnTo>
                  <a:lnTo>
                    <a:pt x="3955" y="3578"/>
                  </a:lnTo>
                  <a:lnTo>
                    <a:pt x="4080" y="3369"/>
                  </a:lnTo>
                  <a:lnTo>
                    <a:pt x="4185" y="3327"/>
                  </a:lnTo>
                  <a:lnTo>
                    <a:pt x="4248" y="3327"/>
                  </a:lnTo>
                  <a:lnTo>
                    <a:pt x="4290" y="3264"/>
                  </a:lnTo>
                  <a:lnTo>
                    <a:pt x="4373" y="3243"/>
                  </a:lnTo>
                  <a:lnTo>
                    <a:pt x="4394" y="3180"/>
                  </a:lnTo>
                  <a:lnTo>
                    <a:pt x="4457" y="3139"/>
                  </a:lnTo>
                  <a:lnTo>
                    <a:pt x="4541" y="3076"/>
                  </a:lnTo>
                  <a:lnTo>
                    <a:pt x="4645" y="2971"/>
                  </a:lnTo>
                  <a:lnTo>
                    <a:pt x="4771" y="2950"/>
                  </a:lnTo>
                  <a:lnTo>
                    <a:pt x="4792" y="2971"/>
                  </a:lnTo>
                  <a:lnTo>
                    <a:pt x="4855" y="2950"/>
                  </a:lnTo>
                  <a:lnTo>
                    <a:pt x="4959" y="2950"/>
                  </a:lnTo>
                  <a:lnTo>
                    <a:pt x="5022" y="2867"/>
                  </a:lnTo>
                  <a:lnTo>
                    <a:pt x="5106" y="2867"/>
                  </a:lnTo>
                  <a:lnTo>
                    <a:pt x="5127" y="2762"/>
                  </a:lnTo>
                  <a:lnTo>
                    <a:pt x="5127" y="2720"/>
                  </a:lnTo>
                  <a:lnTo>
                    <a:pt x="5189" y="2657"/>
                  </a:lnTo>
                  <a:lnTo>
                    <a:pt x="5294" y="2657"/>
                  </a:lnTo>
                  <a:lnTo>
                    <a:pt x="5336" y="2616"/>
                  </a:lnTo>
                  <a:lnTo>
                    <a:pt x="5420" y="2616"/>
                  </a:lnTo>
                  <a:lnTo>
                    <a:pt x="5378" y="2553"/>
                  </a:lnTo>
                  <a:lnTo>
                    <a:pt x="5315" y="2511"/>
                  </a:lnTo>
                  <a:lnTo>
                    <a:pt x="5315" y="2448"/>
                  </a:lnTo>
                  <a:lnTo>
                    <a:pt x="5273" y="2406"/>
                  </a:lnTo>
                  <a:lnTo>
                    <a:pt x="5210" y="2406"/>
                  </a:lnTo>
                  <a:lnTo>
                    <a:pt x="5085" y="2323"/>
                  </a:lnTo>
                  <a:lnTo>
                    <a:pt x="5001" y="2323"/>
                  </a:lnTo>
                  <a:lnTo>
                    <a:pt x="4876" y="2281"/>
                  </a:lnTo>
                  <a:lnTo>
                    <a:pt x="4792" y="2302"/>
                  </a:lnTo>
                  <a:lnTo>
                    <a:pt x="4666" y="2281"/>
                  </a:lnTo>
                  <a:lnTo>
                    <a:pt x="4604" y="2176"/>
                  </a:lnTo>
                  <a:lnTo>
                    <a:pt x="4499" y="2092"/>
                  </a:lnTo>
                  <a:lnTo>
                    <a:pt x="4457" y="1988"/>
                  </a:lnTo>
                  <a:lnTo>
                    <a:pt x="4457" y="1904"/>
                  </a:lnTo>
                  <a:lnTo>
                    <a:pt x="4436" y="1779"/>
                  </a:lnTo>
                  <a:lnTo>
                    <a:pt x="4457" y="1695"/>
                  </a:lnTo>
                  <a:lnTo>
                    <a:pt x="4373" y="1611"/>
                  </a:lnTo>
                  <a:lnTo>
                    <a:pt x="4269" y="1590"/>
                  </a:lnTo>
                  <a:lnTo>
                    <a:pt x="4248" y="1548"/>
                  </a:lnTo>
                  <a:lnTo>
                    <a:pt x="4248" y="1486"/>
                  </a:lnTo>
                  <a:lnTo>
                    <a:pt x="4248" y="1465"/>
                  </a:lnTo>
                  <a:lnTo>
                    <a:pt x="4164" y="1402"/>
                  </a:lnTo>
                  <a:lnTo>
                    <a:pt x="4122" y="1360"/>
                  </a:lnTo>
                  <a:lnTo>
                    <a:pt x="4018" y="1297"/>
                  </a:lnTo>
                  <a:lnTo>
                    <a:pt x="3913" y="1235"/>
                  </a:lnTo>
                  <a:lnTo>
                    <a:pt x="3746" y="963"/>
                  </a:lnTo>
                  <a:lnTo>
                    <a:pt x="3704" y="879"/>
                  </a:lnTo>
                  <a:lnTo>
                    <a:pt x="3662" y="879"/>
                  </a:lnTo>
                  <a:lnTo>
                    <a:pt x="3620" y="837"/>
                  </a:lnTo>
                  <a:lnTo>
                    <a:pt x="3557" y="753"/>
                  </a:lnTo>
                  <a:lnTo>
                    <a:pt x="3515" y="711"/>
                  </a:lnTo>
                  <a:lnTo>
                    <a:pt x="3495" y="607"/>
                  </a:lnTo>
                  <a:lnTo>
                    <a:pt x="3432" y="523"/>
                  </a:lnTo>
                  <a:lnTo>
                    <a:pt x="3411" y="502"/>
                  </a:lnTo>
                  <a:lnTo>
                    <a:pt x="3411" y="439"/>
                  </a:lnTo>
                  <a:lnTo>
                    <a:pt x="3348" y="356"/>
                  </a:lnTo>
                  <a:lnTo>
                    <a:pt x="3285" y="314"/>
                  </a:lnTo>
                  <a:lnTo>
                    <a:pt x="3223" y="293"/>
                  </a:lnTo>
                  <a:lnTo>
                    <a:pt x="3139" y="209"/>
                  </a:lnTo>
                  <a:lnTo>
                    <a:pt x="3139" y="147"/>
                  </a:lnTo>
                  <a:lnTo>
                    <a:pt x="3139" y="105"/>
                  </a:lnTo>
                  <a:lnTo>
                    <a:pt x="3139" y="42"/>
                  </a:lnTo>
                  <a:lnTo>
                    <a:pt x="31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3" name="Google Shape;2373;p45"/>
            <p:cNvSpPr/>
            <p:nvPr/>
          </p:nvSpPr>
          <p:spPr>
            <a:xfrm>
              <a:off x="3824578" y="3257889"/>
              <a:ext cx="92188" cy="82826"/>
            </a:xfrm>
            <a:custGeom>
              <a:avLst/>
              <a:gdLst/>
              <a:ahLst/>
              <a:cxnLst/>
              <a:rect l="l" t="t" r="r" b="b"/>
              <a:pathLst>
                <a:path w="7742" h="7283" extrusionOk="0">
                  <a:moveTo>
                    <a:pt x="691" y="1"/>
                  </a:moveTo>
                  <a:lnTo>
                    <a:pt x="502" y="126"/>
                  </a:lnTo>
                  <a:lnTo>
                    <a:pt x="502" y="210"/>
                  </a:lnTo>
                  <a:lnTo>
                    <a:pt x="440" y="231"/>
                  </a:lnTo>
                  <a:lnTo>
                    <a:pt x="377" y="189"/>
                  </a:lnTo>
                  <a:lnTo>
                    <a:pt x="189" y="189"/>
                  </a:lnTo>
                  <a:lnTo>
                    <a:pt x="168" y="273"/>
                  </a:lnTo>
                  <a:lnTo>
                    <a:pt x="105" y="294"/>
                  </a:lnTo>
                  <a:lnTo>
                    <a:pt x="84" y="273"/>
                  </a:lnTo>
                  <a:lnTo>
                    <a:pt x="0" y="231"/>
                  </a:lnTo>
                  <a:lnTo>
                    <a:pt x="21" y="733"/>
                  </a:lnTo>
                  <a:lnTo>
                    <a:pt x="377" y="1068"/>
                  </a:lnTo>
                  <a:lnTo>
                    <a:pt x="544" y="1382"/>
                  </a:lnTo>
                  <a:lnTo>
                    <a:pt x="837" y="2051"/>
                  </a:lnTo>
                  <a:lnTo>
                    <a:pt x="858" y="2302"/>
                  </a:lnTo>
                  <a:lnTo>
                    <a:pt x="1151" y="2700"/>
                  </a:lnTo>
                  <a:lnTo>
                    <a:pt x="1151" y="2847"/>
                  </a:lnTo>
                  <a:lnTo>
                    <a:pt x="1465" y="3307"/>
                  </a:lnTo>
                  <a:lnTo>
                    <a:pt x="1465" y="3537"/>
                  </a:lnTo>
                  <a:lnTo>
                    <a:pt x="1381" y="3579"/>
                  </a:lnTo>
                  <a:lnTo>
                    <a:pt x="1465" y="3872"/>
                  </a:lnTo>
                  <a:lnTo>
                    <a:pt x="1486" y="4311"/>
                  </a:lnTo>
                  <a:lnTo>
                    <a:pt x="1674" y="4751"/>
                  </a:lnTo>
                  <a:lnTo>
                    <a:pt x="1653" y="5023"/>
                  </a:lnTo>
                  <a:lnTo>
                    <a:pt x="1695" y="5190"/>
                  </a:lnTo>
                  <a:lnTo>
                    <a:pt x="1632" y="5232"/>
                  </a:lnTo>
                  <a:lnTo>
                    <a:pt x="1674" y="5315"/>
                  </a:lnTo>
                  <a:lnTo>
                    <a:pt x="1737" y="5629"/>
                  </a:lnTo>
                  <a:lnTo>
                    <a:pt x="1800" y="5650"/>
                  </a:lnTo>
                  <a:lnTo>
                    <a:pt x="1862" y="5755"/>
                  </a:lnTo>
                  <a:lnTo>
                    <a:pt x="1800" y="5797"/>
                  </a:lnTo>
                  <a:lnTo>
                    <a:pt x="1800" y="5943"/>
                  </a:lnTo>
                  <a:lnTo>
                    <a:pt x="1883" y="6027"/>
                  </a:lnTo>
                  <a:lnTo>
                    <a:pt x="1904" y="6257"/>
                  </a:lnTo>
                  <a:lnTo>
                    <a:pt x="2009" y="6383"/>
                  </a:lnTo>
                  <a:lnTo>
                    <a:pt x="2155" y="6676"/>
                  </a:lnTo>
                  <a:lnTo>
                    <a:pt x="2281" y="6801"/>
                  </a:lnTo>
                  <a:lnTo>
                    <a:pt x="2302" y="6885"/>
                  </a:lnTo>
                  <a:lnTo>
                    <a:pt x="2511" y="7031"/>
                  </a:lnTo>
                  <a:lnTo>
                    <a:pt x="2595" y="6989"/>
                  </a:lnTo>
                  <a:lnTo>
                    <a:pt x="2720" y="6968"/>
                  </a:lnTo>
                  <a:lnTo>
                    <a:pt x="2720" y="6885"/>
                  </a:lnTo>
                  <a:lnTo>
                    <a:pt x="2678" y="6843"/>
                  </a:lnTo>
                  <a:lnTo>
                    <a:pt x="2720" y="6759"/>
                  </a:lnTo>
                  <a:lnTo>
                    <a:pt x="2888" y="6696"/>
                  </a:lnTo>
                  <a:lnTo>
                    <a:pt x="2930" y="6801"/>
                  </a:lnTo>
                  <a:lnTo>
                    <a:pt x="3055" y="6822"/>
                  </a:lnTo>
                  <a:lnTo>
                    <a:pt x="3013" y="6927"/>
                  </a:lnTo>
                  <a:lnTo>
                    <a:pt x="3097" y="7115"/>
                  </a:lnTo>
                  <a:lnTo>
                    <a:pt x="3264" y="7136"/>
                  </a:lnTo>
                  <a:lnTo>
                    <a:pt x="3411" y="7220"/>
                  </a:lnTo>
                  <a:lnTo>
                    <a:pt x="3515" y="7199"/>
                  </a:lnTo>
                  <a:lnTo>
                    <a:pt x="3557" y="7220"/>
                  </a:lnTo>
                  <a:lnTo>
                    <a:pt x="3662" y="7240"/>
                  </a:lnTo>
                  <a:lnTo>
                    <a:pt x="3725" y="7199"/>
                  </a:lnTo>
                  <a:lnTo>
                    <a:pt x="3787" y="7199"/>
                  </a:lnTo>
                  <a:lnTo>
                    <a:pt x="3850" y="7282"/>
                  </a:lnTo>
                  <a:lnTo>
                    <a:pt x="3976" y="7282"/>
                  </a:lnTo>
                  <a:lnTo>
                    <a:pt x="3997" y="7178"/>
                  </a:lnTo>
                  <a:lnTo>
                    <a:pt x="4038" y="7115"/>
                  </a:lnTo>
                  <a:lnTo>
                    <a:pt x="4101" y="7094"/>
                  </a:lnTo>
                  <a:lnTo>
                    <a:pt x="4164" y="6968"/>
                  </a:lnTo>
                  <a:lnTo>
                    <a:pt x="4310" y="6885"/>
                  </a:lnTo>
                  <a:lnTo>
                    <a:pt x="4499" y="6906"/>
                  </a:lnTo>
                  <a:lnTo>
                    <a:pt x="4562" y="6906"/>
                  </a:lnTo>
                  <a:lnTo>
                    <a:pt x="4624" y="4813"/>
                  </a:lnTo>
                  <a:lnTo>
                    <a:pt x="4729" y="2993"/>
                  </a:lnTo>
                  <a:lnTo>
                    <a:pt x="5252" y="2993"/>
                  </a:lnTo>
                  <a:lnTo>
                    <a:pt x="5357" y="922"/>
                  </a:lnTo>
                  <a:lnTo>
                    <a:pt x="5775" y="922"/>
                  </a:lnTo>
                  <a:lnTo>
                    <a:pt x="6340" y="796"/>
                  </a:lnTo>
                  <a:lnTo>
                    <a:pt x="6507" y="733"/>
                  </a:lnTo>
                  <a:lnTo>
                    <a:pt x="6612" y="733"/>
                  </a:lnTo>
                  <a:lnTo>
                    <a:pt x="6654" y="754"/>
                  </a:lnTo>
                  <a:lnTo>
                    <a:pt x="6675" y="838"/>
                  </a:lnTo>
                  <a:lnTo>
                    <a:pt x="6717" y="859"/>
                  </a:lnTo>
                  <a:lnTo>
                    <a:pt x="6696" y="922"/>
                  </a:lnTo>
                  <a:lnTo>
                    <a:pt x="6675" y="1005"/>
                  </a:lnTo>
                  <a:lnTo>
                    <a:pt x="6717" y="1005"/>
                  </a:lnTo>
                  <a:lnTo>
                    <a:pt x="6905" y="859"/>
                  </a:lnTo>
                  <a:lnTo>
                    <a:pt x="7031" y="733"/>
                  </a:lnTo>
                  <a:lnTo>
                    <a:pt x="7135" y="608"/>
                  </a:lnTo>
                  <a:lnTo>
                    <a:pt x="7282" y="608"/>
                  </a:lnTo>
                  <a:lnTo>
                    <a:pt x="7303" y="629"/>
                  </a:lnTo>
                  <a:lnTo>
                    <a:pt x="7386" y="650"/>
                  </a:lnTo>
                  <a:lnTo>
                    <a:pt x="7449" y="608"/>
                  </a:lnTo>
                  <a:lnTo>
                    <a:pt x="7637" y="524"/>
                  </a:lnTo>
                  <a:lnTo>
                    <a:pt x="7742" y="503"/>
                  </a:lnTo>
                  <a:lnTo>
                    <a:pt x="7658" y="398"/>
                  </a:lnTo>
                  <a:lnTo>
                    <a:pt x="7637" y="398"/>
                  </a:lnTo>
                  <a:lnTo>
                    <a:pt x="7616" y="378"/>
                  </a:lnTo>
                  <a:lnTo>
                    <a:pt x="7533" y="378"/>
                  </a:lnTo>
                  <a:lnTo>
                    <a:pt x="7512" y="336"/>
                  </a:lnTo>
                  <a:lnTo>
                    <a:pt x="7491" y="336"/>
                  </a:lnTo>
                  <a:lnTo>
                    <a:pt x="7449" y="315"/>
                  </a:lnTo>
                  <a:lnTo>
                    <a:pt x="7323" y="378"/>
                  </a:lnTo>
                  <a:lnTo>
                    <a:pt x="7240" y="336"/>
                  </a:lnTo>
                  <a:lnTo>
                    <a:pt x="6696" y="482"/>
                  </a:lnTo>
                  <a:lnTo>
                    <a:pt x="5817" y="691"/>
                  </a:lnTo>
                  <a:lnTo>
                    <a:pt x="5671" y="691"/>
                  </a:lnTo>
                  <a:lnTo>
                    <a:pt x="5650" y="650"/>
                  </a:lnTo>
                  <a:lnTo>
                    <a:pt x="5608" y="650"/>
                  </a:lnTo>
                  <a:lnTo>
                    <a:pt x="5566" y="608"/>
                  </a:lnTo>
                  <a:lnTo>
                    <a:pt x="5524" y="629"/>
                  </a:lnTo>
                  <a:lnTo>
                    <a:pt x="5461" y="608"/>
                  </a:lnTo>
                  <a:lnTo>
                    <a:pt x="5419" y="587"/>
                  </a:lnTo>
                  <a:lnTo>
                    <a:pt x="5336" y="608"/>
                  </a:lnTo>
                  <a:lnTo>
                    <a:pt x="5336" y="650"/>
                  </a:lnTo>
                  <a:lnTo>
                    <a:pt x="5189" y="650"/>
                  </a:lnTo>
                  <a:lnTo>
                    <a:pt x="5085" y="629"/>
                  </a:lnTo>
                  <a:lnTo>
                    <a:pt x="4938" y="503"/>
                  </a:lnTo>
                  <a:lnTo>
                    <a:pt x="4896" y="503"/>
                  </a:lnTo>
                  <a:lnTo>
                    <a:pt x="4875" y="482"/>
                  </a:lnTo>
                  <a:lnTo>
                    <a:pt x="4834" y="545"/>
                  </a:lnTo>
                  <a:lnTo>
                    <a:pt x="4771" y="545"/>
                  </a:lnTo>
                  <a:lnTo>
                    <a:pt x="4624" y="524"/>
                  </a:lnTo>
                  <a:lnTo>
                    <a:pt x="4520" y="545"/>
                  </a:lnTo>
                  <a:lnTo>
                    <a:pt x="4457" y="608"/>
                  </a:lnTo>
                  <a:lnTo>
                    <a:pt x="4373" y="587"/>
                  </a:lnTo>
                  <a:lnTo>
                    <a:pt x="4352" y="524"/>
                  </a:lnTo>
                  <a:lnTo>
                    <a:pt x="4290" y="503"/>
                  </a:lnTo>
                  <a:lnTo>
                    <a:pt x="4185" y="524"/>
                  </a:lnTo>
                  <a:lnTo>
                    <a:pt x="4080" y="503"/>
                  </a:lnTo>
                  <a:lnTo>
                    <a:pt x="3955" y="440"/>
                  </a:lnTo>
                  <a:lnTo>
                    <a:pt x="3892" y="398"/>
                  </a:lnTo>
                  <a:lnTo>
                    <a:pt x="3850" y="294"/>
                  </a:lnTo>
                  <a:lnTo>
                    <a:pt x="3829" y="273"/>
                  </a:lnTo>
                  <a:lnTo>
                    <a:pt x="1653" y="273"/>
                  </a:lnTo>
                  <a:lnTo>
                    <a:pt x="1632" y="231"/>
                  </a:lnTo>
                  <a:lnTo>
                    <a:pt x="1569" y="231"/>
                  </a:lnTo>
                  <a:lnTo>
                    <a:pt x="1486" y="294"/>
                  </a:lnTo>
                  <a:lnTo>
                    <a:pt x="1465" y="294"/>
                  </a:lnTo>
                  <a:lnTo>
                    <a:pt x="1360" y="336"/>
                  </a:lnTo>
                  <a:lnTo>
                    <a:pt x="1235" y="294"/>
                  </a:lnTo>
                  <a:lnTo>
                    <a:pt x="1130" y="189"/>
                  </a:lnTo>
                  <a:lnTo>
                    <a:pt x="1067" y="168"/>
                  </a:lnTo>
                  <a:lnTo>
                    <a:pt x="1109" y="106"/>
                  </a:lnTo>
                  <a:lnTo>
                    <a:pt x="1025" y="85"/>
                  </a:lnTo>
                  <a:lnTo>
                    <a:pt x="1025" y="64"/>
                  </a:lnTo>
                  <a:lnTo>
                    <a:pt x="942" y="1"/>
                  </a:lnTo>
                  <a:lnTo>
                    <a:pt x="900" y="22"/>
                  </a:lnTo>
                  <a:lnTo>
                    <a:pt x="858" y="64"/>
                  </a:lnTo>
                  <a:lnTo>
                    <a:pt x="837" y="64"/>
                  </a:lnTo>
                  <a:lnTo>
                    <a:pt x="73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6B65"/>
                </a:solidFill>
              </a:endParaRPr>
            </a:p>
          </p:txBody>
        </p:sp>
        <p:sp>
          <p:nvSpPr>
            <p:cNvPr id="2374" name="Google Shape;2374;p45"/>
            <p:cNvSpPr/>
            <p:nvPr/>
          </p:nvSpPr>
          <p:spPr>
            <a:xfrm>
              <a:off x="3953131" y="3215060"/>
              <a:ext cx="71767" cy="110427"/>
            </a:xfrm>
            <a:custGeom>
              <a:avLst/>
              <a:gdLst/>
              <a:ahLst/>
              <a:cxnLst/>
              <a:rect l="l" t="t" r="r" b="b"/>
              <a:pathLst>
                <a:path w="6027" h="9710" extrusionOk="0">
                  <a:moveTo>
                    <a:pt x="6006" y="1"/>
                  </a:moveTo>
                  <a:lnTo>
                    <a:pt x="5964" y="22"/>
                  </a:lnTo>
                  <a:lnTo>
                    <a:pt x="5922" y="84"/>
                  </a:lnTo>
                  <a:lnTo>
                    <a:pt x="5818" y="63"/>
                  </a:lnTo>
                  <a:lnTo>
                    <a:pt x="5734" y="126"/>
                  </a:lnTo>
                  <a:lnTo>
                    <a:pt x="5650" y="210"/>
                  </a:lnTo>
                  <a:lnTo>
                    <a:pt x="5525" y="231"/>
                  </a:lnTo>
                  <a:lnTo>
                    <a:pt x="5441" y="314"/>
                  </a:lnTo>
                  <a:lnTo>
                    <a:pt x="5315" y="314"/>
                  </a:lnTo>
                  <a:lnTo>
                    <a:pt x="5294" y="377"/>
                  </a:lnTo>
                  <a:lnTo>
                    <a:pt x="5190" y="398"/>
                  </a:lnTo>
                  <a:lnTo>
                    <a:pt x="5106" y="377"/>
                  </a:lnTo>
                  <a:lnTo>
                    <a:pt x="4897" y="440"/>
                  </a:lnTo>
                  <a:lnTo>
                    <a:pt x="4855" y="482"/>
                  </a:lnTo>
                  <a:lnTo>
                    <a:pt x="4750" y="503"/>
                  </a:lnTo>
                  <a:lnTo>
                    <a:pt x="4667" y="440"/>
                  </a:lnTo>
                  <a:lnTo>
                    <a:pt x="4583" y="440"/>
                  </a:lnTo>
                  <a:lnTo>
                    <a:pt x="4478" y="419"/>
                  </a:lnTo>
                  <a:lnTo>
                    <a:pt x="4437" y="482"/>
                  </a:lnTo>
                  <a:lnTo>
                    <a:pt x="4458" y="524"/>
                  </a:lnTo>
                  <a:lnTo>
                    <a:pt x="4437" y="607"/>
                  </a:lnTo>
                  <a:lnTo>
                    <a:pt x="4269" y="628"/>
                  </a:lnTo>
                  <a:lnTo>
                    <a:pt x="4144" y="691"/>
                  </a:lnTo>
                  <a:lnTo>
                    <a:pt x="4060" y="628"/>
                  </a:lnTo>
                  <a:lnTo>
                    <a:pt x="3976" y="628"/>
                  </a:lnTo>
                  <a:lnTo>
                    <a:pt x="3976" y="587"/>
                  </a:lnTo>
                  <a:lnTo>
                    <a:pt x="3934" y="545"/>
                  </a:lnTo>
                  <a:lnTo>
                    <a:pt x="3872" y="607"/>
                  </a:lnTo>
                  <a:lnTo>
                    <a:pt x="3809" y="607"/>
                  </a:lnTo>
                  <a:lnTo>
                    <a:pt x="3704" y="712"/>
                  </a:lnTo>
                  <a:lnTo>
                    <a:pt x="3516" y="733"/>
                  </a:lnTo>
                  <a:lnTo>
                    <a:pt x="3537" y="712"/>
                  </a:lnTo>
                  <a:lnTo>
                    <a:pt x="3495" y="628"/>
                  </a:lnTo>
                  <a:lnTo>
                    <a:pt x="3411" y="628"/>
                  </a:lnTo>
                  <a:lnTo>
                    <a:pt x="3328" y="587"/>
                  </a:lnTo>
                  <a:lnTo>
                    <a:pt x="3244" y="545"/>
                  </a:lnTo>
                  <a:lnTo>
                    <a:pt x="3244" y="503"/>
                  </a:lnTo>
                  <a:lnTo>
                    <a:pt x="3181" y="524"/>
                  </a:lnTo>
                  <a:lnTo>
                    <a:pt x="3139" y="545"/>
                  </a:lnTo>
                  <a:lnTo>
                    <a:pt x="3035" y="587"/>
                  </a:lnTo>
                  <a:lnTo>
                    <a:pt x="2491" y="607"/>
                  </a:lnTo>
                  <a:lnTo>
                    <a:pt x="2365" y="1110"/>
                  </a:lnTo>
                  <a:lnTo>
                    <a:pt x="2449" y="1654"/>
                  </a:lnTo>
                  <a:lnTo>
                    <a:pt x="2616" y="1737"/>
                  </a:lnTo>
                  <a:lnTo>
                    <a:pt x="2721" y="1800"/>
                  </a:lnTo>
                  <a:lnTo>
                    <a:pt x="2763" y="1863"/>
                  </a:lnTo>
                  <a:lnTo>
                    <a:pt x="2805" y="1884"/>
                  </a:lnTo>
                  <a:lnTo>
                    <a:pt x="3014" y="2072"/>
                  </a:lnTo>
                  <a:lnTo>
                    <a:pt x="3035" y="2177"/>
                  </a:lnTo>
                  <a:lnTo>
                    <a:pt x="3181" y="2365"/>
                  </a:lnTo>
                  <a:lnTo>
                    <a:pt x="3223" y="2491"/>
                  </a:lnTo>
                  <a:lnTo>
                    <a:pt x="3286" y="2574"/>
                  </a:lnTo>
                  <a:lnTo>
                    <a:pt x="3286" y="2637"/>
                  </a:lnTo>
                  <a:lnTo>
                    <a:pt x="3202" y="2637"/>
                  </a:lnTo>
                  <a:lnTo>
                    <a:pt x="3181" y="2721"/>
                  </a:lnTo>
                  <a:lnTo>
                    <a:pt x="3118" y="2721"/>
                  </a:lnTo>
                  <a:lnTo>
                    <a:pt x="3097" y="2783"/>
                  </a:lnTo>
                  <a:lnTo>
                    <a:pt x="3118" y="2804"/>
                  </a:lnTo>
                  <a:lnTo>
                    <a:pt x="3097" y="2846"/>
                  </a:lnTo>
                  <a:lnTo>
                    <a:pt x="3181" y="2930"/>
                  </a:lnTo>
                  <a:lnTo>
                    <a:pt x="3139" y="3139"/>
                  </a:lnTo>
                  <a:lnTo>
                    <a:pt x="3118" y="3244"/>
                  </a:lnTo>
                  <a:lnTo>
                    <a:pt x="3035" y="3307"/>
                  </a:lnTo>
                  <a:lnTo>
                    <a:pt x="2930" y="3327"/>
                  </a:lnTo>
                  <a:lnTo>
                    <a:pt x="2867" y="3474"/>
                  </a:lnTo>
                  <a:lnTo>
                    <a:pt x="2867" y="3579"/>
                  </a:lnTo>
                  <a:lnTo>
                    <a:pt x="2805" y="3683"/>
                  </a:lnTo>
                  <a:lnTo>
                    <a:pt x="2825" y="3830"/>
                  </a:lnTo>
                  <a:lnTo>
                    <a:pt x="2805" y="3955"/>
                  </a:lnTo>
                  <a:lnTo>
                    <a:pt x="2700" y="3976"/>
                  </a:lnTo>
                  <a:lnTo>
                    <a:pt x="2679" y="3872"/>
                  </a:lnTo>
                  <a:lnTo>
                    <a:pt x="2700" y="3830"/>
                  </a:lnTo>
                  <a:lnTo>
                    <a:pt x="2616" y="3725"/>
                  </a:lnTo>
                  <a:lnTo>
                    <a:pt x="2574" y="3662"/>
                  </a:lnTo>
                  <a:lnTo>
                    <a:pt x="2491" y="3620"/>
                  </a:lnTo>
                  <a:lnTo>
                    <a:pt x="2386" y="3537"/>
                  </a:lnTo>
                  <a:lnTo>
                    <a:pt x="2281" y="3411"/>
                  </a:lnTo>
                  <a:lnTo>
                    <a:pt x="2281" y="3327"/>
                  </a:lnTo>
                  <a:lnTo>
                    <a:pt x="2240" y="3202"/>
                  </a:lnTo>
                  <a:lnTo>
                    <a:pt x="2240" y="3097"/>
                  </a:lnTo>
                  <a:lnTo>
                    <a:pt x="2281" y="2993"/>
                  </a:lnTo>
                  <a:lnTo>
                    <a:pt x="2344" y="2846"/>
                  </a:lnTo>
                  <a:lnTo>
                    <a:pt x="2449" y="2721"/>
                  </a:lnTo>
                  <a:lnTo>
                    <a:pt x="2470" y="2595"/>
                  </a:lnTo>
                  <a:lnTo>
                    <a:pt x="2470" y="2428"/>
                  </a:lnTo>
                  <a:lnTo>
                    <a:pt x="2407" y="2323"/>
                  </a:lnTo>
                  <a:lnTo>
                    <a:pt x="2261" y="2302"/>
                  </a:lnTo>
                  <a:lnTo>
                    <a:pt x="2135" y="2302"/>
                  </a:lnTo>
                  <a:lnTo>
                    <a:pt x="2072" y="2365"/>
                  </a:lnTo>
                  <a:lnTo>
                    <a:pt x="2030" y="2365"/>
                  </a:lnTo>
                  <a:lnTo>
                    <a:pt x="1968" y="2386"/>
                  </a:lnTo>
                  <a:lnTo>
                    <a:pt x="1863" y="2323"/>
                  </a:lnTo>
                  <a:lnTo>
                    <a:pt x="1863" y="2260"/>
                  </a:lnTo>
                  <a:lnTo>
                    <a:pt x="1821" y="2198"/>
                  </a:lnTo>
                  <a:lnTo>
                    <a:pt x="1779" y="2156"/>
                  </a:lnTo>
                  <a:lnTo>
                    <a:pt x="1758" y="2093"/>
                  </a:lnTo>
                  <a:lnTo>
                    <a:pt x="1612" y="2114"/>
                  </a:lnTo>
                  <a:lnTo>
                    <a:pt x="1424" y="2177"/>
                  </a:lnTo>
                  <a:lnTo>
                    <a:pt x="1089" y="2302"/>
                  </a:lnTo>
                  <a:lnTo>
                    <a:pt x="984" y="2323"/>
                  </a:lnTo>
                  <a:lnTo>
                    <a:pt x="398" y="2595"/>
                  </a:lnTo>
                  <a:lnTo>
                    <a:pt x="273" y="2595"/>
                  </a:lnTo>
                  <a:lnTo>
                    <a:pt x="43" y="2700"/>
                  </a:lnTo>
                  <a:lnTo>
                    <a:pt x="1" y="2783"/>
                  </a:lnTo>
                  <a:lnTo>
                    <a:pt x="43" y="2951"/>
                  </a:lnTo>
                  <a:lnTo>
                    <a:pt x="43" y="3035"/>
                  </a:lnTo>
                  <a:lnTo>
                    <a:pt x="64" y="3223"/>
                  </a:lnTo>
                  <a:lnTo>
                    <a:pt x="273" y="3244"/>
                  </a:lnTo>
                  <a:lnTo>
                    <a:pt x="356" y="3244"/>
                  </a:lnTo>
                  <a:lnTo>
                    <a:pt x="377" y="3327"/>
                  </a:lnTo>
                  <a:lnTo>
                    <a:pt x="419" y="3307"/>
                  </a:lnTo>
                  <a:lnTo>
                    <a:pt x="482" y="3244"/>
                  </a:lnTo>
                  <a:lnTo>
                    <a:pt x="628" y="3265"/>
                  </a:lnTo>
                  <a:lnTo>
                    <a:pt x="796" y="3369"/>
                  </a:lnTo>
                  <a:lnTo>
                    <a:pt x="901" y="3516"/>
                  </a:lnTo>
                  <a:lnTo>
                    <a:pt x="1005" y="3537"/>
                  </a:lnTo>
                  <a:lnTo>
                    <a:pt x="1193" y="3537"/>
                  </a:lnTo>
                  <a:lnTo>
                    <a:pt x="1298" y="3620"/>
                  </a:lnTo>
                  <a:lnTo>
                    <a:pt x="1340" y="3683"/>
                  </a:lnTo>
                  <a:lnTo>
                    <a:pt x="1465" y="3725"/>
                  </a:lnTo>
                  <a:lnTo>
                    <a:pt x="1465" y="3788"/>
                  </a:lnTo>
                  <a:lnTo>
                    <a:pt x="1424" y="3892"/>
                  </a:lnTo>
                  <a:lnTo>
                    <a:pt x="1445" y="3976"/>
                  </a:lnTo>
                  <a:lnTo>
                    <a:pt x="1424" y="4060"/>
                  </a:lnTo>
                  <a:lnTo>
                    <a:pt x="1445" y="4144"/>
                  </a:lnTo>
                  <a:lnTo>
                    <a:pt x="1445" y="4206"/>
                  </a:lnTo>
                  <a:lnTo>
                    <a:pt x="1403" y="4290"/>
                  </a:lnTo>
                  <a:lnTo>
                    <a:pt x="1361" y="4457"/>
                  </a:lnTo>
                  <a:lnTo>
                    <a:pt x="1319" y="4562"/>
                  </a:lnTo>
                  <a:lnTo>
                    <a:pt x="1361" y="4604"/>
                  </a:lnTo>
                  <a:lnTo>
                    <a:pt x="1445" y="4604"/>
                  </a:lnTo>
                  <a:lnTo>
                    <a:pt x="1424" y="4688"/>
                  </a:lnTo>
                  <a:lnTo>
                    <a:pt x="1319" y="4729"/>
                  </a:lnTo>
                  <a:lnTo>
                    <a:pt x="1319" y="4834"/>
                  </a:lnTo>
                  <a:lnTo>
                    <a:pt x="1319" y="4980"/>
                  </a:lnTo>
                  <a:lnTo>
                    <a:pt x="1235" y="5001"/>
                  </a:lnTo>
                  <a:lnTo>
                    <a:pt x="1235" y="5043"/>
                  </a:lnTo>
                  <a:lnTo>
                    <a:pt x="1340" y="5127"/>
                  </a:lnTo>
                  <a:lnTo>
                    <a:pt x="1361" y="5232"/>
                  </a:lnTo>
                  <a:lnTo>
                    <a:pt x="1319" y="5294"/>
                  </a:lnTo>
                  <a:lnTo>
                    <a:pt x="1319" y="5399"/>
                  </a:lnTo>
                  <a:lnTo>
                    <a:pt x="1361" y="5441"/>
                  </a:lnTo>
                  <a:lnTo>
                    <a:pt x="1403" y="5524"/>
                  </a:lnTo>
                  <a:lnTo>
                    <a:pt x="1319" y="5629"/>
                  </a:lnTo>
                  <a:lnTo>
                    <a:pt x="1214" y="5734"/>
                  </a:lnTo>
                  <a:lnTo>
                    <a:pt x="1193" y="5776"/>
                  </a:lnTo>
                  <a:lnTo>
                    <a:pt x="1110" y="5776"/>
                  </a:lnTo>
                  <a:lnTo>
                    <a:pt x="1089" y="5859"/>
                  </a:lnTo>
                  <a:lnTo>
                    <a:pt x="1110" y="5964"/>
                  </a:lnTo>
                  <a:lnTo>
                    <a:pt x="1089" y="6048"/>
                  </a:lnTo>
                  <a:lnTo>
                    <a:pt x="1047" y="6194"/>
                  </a:lnTo>
                  <a:lnTo>
                    <a:pt x="1026" y="6278"/>
                  </a:lnTo>
                  <a:lnTo>
                    <a:pt x="1026" y="6466"/>
                  </a:lnTo>
                  <a:lnTo>
                    <a:pt x="398" y="7115"/>
                  </a:lnTo>
                  <a:lnTo>
                    <a:pt x="461" y="7282"/>
                  </a:lnTo>
                  <a:lnTo>
                    <a:pt x="482" y="7429"/>
                  </a:lnTo>
                  <a:lnTo>
                    <a:pt x="566" y="7554"/>
                  </a:lnTo>
                  <a:lnTo>
                    <a:pt x="566" y="7847"/>
                  </a:lnTo>
                  <a:lnTo>
                    <a:pt x="524" y="7868"/>
                  </a:lnTo>
                  <a:lnTo>
                    <a:pt x="524" y="7973"/>
                  </a:lnTo>
                  <a:lnTo>
                    <a:pt x="587" y="8077"/>
                  </a:lnTo>
                  <a:lnTo>
                    <a:pt x="608" y="8224"/>
                  </a:lnTo>
                  <a:lnTo>
                    <a:pt x="608" y="8684"/>
                  </a:lnTo>
                  <a:lnTo>
                    <a:pt x="566" y="8851"/>
                  </a:lnTo>
                  <a:lnTo>
                    <a:pt x="566" y="9019"/>
                  </a:lnTo>
                  <a:lnTo>
                    <a:pt x="566" y="9207"/>
                  </a:lnTo>
                  <a:lnTo>
                    <a:pt x="566" y="9228"/>
                  </a:lnTo>
                  <a:lnTo>
                    <a:pt x="628" y="9270"/>
                  </a:lnTo>
                  <a:lnTo>
                    <a:pt x="691" y="9333"/>
                  </a:lnTo>
                  <a:lnTo>
                    <a:pt x="733" y="9395"/>
                  </a:lnTo>
                  <a:lnTo>
                    <a:pt x="712" y="9437"/>
                  </a:lnTo>
                  <a:lnTo>
                    <a:pt x="712" y="9521"/>
                  </a:lnTo>
                  <a:lnTo>
                    <a:pt x="691" y="9626"/>
                  </a:lnTo>
                  <a:lnTo>
                    <a:pt x="691" y="9646"/>
                  </a:lnTo>
                  <a:lnTo>
                    <a:pt x="733" y="9646"/>
                  </a:lnTo>
                  <a:lnTo>
                    <a:pt x="942" y="9709"/>
                  </a:lnTo>
                  <a:lnTo>
                    <a:pt x="1047" y="9709"/>
                  </a:lnTo>
                  <a:lnTo>
                    <a:pt x="1089" y="9605"/>
                  </a:lnTo>
                  <a:lnTo>
                    <a:pt x="1131" y="9500"/>
                  </a:lnTo>
                  <a:lnTo>
                    <a:pt x="1152" y="9333"/>
                  </a:lnTo>
                  <a:lnTo>
                    <a:pt x="1131" y="9291"/>
                  </a:lnTo>
                  <a:lnTo>
                    <a:pt x="1110" y="9291"/>
                  </a:lnTo>
                  <a:lnTo>
                    <a:pt x="1089" y="9395"/>
                  </a:lnTo>
                  <a:lnTo>
                    <a:pt x="1005" y="9374"/>
                  </a:lnTo>
                  <a:lnTo>
                    <a:pt x="942" y="9437"/>
                  </a:lnTo>
                  <a:lnTo>
                    <a:pt x="942" y="9333"/>
                  </a:lnTo>
                  <a:lnTo>
                    <a:pt x="901" y="9228"/>
                  </a:lnTo>
                  <a:lnTo>
                    <a:pt x="880" y="9207"/>
                  </a:lnTo>
                  <a:lnTo>
                    <a:pt x="921" y="9165"/>
                  </a:lnTo>
                  <a:lnTo>
                    <a:pt x="984" y="9165"/>
                  </a:lnTo>
                  <a:lnTo>
                    <a:pt x="1026" y="9019"/>
                  </a:lnTo>
                  <a:lnTo>
                    <a:pt x="1110" y="8977"/>
                  </a:lnTo>
                  <a:lnTo>
                    <a:pt x="1131" y="8893"/>
                  </a:lnTo>
                  <a:lnTo>
                    <a:pt x="1298" y="8872"/>
                  </a:lnTo>
                  <a:lnTo>
                    <a:pt x="1465" y="8663"/>
                  </a:lnTo>
                  <a:lnTo>
                    <a:pt x="1989" y="8579"/>
                  </a:lnTo>
                  <a:lnTo>
                    <a:pt x="2365" y="8391"/>
                  </a:lnTo>
                  <a:lnTo>
                    <a:pt x="2574" y="8182"/>
                  </a:lnTo>
                  <a:lnTo>
                    <a:pt x="2616" y="8035"/>
                  </a:lnTo>
                  <a:lnTo>
                    <a:pt x="2679" y="7931"/>
                  </a:lnTo>
                  <a:lnTo>
                    <a:pt x="2679" y="7847"/>
                  </a:lnTo>
                  <a:lnTo>
                    <a:pt x="2574" y="7910"/>
                  </a:lnTo>
                  <a:lnTo>
                    <a:pt x="2553" y="7805"/>
                  </a:lnTo>
                  <a:lnTo>
                    <a:pt x="2595" y="7805"/>
                  </a:lnTo>
                  <a:lnTo>
                    <a:pt x="2595" y="7701"/>
                  </a:lnTo>
                  <a:lnTo>
                    <a:pt x="2658" y="7617"/>
                  </a:lnTo>
                  <a:lnTo>
                    <a:pt x="2658" y="7533"/>
                  </a:lnTo>
                  <a:lnTo>
                    <a:pt x="2721" y="7345"/>
                  </a:lnTo>
                  <a:lnTo>
                    <a:pt x="2700" y="7324"/>
                  </a:lnTo>
                  <a:lnTo>
                    <a:pt x="2700" y="7177"/>
                  </a:lnTo>
                  <a:lnTo>
                    <a:pt x="2763" y="7115"/>
                  </a:lnTo>
                  <a:lnTo>
                    <a:pt x="2763" y="6968"/>
                  </a:lnTo>
                  <a:lnTo>
                    <a:pt x="2721" y="6968"/>
                  </a:lnTo>
                  <a:lnTo>
                    <a:pt x="2721" y="6822"/>
                  </a:lnTo>
                  <a:lnTo>
                    <a:pt x="2658" y="6968"/>
                  </a:lnTo>
                  <a:lnTo>
                    <a:pt x="2658" y="7073"/>
                  </a:lnTo>
                  <a:lnTo>
                    <a:pt x="2595" y="7094"/>
                  </a:lnTo>
                  <a:lnTo>
                    <a:pt x="2574" y="6968"/>
                  </a:lnTo>
                  <a:lnTo>
                    <a:pt x="2595" y="6592"/>
                  </a:lnTo>
                  <a:lnTo>
                    <a:pt x="2553" y="6466"/>
                  </a:lnTo>
                  <a:lnTo>
                    <a:pt x="2553" y="6340"/>
                  </a:lnTo>
                  <a:lnTo>
                    <a:pt x="2470" y="6236"/>
                  </a:lnTo>
                  <a:lnTo>
                    <a:pt x="2407" y="6194"/>
                  </a:lnTo>
                  <a:lnTo>
                    <a:pt x="2491" y="6152"/>
                  </a:lnTo>
                  <a:lnTo>
                    <a:pt x="2491" y="6068"/>
                  </a:lnTo>
                  <a:lnTo>
                    <a:pt x="2302" y="5838"/>
                  </a:lnTo>
                  <a:lnTo>
                    <a:pt x="2386" y="5755"/>
                  </a:lnTo>
                  <a:lnTo>
                    <a:pt x="2365" y="5650"/>
                  </a:lnTo>
                  <a:lnTo>
                    <a:pt x="2407" y="5608"/>
                  </a:lnTo>
                  <a:lnTo>
                    <a:pt x="2407" y="5524"/>
                  </a:lnTo>
                  <a:lnTo>
                    <a:pt x="2365" y="5441"/>
                  </a:lnTo>
                  <a:lnTo>
                    <a:pt x="2365" y="5399"/>
                  </a:lnTo>
                  <a:lnTo>
                    <a:pt x="2407" y="5399"/>
                  </a:lnTo>
                  <a:lnTo>
                    <a:pt x="2512" y="5462"/>
                  </a:lnTo>
                  <a:lnTo>
                    <a:pt x="2574" y="5399"/>
                  </a:lnTo>
                  <a:lnTo>
                    <a:pt x="2721" y="5399"/>
                  </a:lnTo>
                  <a:lnTo>
                    <a:pt x="2825" y="5315"/>
                  </a:lnTo>
                  <a:lnTo>
                    <a:pt x="2805" y="5190"/>
                  </a:lnTo>
                  <a:lnTo>
                    <a:pt x="3118" y="4980"/>
                  </a:lnTo>
                  <a:lnTo>
                    <a:pt x="3244" y="4980"/>
                  </a:lnTo>
                  <a:lnTo>
                    <a:pt x="3244" y="4897"/>
                  </a:lnTo>
                  <a:lnTo>
                    <a:pt x="3307" y="4876"/>
                  </a:lnTo>
                  <a:lnTo>
                    <a:pt x="3349" y="4813"/>
                  </a:lnTo>
                  <a:lnTo>
                    <a:pt x="3349" y="4771"/>
                  </a:lnTo>
                  <a:lnTo>
                    <a:pt x="3600" y="4625"/>
                  </a:lnTo>
                  <a:lnTo>
                    <a:pt x="3621" y="4562"/>
                  </a:lnTo>
                  <a:lnTo>
                    <a:pt x="3662" y="4520"/>
                  </a:lnTo>
                  <a:lnTo>
                    <a:pt x="3704" y="4374"/>
                  </a:lnTo>
                  <a:lnTo>
                    <a:pt x="3746" y="4478"/>
                  </a:lnTo>
                  <a:lnTo>
                    <a:pt x="3830" y="4416"/>
                  </a:lnTo>
                  <a:lnTo>
                    <a:pt x="3955" y="4269"/>
                  </a:lnTo>
                  <a:lnTo>
                    <a:pt x="3955" y="4185"/>
                  </a:lnTo>
                  <a:lnTo>
                    <a:pt x="4018" y="4248"/>
                  </a:lnTo>
                  <a:lnTo>
                    <a:pt x="4248" y="4081"/>
                  </a:lnTo>
                  <a:lnTo>
                    <a:pt x="4437" y="3997"/>
                  </a:lnTo>
                  <a:lnTo>
                    <a:pt x="4437" y="3976"/>
                  </a:lnTo>
                  <a:lnTo>
                    <a:pt x="4562" y="3976"/>
                  </a:lnTo>
                  <a:lnTo>
                    <a:pt x="4918" y="3788"/>
                  </a:lnTo>
                  <a:lnTo>
                    <a:pt x="4960" y="3725"/>
                  </a:lnTo>
                  <a:lnTo>
                    <a:pt x="5022" y="3683"/>
                  </a:lnTo>
                  <a:lnTo>
                    <a:pt x="5399" y="3474"/>
                  </a:lnTo>
                  <a:lnTo>
                    <a:pt x="5399" y="3369"/>
                  </a:lnTo>
                  <a:lnTo>
                    <a:pt x="5504" y="3369"/>
                  </a:lnTo>
                  <a:lnTo>
                    <a:pt x="5608" y="3223"/>
                  </a:lnTo>
                  <a:lnTo>
                    <a:pt x="5608" y="3139"/>
                  </a:lnTo>
                  <a:lnTo>
                    <a:pt x="5734" y="2993"/>
                  </a:lnTo>
                  <a:lnTo>
                    <a:pt x="5818" y="2951"/>
                  </a:lnTo>
                  <a:lnTo>
                    <a:pt x="5818" y="2846"/>
                  </a:lnTo>
                  <a:lnTo>
                    <a:pt x="5859" y="2783"/>
                  </a:lnTo>
                  <a:lnTo>
                    <a:pt x="5797" y="2783"/>
                  </a:lnTo>
                  <a:lnTo>
                    <a:pt x="5755" y="2804"/>
                  </a:lnTo>
                  <a:lnTo>
                    <a:pt x="5734" y="2742"/>
                  </a:lnTo>
                  <a:lnTo>
                    <a:pt x="5838" y="2679"/>
                  </a:lnTo>
                  <a:lnTo>
                    <a:pt x="5901" y="2679"/>
                  </a:lnTo>
                  <a:lnTo>
                    <a:pt x="5922" y="2616"/>
                  </a:lnTo>
                  <a:lnTo>
                    <a:pt x="5901" y="2574"/>
                  </a:lnTo>
                  <a:lnTo>
                    <a:pt x="5943" y="2532"/>
                  </a:lnTo>
                  <a:lnTo>
                    <a:pt x="6006" y="2470"/>
                  </a:lnTo>
                  <a:lnTo>
                    <a:pt x="5964" y="2219"/>
                  </a:lnTo>
                  <a:lnTo>
                    <a:pt x="5943" y="2198"/>
                  </a:lnTo>
                  <a:lnTo>
                    <a:pt x="5838" y="2198"/>
                  </a:lnTo>
                  <a:lnTo>
                    <a:pt x="5797" y="2177"/>
                  </a:lnTo>
                  <a:lnTo>
                    <a:pt x="5818" y="2114"/>
                  </a:lnTo>
                  <a:lnTo>
                    <a:pt x="5901" y="2114"/>
                  </a:lnTo>
                  <a:lnTo>
                    <a:pt x="5901" y="1863"/>
                  </a:lnTo>
                  <a:lnTo>
                    <a:pt x="5859" y="1800"/>
                  </a:lnTo>
                  <a:lnTo>
                    <a:pt x="5901" y="1800"/>
                  </a:lnTo>
                  <a:lnTo>
                    <a:pt x="5922" y="1528"/>
                  </a:lnTo>
                  <a:lnTo>
                    <a:pt x="5901" y="1361"/>
                  </a:lnTo>
                  <a:lnTo>
                    <a:pt x="5964" y="1319"/>
                  </a:lnTo>
                  <a:lnTo>
                    <a:pt x="5943" y="1151"/>
                  </a:lnTo>
                  <a:lnTo>
                    <a:pt x="5922" y="1131"/>
                  </a:lnTo>
                  <a:lnTo>
                    <a:pt x="5922" y="963"/>
                  </a:lnTo>
                  <a:lnTo>
                    <a:pt x="5964" y="942"/>
                  </a:lnTo>
                  <a:lnTo>
                    <a:pt x="5901" y="817"/>
                  </a:lnTo>
                  <a:lnTo>
                    <a:pt x="5859" y="628"/>
                  </a:lnTo>
                  <a:lnTo>
                    <a:pt x="5922" y="587"/>
                  </a:lnTo>
                  <a:lnTo>
                    <a:pt x="5901" y="545"/>
                  </a:lnTo>
                  <a:lnTo>
                    <a:pt x="5901" y="503"/>
                  </a:lnTo>
                  <a:lnTo>
                    <a:pt x="5901" y="440"/>
                  </a:lnTo>
                  <a:lnTo>
                    <a:pt x="6027" y="273"/>
                  </a:lnTo>
                  <a:lnTo>
                    <a:pt x="5964" y="231"/>
                  </a:lnTo>
                  <a:lnTo>
                    <a:pt x="6027" y="168"/>
                  </a:lnTo>
                  <a:lnTo>
                    <a:pt x="6027" y="22"/>
                  </a:lnTo>
                  <a:lnTo>
                    <a:pt x="60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2375;p45"/>
            <p:cNvSpPr/>
            <p:nvPr/>
          </p:nvSpPr>
          <p:spPr>
            <a:xfrm>
              <a:off x="3951893" y="3317378"/>
              <a:ext cx="9978" cy="10724"/>
            </a:xfrm>
            <a:custGeom>
              <a:avLst/>
              <a:gdLst/>
              <a:ahLst/>
              <a:cxnLst/>
              <a:rect l="l" t="t" r="r" b="b"/>
              <a:pathLst>
                <a:path w="838" h="943" extrusionOk="0">
                  <a:moveTo>
                    <a:pt x="314" y="1"/>
                  </a:moveTo>
                  <a:lnTo>
                    <a:pt x="209" y="43"/>
                  </a:lnTo>
                  <a:lnTo>
                    <a:pt x="188" y="189"/>
                  </a:lnTo>
                  <a:lnTo>
                    <a:pt x="63" y="440"/>
                  </a:lnTo>
                  <a:lnTo>
                    <a:pt x="0" y="566"/>
                  </a:lnTo>
                  <a:lnTo>
                    <a:pt x="42" y="649"/>
                  </a:lnTo>
                  <a:lnTo>
                    <a:pt x="105" y="712"/>
                  </a:lnTo>
                  <a:lnTo>
                    <a:pt x="168" y="817"/>
                  </a:lnTo>
                  <a:lnTo>
                    <a:pt x="377" y="921"/>
                  </a:lnTo>
                  <a:lnTo>
                    <a:pt x="586" y="942"/>
                  </a:lnTo>
                  <a:lnTo>
                    <a:pt x="670" y="921"/>
                  </a:lnTo>
                  <a:lnTo>
                    <a:pt x="712" y="817"/>
                  </a:lnTo>
                  <a:lnTo>
                    <a:pt x="691" y="712"/>
                  </a:lnTo>
                  <a:lnTo>
                    <a:pt x="774" y="691"/>
                  </a:lnTo>
                  <a:lnTo>
                    <a:pt x="795" y="649"/>
                  </a:lnTo>
                  <a:lnTo>
                    <a:pt x="795" y="629"/>
                  </a:lnTo>
                  <a:lnTo>
                    <a:pt x="816" y="524"/>
                  </a:lnTo>
                  <a:lnTo>
                    <a:pt x="816" y="440"/>
                  </a:lnTo>
                  <a:lnTo>
                    <a:pt x="837" y="398"/>
                  </a:lnTo>
                  <a:lnTo>
                    <a:pt x="795" y="336"/>
                  </a:lnTo>
                  <a:lnTo>
                    <a:pt x="732" y="273"/>
                  </a:lnTo>
                  <a:lnTo>
                    <a:pt x="670" y="231"/>
                  </a:lnTo>
                  <a:lnTo>
                    <a:pt x="670" y="210"/>
                  </a:lnTo>
                  <a:lnTo>
                    <a:pt x="565" y="189"/>
                  </a:lnTo>
                  <a:lnTo>
                    <a:pt x="481" y="105"/>
                  </a:lnTo>
                  <a:lnTo>
                    <a:pt x="3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2376;p45"/>
            <p:cNvSpPr/>
            <p:nvPr/>
          </p:nvSpPr>
          <p:spPr>
            <a:xfrm>
              <a:off x="3925232" y="3338554"/>
              <a:ext cx="15956" cy="14295"/>
            </a:xfrm>
            <a:custGeom>
              <a:avLst/>
              <a:gdLst/>
              <a:ahLst/>
              <a:cxnLst/>
              <a:rect l="l" t="t" r="r" b="b"/>
              <a:pathLst>
                <a:path w="1340" h="1257" extrusionOk="0">
                  <a:moveTo>
                    <a:pt x="775" y="1"/>
                  </a:moveTo>
                  <a:lnTo>
                    <a:pt x="754" y="43"/>
                  </a:lnTo>
                  <a:lnTo>
                    <a:pt x="670" y="106"/>
                  </a:lnTo>
                  <a:lnTo>
                    <a:pt x="628" y="147"/>
                  </a:lnTo>
                  <a:lnTo>
                    <a:pt x="419" y="189"/>
                  </a:lnTo>
                  <a:lnTo>
                    <a:pt x="293" y="315"/>
                  </a:lnTo>
                  <a:lnTo>
                    <a:pt x="231" y="440"/>
                  </a:lnTo>
                  <a:lnTo>
                    <a:pt x="84" y="566"/>
                  </a:lnTo>
                  <a:lnTo>
                    <a:pt x="0" y="629"/>
                  </a:lnTo>
                  <a:lnTo>
                    <a:pt x="42" y="733"/>
                  </a:lnTo>
                  <a:lnTo>
                    <a:pt x="126" y="796"/>
                  </a:lnTo>
                  <a:lnTo>
                    <a:pt x="126" y="859"/>
                  </a:lnTo>
                  <a:lnTo>
                    <a:pt x="210" y="943"/>
                  </a:lnTo>
                  <a:lnTo>
                    <a:pt x="210" y="1047"/>
                  </a:lnTo>
                  <a:lnTo>
                    <a:pt x="293" y="1131"/>
                  </a:lnTo>
                  <a:lnTo>
                    <a:pt x="356" y="1194"/>
                  </a:lnTo>
                  <a:lnTo>
                    <a:pt x="503" y="1256"/>
                  </a:lnTo>
                  <a:lnTo>
                    <a:pt x="607" y="1256"/>
                  </a:lnTo>
                  <a:lnTo>
                    <a:pt x="628" y="1194"/>
                  </a:lnTo>
                  <a:lnTo>
                    <a:pt x="670" y="1152"/>
                  </a:lnTo>
                  <a:lnTo>
                    <a:pt x="712" y="1026"/>
                  </a:lnTo>
                  <a:lnTo>
                    <a:pt x="816" y="984"/>
                  </a:lnTo>
                  <a:lnTo>
                    <a:pt x="879" y="943"/>
                  </a:lnTo>
                  <a:lnTo>
                    <a:pt x="984" y="922"/>
                  </a:lnTo>
                  <a:lnTo>
                    <a:pt x="1067" y="943"/>
                  </a:lnTo>
                  <a:lnTo>
                    <a:pt x="1172" y="859"/>
                  </a:lnTo>
                  <a:lnTo>
                    <a:pt x="1193" y="775"/>
                  </a:lnTo>
                  <a:lnTo>
                    <a:pt x="1151" y="733"/>
                  </a:lnTo>
                  <a:lnTo>
                    <a:pt x="1130" y="650"/>
                  </a:lnTo>
                  <a:lnTo>
                    <a:pt x="1235" y="608"/>
                  </a:lnTo>
                  <a:lnTo>
                    <a:pt x="1339" y="524"/>
                  </a:lnTo>
                  <a:lnTo>
                    <a:pt x="1339" y="399"/>
                  </a:lnTo>
                  <a:lnTo>
                    <a:pt x="1256" y="147"/>
                  </a:lnTo>
                  <a:lnTo>
                    <a:pt x="1130" y="43"/>
                  </a:lnTo>
                  <a:lnTo>
                    <a:pt x="1026" y="85"/>
                  </a:lnTo>
                  <a:lnTo>
                    <a:pt x="942" y="22"/>
                  </a:lnTo>
                  <a:lnTo>
                    <a:pt x="921" y="43"/>
                  </a:lnTo>
                  <a:lnTo>
                    <a:pt x="858" y="22"/>
                  </a:lnTo>
                  <a:lnTo>
                    <a:pt x="77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2377;p45"/>
            <p:cNvSpPr/>
            <p:nvPr/>
          </p:nvSpPr>
          <p:spPr>
            <a:xfrm>
              <a:off x="4226694" y="2879548"/>
              <a:ext cx="50095" cy="39508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2378;p45"/>
            <p:cNvSpPr/>
            <p:nvPr/>
          </p:nvSpPr>
          <p:spPr>
            <a:xfrm>
              <a:off x="4226694" y="2879548"/>
              <a:ext cx="50095" cy="39508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9" name="Google Shape;2379;p45"/>
            <p:cNvSpPr/>
            <p:nvPr/>
          </p:nvSpPr>
          <p:spPr>
            <a:xfrm>
              <a:off x="4014919" y="2846238"/>
              <a:ext cx="33651" cy="9053"/>
            </a:xfrm>
            <a:custGeom>
              <a:avLst/>
              <a:gdLst/>
              <a:ahLst/>
              <a:cxnLst/>
              <a:rect l="l" t="t" r="r" b="b"/>
              <a:pathLst>
                <a:path w="2826" h="796" extrusionOk="0">
                  <a:moveTo>
                    <a:pt x="2240" y="0"/>
                  </a:moveTo>
                  <a:cubicBezTo>
                    <a:pt x="2240" y="0"/>
                    <a:pt x="1717" y="230"/>
                    <a:pt x="1612" y="230"/>
                  </a:cubicBezTo>
                  <a:cubicBezTo>
                    <a:pt x="1507" y="230"/>
                    <a:pt x="1382" y="105"/>
                    <a:pt x="1382" y="105"/>
                  </a:cubicBezTo>
                  <a:lnTo>
                    <a:pt x="733" y="126"/>
                  </a:lnTo>
                  <a:lnTo>
                    <a:pt x="754" y="293"/>
                  </a:lnTo>
                  <a:cubicBezTo>
                    <a:pt x="775" y="419"/>
                    <a:pt x="231" y="419"/>
                    <a:pt x="22" y="419"/>
                  </a:cubicBezTo>
                  <a:lnTo>
                    <a:pt x="22" y="439"/>
                  </a:lnTo>
                  <a:lnTo>
                    <a:pt x="1" y="481"/>
                  </a:lnTo>
                  <a:lnTo>
                    <a:pt x="85" y="481"/>
                  </a:lnTo>
                  <a:lnTo>
                    <a:pt x="105" y="586"/>
                  </a:lnTo>
                  <a:lnTo>
                    <a:pt x="189" y="586"/>
                  </a:lnTo>
                  <a:lnTo>
                    <a:pt x="231" y="502"/>
                  </a:lnTo>
                  <a:lnTo>
                    <a:pt x="398" y="544"/>
                  </a:lnTo>
                  <a:lnTo>
                    <a:pt x="461" y="544"/>
                  </a:lnTo>
                  <a:lnTo>
                    <a:pt x="545" y="460"/>
                  </a:lnTo>
                  <a:lnTo>
                    <a:pt x="649" y="502"/>
                  </a:lnTo>
                  <a:lnTo>
                    <a:pt x="880" y="711"/>
                  </a:lnTo>
                  <a:lnTo>
                    <a:pt x="984" y="732"/>
                  </a:lnTo>
                  <a:lnTo>
                    <a:pt x="1173" y="691"/>
                  </a:lnTo>
                  <a:lnTo>
                    <a:pt x="1424" y="628"/>
                  </a:lnTo>
                  <a:lnTo>
                    <a:pt x="1507" y="649"/>
                  </a:lnTo>
                  <a:lnTo>
                    <a:pt x="1821" y="649"/>
                  </a:lnTo>
                  <a:lnTo>
                    <a:pt x="1863" y="691"/>
                  </a:lnTo>
                  <a:lnTo>
                    <a:pt x="1863" y="586"/>
                  </a:lnTo>
                  <a:lnTo>
                    <a:pt x="2072" y="502"/>
                  </a:lnTo>
                  <a:lnTo>
                    <a:pt x="2386" y="691"/>
                  </a:lnTo>
                  <a:lnTo>
                    <a:pt x="2595" y="691"/>
                  </a:lnTo>
                  <a:lnTo>
                    <a:pt x="2805" y="795"/>
                  </a:lnTo>
                  <a:lnTo>
                    <a:pt x="2826" y="586"/>
                  </a:lnTo>
                  <a:lnTo>
                    <a:pt x="2742" y="481"/>
                  </a:lnTo>
                  <a:lnTo>
                    <a:pt x="2595" y="377"/>
                  </a:lnTo>
                  <a:lnTo>
                    <a:pt x="2637" y="188"/>
                  </a:lnTo>
                  <a:cubicBezTo>
                    <a:pt x="2628" y="188"/>
                    <a:pt x="2594" y="197"/>
                    <a:pt x="2555" y="197"/>
                  </a:cubicBezTo>
                  <a:cubicBezTo>
                    <a:pt x="2507" y="197"/>
                    <a:pt x="2451" y="184"/>
                    <a:pt x="2428" y="126"/>
                  </a:cubicBezTo>
                  <a:cubicBezTo>
                    <a:pt x="2386" y="21"/>
                    <a:pt x="2240" y="0"/>
                    <a:pt x="22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0" name="Google Shape;2380;p45"/>
            <p:cNvSpPr/>
            <p:nvPr/>
          </p:nvSpPr>
          <p:spPr>
            <a:xfrm>
              <a:off x="4036853" y="2853608"/>
              <a:ext cx="1250" cy="1205"/>
            </a:xfrm>
            <a:custGeom>
              <a:avLst/>
              <a:gdLst/>
              <a:ahLst/>
              <a:cxnLst/>
              <a:rect l="l" t="t" r="r" b="b"/>
              <a:pathLst>
                <a:path w="105" h="106" fill="none" extrusionOk="0">
                  <a:moveTo>
                    <a:pt x="105" y="105"/>
                  </a:move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 w="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1" name="Google Shape;2381;p45"/>
            <p:cNvSpPr/>
            <p:nvPr/>
          </p:nvSpPr>
          <p:spPr>
            <a:xfrm>
              <a:off x="4346543" y="2948318"/>
              <a:ext cx="21183" cy="11907"/>
            </a:xfrm>
            <a:custGeom>
              <a:avLst/>
              <a:gdLst/>
              <a:ahLst/>
              <a:cxnLst/>
              <a:rect l="l" t="t" r="r" b="b"/>
              <a:pathLst>
                <a:path w="1779" h="1047" extrusionOk="0">
                  <a:moveTo>
                    <a:pt x="753" y="0"/>
                  </a:moveTo>
                  <a:lnTo>
                    <a:pt x="586" y="21"/>
                  </a:lnTo>
                  <a:lnTo>
                    <a:pt x="314" y="189"/>
                  </a:lnTo>
                  <a:lnTo>
                    <a:pt x="188" y="440"/>
                  </a:lnTo>
                  <a:lnTo>
                    <a:pt x="63" y="502"/>
                  </a:lnTo>
                  <a:lnTo>
                    <a:pt x="63" y="628"/>
                  </a:lnTo>
                  <a:lnTo>
                    <a:pt x="0" y="733"/>
                  </a:lnTo>
                  <a:lnTo>
                    <a:pt x="105" y="921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691" y="1046"/>
                  </a:lnTo>
                  <a:lnTo>
                    <a:pt x="837" y="1046"/>
                  </a:lnTo>
                  <a:lnTo>
                    <a:pt x="942" y="921"/>
                  </a:lnTo>
                  <a:lnTo>
                    <a:pt x="1067" y="879"/>
                  </a:lnTo>
                  <a:lnTo>
                    <a:pt x="1172" y="942"/>
                  </a:lnTo>
                  <a:lnTo>
                    <a:pt x="1381" y="879"/>
                  </a:lnTo>
                  <a:lnTo>
                    <a:pt x="1549" y="921"/>
                  </a:lnTo>
                  <a:lnTo>
                    <a:pt x="1779" y="837"/>
                  </a:lnTo>
                  <a:lnTo>
                    <a:pt x="1779" y="733"/>
                  </a:lnTo>
                  <a:lnTo>
                    <a:pt x="1779" y="565"/>
                  </a:lnTo>
                  <a:lnTo>
                    <a:pt x="1590" y="502"/>
                  </a:lnTo>
                  <a:lnTo>
                    <a:pt x="1590" y="398"/>
                  </a:lnTo>
                  <a:lnTo>
                    <a:pt x="1632" y="230"/>
                  </a:lnTo>
                  <a:lnTo>
                    <a:pt x="1590" y="230"/>
                  </a:lnTo>
                  <a:lnTo>
                    <a:pt x="1528" y="126"/>
                  </a:lnTo>
                  <a:lnTo>
                    <a:pt x="1360" y="105"/>
                  </a:lnTo>
                  <a:lnTo>
                    <a:pt x="1214" y="189"/>
                  </a:lnTo>
                  <a:lnTo>
                    <a:pt x="1109" y="126"/>
                  </a:lnTo>
                  <a:lnTo>
                    <a:pt x="837" y="105"/>
                  </a:lnTo>
                  <a:lnTo>
                    <a:pt x="7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2" name="Google Shape;2382;p45"/>
            <p:cNvSpPr/>
            <p:nvPr/>
          </p:nvSpPr>
          <p:spPr>
            <a:xfrm>
              <a:off x="3878888" y="2847660"/>
              <a:ext cx="16706" cy="13579"/>
            </a:xfrm>
            <a:custGeom>
              <a:avLst/>
              <a:gdLst/>
              <a:ahLst/>
              <a:cxnLst/>
              <a:rect l="l" t="t" r="r" b="b"/>
              <a:pathLst>
                <a:path w="1403" h="1194" extrusionOk="0">
                  <a:moveTo>
                    <a:pt x="900" y="1"/>
                  </a:moveTo>
                  <a:lnTo>
                    <a:pt x="754" y="42"/>
                  </a:lnTo>
                  <a:lnTo>
                    <a:pt x="628" y="42"/>
                  </a:lnTo>
                  <a:lnTo>
                    <a:pt x="419" y="84"/>
                  </a:lnTo>
                  <a:lnTo>
                    <a:pt x="314" y="168"/>
                  </a:lnTo>
                  <a:lnTo>
                    <a:pt x="210" y="189"/>
                  </a:lnTo>
                  <a:lnTo>
                    <a:pt x="42" y="273"/>
                  </a:lnTo>
                  <a:lnTo>
                    <a:pt x="63" y="356"/>
                  </a:lnTo>
                  <a:lnTo>
                    <a:pt x="21" y="398"/>
                  </a:lnTo>
                  <a:lnTo>
                    <a:pt x="21" y="377"/>
                  </a:lnTo>
                  <a:lnTo>
                    <a:pt x="1" y="586"/>
                  </a:lnTo>
                  <a:lnTo>
                    <a:pt x="21" y="796"/>
                  </a:lnTo>
                  <a:lnTo>
                    <a:pt x="126" y="942"/>
                  </a:lnTo>
                  <a:lnTo>
                    <a:pt x="168" y="1089"/>
                  </a:lnTo>
                  <a:lnTo>
                    <a:pt x="314" y="1193"/>
                  </a:lnTo>
                  <a:lnTo>
                    <a:pt x="314" y="1151"/>
                  </a:lnTo>
                  <a:lnTo>
                    <a:pt x="524" y="1026"/>
                  </a:lnTo>
                  <a:lnTo>
                    <a:pt x="691" y="984"/>
                  </a:lnTo>
                  <a:lnTo>
                    <a:pt x="691" y="921"/>
                  </a:lnTo>
                  <a:lnTo>
                    <a:pt x="837" y="838"/>
                  </a:lnTo>
                  <a:lnTo>
                    <a:pt x="1110" y="879"/>
                  </a:lnTo>
                  <a:lnTo>
                    <a:pt x="1256" y="796"/>
                  </a:lnTo>
                  <a:lnTo>
                    <a:pt x="1361" y="775"/>
                  </a:lnTo>
                  <a:lnTo>
                    <a:pt x="1402" y="712"/>
                  </a:lnTo>
                  <a:lnTo>
                    <a:pt x="1402" y="607"/>
                  </a:lnTo>
                  <a:lnTo>
                    <a:pt x="1382" y="461"/>
                  </a:lnTo>
                  <a:lnTo>
                    <a:pt x="1214" y="189"/>
                  </a:lnTo>
                  <a:lnTo>
                    <a:pt x="9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3" name="Google Shape;2383;p45"/>
            <p:cNvSpPr/>
            <p:nvPr/>
          </p:nvSpPr>
          <p:spPr>
            <a:xfrm>
              <a:off x="3865182" y="2817204"/>
              <a:ext cx="27923" cy="34993"/>
            </a:xfrm>
            <a:custGeom>
              <a:avLst/>
              <a:gdLst/>
              <a:ahLst/>
              <a:cxnLst/>
              <a:rect l="l" t="t" r="r" b="b"/>
              <a:pathLst>
                <a:path w="2345" h="3077" extrusionOk="0">
                  <a:moveTo>
                    <a:pt x="461" y="0"/>
                  </a:moveTo>
                  <a:lnTo>
                    <a:pt x="336" y="105"/>
                  </a:lnTo>
                  <a:lnTo>
                    <a:pt x="315" y="147"/>
                  </a:lnTo>
                  <a:lnTo>
                    <a:pt x="210" y="147"/>
                  </a:lnTo>
                  <a:lnTo>
                    <a:pt x="64" y="210"/>
                  </a:lnTo>
                  <a:lnTo>
                    <a:pt x="1" y="272"/>
                  </a:lnTo>
                  <a:lnTo>
                    <a:pt x="22" y="314"/>
                  </a:lnTo>
                  <a:lnTo>
                    <a:pt x="64" y="461"/>
                  </a:lnTo>
                  <a:lnTo>
                    <a:pt x="105" y="628"/>
                  </a:lnTo>
                  <a:lnTo>
                    <a:pt x="168" y="670"/>
                  </a:lnTo>
                  <a:lnTo>
                    <a:pt x="273" y="691"/>
                  </a:lnTo>
                  <a:lnTo>
                    <a:pt x="273" y="754"/>
                  </a:lnTo>
                  <a:lnTo>
                    <a:pt x="231" y="754"/>
                  </a:lnTo>
                  <a:lnTo>
                    <a:pt x="105" y="775"/>
                  </a:lnTo>
                  <a:lnTo>
                    <a:pt x="126" y="879"/>
                  </a:lnTo>
                  <a:lnTo>
                    <a:pt x="147" y="900"/>
                  </a:lnTo>
                  <a:lnTo>
                    <a:pt x="210" y="879"/>
                  </a:lnTo>
                  <a:lnTo>
                    <a:pt x="273" y="879"/>
                  </a:lnTo>
                  <a:lnTo>
                    <a:pt x="252" y="1047"/>
                  </a:lnTo>
                  <a:lnTo>
                    <a:pt x="147" y="1193"/>
                  </a:lnTo>
                  <a:lnTo>
                    <a:pt x="147" y="1277"/>
                  </a:lnTo>
                  <a:lnTo>
                    <a:pt x="315" y="1402"/>
                  </a:lnTo>
                  <a:lnTo>
                    <a:pt x="419" y="1423"/>
                  </a:lnTo>
                  <a:lnTo>
                    <a:pt x="461" y="1486"/>
                  </a:lnTo>
                  <a:lnTo>
                    <a:pt x="440" y="1570"/>
                  </a:lnTo>
                  <a:lnTo>
                    <a:pt x="336" y="1507"/>
                  </a:lnTo>
                  <a:lnTo>
                    <a:pt x="273" y="1528"/>
                  </a:lnTo>
                  <a:lnTo>
                    <a:pt x="273" y="1674"/>
                  </a:lnTo>
                  <a:lnTo>
                    <a:pt x="419" y="1821"/>
                  </a:lnTo>
                  <a:lnTo>
                    <a:pt x="356" y="1842"/>
                  </a:lnTo>
                  <a:lnTo>
                    <a:pt x="482" y="1988"/>
                  </a:lnTo>
                  <a:lnTo>
                    <a:pt x="482" y="2051"/>
                  </a:lnTo>
                  <a:lnTo>
                    <a:pt x="545" y="2135"/>
                  </a:lnTo>
                  <a:lnTo>
                    <a:pt x="670" y="2135"/>
                  </a:lnTo>
                  <a:lnTo>
                    <a:pt x="754" y="2218"/>
                  </a:lnTo>
                  <a:lnTo>
                    <a:pt x="900" y="2239"/>
                  </a:lnTo>
                  <a:lnTo>
                    <a:pt x="900" y="2365"/>
                  </a:lnTo>
                  <a:lnTo>
                    <a:pt x="838" y="2448"/>
                  </a:lnTo>
                  <a:lnTo>
                    <a:pt x="796" y="2511"/>
                  </a:lnTo>
                  <a:lnTo>
                    <a:pt x="859" y="2532"/>
                  </a:lnTo>
                  <a:lnTo>
                    <a:pt x="942" y="2658"/>
                  </a:lnTo>
                  <a:lnTo>
                    <a:pt x="984" y="2658"/>
                  </a:lnTo>
                  <a:lnTo>
                    <a:pt x="1089" y="2741"/>
                  </a:lnTo>
                  <a:lnTo>
                    <a:pt x="1152" y="2846"/>
                  </a:lnTo>
                  <a:lnTo>
                    <a:pt x="1152" y="2992"/>
                  </a:lnTo>
                  <a:lnTo>
                    <a:pt x="1172" y="3076"/>
                  </a:lnTo>
                  <a:lnTo>
                    <a:pt x="1214" y="3034"/>
                  </a:lnTo>
                  <a:lnTo>
                    <a:pt x="1193" y="2951"/>
                  </a:lnTo>
                  <a:lnTo>
                    <a:pt x="1361" y="2867"/>
                  </a:lnTo>
                  <a:lnTo>
                    <a:pt x="1465" y="2846"/>
                  </a:lnTo>
                  <a:lnTo>
                    <a:pt x="1570" y="2762"/>
                  </a:lnTo>
                  <a:lnTo>
                    <a:pt x="1779" y="2720"/>
                  </a:lnTo>
                  <a:lnTo>
                    <a:pt x="1905" y="2720"/>
                  </a:lnTo>
                  <a:lnTo>
                    <a:pt x="2051" y="2679"/>
                  </a:lnTo>
                  <a:lnTo>
                    <a:pt x="2135" y="2679"/>
                  </a:lnTo>
                  <a:lnTo>
                    <a:pt x="2198" y="2574"/>
                  </a:lnTo>
                  <a:lnTo>
                    <a:pt x="2114" y="2469"/>
                  </a:lnTo>
                  <a:lnTo>
                    <a:pt x="2093" y="2365"/>
                  </a:lnTo>
                  <a:lnTo>
                    <a:pt x="2302" y="2197"/>
                  </a:lnTo>
                  <a:lnTo>
                    <a:pt x="2344" y="2051"/>
                  </a:lnTo>
                  <a:lnTo>
                    <a:pt x="2261" y="1925"/>
                  </a:lnTo>
                  <a:lnTo>
                    <a:pt x="2093" y="1737"/>
                  </a:lnTo>
                  <a:lnTo>
                    <a:pt x="2030" y="1507"/>
                  </a:lnTo>
                  <a:lnTo>
                    <a:pt x="2114" y="1423"/>
                  </a:lnTo>
                  <a:lnTo>
                    <a:pt x="2093" y="1319"/>
                  </a:lnTo>
                  <a:lnTo>
                    <a:pt x="2051" y="1193"/>
                  </a:lnTo>
                  <a:lnTo>
                    <a:pt x="2030" y="1109"/>
                  </a:lnTo>
                  <a:lnTo>
                    <a:pt x="2135" y="984"/>
                  </a:lnTo>
                  <a:lnTo>
                    <a:pt x="1926" y="963"/>
                  </a:lnTo>
                  <a:lnTo>
                    <a:pt x="1842" y="1088"/>
                  </a:lnTo>
                  <a:lnTo>
                    <a:pt x="1737" y="1005"/>
                  </a:lnTo>
                  <a:lnTo>
                    <a:pt x="1633" y="1047"/>
                  </a:lnTo>
                  <a:lnTo>
                    <a:pt x="1591" y="963"/>
                  </a:lnTo>
                  <a:lnTo>
                    <a:pt x="1382" y="879"/>
                  </a:lnTo>
                  <a:lnTo>
                    <a:pt x="1361" y="837"/>
                  </a:lnTo>
                  <a:lnTo>
                    <a:pt x="1424" y="691"/>
                  </a:lnTo>
                  <a:lnTo>
                    <a:pt x="1277" y="565"/>
                  </a:lnTo>
                  <a:lnTo>
                    <a:pt x="1110" y="482"/>
                  </a:lnTo>
                  <a:lnTo>
                    <a:pt x="1089" y="377"/>
                  </a:lnTo>
                  <a:lnTo>
                    <a:pt x="900" y="168"/>
                  </a:lnTo>
                  <a:lnTo>
                    <a:pt x="880" y="105"/>
                  </a:lnTo>
                  <a:lnTo>
                    <a:pt x="754" y="63"/>
                  </a:lnTo>
                  <a:lnTo>
                    <a:pt x="670" y="42"/>
                  </a:lnTo>
                  <a:lnTo>
                    <a:pt x="566" y="21"/>
                  </a:lnTo>
                  <a:lnTo>
                    <a:pt x="4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60825617"/>
      </p:ext>
    </p:extLst>
  </p:cSld>
  <p:clrMapOvr>
    <a:masterClrMapping/>
  </p:clrMapOvr>
</p:sld>
</file>

<file path=ppt/theme/theme1.xml><?xml version="1.0" encoding="utf-8"?>
<a:theme xmlns:a="http://schemas.openxmlformats.org/drawingml/2006/main" name="Digital Stress Presentation Template by Slidesgo">
  <a:themeElements>
    <a:clrScheme name="Simple Light">
      <a:dk1>
        <a:srgbClr val="000000"/>
      </a:dk1>
      <a:lt1>
        <a:srgbClr val="F0F0F0"/>
      </a:lt1>
      <a:dk2>
        <a:srgbClr val="292953"/>
      </a:dk2>
      <a:lt2>
        <a:srgbClr val="7770FA"/>
      </a:lt2>
      <a:accent1>
        <a:srgbClr val="ABABFB"/>
      </a:accent1>
      <a:accent2>
        <a:srgbClr val="C4E4E6"/>
      </a:accent2>
      <a:accent3>
        <a:srgbClr val="9CD9D3"/>
      </a:accent3>
      <a:accent4>
        <a:srgbClr val="70C4BC"/>
      </a:accent4>
      <a:accent5>
        <a:srgbClr val="5A9690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414</Words>
  <Application>Microsoft Office PowerPoint</Application>
  <PresentationFormat>On-screen Show (16:9)</PresentationFormat>
  <Paragraphs>95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Anaheim</vt:lpstr>
      <vt:lpstr>Arial</vt:lpstr>
      <vt:lpstr>Courier New</vt:lpstr>
      <vt:lpstr>Inter</vt:lpstr>
      <vt:lpstr>Nunito Light</vt:lpstr>
      <vt:lpstr>Open Sans Light</vt:lpstr>
      <vt:lpstr>Wingdings</vt:lpstr>
      <vt:lpstr>Work Sans</vt:lpstr>
      <vt:lpstr>Digital Stress Presentation Template by Slidesgo</vt:lpstr>
      <vt:lpstr>Slidesgo Final Pages</vt:lpstr>
      <vt:lpstr>The Chips Act</vt:lpstr>
      <vt:lpstr>A Research Question with  Our Evidence</vt:lpstr>
      <vt:lpstr>Overview of our Industry &amp; the Event</vt:lpstr>
      <vt:lpstr>Data Description</vt:lpstr>
      <vt:lpstr>The trend of the Semiconductor industry vs others</vt:lpstr>
      <vt:lpstr>Correlation : </vt:lpstr>
      <vt:lpstr>Regression Analysis </vt:lpstr>
      <vt:lpstr>Regression Analysis Findings</vt:lpstr>
      <vt:lpstr>Business Implications</vt:lpstr>
      <vt:lpstr>Limitations</vt:lpstr>
      <vt:lpstr>Potential Projects</vt:lpstr>
      <vt:lpstr>Q&amp;A: 1</vt:lpstr>
      <vt:lpstr>Q&amp;A: 2</vt:lpstr>
      <vt:lpstr>THANKYOU!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Kubra</dc:creator>
  <cp:lastModifiedBy>Kubra Banu, Kubra Banu</cp:lastModifiedBy>
  <cp:revision>2</cp:revision>
  <dcterms:modified xsi:type="dcterms:W3CDTF">2024-11-25T16:50:49Z</dcterms:modified>
</cp:coreProperties>
</file>